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68"/>
  </p:notesMasterIdLst>
  <p:handoutMasterIdLst>
    <p:handoutMasterId r:id="rId69"/>
  </p:handoutMasterIdLst>
  <p:sldIdLst>
    <p:sldId id="265" r:id="rId5"/>
    <p:sldId id="300" r:id="rId6"/>
    <p:sldId id="334" r:id="rId7"/>
    <p:sldId id="335" r:id="rId8"/>
    <p:sldId id="337" r:id="rId9"/>
    <p:sldId id="341" r:id="rId10"/>
    <p:sldId id="338" r:id="rId11"/>
    <p:sldId id="340" r:id="rId12"/>
    <p:sldId id="339" r:id="rId13"/>
    <p:sldId id="302" r:id="rId14"/>
    <p:sldId id="303" r:id="rId15"/>
    <p:sldId id="304" r:id="rId16"/>
    <p:sldId id="305" r:id="rId17"/>
    <p:sldId id="306" r:id="rId18"/>
    <p:sldId id="307" r:id="rId19"/>
    <p:sldId id="311" r:id="rId20"/>
    <p:sldId id="312" r:id="rId21"/>
    <p:sldId id="343" r:id="rId22"/>
    <p:sldId id="344" r:id="rId23"/>
    <p:sldId id="380" r:id="rId24"/>
    <p:sldId id="381" r:id="rId25"/>
    <p:sldId id="383" r:id="rId26"/>
    <p:sldId id="384" r:id="rId27"/>
    <p:sldId id="382" r:id="rId28"/>
    <p:sldId id="314" r:id="rId29"/>
    <p:sldId id="385" r:id="rId30"/>
    <p:sldId id="346" r:id="rId31"/>
    <p:sldId id="386" r:id="rId32"/>
    <p:sldId id="347" r:id="rId33"/>
    <p:sldId id="387" r:id="rId34"/>
    <p:sldId id="390" r:id="rId35"/>
    <p:sldId id="389" r:id="rId36"/>
    <p:sldId id="391" r:id="rId37"/>
    <p:sldId id="348" r:id="rId38"/>
    <p:sldId id="349" r:id="rId39"/>
    <p:sldId id="350" r:id="rId40"/>
    <p:sldId id="351" r:id="rId41"/>
    <p:sldId id="352" r:id="rId42"/>
    <p:sldId id="353" r:id="rId43"/>
    <p:sldId id="355" r:id="rId44"/>
    <p:sldId id="357" r:id="rId45"/>
    <p:sldId id="358" r:id="rId46"/>
    <p:sldId id="359" r:id="rId47"/>
    <p:sldId id="360" r:id="rId48"/>
    <p:sldId id="361" r:id="rId49"/>
    <p:sldId id="362" r:id="rId50"/>
    <p:sldId id="363" r:id="rId51"/>
    <p:sldId id="364" r:id="rId52"/>
    <p:sldId id="365" r:id="rId53"/>
    <p:sldId id="366" r:id="rId54"/>
    <p:sldId id="367" r:id="rId55"/>
    <p:sldId id="368" r:id="rId56"/>
    <p:sldId id="375" r:id="rId57"/>
    <p:sldId id="374" r:id="rId58"/>
    <p:sldId id="324" r:id="rId59"/>
    <p:sldId id="330" r:id="rId60"/>
    <p:sldId id="370" r:id="rId61"/>
    <p:sldId id="331" r:id="rId62"/>
    <p:sldId id="376" r:id="rId63"/>
    <p:sldId id="377" r:id="rId64"/>
    <p:sldId id="378" r:id="rId65"/>
    <p:sldId id="379" r:id="rId66"/>
    <p:sldId id="332" r:id="rId67"/>
  </p:sldIdLst>
  <p:sldSz cx="12192000" cy="6858000"/>
  <p:notesSz cx="6799263" cy="9929813"/>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AAAA"/>
    <a:srgbClr val="A0453E"/>
    <a:srgbClr val="F3BFB3"/>
    <a:srgbClr val="D4D4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1" autoAdjust="0"/>
    <p:restoredTop sz="94660"/>
  </p:normalViewPr>
  <p:slideViewPr>
    <p:cSldViewPr snapToGrid="0" showGuides="1">
      <p:cViewPr varScale="1">
        <p:scale>
          <a:sx n="109" d="100"/>
          <a:sy n="109" d="100"/>
        </p:scale>
        <p:origin x="384" y="108"/>
      </p:cViewPr>
      <p:guideLst>
        <p:guide orient="horz" pos="1185"/>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1" y="1"/>
            <a:ext cx="2946347" cy="498215"/>
          </a:xfrm>
          <a:prstGeom prst="rect">
            <a:avLst/>
          </a:prstGeom>
        </p:spPr>
        <p:txBody>
          <a:bodyPr vert="horz" lIns="91431" tIns="45715" rIns="91431" bIns="45715" rtlCol="0"/>
          <a:lstStyle>
            <a:lvl1pPr algn="l">
              <a:defRPr sz="1200"/>
            </a:lvl1pPr>
          </a:lstStyle>
          <a:p>
            <a:endParaRPr lang="es-ES"/>
          </a:p>
        </p:txBody>
      </p:sp>
      <p:sp>
        <p:nvSpPr>
          <p:cNvPr id="3" name="Marcador de fecha 2"/>
          <p:cNvSpPr>
            <a:spLocks noGrp="1"/>
          </p:cNvSpPr>
          <p:nvPr>
            <p:ph type="dt" sz="quarter" idx="1"/>
          </p:nvPr>
        </p:nvSpPr>
        <p:spPr>
          <a:xfrm>
            <a:off x="3851343" y="1"/>
            <a:ext cx="2946347" cy="498215"/>
          </a:xfrm>
          <a:prstGeom prst="rect">
            <a:avLst/>
          </a:prstGeom>
        </p:spPr>
        <p:txBody>
          <a:bodyPr vert="horz" lIns="91431" tIns="45715" rIns="91431" bIns="45715" rtlCol="0"/>
          <a:lstStyle>
            <a:lvl1pPr algn="r">
              <a:defRPr sz="1200"/>
            </a:lvl1pPr>
          </a:lstStyle>
          <a:p>
            <a:fld id="{7A6179E6-35F0-4F71-96B3-CF6E453949F7}" type="datetimeFigureOut">
              <a:rPr lang="es-ES" smtClean="0"/>
              <a:t>05/03/2026</a:t>
            </a:fld>
            <a:endParaRPr lang="es-ES"/>
          </a:p>
        </p:txBody>
      </p:sp>
      <p:sp>
        <p:nvSpPr>
          <p:cNvPr id="4" name="Marcador de pie de página 3"/>
          <p:cNvSpPr>
            <a:spLocks noGrp="1"/>
          </p:cNvSpPr>
          <p:nvPr>
            <p:ph type="ftr" sz="quarter" idx="2"/>
          </p:nvPr>
        </p:nvSpPr>
        <p:spPr>
          <a:xfrm>
            <a:off x="1" y="9431601"/>
            <a:ext cx="2946347" cy="498214"/>
          </a:xfrm>
          <a:prstGeom prst="rect">
            <a:avLst/>
          </a:prstGeom>
        </p:spPr>
        <p:txBody>
          <a:bodyPr vert="horz" lIns="91431" tIns="45715" rIns="91431" bIns="45715"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51343" y="9431601"/>
            <a:ext cx="2946347" cy="498214"/>
          </a:xfrm>
          <a:prstGeom prst="rect">
            <a:avLst/>
          </a:prstGeom>
        </p:spPr>
        <p:txBody>
          <a:bodyPr vert="horz" lIns="91431" tIns="45715" rIns="91431" bIns="45715" rtlCol="0" anchor="b"/>
          <a:lstStyle>
            <a:lvl1pPr algn="r">
              <a:defRPr sz="1200"/>
            </a:lvl1pPr>
          </a:lstStyle>
          <a:p>
            <a:fld id="{64CB6D2D-D9A9-4D56-A82A-4A572EE023C6}" type="slidenum">
              <a:rPr lang="es-ES" smtClean="0"/>
              <a:t>‹Nº›</a:t>
            </a:fld>
            <a:endParaRPr lang="es-ES"/>
          </a:p>
        </p:txBody>
      </p:sp>
    </p:spTree>
    <p:extLst>
      <p:ext uri="{BB962C8B-B14F-4D97-AF65-F5344CB8AC3E}">
        <p14:creationId xmlns:p14="http://schemas.microsoft.com/office/powerpoint/2010/main" val="480958055"/>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09:52.529"/>
    </inkml:context>
    <inkml:brush xml:id="br0">
      <inkml:brushProperty name="width" value="0.035" units="cm"/>
      <inkml:brushProperty name="height" value="0.035" units="cm"/>
      <inkml:brushProperty name="color" value="#004F8B"/>
    </inkml:brush>
  </inkml:definitions>
  <inkml:trace contextRef="#ctx0" brushRef="#br0">1 1 4255 0 0,'0'0'19905'0'0,"24"0"-18043"0"0,-20 1-1652 0 0,1-1 1 0 0,0 1 0 0 0,-1-1-1 0 0,8-1 1 0 0,19-1-3474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09:53.082"/>
    </inkml:context>
    <inkml:brush xml:id="br0">
      <inkml:brushProperty name="width" value="0.035" units="cm"/>
      <inkml:brushProperty name="height" value="0.035" units="cm"/>
      <inkml:brushProperty name="color" value="#004F8B"/>
    </inkml:brush>
  </inkml:definitions>
  <inkml:trace contextRef="#ctx0" brushRef="#br0">1 5 10999 0 0,'0'0'8292'0'0,"16"4"-6672"0"0,1-7-999 0 0,-3 1-247 0 0,0 0-1 0 0,0 1 1 0 0,22 0 0 0 0,-34 2-697 0 0,4 0 783 0 0,4 0-7570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38.714"/>
    </inkml:context>
    <inkml:brush xml:id="br0">
      <inkml:brushProperty name="width" value="0.035" units="cm"/>
      <inkml:brushProperty name="height" value="0.035" units="cm"/>
      <inkml:brushProperty name="color" value="#004F8B"/>
    </inkml:brush>
  </inkml:definitions>
  <inkml:trace contextRef="#ctx0" brushRef="#br0">20 18 1319 0 0,'-19'-4'16879'0'0,"25"3"-17951"0"0,79-8 3131 0 0,-59 8-1167 0 0,-20 0-866 0 0,0 0-95 0 0,1 1 0 0 0,-1 0 0 0 0,0 0 0 0 0,0 0 0 0 0,1 0 0 0 0,-1 1 0 0 0,0 0 0 0 0,10 4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31.938"/>
    </inkml:context>
    <inkml:brush xml:id="br0">
      <inkml:brushProperty name="width" value="0.035" units="cm"/>
      <inkml:brushProperty name="height" value="0.035" units="cm"/>
      <inkml:brushProperty name="color" value="#004F8B"/>
    </inkml:brush>
  </inkml:definitions>
  <inkml:trace contextRef="#ctx0" brushRef="#br0">9 15 455 0 0,'0'0'8023'0'0,"-9"-2"-982"0"0,83-4-361 0 0,-42 3-5851 0 0,61 0 1 0 0,-61 5-661 0 0,-31-2-501 0 0,1 1-2334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34.181"/>
    </inkml:context>
    <inkml:brush xml:id="br0">
      <inkml:brushProperty name="width" value="0.035" units="cm"/>
      <inkml:brushProperty name="height" value="0.035" units="cm"/>
      <inkml:brushProperty name="color" value="#004F8B"/>
    </inkml:brush>
  </inkml:definitions>
  <inkml:trace contextRef="#ctx0" brushRef="#br0">0 1 1375 0 0,'3'6'11197'0'0,"-3"-4"-11450"0"0,2 26 1369 0 0,0 1-1 0 0,11 46 1 0 0,0-20-540 0 0,-6-28 5 0 0,-2 0 0 0 0,3 28 0 0 0,11 157 2785 0 0,-14-156-2689 0 0,-2-32-580 0 0,-1 0 1 0 0,-1 31-1 0 0,-3-17 831 0 0,5 65-1 0 0,5 31-291 0 0,1 22 640 0 0,-5-95-898 0 0,3 26 28 0 0,2 17 7 0 0,-7-65-158 0 0,12 72-25 0 0,-2-29-120 0 0,-7-9 61 0 0,4 32 42 0 0,-3-49-169 0 0,-5-39-16 0 0,1 1 0 0 0,8 32 0 0 0,-8-40-12 0 0,0-1 1 0 0,-1 0-1 0 0,-1 1 0 0 0,1-1 1 0 0,-2 1-1 0 0,-1 12 0 0 0,1-10 4 0 0,1 1-1 0 0,-1-1 1 0 0,3 12-1 0 0,0-7-3 0 0,0-1 0 0 0,-1 0 0 0 0,-1 23 0 0 0,1 6-16 0 0,0-22 0 0 0,0-11 21 0 0,0 0 1 0 0,4 19-1 0 0,-4-30-21 0 0,3-8-2275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35.461"/>
    </inkml:context>
    <inkml:brush xml:id="br0">
      <inkml:brushProperty name="width" value="0.035" units="cm"/>
      <inkml:brushProperty name="height" value="0.035" units="cm"/>
      <inkml:brushProperty name="color" value="#004F8B"/>
    </inkml:brush>
  </inkml:definitions>
  <inkml:trace contextRef="#ctx0" brushRef="#br0">2 0 2503 0 0,'0'0'9530'0'0,"3"20"-4092"0"0,-3-6-4178 0 0,-2 24-1 0 0,-1 1 157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36.160"/>
    </inkml:context>
    <inkml:brush xml:id="br0">
      <inkml:brushProperty name="width" value="0.035" units="cm"/>
      <inkml:brushProperty name="height" value="0.035" units="cm"/>
      <inkml:brushProperty name="color" value="#004F8B"/>
    </inkml:brush>
  </inkml:definitions>
  <inkml:trace contextRef="#ctx0" brushRef="#br0">1 40 919 0 0,'0'0'20051'0'0,"19"-1"-18814"0"0,119-17 1043 0 0,-58 13-1705 0 0,-58 4-320 0 0,1 0-1 0 0,33-7 1 0 0,-50 6-241 0 0,0 1 1 0 0,0 0-1 0 0,0 0 0 0 0,1 1 1 0 0,-1 0-1 0 0,0 0 1 0 0,0 0-1 0 0,1 1 0 0 0,10 2 1 0 0,-16-2 27 0 0,12 6 101 0 0,-13-7 188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41.796"/>
    </inkml:context>
    <inkml:brush xml:id="br0">
      <inkml:brushProperty name="width" value="0.035" units="cm"/>
      <inkml:brushProperty name="height" value="0.035" units="cm"/>
      <inkml:brushProperty name="color" value="#004F8B"/>
    </inkml:brush>
  </inkml:definitions>
  <inkml:trace contextRef="#ctx0" brushRef="#br0">0 104 1375 0 0,'1'-15'15864'0'0,"-1"6"-12579"0"0,4-6-2402 0 0,0 6-125 0 0,15-25 1176 0 0,-18 33-1800 0 0,0-1 0 0 0,0 0-1 0 0,0 1 1 0 0,1-1 0 0 0,-1 1 0 0 0,0-1-1 0 0,1 1 1 0 0,-1 0 0 0 0,1-1 0 0 0,0 1-1 0 0,-1 0 1 0 0,1 0 0 0 0,0 0 0 0 0,0 0-1 0 0,2 0 1 0 0,-2 1-111 0 0,0-1 0 0 0,1 1 0 0 0,-1 0 0 0 0,1 1 1 0 0,-1-1-1 0 0,0 0 0 0 0,1 1 0 0 0,-1-1 0 0 0,0 1 0 0 0,1 0 0 0 0,-1 0 0 0 0,0 0 0 0 0,0 0 0 0 0,0 0 1 0 0,0 0-1 0 0,0 1 0 0 0,0-1 0 0 0,3 3 0 0 0,0 1 36 0 0,0 0 0 0 0,-1 0 0 0 0,1 0-1 0 0,-1 0 1 0 0,4 8 0 0 0,-5-9-44 0 0,-2-1-1 0 0,1 0 1 0 0,0 1-1 0 0,-1-1 0 0 0,1 1 1 0 0,-1 0-1 0 0,0-1 1 0 0,0 1-1 0 0,0 0 1 0 0,-1-1-1 0 0,1 1 1 0 0,-1 0-1 0 0,0 0 1 0 0,0 0-1 0 0,-1 0 1 0 0,1-1-1 0 0,-1 1 1 0 0,1 0-1 0 0,-1 0 1 0 0,-3 5-1 0 0,3-6-58 0 0,-4 7 72 0 0,0-1 0 0 0,-1 0 1 0 0,0-1-1 0 0,-9 11 0 0 0,14-18-29 0 0,0 1 1 0 0,-1-1-1 0 0,1 1 1 0 0,-1-1-1 0 0,0 1 1 0 0,1-1-1 0 0,-1 0 1 0 0,0 0-1 0 0,0 0 1 0 0,0 0-1 0 0,0 0 1 0 0,0 0-1 0 0,0-1 1 0 0,0 1 0 0 0,0 0-1 0 0,0-1 1 0 0,0 0-1 0 0,0 1 1 0 0,-1-1-1 0 0,1 0 1 0 0,0 0-1 0 0,0 0 1 0 0,0-1-1 0 0,0 1 1 0 0,0 0-1 0 0,0-1 1 0 0,0 0-1 0 0,-3 0 1 0 0,-18-11-196 0 0,21 11 196 0 0,1 0-1 0 0,-1-1 0 0 0,0 1 1 0 0,1 0-1 0 0,-1 0 1 0 0,1-1-1 0 0,0 1 0 0 0,-1-1 1 0 0,1 0-1 0 0,0 1 1 0 0,-2-4-1 0 0,2 3-10 0 0,1 1 4 0 0,0 0 0 0 0,0 0-1 0 0,0 0 1 0 0,0 0 0 0 0,0 0-1 0 0,0 0 1 0 0,1 0 0 0 0,-1 0-1 0 0,0 0 1 0 0,0 0 0 0 0,1 0-1 0 0,-1 0 1 0 0,1 1 0 0 0,-1-1 0 0 0,1 0-1 0 0,-1 0 1 0 0,1 0 0 0 0,-1 0-1 0 0,1 1 1 0 0,0-1 0 0 0,-1 0-1 0 0,1 1 1 0 0,0-1 0 0 0,0 0-1 0 0,0 0 1 0 0,3-1-2 0 0,-1 0 0 0 0,1 0 0 0 0,-1 0 1 0 0,1 0-1 0 0,-1 1 0 0 0,1 0 0 0 0,4-1 0 0 0,-7 1 10 0 0,0 1-1 0 0,1 0 1 0 0,-1 0-1 0 0,0 0 1 0 0,0 0-1 0 0,0 0 1 0 0,1 0-1 0 0,-1 1 1 0 0,0-1-1 0 0,0 0 1 0 0,1 1-1 0 0,-1-1 0 0 0,0 1 1 0 0,0-1-1 0 0,0 1 1 0 0,0-1-1 0 0,0 1 1 0 0,0 0-1 0 0,2 1 1 0 0,15 20-123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43.240"/>
    </inkml:context>
    <inkml:brush xml:id="br0">
      <inkml:brushProperty name="width" value="0.035" units="cm"/>
      <inkml:brushProperty name="height" value="0.035" units="cm"/>
      <inkml:brushProperty name="color" value="#004F8B"/>
    </inkml:brush>
  </inkml:definitions>
  <inkml:trace contextRef="#ctx0" brushRef="#br0">111 3 4607 0 0,'0'0'5619'0'0,"-7"-1"-551"0"0,-6-1-1844 0 0,9 3-2745 0 0,0-1 0 0 0,0 1 0 0 0,0-1 0 0 0,0 1 0 0 0,1 1 0 0 0,-1-1 1 0 0,0 0-1 0 0,-3 3 0 0 0,3-2-384 0 0,1 0-1 0 0,-1 0 1 0 0,1 0 0 0 0,0 0 0 0 0,-1 1 0 0 0,1-1 0 0 0,0 1 0 0 0,0 0-1 0 0,1 0 1 0 0,-1 0 0 0 0,1 0 0 0 0,-1 0 0 0 0,-1 5 0 0 0,2-2-95 0 0,0 0 0 0 0,1-1 0 0 0,0 1 0 0 0,0 0 0 0 0,0 7 0 0 0,1-10-2 0 0,0 0 0 0 0,0-1 0 0 0,0 1 0 0 0,0 0 0 0 0,0 0 0 0 0,1-1 0 0 0,0 1 0 0 0,-1 0 0 0 0,1-1 0 0 0,0 1-1 0 0,0-1 1 0 0,0 1 0 0 0,1-1 0 0 0,1 3 0 0 0,-1-2-62 0 0,0-2 61 0 0,-1 0 0 0 0,1 1 1 0 0,0-1-1 0 0,-1 0 0 0 0,1 0 0 0 0,0 0 0 0 0,0 0 1 0 0,0 0-1 0 0,0-1 0 0 0,0 1 0 0 0,0-1 0 0 0,0 1 1 0 0,0-1-1 0 0,0 1 0 0 0,0-1 0 0 0,0 0 0 0 0,0 0 0 0 0,0 0 1 0 0,0 0-1 0 0,1-1 0 0 0,-1 1 0 0 0,0-1 0 0 0,2 0 1 0 0,-1 0 1 0 0,-1 0 0 0 0,0 0 1 0 0,1-1-1 0 0,-1 1 0 0 0,0-1 1 0 0,0 1-1 0 0,0-1 1 0 0,0 0-1 0 0,0 0 0 0 0,-1 0 1 0 0,1 0-1 0 0,0 0 0 0 0,-1 0 1 0 0,1 0-1 0 0,-1 0 1 0 0,0-1-1 0 0,0 1 0 0 0,0-1 1 0 0,1-3-1 0 0,0 1 38 0 0,-1 0 0 0 0,0 0-1 0 0,0 0 1 0 0,0-1 0 0 0,-1 1-1 0 0,1 0 1 0 0,-1-1 0 0 0,-1 1 0 0 0,1-1-1 0 0,-1 1 1 0 0,0 0 0 0 0,-3-10-1 0 0,13 52 981 0 0,-8-31-1024 0 0,0 1 0 0 0,0-1 0 0 0,1 0 1 0 0,0 0-1 0 0,0 1 0 0 0,1-1 0 0 0,0 0 0 0 0,5 9 0 0 0,7 5-1013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44.471"/>
    </inkml:context>
    <inkml:brush xml:id="br0">
      <inkml:brushProperty name="width" value="0.035" units="cm"/>
      <inkml:brushProperty name="height" value="0.035" units="cm"/>
      <inkml:brushProperty name="color" value="#004F8B"/>
    </inkml:brush>
  </inkml:definitions>
  <inkml:trace contextRef="#ctx0" brushRef="#br0">0 8 1871 0 0,'1'0'16263'0'0,"3"-1"-12484"0"0,14-5-1134 0 0,-6 6-1912 0 0,-6 0-3870 0 0,-5 0 1856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44.948"/>
    </inkml:context>
    <inkml:brush xml:id="br0">
      <inkml:brushProperty name="width" value="0.035" units="cm"/>
      <inkml:brushProperty name="height" value="0.035" units="cm"/>
      <inkml:brushProperty name="color" value="#004F8B"/>
    </inkml:brush>
  </inkml:definitions>
  <inkml:trace contextRef="#ctx0" brushRef="#br0">5 1 1375 0 0,'0'0'12714'0'0,"1"26"-8356"0"0,-6 25-1283 0 0,5-51-3008 0 0,0 1 0 0 0,0-1 0 0 0,0 0 0 0 0,0 0 0 0 0,0 0 0 0 0,0 0 0 0 0,0 1 0 0 0,0-1 0 0 0,0 0 0 0 0,1 0 0 0 0,-1 0 0 0 0,0 0 0 0 0,0 1 0 0 0,0-1 0 0 0,0 0 0 0 0,0 0 0 0 0,1 0 0 0 0,-1 0 0 0 0,0 0 0 0 0,0 0 0 0 0,0 0 0 0 0,0 1 0 0 0,1-1 0 0 0,-1 0 0 0 0,0 0 0 0 0,0 0 0 0 0,0 0 0 0 0,0 0 0 0 0,1 0 0 0 0,-1 0 0 0 0,0 0 0 0 0,0 0 0 0 0,0 0 0 0 0,1 0 0 0 0,-1 0 0 0 0,12-1 501 0 0,5 1-316 0 0,-15 1-967 0 0,8 1 2035 0 0,-8-2-4256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45.345"/>
    </inkml:context>
    <inkml:brush xml:id="br0">
      <inkml:brushProperty name="width" value="0.035" units="cm"/>
      <inkml:brushProperty name="height" value="0.035" units="cm"/>
      <inkml:brushProperty name="color" value="#004F8B"/>
    </inkml:brush>
  </inkml:definitions>
  <inkml:trace contextRef="#ctx0" brushRef="#br0">0 0 919 0 0,'0'0'16624'0'0,"10"16"-14568"0"0,-8-14-2001 0 0,-1 1 1 0 0,0 0-1 0 0,0 0 0 0 0,0 0 0 0 0,0 0 1 0 0,-1 0-1 0 0,1 0 0 0 0,-1 0 0 0 0,0 1 1 0 0,0-1-1 0 0,0 6 0 0 0,-1 1 616 0 0,1-10-133 0 0,1 4-248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45.980"/>
    </inkml:context>
    <inkml:brush xml:id="br0">
      <inkml:brushProperty name="width" value="0.035" units="cm"/>
      <inkml:brushProperty name="height" value="0.035" units="cm"/>
      <inkml:brushProperty name="color" value="#004F8B"/>
    </inkml:brush>
  </inkml:definitions>
  <inkml:trace contextRef="#ctx0" brushRef="#br0">1 1 919 0 0,'3'1'1540'0'0,"10"3"12267"0"0,-1 2-8632 0 0,-14 15-4705 0 0,2-17-470 0 0,0-1 0 0 0,1 1 0 0 0,-1 0 0 0 0,1 0 0 0 0,0-1 0 0 0,0 1 0 0 0,1 0 0 0 0,1 4 0 0 0,-1-5 0 0 0,0 1 0 0 0,-1 0 0 0 0,0-1 0 0 0,0 1 0 0 0,0 0 0 0 0,0 0 0 0 0,0 0 0 0 0,-1 0 0 0 0,0 4 0 0 0,0-7 75 0 0,0-1 0 0 0,0 1 0 0 0,0 0 0 0 0,0 0 0 0 0,0-1 0 0 0,0 1 0 0 0,-1 0-1 0 0,1 0 1 0 0,0-1 0 0 0,-1 1 0 0 0,1 0 0 0 0,0-1 0 0 0,-1 1 0 0 0,1 0 0 0 0,-1-1 0 0 0,1 1 0 0 0,-1 0 0 0 0,1-1-1 0 0,-1 1 1 0 0,0-1 0 0 0,1 1 0 0 0,-1-1 0 0 0,1 0 0 0 0,-1 1 0 0 0,0-1 0 0 0,-1 1 537 0 0,-3 0-13 0 0,-1-2-2595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46.678"/>
    </inkml:context>
    <inkml:brush xml:id="br0">
      <inkml:brushProperty name="width" value="0.035" units="cm"/>
      <inkml:brushProperty name="height" value="0.035" units="cm"/>
      <inkml:brushProperty name="color" value="#004F8B"/>
    </inkml:brush>
  </inkml:definitions>
  <inkml:trace contextRef="#ctx0" brushRef="#br0">1 1 1375 0 0,'2'3'19926'0'0,"0"-1"-17955"0"0,3 6-3944 0 0,-3-6 3590 0 0,16 47-294 0 0,-18-48-1019 0 0,0 0-178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48.105"/>
    </inkml:context>
    <inkml:brush xml:id="br0">
      <inkml:brushProperty name="width" value="0.035" units="cm"/>
      <inkml:brushProperty name="height" value="0.035" units="cm"/>
      <inkml:brushProperty name="color" value="#004F8B"/>
    </inkml:brush>
  </inkml:definitions>
  <inkml:trace contextRef="#ctx0" brushRef="#br0">1 12 455 0 0,'5'3'15157'0'0,"12"-2"-11650"0"0,-9-1-2712 0 0,-1 0 0 0 0,1 0 0 0 0,8 2 0 0 0,-11-1-803 0 0,1 0 1 0 0,0 0-1 0 0,-1-1 1 0 0,1 0 0 0 0,-1 0-1 0 0,1-1 1 0 0,6 0-1 0 0,0-2 8 0 0,-1 2 0 0 0,0 0 0 0 0,1 0 0 0 0,-1 1 0 0 0,16 2 0 0 0,11-1 0 0 0,-26-1 22 0 0,0-1 0 0 0,13-3-1 0 0,-13 1-18 0 0,0 1-1 0 0,14 1 0 0 0,-7 0-2 0 0,24-2 0 0 0,-37 3 0 0 0,0-1 0 0 0,0 2 0 0 0,-1-1 0 0 0,7 1 0 0 0,-6 0 0 0 0,1 0 0 0 0,-1-1 0 0 0,9 0 0 0 0,2-2 187 0 0,0 2 0 0 0,32 1 0 0 0,-37-2 950 0 0,-5 0-1572 0 0,1 1-3541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49.249"/>
    </inkml:context>
    <inkml:brush xml:id="br0">
      <inkml:brushProperty name="width" value="0.035" units="cm"/>
      <inkml:brushProperty name="height" value="0.035" units="cm"/>
      <inkml:brushProperty name="color" value="#004F8B"/>
    </inkml:brush>
  </inkml:definitions>
  <inkml:trace contextRef="#ctx0" brushRef="#br0">43 16 919 0 0,'0'0'15127'0'0,"18"-12"-9494"0"0,-17 11-5543 0 0,1 1 1 0 0,0-1-1 0 0,-1 1 0 0 0,1-1 0 0 0,-1 1 0 0 0,1 0 1 0 0,0 0-1 0 0,-1-1 0 0 0,1 1 0 0 0,0 1 0 0 0,-1-1 1 0 0,1 0-1 0 0,0 0 0 0 0,-1 1 0 0 0,1-1 0 0 0,-1 0 1 0 0,1 1-1 0 0,0 0 0 0 0,-1-1 0 0 0,1 1 0 0 0,-1 0 1 0 0,0 0-1 0 0,1 0 0 0 0,-1 0 0 0 0,0 0 0 0 0,1 0 1 0 0,-1 0-1 0 0,0 0 0 0 0,0 1 0 0 0,0-1 0 0 0,0 0 1 0 0,0 1-1 0 0,0-1 0 0 0,-1 1 0 0 0,1-1 0 0 0,0 1 1 0 0,-1-1-1 0 0,1 1 0 0 0,0 1 0 0 0,-1 1-86 0 0,1-1-1 0 0,-1 1 1 0 0,0 0-1 0 0,0-1 0 0 0,0 1 1 0 0,-1 0-1 0 0,1-1 1 0 0,-1 1-1 0 0,0-1 1 0 0,0 1-1 0 0,0-1 1 0 0,-1 1-1 0 0,-1 4 1 0 0,-1-2 39 0 0,1 1 0 0 0,-1-1 0 0 0,0 0 0 0 0,-1 1 0 0 0,-7 7 0 0 0,8-10 13 0 0,0-1 1 0 0,0 0 0 0 0,0 0 0 0 0,-1 0-1 0 0,-7 3 1 0 0,10-5-53 0 0,-1 0 1 0 0,1 0-1 0 0,0 0 0 0 0,0 0 1 0 0,0-1-1 0 0,-1 1 0 0 0,1-1 1 0 0,0 0-1 0 0,-1 1 0 0 0,1-1 1 0 0,0 0-1 0 0,-1 0 0 0 0,1-1 1 0 0,-4 0-1 0 0,4 0 7 0 0,2 1 19 0 0,1-1-29 0 0,-1 0-1 0 0,1 0 1 0 0,0 0 0 0 0,-1 0-1 0 0,1 0 1 0 0,0 0 0 0 0,-1 0-1 0 0,1 0 1 0 0,0 1-1 0 0,0-1 1 0 0,0 0 0 0 0,0 0-1 0 0,0 1 1 0 0,0-1 0 0 0,0 1-1 0 0,2-2 1 0 0,-2 2-4 0 0,0 0 0 0 0,1 0 1 0 0,-1 0-1 0 0,1 0 0 0 0,-1 0 0 0 0,0 0 0 0 0,1 1 0 0 0,-1-1 1 0 0,0 0-1 0 0,1 1 0 0 0,-1-1 0 0 0,0 1 0 0 0,0-1 0 0 0,1 1 1 0 0,-1-1-1 0 0,0 1 0 0 0,0 0 0 0 0,0 0 0 0 0,2 1 0 0 0,6 4 0 0 0,5 4 50 0 0,-11-4-2778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49.979"/>
    </inkml:context>
    <inkml:brush xml:id="br0">
      <inkml:brushProperty name="width" value="0.035" units="cm"/>
      <inkml:brushProperty name="height" value="0.035" units="cm"/>
      <inkml:brushProperty name="color" value="#004F8B"/>
    </inkml:brush>
  </inkml:definitions>
  <inkml:trace contextRef="#ctx0" brushRef="#br0">3 40 919 0 0,'-1'-2'14145'0'0,"0"-5"-12050"0"0,2 5-1870 0 0,-1 0 1 0 0,2 1-1 0 0,-1-1 0 0 0,0 0 0 0 0,0 1 0 0 0,0-1 1 0 0,1 1-1 0 0,-1-1 0 0 0,1 1 0 0 0,-1-1 0 0 0,1 1 1 0 0,0 0-1 0 0,0 0 0 0 0,-1 0 0 0 0,1 0 0 0 0,0 0 0 0 0,0 0 1 0 0,0 1-1 0 0,0-1 0 0 0,0 1 0 0 0,0-1 0 0 0,2 0 1 0 0,2 0 147 0 0,0 1 0 0 0,0-1 0 0 0,0 1 0 0 0,0 0 1 0 0,-1 0-1 0 0,10 2 0 0 0,-14-2-334 0 0,0 0 1 0 0,0 0-1 0 0,0 1 0 0 0,0-1 1 0 0,0 1-1 0 0,0-1 0 0 0,0 1 1 0 0,0-1-1 0 0,-1 1 0 0 0,1-1 1 0 0,0 1-1 0 0,0 0 0 0 0,-1 0 1 0 0,1-1-1 0 0,-1 1 0 0 0,1 0 1 0 0,0 0-1 0 0,-1 0 0 0 0,1 0 1 0 0,-1-1-1 0 0,0 1 0 0 0,1 0 1 0 0,-1 2-1 0 0,1-3 25 0 0,-1 1-11 0 0,0 1-122 0 0,1-2-355 0 0,0 1-849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52.758"/>
    </inkml:context>
    <inkml:brush xml:id="br0">
      <inkml:brushProperty name="width" value="0.035" units="cm"/>
      <inkml:brushProperty name="height" value="0.035" units="cm"/>
      <inkml:brushProperty name="color" value="#004F8B"/>
    </inkml:brush>
  </inkml:definitions>
  <inkml:trace contextRef="#ctx0" brushRef="#br0">15 0 1031 0 0,'0'0'9232'0'0,"-15"3"6413"0"0,88 5-14210 0 0,-67-7-1408 0 0,12-3 123 0 0,-8 1-7 0 0,-10 1-90 0 0,-28 34-76 0 0,-27 37-215 0 0,50-64 238 0 0,2-4 0 0 0,1-1 0 0 0,0 1 0 0 0,0 0 0 0 0,0 0 0 0 0,1 0 0 0 0,-1 0 0 0 0,-2 6 0 0 0,4-7 0 0 0,0-1 1 0 0,0-1 0 0 0,0 1 0 0 0,1-1 0 0 0,-1 1 0 0 0,0-1 0 0 0,0 1 0 0 0,1 0 1 0 0,-1-1-1 0 0,0 0 0 0 0,1 1 0 0 0,-1-1 0 0 0,0 1 0 0 0,1-1 0 0 0,-1 1 0 0 0,1-1 0 0 0,-1 0 0 0 0,1 1 0 0 0,-1-1 0 0 0,1 0 0 0 0,-1 1 0 0 0,1-1 0 0 0,-1 0 0 0 0,2 0 1 0 0,12 4 33 0 0,-11-4-32 0 0,20 1 343 0 0,-19-1-256 0 0,0 0-1 0 0,0 0 0 0 0,0 1 1 0 0,0-1-1 0 0,0 1 1 0 0,5 1-1 0 0,-2-3 80 0 0,-7 1-597 0 0,1 0-481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53.505"/>
    </inkml:context>
    <inkml:brush xml:id="br0">
      <inkml:brushProperty name="width" value="0.035" units="cm"/>
      <inkml:brushProperty name="height" value="0.035" units="cm"/>
      <inkml:brushProperty name="color" value="#004F8B"/>
    </inkml:brush>
  </inkml:definitions>
  <inkml:trace contextRef="#ctx0" brushRef="#br0">1 9 919 0 0,'0'0'13088'0'0,"23"-4"-7944"0"0,-20 3-4854 0 0,1 0 160 0 0,1 0 0 0 0,-1 0 0 0 0,0 1 0 0 0,1-1 0 0 0,-1 1 0 0 0,7 0 0 0 0,-11 1-154 0 0,1-1-39 0 0,4 3-23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54.046"/>
    </inkml:context>
    <inkml:brush xml:id="br0">
      <inkml:brushProperty name="width" value="0.035" units="cm"/>
      <inkml:brushProperty name="height" value="0.035" units="cm"/>
      <inkml:brushProperty name="color" value="#004F8B"/>
    </inkml:brush>
  </inkml:definitions>
  <inkml:trace contextRef="#ctx0" brushRef="#br0">1 1 919 0 0,'0'0'21056'0'0,"4"23"-19509"0"0,-3-18-1434 0 0,0 0-639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55.074"/>
    </inkml:context>
    <inkml:brush xml:id="br0">
      <inkml:brushProperty name="width" value="0.035" units="cm"/>
      <inkml:brushProperty name="height" value="0.035" units="cm"/>
      <inkml:brushProperty name="color" value="#004F8B"/>
    </inkml:brush>
  </inkml:definitions>
  <inkml:trace contextRef="#ctx0" brushRef="#br0">1 0 919 0 0,'0'0'16114'0'0,"23"0"-11620"0"0,-21 0-4340 0 0,-1 0 1 0 0,0 0-1 0 0,1 0 0 0 0,-1 0 1 0 0,0 1-1 0 0,1-1 0 0 0,-1 0 1 0 0,0 1-1 0 0,0-1 0 0 0,2 2 1 0 0,4 0-1245 0 0,-1-1-4591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55.486"/>
    </inkml:context>
    <inkml:brush xml:id="br0">
      <inkml:brushProperty name="width" value="0.035" units="cm"/>
      <inkml:brushProperty name="height" value="0.035" units="cm"/>
      <inkml:brushProperty name="color" value="#004F8B"/>
    </inkml:brush>
  </inkml:definitions>
  <inkml:trace contextRef="#ctx0" brushRef="#br0">1 1 3247 0 0,'0'0'1926'0'0,"0"9"5062"0"0,0 2-4398 0 0,0 34 2118 0 0,0-44-4640 0 0,0-1-4 0 0,0 2 2 0 0,0-1 86 0 0,24-1 2358 0 0,-19 0-1653 0 0,-4 0-794 0 0,1 0 1 0 0,-1 0-1 0 0,0 0 0 0 0,0 0 1 0 0,0 0-1 0 0,0 0 1 0 0,0 1-1 0 0,0-1 0 0 0,0 0 1 0 0,0 0-1 0 0,0 1 1 0 0,0-1-1 0 0,0 1 1 0 0,0-1-1 0 0,-1 1 0 0 0,3 0 1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55.835"/>
    </inkml:context>
    <inkml:brush xml:id="br0">
      <inkml:brushProperty name="width" value="0.035" units="cm"/>
      <inkml:brushProperty name="height" value="0.035" units="cm"/>
      <inkml:brushProperty name="color" value="#004F8B"/>
    </inkml:brush>
  </inkml:definitions>
  <inkml:trace contextRef="#ctx0" brushRef="#br0">0 1 919 0 0,'0'0'16460'0'0,"8"15"-12968"0"0,-6 2-2995 0 0,-2-3-3766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56.408"/>
    </inkml:context>
    <inkml:brush xml:id="br0">
      <inkml:brushProperty name="width" value="0.035" units="cm"/>
      <inkml:brushProperty name="height" value="0.035" units="cm"/>
      <inkml:brushProperty name="color" value="#004F8B"/>
    </inkml:brush>
  </inkml:definitions>
  <inkml:trace contextRef="#ctx0" brushRef="#br0">1 1 919 0 0,'3'0'10782'0'0,"12"2"-4654"0"0,-9-3-5060 0 0,-6 1-829 0 0,1 0 0 0 0,-1-1 1 0 0,0 1-1 0 0,1 0 0 0 0,-1 0 0 0 0,1 0 0 0 0,-1 0 1 0 0,0 0-1 0 0,1 0 0 0 0,-1 0 0 0 0,1 0 0 0 0,-1 0 0 0 0,0 0 1 0 0,1 0-1 0 0,-1 0 0 0 0,1 0 0 0 0,-1 0 0 0 0,0 0 0 0 0,1 1 1 0 0,0-1-1 0 0,-1 1-149 0 0,0 0 0 0 0,1 0 0 0 0,-1-1 1 0 0,0 1-1 0 0,0 0 0 0 0,0 0 0 0 0,0 0 0 0 0,0 0 0 0 0,0 0 1 0 0,0 0-1 0 0,0-1 0 0 0,0 1 0 0 0,0 0 0 0 0,0 0 1 0 0,0 0-1 0 0,-1 0 0 0 0,1 1 0 0 0,-1 0-122 0 0,1 1-1 0 0,0 0 1 0 0,1 0 0 0 0,-1 0-1 0 0,0-1 1 0 0,1 1 0 0 0,0 0-1 0 0,0-1 1 0 0,-1 1 0 0 0,1 0-1 0 0,1-1 1 0 0,-1 0-1 0 0,3 5 1 0 0,5 14-115 0 0,-8-18 147 0 0,-1 0 0 0 0,-1-3 18 0 0,1 1 0 0 0,0-1-1 0 0,0 0 1 0 0,-1 1 0 0 0,1-1 0 0 0,0 0 0 0 0,-1 1-1 0 0,1-1 1 0 0,0 0 0 0 0,-1 1 0 0 0,1-1-1 0 0,-1 0 1 0 0,1 0 0 0 0,0 1 0 0 0,-1-1-1 0 0,1 0 1 0 0,-1 0 0 0 0,1 0 0 0 0,-1 0 0 0 0,1 0-1 0 0,-1 0 1 0 0,1 0 0 0 0,0 0 0 0 0,-2 0-1 0 0,-11 0 482 0 0,11 0-538 0 0,2 0-420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57.629"/>
    </inkml:context>
    <inkml:brush xml:id="br0">
      <inkml:brushProperty name="width" value="0.035" units="cm"/>
      <inkml:brushProperty name="height" value="0.035" units="cm"/>
      <inkml:brushProperty name="color" value="#004F8B"/>
    </inkml:brush>
  </inkml:definitions>
  <inkml:trace contextRef="#ctx0" brushRef="#br0">125 19 919 0 0,'0'0'16327'0'0,"-18"-13"-12567"0"0,16 12-3561 0 0,0 0 1 0 0,0 0 0 0 0,0 1-1 0 0,-1-1 1 0 0,1 1 0 0 0,0-1-1 0 0,-1 1 1 0 0,1 0 0 0 0,-1 0-1 0 0,1 0 1 0 0,0 0 0 0 0,-1 0-1 0 0,1 1 1 0 0,0-1-1 0 0,-5 2 1 0 0,-33 13 1247 0 0,38-14-1442 0 0,0 0 1 0 0,0 0-1 0 0,1 1 0 0 0,-1-1 1 0 0,0 0-1 0 0,1 1 0 0 0,-1 0 0 0 0,1-1 1 0 0,0 1-1 0 0,-1 0 0 0 0,1 0 1 0 0,0 0-1 0 0,0 0 0 0 0,0 0 0 0 0,0 0 1 0 0,1 0-1 0 0,-1 0 0 0 0,0 0 1 0 0,1 0-1 0 0,0 0 0 0 0,-1 0 0 0 0,1 0 1 0 0,0 1-1 0 0,0-1 0 0 0,0 0 1 0 0,0 0-1 0 0,1 4 0 0 0,0 0 4 0 0,0-1 1 0 0,0 1-1 0 0,1-1 0 0 0,-1 1 0 0 0,1-1 0 0 0,0 1 0 0 0,1-1 1 0 0,-1 0-1 0 0,6 7 0 0 0,-6-9 29 0 0,0 0-1 0 0,1 0 1 0 0,-1 0 0 0 0,1-1-1 0 0,0 1 1 0 0,0-1 0 0 0,0 0 0 0 0,0 0-1 0 0,0 0 1 0 0,0 0 0 0 0,1 0-1 0 0,-1-1 1 0 0,0 0 0 0 0,1 1-1 0 0,0-1 1 0 0,-1-1 0 0 0,1 1-1 0 0,-1 0 1 0 0,1-1 0 0 0,0 0-1 0 0,0 0 1 0 0,-1 0 0 0 0,1 0-1 0 0,5-1 1 0 0,-4 0 12 0 0,-1-1-1 0 0,0 1 1 0 0,0-1 0 0 0,0 1-1 0 0,0-1 1 0 0,0 0-1 0 0,0 0 1 0 0,-1-1 0 0 0,1 1-1 0 0,-1-1 1 0 0,1 0 0 0 0,-1 0-1 0 0,0 0 1 0 0,0 0-1 0 0,0-1 1 0 0,-1 1 0 0 0,1-1-1 0 0,-1 0 1 0 0,0 1-1 0 0,3-7 1 0 0,-4 7 41 0 0,0 0 0 0 0,0 1 0 0 0,0-1 0 0 0,-1 0 1 0 0,1 0-1 0 0,-1 1 0 0 0,1-1 0 0 0,-1 0 0 0 0,0 0 0 0 0,0 0 0 0 0,0 1 0 0 0,-1-1 0 0 0,1 0 0 0 0,-1 0 0 0 0,1 0 0 0 0,-2-3 1 0 0,0 3-40 0 0,0 0 0 0 0,0 0 0 0 0,0 0 0 0 0,0 0 0 0 0,0 0 1 0 0,0 0-1 0 0,-1 1 0 0 0,1-1 0 0 0,-1 1 0 0 0,0-1 0 0 0,0 1 1 0 0,-4-2-1 0 0,1 0-45 0 0,3 2-280 0 0,1 0 0 0 0,-1 0-1 0 0,0 1 1 0 0,0-1 0 0 0,0 1 0 0 0,-4-1-1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02.631"/>
    </inkml:context>
    <inkml:brush xml:id="br0">
      <inkml:brushProperty name="width" value="0.035" units="cm"/>
      <inkml:brushProperty name="height" value="0.035" units="cm"/>
      <inkml:brushProperty name="color" value="#004F8B"/>
    </inkml:brush>
  </inkml:definitions>
  <inkml:trace contextRef="#ctx0" brushRef="#br0">124 54 2303 0 0,'1'1'46'0'0,"1"-19"6039"0"0,-8 15 119 0 0,-7-5-2547 0 0,11 7-3404 0 0,-1 1-1 0 0,1-1 1 0 0,-1 0-1 0 0,1 0 0 0 0,-1 1 1 0 0,0 0-1 0 0,1-1 1 0 0,-1 1-1 0 0,0 0 1 0 0,1 0-1 0 0,-1 1 0 0 0,0-1 1 0 0,1 1-1 0 0,-1-1 1 0 0,1 1-1 0 0,-1 0 0 0 0,1 0 1 0 0,-1 0-1 0 0,1 0 1 0 0,-1 0-1 0 0,1 0 1 0 0,0 1-1 0 0,0-1 0 0 0,0 1 1 0 0,0 0-1 0 0,0-1 1 0 0,-3 5-1 0 0,1-2-159 0 0,0 0 0 0 0,1 0 1 0 0,0 1-1 0 0,0 0 0 0 0,0-1 0 0 0,0 1 0 0 0,1 0 0 0 0,0 0 0 0 0,0 1 0 0 0,0-1 1 0 0,1 0-1 0 0,-2 8 0 0 0,2-6-53 0 0,1 0 1 0 0,0 1-1 0 0,0-1 1 0 0,0 0-1 0 0,1 1 1 0 0,0-1-1 0 0,3 13 1 0 0,-2-17-11 0 0,-1 0 0 0 0,0 0-1 0 0,0 0 1 0 0,1 0 0 0 0,0 0 0 0 0,0 0 0 0 0,-1-1 0 0 0,2 1 0 0 0,-1 0 0 0 0,0-1-1 0 0,0 0 1 0 0,1 0 0 0 0,-1 1 0 0 0,1-1 0 0 0,0-1 0 0 0,0 1 0 0 0,0 0-1 0 0,0-1 1 0 0,3 2 0 0 0,1 0 66 0 0,-1-1-1 0 0,0-1 1 0 0,1 1 0 0 0,0-1 0 0 0,-1 0-1 0 0,1 0 1 0 0,0-1 0 0 0,-1 0-1 0 0,1 0 1 0 0,0 0 0 0 0,-1-1-1 0 0,8-2 1 0 0,-10 2-48 0 0,0 0-1 0 0,0-1 1 0 0,-1 1 0 0 0,1-1-1 0 0,0 0 1 0 0,0 0-1 0 0,-1-1 1 0 0,0 1 0 0 0,1-1-1 0 0,-1 1 1 0 0,0-1-1 0 0,0 0 1 0 0,0 0 0 0 0,-1-1-1 0 0,1 1 1 0 0,-1-1 0 0 0,0 1-1 0 0,1-1 1 0 0,-2 0-1 0 0,3-4 1 0 0,-2 2 9 0 0,0-1 0 0 0,0 1 0 0 0,-1 0 0 0 0,0-1 0 0 0,0 1 0 0 0,0-1 0 0 0,-1 1-1 0 0,0-1 1 0 0,0 0 0 0 0,-1 1 0 0 0,0-1 0 0 0,0 1 0 0 0,-3-9 0 0 0,3 10-15 0 0,-1 0 0 0 0,0 0 1 0 0,0 0-1 0 0,-1 1 0 0 0,0-1 0 0 0,1 1 0 0 0,-1-1 0 0 0,-1 1 1 0 0,1 0-1 0 0,-1 0 0 0 0,1 1 0 0 0,-1-1 0 0 0,0 1 0 0 0,-1 0 1 0 0,1 0-1 0 0,0 0 0 0 0,-7-3 0 0 0,7 5-340 0 0,1-1 1 0 0,-1 1-1 0 0,0 0 1 0 0,1 1-1 0 0,-1-1 0 0 0,0 1 1 0 0,0 0-1 0 0,0-1 1 0 0,0 2-1 0 0,1-1 0 0 0,-1 0 1 0 0,0 1-1 0 0,0 0 1 0 0,-5 1-1 0 0,4 0-2470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03.996"/>
    </inkml:context>
    <inkml:brush xml:id="br0">
      <inkml:brushProperty name="width" value="0.035" units="cm"/>
      <inkml:brushProperty name="height" value="0.035" units="cm"/>
      <inkml:brushProperty name="color" value="#004F8B"/>
    </inkml:brush>
  </inkml:definitions>
  <inkml:trace contextRef="#ctx0" brushRef="#br0">104 33 1375 0 0,'0'0'7468'0'0,"-6"0"208"0"0,-8 0-4790 0 0,11 0-2492 0 0,1 0 1 0 0,-1 0-1 0 0,0 0 1 0 0,0 1-1 0 0,0-1 1 0 0,1 0-1 0 0,-1 1 1 0 0,0 0-1 0 0,0 0 1 0 0,1 0-1 0 0,-1 0 1 0 0,1 0-1 0 0,-4 2 1 0 0,3 0-206 0 0,0-1 1 0 0,0 0 0 0 0,0 1 0 0 0,0-1-1 0 0,1 1 1 0 0,0 0 0 0 0,-1 0 0 0 0,1 0 0 0 0,-2 5-1 0 0,1-4-172 0 0,1 0-1 0 0,1 0 1 0 0,-1 0-1 0 0,0 1 1 0 0,1-1-1 0 0,0 1 1 0 0,0-1-1 0 0,1 1 1 0 0,-1-1-1 0 0,1 1 1 0 0,0 0-1 0 0,0-1 1 0 0,0 1-1 0 0,1-1 1 0 0,0 1-1 0 0,1 7 1 0 0,1-8 3 0 0,-1 1 1 0 0,0-1 0 0 0,1 1-1 0 0,0-1 1 0 0,0 0 0 0 0,0 0-1 0 0,0 0 1 0 0,1 0 0 0 0,0-1-1 0 0,0 1 1 0 0,0-1 0 0 0,0 0-1 0 0,0 0 1 0 0,0-1 0 0 0,1 1-1 0 0,0-1 1 0 0,-1 0 0 0 0,1 0 0 0 0,5 1-1 0 0,-7-2 42 0 0,1 0 1 0 0,0 0-1 0 0,-1 0 0 0 0,1-1 0 0 0,0 0 0 0 0,0 1 1 0 0,0-1-1 0 0,-1-1 0 0 0,1 1 0 0 0,0 0 1 0 0,-1-1-1 0 0,1 0 0 0 0,0 0 0 0 0,-1 0 0 0 0,1 0 1 0 0,-1-1-1 0 0,1 1 0 0 0,-1-1 0 0 0,1 0 1 0 0,-1 0-1 0 0,0 0 0 0 0,0 0 0 0 0,0-1 0 0 0,-1 1 1 0 0,1-1-1 0 0,3-4 0 0 0,-4 4 25 0 0,0 0 0 0 0,0 0-1 0 0,-1-1 1 0 0,0 1 0 0 0,1-1-1 0 0,-1 0 1 0 0,0 1 0 0 0,-1-1 0 0 0,1 0-1 0 0,-1 0 1 0 0,1 1 0 0 0,-1-1 0 0 0,0 0-1 0 0,-1 0 1 0 0,0-4 0 0 0,-1-8 180 0 0,-2 0 1 0 0,-5-17-1 0 0,7 29-270 0 0,1 0 32 0 0,-1 1 0 0 0,0-1 0 0 0,0 1 0 0 0,0 0 0 0 0,0 0-1 0 0,0 0 1 0 0,-1 0 0 0 0,0 0 0 0 0,1 0 0 0 0,-1 1 0 0 0,0-1 0 0 0,0 1 0 0 0,-1 0 0 0 0,1 0 0 0 0,-5-2 0 0 0,3 1-92 0 0,-1 0-1 0 0,0 1 1 0 0,0 0-1 0 0,0 0 1 0 0,0 0-1 0 0,0 1 1 0 0,-1 0-1 0 0,-9-1 1 0 0,14 2-406 0 0,-1 0 0 0 0,1 1 0 0 0,-1-1 0 0 0,1 1 0 0 0,-1-1 0 0 0,1 1 0 0 0,-4 1 0 0 0,1 1-1306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05.314"/>
    </inkml:context>
    <inkml:brush xml:id="br0">
      <inkml:brushProperty name="width" value="0.035" units="cm"/>
      <inkml:brushProperty name="height" value="0.035" units="cm"/>
      <inkml:brushProperty name="color" value="#004F8B"/>
    </inkml:brush>
  </inkml:definitions>
  <inkml:trace contextRef="#ctx0" brushRef="#br0">137 36 1375 0 0,'-2'-5'14829'0'0,"-2"-6"-11827"0"0,2 10-2753 0 0,1-1 1 0 0,-1 1 0 0 0,1 0-1 0 0,-1 0 1 0 0,0 0-1 0 0,0 0 1 0 0,1 0-1 0 0,-1 0 1 0 0,0 1-1 0 0,0-1 1 0 0,0 0 0 0 0,0 1-1 0 0,0 0 1 0 0,0-1-1 0 0,0 1 1 0 0,0 0-1 0 0,0 0 1 0 0,0 0 0 0 0,0 0-1 0 0,0 1 1 0 0,0-1-1 0 0,0 0 1 0 0,1 1-1 0 0,-5 1 1 0 0,2-1-163 0 0,-1 0 0 0 0,0 1 0 0 0,1 0 0 0 0,-1 0-1 0 0,1 1 1 0 0,-1-1 0 0 0,1 1 0 0 0,-7 6 0 0 0,8-6-69 0 0,0 1 0 0 0,-1 0 1 0 0,2 0-1 0 0,-1 0 0 0 0,0 0 0 0 0,1 0 0 0 0,0 1 1 0 0,0-1-1 0 0,0 1 0 0 0,0-1 0 0 0,1 1 0 0 0,0 0 1 0 0,0 0-1 0 0,0 0 0 0 0,0 6 0 0 0,1-8-7 0 0,0 0-1 0 0,0 0 1 0 0,1 0-1 0 0,-1 0 1 0 0,1 0-1 0 0,-1 0 1 0 0,1 0-1 0 0,0 0 1 0 0,0 0-1 0 0,0-1 1 0 0,1 1-1 0 0,-1 0 1 0 0,1-1-1 0 0,-1 1 1 0 0,1-1-1 0 0,0 0 1 0 0,0 1-1 0 0,0-1 1 0 0,0 0-1 0 0,1 0 1 0 0,-1 0-1 0 0,0-1 1 0 0,1 1-1 0 0,-1 0 1 0 0,6 1-1 0 0,-1 0 80 0 0,0 0 0 0 0,0 0-1 0 0,1-1 1 0 0,-1 0 0 0 0,1-1 0 0 0,-1 1-1 0 0,1-2 1 0 0,0 1 0 0 0,12-1 0 0 0,-14-1-21 0 0,-1 0 1 0 0,1 0 0 0 0,0 0 0 0 0,-1 0-1 0 0,1-1 1 0 0,-1 0 0 0 0,1-1-1 0 0,-1 1 1 0 0,0-1 0 0 0,0 0-1 0 0,0 0 1 0 0,0 0 0 0 0,6-7-1 0 0,-9 7-12 0 0,1 1 0 0 0,-1-1-1 0 0,0 0 1 0 0,0-1-1 0 0,-1 1 1 0 0,1 0 0 0 0,-1 0-1 0 0,1-1 1 0 0,-1 1-1 0 0,0-1 1 0 0,0 1 0 0 0,-1-1-1 0 0,1 0 1 0 0,-1 1-1 0 0,0-1 1 0 0,0 0 0 0 0,0 1-1 0 0,0-1 1 0 0,-1 0-1 0 0,1 1 1 0 0,-1-1 0 0 0,0 1-1 0 0,-2-5 1 0 0,2 3 10 0 0,0 1 0 0 0,-1 0 1 0 0,1 0-1 0 0,-1-1 1 0 0,0 1-1 0 0,-1 0 0 0 0,1 1 1 0 0,-1-1-1 0 0,0 0 1 0 0,0 1-1 0 0,0 0 0 0 0,0-1 1 0 0,0 1-1 0 0,-1 0 0 0 0,1 1 1 0 0,-1-1-1 0 0,0 1 1 0 0,-6-4-1 0 0,8 6-440 0 0,0-1 1 0 0,0 0-1 0 0,-1 1 1 0 0,1 0-1 0 0,0-1 1 0 0,0 1-1 0 0,0 0 1 0 0,-1 0-1 0 0,1 0 1 0 0,0 0-1 0 0,-4 2 0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07.377"/>
    </inkml:context>
    <inkml:brush xml:id="br0">
      <inkml:brushProperty name="width" value="0.035" units="cm"/>
      <inkml:brushProperty name="height" value="0.035" units="cm"/>
      <inkml:brushProperty name="color" value="#004F8B"/>
    </inkml:brush>
  </inkml:definitions>
  <inkml:trace contextRef="#ctx0" brushRef="#br0">26 65 919 0 0,'0'0'2528'0'0,"0"-3"-1450"0"0,1-7 11550 0 0,-1 8-12039 0 0,0-1 0 0 0,0 1 0 0 0,0 0 0 0 0,1 0 0 0 0,-1 0 0 0 0,1 0 0 0 0,1-4 0 0 0,-1 4-361 0 0,0 0 1 0 0,1-1-1 0 0,-1 1 0 0 0,1 0 1 0 0,0 0-1 0 0,0 0 1 0 0,0 0-1 0 0,0 0 0 0 0,0 1 1 0 0,0-1-1 0 0,0 0 1 0 0,0 1-1 0 0,1 0 0 0 0,-1-1 1 0 0,5 0-1 0 0,-7 2-108 0 0,17 2 483 0 0,-12 1-581 0 0,-1 0 1 0 0,0 1-1 0 0,0-1 1 0 0,0 1-1 0 0,0 0 0 0 0,-1 0 1 0 0,1 0-1 0 0,-1 0 1 0 0,0 0-1 0 0,0 1 1 0 0,2 5-1 0 0,-4-9-18 0 0,-1 1 0 0 0,1-1-1 0 0,0 0 1 0 0,-1 1 0 0 0,1-1 0 0 0,-1 1 0 0 0,0-1-1 0 0,1 1 1 0 0,-1-1 0 0 0,0 1 0 0 0,0-1 0 0 0,0 1-1 0 0,0-1 1 0 0,0 1 0 0 0,-1 2 0 0 0,0 10 52 0 0,1-10-43 0 0,0 0-1 0 0,-1-1 0 0 0,0 1 0 0 0,1-1 0 0 0,-1 0 0 0 0,0 1 0 0 0,-1-1 0 0 0,1 0 0 0 0,-1 1 1 0 0,1-1-1 0 0,-4 4 0 0 0,4-4-3 0 0,-1-1 0 0 0,0 1 0 0 0,0-1 1 0 0,0 0-1 0 0,0 1 0 0 0,0-1 0 0 0,0 0 1 0 0,-1 0-1 0 0,1 0 0 0 0,-1 0 0 0 0,1-1 1 0 0,-1 1-1 0 0,-4 1 0 0 0,2-2-5 0 0,0 0 0 0 0,1 0 0 0 0,-1-1 0 0 0,0 1 0 0 0,0-1 0 0 0,0 0 0 0 0,-9-2 0 0 0,12 2-3 0 0,1 0 0 0 0,-1-1 0 0 0,1 1 0 0 0,-1-1 0 0 0,1 1 0 0 0,-1-1 1 0 0,1 1-1 0 0,-1-1 0 0 0,1 0 0 0 0,0 1 0 0 0,-1-1 0 0 0,1 0 0 0 0,0 0 0 0 0,0 0 0 0 0,0 0 0 0 0,0 0 0 0 0,0 0 0 0 0,0-1 0 0 0,0 1 0 0 0,0 0 0 0 0,0 0 1 0 0,0-1-1 0 0,1 1 0 0 0,-1 0 0 0 0,0-1 0 0 0,1 1 0 0 0,-1-1 0 0 0,1 1 0 0 0,-1-2 0 0 0,1 1-6 0 0,0 1 2 0 0,0 0-1 0 0,0 0 1 0 0,0 1-1 0 0,0-1 1 0 0,0 0 0 0 0,0 0-1 0 0,0 0 1 0 0,0 0-1 0 0,0 0 1 0 0,0 1-1 0 0,0-1 1 0 0,1 0-1 0 0,-1 0 1 0 0,0 0 0 0 0,1 0-1 0 0,1-2-8 0 0,-1 1 12 0 0,0 1-2 0 0,1 0 0 0 0,-1-1 0 0 0,1 1 0 0 0,-1 0-1 0 0,1 0 1 0 0,-1 0 0 0 0,1 1 0 0 0,0-1 0 0 0,0 0 0 0 0,-1 1 0 0 0,1-1-1 0 0,0 1 1 0 0,0-1 0 0 0,2 1 0 0 0,22-2-30 0 0,-24 2 77 0 0,1 0-1 0 0,-1 0 1 0 0,1 0 0 0 0,-1 0-1 0 0,1 1 1 0 0,-1-1 0 0 0,1 1-1 0 0,-1 0 1 0 0,0 0 0 0 0,1 0-1 0 0,3 2 1 0 0,-5 1 915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08.762"/>
    </inkml:context>
    <inkml:brush xml:id="br0">
      <inkml:brushProperty name="width" value="0.035" units="cm"/>
      <inkml:brushProperty name="height" value="0.035" units="cm"/>
      <inkml:brushProperty name="color" value="#004F8B"/>
    </inkml:brush>
  </inkml:definitions>
  <inkml:trace contextRef="#ctx0" brushRef="#br0">97 33 455 0 0,'3'0'0'0'0,"0"0"2856"0"0,0-11 8822 0 0,-3 8-9436 0 0,-1 2-2084 0 0,1-1 1 0 0,-1 1-1 0 0,0 0 0 0 0,1 0 0 0 0,-1 0 1 0 0,0 0-1 0 0,0 0 0 0 0,1 0 0 0 0,-1 0 1 0 0,0 1-1 0 0,0-1 0 0 0,0 0 0 0 0,0 0 0 0 0,0 1 1 0 0,-1-1-1 0 0,1 1 0 0 0,0-1 0 0 0,0 1 1 0 0,0-1-1 0 0,0 1 0 0 0,-1 0 0 0 0,1-1 0 0 0,0 1 1 0 0,0 0-1 0 0,-1 0 0 0 0,1 0 0 0 0,0 0 1 0 0,-1 0-1 0 0,-1 1 0 0 0,-1-1 4 0 0,-1 1 0 0 0,0 0 0 0 0,1 0 0 0 0,-1 1-1 0 0,0-1 1 0 0,-5 4 0 0 0,8-4-158 0 0,0 0 0 0 0,-1 0 0 0 0,1 0 0 0 0,0 1 0 0 0,0-1 0 0 0,1 1-1 0 0,-1-1 1 0 0,0 1 0 0 0,0 0 0 0 0,1 0 0 0 0,-1 0 0 0 0,1 0 0 0 0,0 0 0 0 0,-1 0 0 0 0,1 0 0 0 0,0 0-1 0 0,0 0 1 0 0,-1 4 0 0 0,1 0 5 0 0,0 0 0 0 0,1 0 0 0 0,0 0-1 0 0,0-1 1 0 0,1 11 0 0 0,0-8-8 0 0,-1-3-1 0 0,0-3 0 0 0,-1 0 0 0 0,1 0 0 0 0,0 0 0 0 0,0 0 0 0 0,1 0 0 0 0,-1 0 0 0 0,0 0 0 0 0,1 0 0 0 0,-1 0 0 0 0,1 0 0 0 0,0 0 0 0 0,-1-1 0 0 0,1 1 0 0 0,0 0 0 0 0,0 0 0 0 0,0-1 0 0 0,1 1 0 0 0,-1 0 0 0 0,0-1 0 0 0,0 1 0 0 0,1-1 0 0 0,-1 0 0 0 0,1 1 0 0 0,0-1 0 0 0,2 2 0 0 0,-2-3-4 0 0,-1 1-1 0 0,0-1 1 0 0,1 1-1 0 0,-1-1 1 0 0,1 0 0 0 0,-1 0-1 0 0,1 1 1 0 0,-1-1-1 0 0,1 0 1 0 0,-1 0-1 0 0,1 0 1 0 0,-1-1 0 0 0,0 1-1 0 0,1 0 1 0 0,-1-1-1 0 0,1 1 1 0 0,-1 0-1 0 0,0-1 1 0 0,1 0-1 0 0,-1 1 1 0 0,0-1 0 0 0,1 0-1 0 0,-1 0 1 0 0,0 0-1 0 0,0 1 1 0 0,0-1-1 0 0,0 0 1 0 0,0-1 0 0 0,0 1-1 0 0,0 0 1 0 0,0 0-1 0 0,1-2 1 0 0,2-4-32 0 0,0 0 1 0 0,-1 0 0 0 0,0-1-1 0 0,4-11 1 0 0,-5 12 30 0 0,-1 5 11 0 0,0 0 0 0 0,-1 0 0 0 0,1 0 1 0 0,-1 0-1 0 0,0 0 0 0 0,1 0 0 0 0,-1 0 0 0 0,0 0 0 0 0,-1-3 0 0 0,1-9 5 0 0,1 12-11 0 0,0 0 12 0 0,-1 2 112 0 0,1 1-112 0 0,-1-1 0 0 0,1 1-1 0 0,-1 0 1 0 0,1 0 0 0 0,-1 0 0 0 0,1 0 0 0 0,-1 0-1 0 0,0-1 1 0 0,1 1 0 0 0,-1 2 0 0 0,0-3-14 0 0,4 29-20 0 0,-4-25 17 0 0,0 0 1 0 0,0 1-1 0 0,1-1 0 0 0,-1 0 0 0 0,1 0 1 0 0,0 0-1 0 0,0 0 0 0 0,1 0 1 0 0,-1 0-1 0 0,1 0 0 0 0,0 0 1 0 0,0 0-1 0 0,5 6 0 0 0,-6-9-149 0 0,-1 0-1 0 0,1-1 1 0 0,0 1-1 0 0,0 0 1 0 0,0-1-1 0 0,-1 1 1 0 0,1-1-1 0 0,0 1 1 0 0,0-1-1 0 0,0 1 0 0 0,0-1 1 0 0,0 1-1 0 0,0-1 1 0 0,0 0-1 0 0,0 0 1 0 0,0 0-1 0 0,0 1 1 0 0,0-1-1 0 0,0 0 1 0 0,0 0-1 0 0,0 0 1 0 0,0-1-1 0 0,0 1 1 0 0,0 0-1 0 0,0 0 1 0 0,2-1-1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09.347"/>
    </inkml:context>
    <inkml:brush xml:id="br0">
      <inkml:brushProperty name="width" value="0.035" units="cm"/>
      <inkml:brushProperty name="height" value="0.035" units="cm"/>
      <inkml:brushProperty name="color" value="#004F8B"/>
    </inkml:brush>
  </inkml:definitions>
  <inkml:trace contextRef="#ctx0" brushRef="#br0">0 7 4375 0 0,'0'0'6903'0'0,"22"-3"-1834"0"0,20-1 150 0 0,-41 4-5655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09.790"/>
    </inkml:context>
    <inkml:brush xml:id="br0">
      <inkml:brushProperty name="width" value="0.035" units="cm"/>
      <inkml:brushProperty name="height" value="0.035" units="cm"/>
      <inkml:brushProperty name="color" value="#004F8B"/>
    </inkml:brush>
  </inkml:definitions>
  <inkml:trace contextRef="#ctx0" brushRef="#br0">0 0 919 0 0,'0'0'13176'0'0,"1"19"-10786"0"0,-2-8-2128 0 0,1 0 0 0 0,1 0 1 0 0,2 13-1 0 0,-3-23-149 0 0,2 1 357 0 0,-2-2-384 0 0,1 1 0 0 0,-1-1 0 0 0,0 0 0 0 0,1 1 0 0 0,-1-1 0 0 0,0 0 0 0 0,1 1 0 0 0,-1-1 0 0 0,1 0 0 0 0,-1 0 0 0 0,0 0 0 0 0,1 1 0 0 0,-1-1 0 0 0,1 0 0 0 0,-1 0 0 0 0,1 0 0 0 0,-1 0 0 0 0,1 0 0 0 0,3 0 337 0 0,-1 0-1 0 0,1-1 1 0 0,-1 0-1 0 0,1 0 1 0 0,-1 0-1 0 0,0 0 1 0 0,5-3-1 0 0,-7 4-194 0 0,12 0 252 0 0,-13 0-1019 0 0,3 1-477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10.179"/>
    </inkml:context>
    <inkml:brush xml:id="br0">
      <inkml:brushProperty name="width" value="0.035" units="cm"/>
      <inkml:brushProperty name="height" value="0.035" units="cm"/>
      <inkml:brushProperty name="color" value="#004F8B"/>
    </inkml:brush>
  </inkml:definitions>
  <inkml:trace contextRef="#ctx0" brushRef="#br0">1 1 919 0 0,'0'0'13878'0'0,"13"16"-10660"0"0,-12-13-2901 0 0,0 0-1 0 0,1 0 1 0 0,-1 0-1 0 0,0 0 1 0 0,-1 0-1 0 0,1 4 1 0 0,0-2-46 0 0,0-4-182 0 0,-1 7 102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10.798"/>
    </inkml:context>
    <inkml:brush xml:id="br0">
      <inkml:brushProperty name="width" value="0.035" units="cm"/>
      <inkml:brushProperty name="height" value="0.035" units="cm"/>
      <inkml:brushProperty name="color" value="#004F8B"/>
    </inkml:brush>
  </inkml:definitions>
  <inkml:trace contextRef="#ctx0" brushRef="#br0">1 1 1375 0 0,'2'1'1489'0'0,"1"0"0"0"0,-1 0-1 0 0,1 0 1 0 0,0 0-1 0 0,-1 0 1 0 0,1-1-1 0 0,0 1 1 0 0,4 0-1 0 0,2 0 43 0 0,-8 0-1397 0 0,0 0 1 0 0,-1-1-1 0 0,1 1 0 0 0,-1 0 0 0 0,1 0 0 0 0,-1 0 0 0 0,1 0 1 0 0,-1 0-1 0 0,0 0 0 0 0,1 0 0 0 0,-1 0 0 0 0,0 0 1 0 0,0 0-1 0 0,0 0 0 0 0,0 0 0 0 0,0 0 0 0 0,0 0 0 0 0,0 0 1 0 0,0 0-1 0 0,0 1 0 0 0,1 15 1024 0 0,1-9-1164 0 0,0 0-11 0 0,0 0 1 0 0,-1-1 0 0 0,1 15-1 0 0,-2-21 60 0 0,0 0 178 0 0,0-1-126 0 0,0 0-1 0 0,-1 1 1 0 0,1-1-1 0 0,0 0 0 0 0,-1 1 1 0 0,1-1-1 0 0,0 0 1 0 0,-1 0-1 0 0,1 0 1 0 0,0 1-1 0 0,-1-1 1 0 0,1 0-1 0 0,0 0 0 0 0,-1 0 1 0 0,1 0-1 0 0,0 0 1 0 0,-1 0-1 0 0,1 0 1 0 0,-1 0-1 0 0,1 0 1 0 0,0 0-1 0 0,-1 0 0 0 0,1 0 1 0 0,-1 0-1 0 0,1 0 1 0 0,-1 0-1 0 0,-13-3 1029 0 0,6 1-773 0 0,8 2-418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11.670"/>
    </inkml:context>
    <inkml:brush xml:id="br0">
      <inkml:brushProperty name="width" value="0.035" units="cm"/>
      <inkml:brushProperty name="height" value="0.035" units="cm"/>
      <inkml:brushProperty name="color" value="#004F8B"/>
    </inkml:brush>
  </inkml:definitions>
  <inkml:trace contextRef="#ctx0" brushRef="#br0">0 17 919 0 0,'4'-2'1006'0'0,"11"-8"10562"0"0,-14 9-11346 0 0,0 0 0 0 0,0 1 1 0 0,0 0-1 0 0,0-1 1 0 0,0 1-1 0 0,0 0 1 0 0,0-1-1 0 0,0 1 0 0 0,0 0 1 0 0,0 0-1 0 0,0 0 1 0 0,0 0-1 0 0,0 0 1 0 0,0 0-1 0 0,0 0 0 0 0,0 0 1 0 0,0 0-1 0 0,0 0 1 0 0,0 1-1 0 0,0-1 1 0 0,0 0-1 0 0,-1 1 0 0 0,1-1 1 0 0,0 1-1 0 0,0-1 1 0 0,0 1-1 0 0,0-1 1 0 0,0 1-1 0 0,1 1 0 0 0,-1-1-208 0 0,0 0 0 0 0,-1 0 0 0 0,1 1 0 0 0,0-1 0 0 0,-1 0 0 0 0,1 0 0 0 0,-1 1 0 0 0,0-1 0 0 0,1 0-1 0 0,-1 1 1 0 0,0-1 0 0 0,0 0 0 0 0,1 1 0 0 0,-1-1 0 0 0,0 1 0 0 0,-1-1 0 0 0,1 0 0 0 0,0 1-1 0 0,0-1 1 0 0,0 0 0 0 0,-2 3 0 0 0,0 3 89 0 0,-1 0 0 0 0,-1 1 1 0 0,0-1-1 0 0,0 0 0 0 0,0-1 0 0 0,-1 1 0 0 0,0-1 0 0 0,-7 8 462 0 0,31-8 293 0 0,-16-5-786 0 0,-1-1 34 0 0,0 0 0 0 0,-1 0 0 0 0,1 1 0 0 0,-1-1 1 0 0,1 1-1 0 0,0-1 0 0 0,-1 1 0 0 0,1-1 0 0 0,-1 1 1 0 0,0 0-1 0 0,1 0 0 0 0,1 1 0 0 0,-3-2-11 0 0,2 2 97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13.317"/>
    </inkml:context>
    <inkml:brush xml:id="br0">
      <inkml:brushProperty name="width" value="0.035" units="cm"/>
      <inkml:brushProperty name="height" value="0.035" units="cm"/>
      <inkml:brushProperty name="color" value="#004F8B"/>
    </inkml:brush>
  </inkml:definitions>
  <inkml:trace contextRef="#ctx0" brushRef="#br0">0 58 919 0 0,'0'0'9022'0'0,"24"-3"-5524"0"0,24-2-1577 0 0,11-3-111 0 0,57-10-1639 0 0,-113 17-165 0 0,1 1 0 0 0,0 0 0 0 0,-1 0 0 0 0,1 1 1 0 0,0-1-1 0 0,-1 1 0 0 0,5 1 0 0 0,-6-1-2 0 0,1 0-1 0 0,-1-1 1 0 0,1 0 0 0 0,-1 1-1 0 0,1-1 1 0 0,4 0-1 0 0,17-4-3 0 0,-7 1 0 0 0,-1 1 0 0 0,17 0 0 0 0,9 0 0 0 0,-27 0 0 0 0,-1 1 0 0 0,16 2 0 0 0,-20-1 62 0 0,-1 0-1 0 0,0 0 0 0 0,16-4 0 0 0,18-1 78 0 0,-26 2-109 0 0,-12 2-20 0 0,-1 1 0 0 0,0-1-1 0 0,0 1 1 0 0,0-1 0 0 0,0 1 0 0 0,1 0 0 0 0,-1 1 0 0 0,0-1-1 0 0,5 2 1 0 0,-6-2 1 0 0,5 2 16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14.900"/>
    </inkml:context>
    <inkml:brush xml:id="br0">
      <inkml:brushProperty name="width" value="0.035" units="cm"/>
      <inkml:brushProperty name="height" value="0.035" units="cm"/>
      <inkml:brushProperty name="color" value="#004F8B"/>
    </inkml:brush>
  </inkml:definitions>
  <inkml:trace contextRef="#ctx0" brushRef="#br0">30 26 455 0 0,'-5'-4'15858'0'0,"6"2"-15579"0"0,0 1-1 0 0,1-1 1 0 0,-1 0 0 0 0,1 1 0 0 0,-1-1 0 0 0,1 1 0 0 0,-1 0 0 0 0,1 0 0 0 0,0-1 0 0 0,0 1 0 0 0,0 0 0 0 0,-1 0-1 0 0,1 1 1 0 0,0-1 0 0 0,4-1 0 0 0,-2 2 21 0 0,-1 0-1 0 0,1 0 0 0 0,0 0 1 0 0,-1 0-1 0 0,1 0 1 0 0,-1 1-1 0 0,1 0 0 0 0,4 1 1 0 0,-7-2-228 0 0,14 18 73 0 0,-13-14-125 0 0,-1 0 1 0 0,0 0-1 0 0,0 1 0 0 0,0-1 0 0 0,-1 0 1 0 0,1 1-1 0 0,-1-1 0 0 0,0 1 0 0 0,0-1 1 0 0,-1 1-1 0 0,1-1 0 0 0,-2 5 0 0 0,-1 4 6 0 0,0-1-1 0 0,-1 0 1 0 0,-6 12-1 0 0,9-19 18 0 0,-1-1-1 0 0,0 0 0 0 0,0 0 0 0 0,-1 1 0 0 0,1-2 0 0 0,-1 1 0 0 0,0 0 0 0 0,0 0 0 0 0,0-1 0 0 0,-1 0 0 0 0,1 0 0 0 0,-6 4 0 0 0,8-7-36 0 0,0 1 0 0 0,0-1-1 0 0,0 0 1 0 0,0 0 0 0 0,0 1-1 0 0,0-1 1 0 0,0 0 0 0 0,0 0 0 0 0,0 0-1 0 0,0 0 1 0 0,0 0 0 0 0,0-1-1 0 0,0 1 1 0 0,0 0 0 0 0,0 0 0 0 0,0-1-1 0 0,1 1 1 0 0,-1 0 0 0 0,0-1-1 0 0,-1 0 1 0 0,-13-9 90 0 0,14 9-96 0 0,-1-1 0 0 0,1 1 0 0 0,0 0 0 0 0,0-1 0 0 0,0 1 0 0 0,-1-1 0 0 0,2 1 0 0 0,-1-1 0 0 0,0 0 0 0 0,0 1 0 0 0,0-1 0 0 0,1 0 0 0 0,-1 0 0 0 0,1 1 0 0 0,-1-1 0 0 0,1 0 0 0 0,0 0 0 0 0,0 0 0 0 0,-1 0 0 0 0,1 1 0 0 0,1-1 0 0 0,-1 0 0 0 0,0 0 0 0 0,0 0 0 0 0,1 0 0 0 0,0-3 0 0 0,1 3 0 0 0,-2 1 0 0 0,0 0 0 0 0,1 1 0 0 0,-1-1 0 0 0,0 0 0 0 0,1 1 0 0 0,-1-1 0 0 0,0 0 0 0 0,1 1 0 0 0,-1-1 0 0 0,1 1 0 0 0,-1-1 0 0 0,1 1 0 0 0,-1-1 0 0 0,1 1 0 0 0,-1-1 0 0 0,1 1 0 0 0,0 0 0 0 0,-1-1 0 0 0,1 1 0 0 0,0 0 0 0 0,-1-1 0 0 0,1 1 0 0 0,0 0 0 0 0,-1 0 0 0 0,1 0 0 0 0,0-1 0 0 0,1 1 0 0 0,0 0 0 0 0,2 0-9 0 0,0-1 0 0 0,0 1 0 0 0,0 0 0 0 0,0 0-1 0 0,0 0 1 0 0,0 1 0 0 0,0-1 0 0 0,0 1 0 0 0,0 0 0 0 0,0 0 0 0 0,0 1-1 0 0,-1-1 1 0 0,5 3 0 0 0,-3-2 9 0 0,-5-2 0 0 0,0 0 0 0 0,1 0 0 0 0,-1 0 0 0 0,0 1 0 0 0,1-1 0 0 0,-1 0 0 0 0,0 0 0 0 0,0 1 0 0 0,1-1 0 0 0,-1 0 0 0 0,0 0 0 0 0,0 1 0 0 0,1-1 0 0 0,-1 0 0 0 0,0 1 0 0 0,0-1 0 0 0,0 0 0 0 0,0 1 0 0 0,1-1 0 0 0,-1 0 0 0 0,0 1 0 0 0,0-1 0 0 0,0 0 0 0 0,0 1 0 0 0,0 0 0 0 0,1 2 11 0 0,-1 0 11 0 0,0-3-106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16.107"/>
    </inkml:context>
    <inkml:brush xml:id="br0">
      <inkml:brushProperty name="width" value="0.035" units="cm"/>
      <inkml:brushProperty name="height" value="0.035" units="cm"/>
      <inkml:brushProperty name="color" value="#004F8B"/>
    </inkml:brush>
  </inkml:definitions>
  <inkml:trace contextRef="#ctx0" brushRef="#br0">0 1 1375 0 0,'0'0'12254'0'0,"21"3"-8436"0"0,-12-5-2749 0 0,-1 1-1 0 0,1 0 1 0 0,0 1-1 0 0,14 1 1 0 0,-21 1-714 0 0,-2-2-334 0 0,1 0 1 0 0,-1 1 0 0 0,0-1-1 0 0,0 0 1 0 0,1 0 0 0 0,-1 0 0 0 0,0 1-1 0 0,1-1 1 0 0,-1 0 0 0 0,0 0-1 0 0,1 0 1 0 0,-1 0 0 0 0,0 1 0 0 0,1-1-1 0 0,-1 0 1 0 0,0 0 0 0 0,1 0-1 0 0,-1 0 1 0 0,1 0 0 0 0,-1 0-1 0 0,0 0 1 0 0,1 0 0 0 0,-1 0 0 0 0,0 0-1 0 0,1 0 1 0 0,-1 0 0 0 0,1-1-1 0 0,-5 21 114 0 0,1-13-126 0 0,-1 1-1 0 0,0-1 1 0 0,0 0-1 0 0,-1 0 0 0 0,-8 9 1 0 0,-10 18 20 0 0,21-32-29 0 0,1-1 0 0 0,0 1 0 0 0,0 0 0 0 0,0-1 0 0 0,0 1 0 0 0,0 0 0 0 0,1 0 0 0 0,-1 0 0 0 0,0 3 0 0 0,1-4 12 0 0,0-1-1 0 0,0 1 0 0 0,1 0 1 0 0,-1 0-1 0 0,0 0 0 0 0,1-1 1 0 0,-1 1-1 0 0,1 0 1 0 0,-1-1-1 0 0,1 1 0 0 0,-1 0 1 0 0,1-1-1 0 0,0 1 0 0 0,-1-1 1 0 0,1 1-1 0 0,0-1 1 0 0,-1 1-1 0 0,1-1 0 0 0,0 1 1 0 0,0-1-1 0 0,-1 0 1 0 0,1 1-1 0 0,1-1 0 0 0,-1 0-4 0 0,1 1 73 0 0,1 0-1 0 0,-1 0 1 0 0,1 0-1 0 0,-1-1 1 0 0,1 1-1 0 0,-1-1 1 0 0,1 0-1 0 0,0 0 1 0 0,-1 0-1 0 0,1 0 1 0 0,-1 0-1 0 0,1 0 1 0 0,0-1 0 0 0,-1 1-1 0 0,4-2 1 0 0,-1 0 37 0 0,1 1 1 0 0,-1 0 0 0 0,1 0 0 0 0,-1 1 0 0 0,1 0 0 0 0,-1 0 0 0 0,1 0 0 0 0,9 2-1 0 0,-15-2-545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16.504"/>
    </inkml:context>
    <inkml:brush xml:id="br0">
      <inkml:brushProperty name="width" value="0.035" units="cm"/>
      <inkml:brushProperty name="height" value="0.035" units="cm"/>
      <inkml:brushProperty name="color" value="#004F8B"/>
    </inkml:brush>
  </inkml:definitions>
  <inkml:trace contextRef="#ctx0" brushRef="#br0">1 1 919 0 0,'0'0'13196'0'0,"7"0"-7724"0"0,7 0-3181 0 0,-2 0-899 0 0,1-1-3903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16.996"/>
    </inkml:context>
    <inkml:brush xml:id="br0">
      <inkml:brushProperty name="width" value="0.035" units="cm"/>
      <inkml:brushProperty name="height" value="0.035" units="cm"/>
      <inkml:brushProperty name="color" value="#004F8B"/>
    </inkml:brush>
  </inkml:definitions>
  <inkml:trace contextRef="#ctx0" brushRef="#br0">1 20 919 0 0,'6'-4'9068'0'0,"7"-5"-4238"0"0,-12 8-4400 0 0,0 1 0 0 0,0-1 1 0 0,1 0-1 0 0,-1 1 0 0 0,0-1 1 0 0,0 1-1 0 0,1-1 0 0 0,-1 1 1 0 0,1-1-1 0 0,-1 1 0 0 0,0 0 1 0 0,1 0-1 0 0,-1 0 0 0 0,2 0 1 0 0,9 3-1118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17.360"/>
    </inkml:context>
    <inkml:brush xml:id="br0">
      <inkml:brushProperty name="width" value="0.035" units="cm"/>
      <inkml:brushProperty name="height" value="0.035" units="cm"/>
      <inkml:brushProperty name="color" value="#004F8B"/>
    </inkml:brush>
  </inkml:definitions>
  <inkml:trace contextRef="#ctx0" brushRef="#br0">6 0 9183 0 0,'0'0'831'0'0,"5"21"7702"0"0,-6-15-7864 0 0,1-1 0 0 0,-1 1 0 0 0,-3 10 0 0 0,-1 3 395 0 0,5-18-528 0 0,33 1 648 0 0,-26 0-1365 0 0,10 1-1270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17.677"/>
    </inkml:context>
    <inkml:brush xml:id="br0">
      <inkml:brushProperty name="width" value="0.035" units="cm"/>
      <inkml:brushProperty name="height" value="0.035" units="cm"/>
      <inkml:brushProperty name="color" value="#004F8B"/>
    </inkml:brush>
  </inkml:definitions>
  <inkml:trace contextRef="#ctx0" brushRef="#br0">0 0 10447 0 0,'0'0'5042'0'0,"2"21"1163"0"0,-1 5-4532 0 0,-1-26-1609 0 0,0 1-11 0 0,0 1-42 0 0,1 1-230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18.219"/>
    </inkml:context>
    <inkml:brush xml:id="br0">
      <inkml:brushProperty name="width" value="0.035" units="cm"/>
      <inkml:brushProperty name="height" value="0.035" units="cm"/>
      <inkml:brushProperty name="color" value="#004F8B"/>
    </inkml:brush>
  </inkml:definitions>
  <inkml:trace contextRef="#ctx0" brushRef="#br0">1 4 919 0 0,'9'1'12496'0'0,"-3"0"-8632"0"0,2-5-2604 0 0,0 3 988 0 0,-8 2-2194 0 0,0 0-1 0 0,0-1 1 0 0,0 1 0 0 0,0 0-1 0 0,0 0 1 0 0,0 0-1 0 0,0 0 1 0 0,0 0 0 0 0,0 0-1 0 0,0 0 1 0 0,0-1-1 0 0,-1 1 1 0 0,1 0 0 0 0,-1 1-1 0 0,1 1-53 0 0,0-1 0 0 0,0 0 0 0 0,0-1 0 0 0,1 1 0 0 0,-1 0 0 0 0,1-1 0 0 0,-1 1 0 0 0,1-1 0 0 0,0 1 0 0 0,0-1 0 0 0,-1 1 0 0 0,2 0 0 0 0,1 4 0 0 0,-1 0 7 0 0,0 1-1 0 0,-1-1 0 0 0,0 1 1 0 0,0 7-1 0 0,-1-13 150 0 0,0-1-84 0 0,0 1 1 0 0,0-1-1 0 0,0 1 0 0 0,0-1 1 0 0,0 1-1 0 0,0-1 0 0 0,0 0 0 0 0,-1 1 1 0 0,1-1-1 0 0,0 1 0 0 0,0-1 1 0 0,-1 0-1 0 0,1 1 0 0 0,0-1 0 0 0,0 0 1 0 0,-1 1-1 0 0,1-1 0 0 0,0 0 1 0 0,-1 1-1 0 0,1-1 0 0 0,0 0 0 0 0,-1 0 1 0 0,1 1-1 0 0,-1-1 0 0 0,1 0 0 0 0,0 0 1 0 0,-1 0-1 0 0,1 0 0 0 0,-1 0 1 0 0,1 1-1 0 0,-1-1 0 0 0,1 0 0 0 0,0 0 1 0 0,-1 0-1 0 0,1 0 0 0 0,-1 0 1 0 0,1 0-1 0 0,-1 0 0 0 0,1-1 0 0 0,0 1 1 0 0,-1 0-1 0 0,1 0 0 0 0,-1 0 1 0 0,1 0-1 0 0,-1 0 0 0 0,1-1 0 0 0,0 1 1 0 0,-1 0-1 0 0,1 0 0 0 0,0-1 1 0 0,-1 1-1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18.930"/>
    </inkml:context>
    <inkml:brush xml:id="br0">
      <inkml:brushProperty name="width" value="0.035" units="cm"/>
      <inkml:brushProperty name="height" value="0.035" units="cm"/>
      <inkml:brushProperty name="color" value="#004F8B"/>
    </inkml:brush>
  </inkml:definitions>
  <inkml:trace contextRef="#ctx0" brushRef="#br0">1 16 919 0 0,'16'-15'18584'0'0,"-14"15"-18318"0"0,0 0-1 0 0,0 0 1 0 0,1 0-1 0 0,-1 0 1 0 0,0 1-1 0 0,0-1 1 0 0,5 2-1 0 0,-7-2-182 0 0,9 10 411 0 0,-9-8-473 0 0,0 0-1 0 0,0 1 0 0 0,0-1 1 0 0,0 0-1 0 0,0 0 0 0 0,-1 0 1 0 0,1 0-1 0 0,-1 1 0 0 0,0-1 0 0 0,1 0 1 0 0,-1 0-1 0 0,0 0 0 0 0,-2 2 1 0 0,-18 26 119 0 0,16-23 563 0 0,31-3-465 0 0,-9-3-148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23.548"/>
    </inkml:context>
    <inkml:brush xml:id="br0">
      <inkml:brushProperty name="width" value="0.035" units="cm"/>
      <inkml:brushProperty name="height" value="0.035" units="cm"/>
      <inkml:brushProperty name="color" value="#004F8B"/>
    </inkml:brush>
  </inkml:definitions>
  <inkml:trace contextRef="#ctx0" brushRef="#br0">112 56 5351 0 0,'5'-6'-429'0'0,"-5"5"1003"0"0,0 0 0 0 0,0 0 0 0 0,0 1 0 0 0,1-1 0 0 0,-1 0 0 0 0,0 0 0 0 0,0 0 1 0 0,0 0-1 0 0,0 1 0 0 0,0-1 0 0 0,-1 0 0 0 0,1 0 0 0 0,0 0 0 0 0,0 1 0 0 0,0-1 1 0 0,-1 0-1 0 0,1 0 0 0 0,-1-1 720 0 0,-14-14 2731 0 0,12 15-3819 0 0,1 0 1 0 0,-1 0-1 0 0,1 1 0 0 0,-1-1 0 0 0,0 1 1 0 0,0 0-1 0 0,1 0 0 0 0,-1 0 0 0 0,0 0 0 0 0,1 0 1 0 0,-1 0-1 0 0,0 1 0 0 0,1 0 0 0 0,-1-1 1 0 0,0 1-1 0 0,1 0 0 0 0,-1 0 0 0 0,-3 3 0 0 0,2-3-188 0 0,1 1-1 0 0,0 0 0 0 0,0 0 0 0 0,0 1 0 0 0,1-1 0 0 0,-1 0 0 0 0,0 1 0 0 0,1 0 0 0 0,0 0 0 0 0,-1 0 0 0 0,1 0 0 0 0,0 0 0 0 0,-2 4 0 0 0,3-2 44 0 0,-1 0-1 0 0,1 0 0 0 0,0 0 0 0 0,0 0 1 0 0,1 1-1 0 0,0-1 0 0 0,0 0 0 0 0,0 0 1 0 0,0 0-1 0 0,1 0 0 0 0,0 0 0 0 0,0 0 1 0 0,0 0-1 0 0,0 0 0 0 0,1 0 0 0 0,0 0 1 0 0,0 0-1 0 0,1-1 0 0 0,-1 1 0 0 0,1-1 1 0 0,0 1-1 0 0,0-1 0 0 0,0 0 1 0 0,1 0-1 0 0,-1-1 0 0 0,1 1 0 0 0,0-1 1 0 0,0 0-1 0 0,0 0 0 0 0,0 0 0 0 0,1 0 1 0 0,-1-1-1 0 0,1 0 0 0 0,0 1 0 0 0,0-2 1 0 0,0 1-1 0 0,0-1 0 0 0,0 1 0 0 0,0-2 1 0 0,0 1-1 0 0,9 0 0 0 0,-8-1 29 0 0,-1-1-1 0 0,0 1 1 0 0,1-1-1 0 0,-1-1 1 0 0,0 1-1 0 0,0-1 1 0 0,0 0-1 0 0,0 0 1 0 0,0 0-1 0 0,0-1 1 0 0,-1 1-1 0 0,1-1 1 0 0,-1 0-1 0 0,1-1 1 0 0,3-3-1 0 0,-6 4-39 0 0,1 1-1 0 0,-1-1 1 0 0,0 0 0 0 0,0 0-1 0 0,-1 0 1 0 0,1 0 0 0 0,-1 0-1 0 0,1 0 1 0 0,-1 0-1 0 0,0 0 1 0 0,0-1 0 0 0,0 1-1 0 0,-1 0 1 0 0,1-1 0 0 0,-1 1-1 0 0,0-1 1 0 0,0 1 0 0 0,0 0-1 0 0,0-1 1 0 0,-1 1-1 0 0,1-1 1 0 0,-1 1 0 0 0,0 0-1 0 0,-2-7 1 0 0,-1 3 3 0 0,0 0 0 0 0,0 0 0 0 0,0 0 0 0 0,-1 1 0 0 0,0-1 0 0 0,0 1 0 0 0,-1 0 0 0 0,1 1 0 0 0,-1-1 0 0 0,-1 1 0 0 0,1 0 0 0 0,-1 1 0 0 0,0 0 0 0 0,0 0 0 0 0,-9-4 0 0 0,15 7-121 0 0,0 1 1 0 0,1 0-1 0 0,-1-1 1 0 0,0 1-1 0 0,0 0 0 0 0,0 0 1 0 0,1-1-1 0 0,-1 1 1 0 0,0 0-1 0 0,0 0 0 0 0,0 0 1 0 0,0 0-1 0 0,0 0 1 0 0,-1 0-1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24.723"/>
    </inkml:context>
    <inkml:brush xml:id="br0">
      <inkml:brushProperty name="width" value="0.035" units="cm"/>
      <inkml:brushProperty name="height" value="0.035" units="cm"/>
      <inkml:brushProperty name="color" value="#004F8B"/>
    </inkml:brush>
  </inkml:definitions>
  <inkml:trace contextRef="#ctx0" brushRef="#br0">135 74 919 0 0,'2'-4'10528'0'0,"1"-7"-6976"0"0,-3 10-3183 0 0,0 0-1 0 0,0-1 0 0 0,0 1 0 0 0,0 0 1 0 0,0-1-1 0 0,-1 1 0 0 0,1 0 0 0 0,0 0 1 0 0,-1-1-1 0 0,1 1 0 0 0,-1 0 1 0 0,0 0-1 0 0,1 0 0 0 0,-1-1 0 0 0,0 1 1 0 0,0 0-1 0 0,1 0 0 0 0,-3-1 0 0 0,2 1-118 0 0,-1 0-1 0 0,1 0 0 0 0,-1 0 0 0 0,0 0 0 0 0,1 0 0 0 0,-1 1 0 0 0,0-1 0 0 0,0 0 0 0 0,1 1 0 0 0,-1 0 0 0 0,-3-1 0 0 0,1 1-125 0 0,0-1-1 0 0,0 2 0 0 0,0-1 0 0 0,0 0 0 0 0,0 1 0 0 0,1-1 0 0 0,-1 1 1 0 0,0 0-1 0 0,0 1 0 0 0,1-1 0 0 0,-7 4 0 0 0,6-3-80 0 0,0 1 0 0 0,0 0 0 0 0,0 0 0 0 0,1 0 0 0 0,-1 0 0 0 0,1 1 0 0 0,0-1 0 0 0,0 1 0 0 0,0 0 0 0 0,0 0 0 0 0,1 0-1 0 0,0 0 1 0 0,-1 0 0 0 0,2 1 0 0 0,-3 5 0 0 0,3-5-44 0 0,0 1 0 0 0,0 0-1 0 0,0 0 1 0 0,1 0 0 0 0,0 0 0 0 0,0 0-1 0 0,0 0 1 0 0,1 0 0 0 0,0 0 0 0 0,0 0-1 0 0,4 10 1 0 0,-4-12 12 0 0,1 0 0 0 0,0 0 1 0 0,0 0-1 0 0,0 0 0 0 0,0-1 0 0 0,0 1 0 0 0,1 0 0 0 0,-1-1 0 0 0,1 0 1 0 0,0 0-1 0 0,0 0 0 0 0,1 0 0 0 0,-1 0 0 0 0,0-1 0 0 0,1 1 0 0 0,0-1 1 0 0,-1 0-1 0 0,1 0 0 0 0,0-1 0 0 0,0 1 0 0 0,0-1 0 0 0,0 1 0 0 0,7 0 1 0 0,-3-1 73 0 0,-1 0 0 0 0,1-1 0 0 0,0 0 0 0 0,0 0 0 0 0,0-1 0 0 0,0 0 0 0 0,-1 0 0 0 0,1-1 0 0 0,0 0 0 0 0,-1 0 0 0 0,1-1 0 0 0,7-3 0 0 0,-12 4-65 0 0,0 1-1 0 0,0-1 0 0 0,0 0 1 0 0,0 0-1 0 0,0-1 0 0 0,-1 1 0 0 0,1 0 1 0 0,-1-1-1 0 0,1 0 0 0 0,-1 1 1 0 0,0-1-1 0 0,0 0 0 0 0,0 0 0 0 0,1-4 1 0 0,-1 2 53 0 0,0 1 1 0 0,0-2 0 0 0,-1 1-1 0 0,0 0 1 0 0,0 0-1 0 0,0 0 1 0 0,-1 0 0 0 0,0-10-1 0 0,0 6 42 0 0,-1 0 0 0 0,-1 0-1 0 0,0 1 1 0 0,0-1 0 0 0,0 0-1 0 0,-1 1 1 0 0,0 0 0 0 0,-1 0-1 0 0,0 0 1 0 0,-9-14 0 0 0,10 19-63 0 0,1 0 1 0 0,0 0 0 0 0,-1 0-1 0 0,0 1 1 0 0,0-1-1 0 0,0 1 1 0 0,0 0 0 0 0,-5-3-1 0 0,7 5-112 0 0,-1-1 1 0 0,1 0-1 0 0,-1 1 0 0 0,0-1 0 0 0,1 1 0 0 0,-1-1 0 0 0,0 1 1 0 0,1 0-1 0 0,-3 0 0 0 0,3 0-221 0 0,0 0-1 0 0,-1 0 1 0 0,1 0 0 0 0,0 1 0 0 0,0-1-1 0 0,-1 0 1 0 0,1 1 0 0 0,0-1-1 0 0,0 1 1 0 0,0 0 0 0 0,0-1 0 0 0,0 1-1 0 0,-2 1 1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0:59.738"/>
    </inkml:context>
    <inkml:brush xml:id="br0">
      <inkml:brushProperty name="width" value="0.035" units="cm"/>
      <inkml:brushProperty name="height" value="0.035" units="cm"/>
      <inkml:brushProperty name="color" value="#004F8B"/>
    </inkml:brush>
  </inkml:definitions>
  <inkml:trace contextRef="#ctx0" brushRef="#br0">142 36 1375 0 0,'-5'-11'14950'0'0,"3"7"-13840"0"0,-1 3-728 0 0,1-1 0 0 0,0 1 0 0 0,-1 0 0 0 0,1-1 1 0 0,-1 1-1 0 0,1 1 0 0 0,-1-1 0 0 0,0 0 0 0 0,1 0 0 0 0,-1 1 0 0 0,0 0 0 0 0,-5-1 0 0 0,-36 4-58 0 0,35-2-119 0 0,7-1-197 0 0,0 0 1 0 0,0 0-1 0 0,0 0 0 0 0,0 1 0 0 0,0-1 0 0 0,1 1 1 0 0,-1-1-1 0 0,0 1 0 0 0,0 0 0 0 0,1 0 0 0 0,-1 0 1 0 0,1 0-1 0 0,-1 0 0 0 0,0 0 0 0 0,1 0 0 0 0,0 1 1 0 0,-1-1-1 0 0,1 0 0 0 0,0 1 0 0 0,0-1 0 0 0,0 1 1 0 0,0-1-1 0 0,0 1 0 0 0,0 0 0 0 0,0-1 0 0 0,0 1 1 0 0,1 0-1 0 0,-1 0 0 0 0,1-1 0 0 0,-1 1 0 0 0,1 0 1 0 0,0 0-1 0 0,-1 0 0 0 0,1 2 0 0 0,0 0 8 0 0,0 0 0 0 0,1 0 0 0 0,-1-1-1 0 0,1 1 1 0 0,0 0 0 0 0,0-1 0 0 0,0 1 0 0 0,0 0 0 0 0,1-1-1 0 0,-1 1 1 0 0,1-1 0 0 0,0 0 0 0 0,0 0 0 0 0,0 1 0 0 0,0-1-1 0 0,4 3 1 0 0,-1-2 131 0 0,0 0-1 0 0,0 0 1 0 0,1-1 0 0 0,-1 0-1 0 0,1 0 1 0 0,-1 0 0 0 0,1-1-1 0 0,0 0 1 0 0,0 0-1 0 0,0 0 1 0 0,0-1 0 0 0,0 0-1 0 0,1 0 1 0 0,-1 0-1 0 0,12-1 1 0 0,-15-1-77 0 0,0 1-1 0 0,0 0 0 0 0,0 0 1 0 0,0-1-1 0 0,0 0 1 0 0,0 0-1 0 0,0 0 1 0 0,0 0-1 0 0,-1 0 0 0 0,1 0 1 0 0,0-1-1 0 0,-1 1 1 0 0,1-1-1 0 0,-1 0 1 0 0,1 0-1 0 0,-1 0 0 0 0,0 0 1 0 0,0 0-1 0 0,0 0 1 0 0,0 0-1 0 0,0-1 1 0 0,0 1-1 0 0,-1-1 0 0 0,1 0 1 0 0,-1 1-1 0 0,0-1 1 0 0,0 0-1 0 0,0 0 1 0 0,0 0-1 0 0,0 0 0 0 0,0 0 1 0 0,-1 0-1 0 0,0 0 1 0 0,1-4-1 0 0,-1 3 36 0 0,-1-1-1 0 0,1 1 1 0 0,-1 0-1 0 0,0 0 1 0 0,0 0-1 0 0,0 0 1 0 0,0 0-1 0 0,-1 0 1 0 0,1 0-1 0 0,-1 0 1 0 0,0 1-1 0 0,0-1 1 0 0,-3-3-1 0 0,4 5-129 0 0,-1 0-1 0 0,1 0 0 0 0,-1 0 0 0 0,0 1 0 0 0,1-1 1 0 0,-1 0-1 0 0,0 1 0 0 0,0 0 0 0 0,0-1 0 0 0,0 1 1 0 0,0 0-1 0 0,0 0 0 0 0,-1 0 0 0 0,1 0 0 0 0,0 0 1 0 0,-1 1-1 0 0,1-1 0 0 0,0 1 0 0 0,-1-1 0 0 0,1 1 0 0 0,0 0 1 0 0,-1 0-1 0 0,-4 0 0 0 0,2 2-3378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01.044"/>
    </inkml:context>
    <inkml:brush xml:id="br0">
      <inkml:brushProperty name="width" value="0.035" units="cm"/>
      <inkml:brushProperty name="height" value="0.035" units="cm"/>
      <inkml:brushProperty name="color" value="#004F8B"/>
    </inkml:brush>
  </inkml:definitions>
  <inkml:trace contextRef="#ctx0" brushRef="#br0">124 27 919 0 0,'2'-7'3127'0'0,"0"-1"6516"0"0,-3 7-9262 0 0,0 0 0 0 0,0 0 0 0 0,0 0 1 0 0,0 0-1 0 0,0 0 0 0 0,0 1 1 0 0,0-1-1 0 0,0 0 0 0 0,0 1 0 0 0,0-1 1 0 0,0 1-1 0 0,0-1 0 0 0,-1 1 1 0 0,1 0-1 0 0,-1-1 0 0 0,-2 1 1 0 0,1-1 1 0 0,0 1-1 0 0,-1 0 0 0 0,1 0 0 0 0,-5 1 0 0 0,1 0-77 0 0,0 1 0 0 0,1-1 0 0 0,-1 1 0 0 0,1 1-1 0 0,-7 2 1 0 0,10-3-257 0 0,0 0 0 0 0,0 0 1 0 0,1 0-1 0 0,-1 1 0 0 0,1-1 0 0 0,-1 1 0 0 0,1-1 0 0 0,0 1 1 0 0,0 0-1 0 0,0-1 0 0 0,1 1 0 0 0,-1 0 0 0 0,1 0 0 0 0,-1 1 1 0 0,1-1-1 0 0,0 0 0 0 0,0 0 0 0 0,0 1 0 0 0,1-1 0 0 0,-1 0 0 0 0,1 1 1 0 0,0-1-1 0 0,0 1 0 0 0,0-1 0 0 0,1 6 0 0 0,-1-5-40 0 0,1 0-1 0 0,-1 0 1 0 0,1 0-1 0 0,0 0 1 0 0,0-1-1 0 0,1 1 0 0 0,-1 0 1 0 0,1-1-1 0 0,0 1 1 0 0,0-1-1 0 0,0 1 1 0 0,0-1-1 0 0,1 0 1 0 0,-1 0-1 0 0,1 0 0 0 0,0 0 1 0 0,0 0-1 0 0,0 0 1 0 0,0-1-1 0 0,0 0 1 0 0,6 3-1 0 0,-3-2 20 0 0,1-1-1 0 0,-1 0 1 0 0,1-1-1 0 0,0 1 1 0 0,0-1-1 0 0,0-1 1 0 0,0 1 0 0 0,0-1-1 0 0,0-1 1 0 0,0 1-1 0 0,0-1 1 0 0,0 0-1 0 0,8-3 1 0 0,-12 3 88 0 0,1 0 1 0 0,-1 0-1 0 0,0 0 1 0 0,1 0 0 0 0,-1-1-1 0 0,0 0 1 0 0,0 1-1 0 0,0-1 1 0 0,0 0-1 0 0,0-1 1 0 0,-1 1-1 0 0,1 0 1 0 0,-1-1-1 0 0,1 1 1 0 0,-1-1-1 0 0,0 0 1 0 0,0 0-1 0 0,0 0 1 0 0,0 0-1 0 0,-1 0 1 0 0,1 0 0 0 0,-1-1-1 0 0,0 1 1 0 0,0 0-1 0 0,0-1 1 0 0,0 1-1 0 0,0-7 1 0 0,-1 6-69 0 0,-1 1 0 0 0,1-1 0 0 0,-1 1 0 0 0,0-1 0 0 0,0 1 0 0 0,0 0 0 0 0,0-1 0 0 0,0 1 0 0 0,-1 0 0 0 0,0 0 0 0 0,1 0 0 0 0,-1 0-1 0 0,0 0 1 0 0,-1 0 0 0 0,1 0 0 0 0,0 1 0 0 0,-4-3 0 0 0,2 0 36 0 0,-1 1 1 0 0,0 0-1 0 0,0 1 0 0 0,0-1 0 0 0,-1 1 0 0 0,1 0 0 0 0,-1 0 0 0 0,-11-3 0 0 0,4 5-2208 0 0,9 2 954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20.246"/>
    </inkml:context>
    <inkml:brush xml:id="br0">
      <inkml:brushProperty name="width" value="0.035" units="cm"/>
      <inkml:brushProperty name="height" value="0.035" units="cm"/>
      <inkml:brushProperty name="color" value="#004F8B"/>
    </inkml:brush>
  </inkml:definitions>
  <inkml:trace contextRef="#ctx0" brushRef="#br0">127 14 7255 0 0,'0'0'654'0'0,"-9"-5"8353"0"0,-2-1-6188 0 0,7 6-2675 0 0,1-1 0 0 0,0 0 0 0 0,-1 1-1 0 0,1 0 1 0 0,0 0 0 0 0,-1 0 0 0 0,1 0 0 0 0,-1 0-1 0 0,1 1 1 0 0,0 0 0 0 0,-1-1 0 0 0,1 1 0 0 0,0 1-1 0 0,0-1 1 0 0,0 0 0 0 0,0 1 0 0 0,0-1 0 0 0,0 1-1 0 0,0 0 1 0 0,0 0 0 0 0,1 0 0 0 0,-1 0 0 0 0,1 1-1 0 0,-1-1 1 0 0,1 1 0 0 0,0-1 0 0 0,-3 6 0 0 0,3-5-112 0 0,-1 1-1 0 0,1 0 1 0 0,0 0 0 0 0,0 0 0 0 0,0 1 0 0 0,1-1 0 0 0,0 0 0 0 0,-1 1 0 0 0,1-1-1 0 0,1 0 1 0 0,-1 1 0 0 0,1-1 0 0 0,0 1 0 0 0,0 0 0 0 0,0-1 0 0 0,0 1 0 0 0,1-1 0 0 0,0 0-1 0 0,0 1 1 0 0,2 5 0 0 0,-1-6 8 0 0,1 0 0 0 0,0 0-1 0 0,-1 0 1 0 0,1-1 0 0 0,1 1-1 0 0,-1-1 1 0 0,0 0 0 0 0,1 0-1 0 0,0 0 1 0 0,0 0 0 0 0,-1 0 0 0 0,2-1-1 0 0,7 4 1 0 0,-4-2 109 0 0,1-1-1 0 0,0 0 1 0 0,1 0 0 0 0,-1 0-1 0 0,17 1 1 0 0,-22-4-104 0 0,0 0-1 0 0,-1 0 1 0 0,1 0-1 0 0,0-1 1 0 0,-1 0 0 0 0,1 1-1 0 0,-1-1 1 0 0,1 0-1 0 0,-1-1 1 0 0,1 1 0 0 0,-1-1-1 0 0,0 1 1 0 0,0-1-1 0 0,0 0 1 0 0,0 0 0 0 0,0-1-1 0 0,0 1 1 0 0,0 0-1 0 0,-1-1 1 0 0,1 0 0 0 0,-1 0-1 0 0,0 0 1 0 0,0 0-1 0 0,0 0 1 0 0,0 0 0 0 0,0 0-1 0 0,-1 0 1 0 0,1-1-1 0 0,-1 1 1 0 0,0-1 0 0 0,0 1-1 0 0,0-1 1 0 0,-1 1-1 0 0,1-1 1 0 0,-1 0 0 0 0,0 1-1 0 0,0-1 1 0 0,0 0-1 0 0,0 1 1 0 0,-1-1-1 0 0,0 0 1 0 0,1 1 0 0 0,-1-1-1 0 0,-1 1 1 0 0,1-1-1 0 0,-2-2 1 0 0,0 0 40 0 0,0 1 0 0 0,-1 0 0 0 0,0 0 0 0 0,0 1 0 0 0,0-1 0 0 0,-9-7 1 0 0,10 10-91 0 0,0-1 1 0 0,0 1-1 0 0,0 0 1 0 0,0 0-1 0 0,-1 1 1 0 0,1-1-1 0 0,0 1 1 0 0,-1-1-1 0 0,1 1 1 0 0,-1 0-1 0 0,1 0 1 0 0,-7 0-1 0 0,6 2-3695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21.278"/>
    </inkml:context>
    <inkml:brush xml:id="br0">
      <inkml:brushProperty name="width" value="0.035" units="cm"/>
      <inkml:brushProperty name="height" value="0.035" units="cm"/>
      <inkml:brushProperty name="color" value="#004F8B"/>
    </inkml:brush>
  </inkml:definitions>
  <inkml:trace contextRef="#ctx0" brushRef="#br0">165 38 919 0 0,'-1'-2'793'0'0,"0"1"-1"0"0,0-1 0 0 0,0 1 1 0 0,-1-1-1 0 0,1 1 0 0 0,0-1 1 0 0,-1 1-1 0 0,1-1 0 0 0,-1 1 1 0 0,1 0-1 0 0,-1 0 0 0 0,1 0 1 0 0,-1 0-1 0 0,0 0 1 0 0,0 0-1 0 0,-2 0 0 0 0,1 0-230 0 0,-1 0 0 0 0,0 0 0 0 0,0 1-1 0 0,1-1 1 0 0,-1 1 0 0 0,0 0 0 0 0,-8 1-1 0 0,7-1-309 0 0,0 1-1 0 0,1 0 0 0 0,-1 0 0 0 0,0 0 0 0 0,0 1 0 0 0,1 0 0 0 0,-1 0 0 0 0,1 0 1 0 0,-1 0-1 0 0,1 1 0 0 0,0-1 0 0 0,0 1 0 0 0,-5 5 0 0 0,6-4-151 0 0,-1 0 0 0 0,1 0 0 0 0,0 1 0 0 0,1-1 0 0 0,-1 1 0 0 0,1 0 0 0 0,-1 0 1 0 0,2 0-1 0 0,-1 0 0 0 0,0 0 0 0 0,1 0 0 0 0,0 1 0 0 0,0 5 0 0 0,0-7-84 0 0,1 0-1 0 0,1 0 1 0 0,-1-1 0 0 0,0 1 0 0 0,1 0-1 0 0,0 0 1 0 0,0-1 0 0 0,0 1 0 0 0,0-1-1 0 0,1 1 1 0 0,-1-1 0 0 0,1 1 0 0 0,0-1 0 0 0,0 0-1 0 0,0 0 1 0 0,0 0 0 0 0,1 0 0 0 0,-1 0-1 0 0,6 4 1 0 0,-3-4 32 0 0,-1 0 1 0 0,1 0-1 0 0,0 0 0 0 0,0-1 1 0 0,1 0-1 0 0,-1 0 0 0 0,0 0 1 0 0,1-1-1 0 0,-1 1 0 0 0,1-1 0 0 0,-1-1 1 0 0,1 1-1 0 0,0-1 0 0 0,-1 0 1 0 0,1 0-1 0 0,0-1 0 0 0,-1 1 1 0 0,1-1-1 0 0,-1-1 0 0 0,8-1 1 0 0,-8 1 46 0 0,0 0 0 0 0,0 1 1 0 0,0-1-1 0 0,0-1 1 0 0,0 1-1 0 0,0-1 0 0 0,-1 0 1 0 0,1 0-1 0 0,-1 0 1 0 0,0-1-1 0 0,0 1 0 0 0,0-1 1 0 0,0 0-1 0 0,-1 0 1 0 0,1-1-1 0 0,-1 1 0 0 0,0-1 1 0 0,-1 1-1 0 0,1-1 1 0 0,-1 0-1 0 0,2-6 0 0 0,-3 6 22 0 0,-1 1-1 0 0,1-1 0 0 0,-1 1 0 0 0,-1-1 0 0 0,1 1 0 0 0,-1-1 0 0 0,1 1 1 0 0,-1 0-1 0 0,0-1 0 0 0,-1 1 0 0 0,1 0 0 0 0,-1 0 0 0 0,0-1 0 0 0,0 1 0 0 0,-5-7 1 0 0,5 7-92 0 0,-1 1 0 0 0,0-1 0 0 0,1 1-1 0 0,-1-1 1 0 0,0 1 0 0 0,-1 0 0 0 0,1 0 0 0 0,-1 0 0 0 0,1 1 0 0 0,-1-1 0 0 0,0 1 0 0 0,0 0 0 0 0,0 0 0 0 0,0 0 0 0 0,0 0 0 0 0,-5 0 0 0 0,7 1-162 0 0,0 1-1 0 0,-1 0 1 0 0,1 0-1 0 0,0 0 1 0 0,-1 1 0 0 0,1-1-1 0 0,0 0 1 0 0,0 1-1 0 0,-1 0 1 0 0,-2 1 0 0 0,-6 3-8054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26.440"/>
    </inkml:context>
    <inkml:brush xml:id="br0">
      <inkml:brushProperty name="width" value="0.035" units="cm"/>
      <inkml:brushProperty name="height" value="0.035" units="cm"/>
      <inkml:brushProperty name="color" value="#004F8B"/>
    </inkml:brush>
  </inkml:definitions>
  <inkml:trace contextRef="#ctx0" brushRef="#br0">17 42 1295 0 0,'0'0'9255'0'0,"5"-21"-510"0"0,-5 19-8601 0 0,1 1 1 0 0,1-1-1 0 0,-1 1 0 0 0,0 0 0 0 0,0-1 1 0 0,0 1-1 0 0,1 0 0 0 0,-1 0 0 0 0,0 0 1 0 0,1 0-1 0 0,-1 0 0 0 0,1 0 0 0 0,-1 0 1 0 0,1 1-1 0 0,0-1 0 0 0,-1 1 0 0 0,1-1 1 0 0,0 1-1 0 0,0-1 0 0 0,-1 1 0 0 0,1 0 1 0 0,0 0-1 0 0,-1 0 0 0 0,1 0 0 0 0,0 0 0 0 0,0 0 1 0 0,-1 0-1 0 0,1 1 0 0 0,0-1 0 0 0,0 1 1 0 0,-1-1-1 0 0,1 1 0 0 0,2 1 0 0 0,-1 0-124 0 0,1-1-1 0 0,-1 1 0 0 0,0 0 1 0 0,0 0-1 0 0,0 0 0 0 0,0 0 1 0 0,0 1-1 0 0,-1-1 0 0 0,1 1 1 0 0,-1 0-1 0 0,0 0 0 0 0,0 0 1 0 0,0 0-1 0 0,0 0 0 0 0,2 5 0 0 0,-3-5 12 0 0,0 1-1 0 0,0-1 0 0 0,-1 1 0 0 0,0-1 0 0 0,0 1 1 0 0,0 0-1 0 0,0-1 0 0 0,0 1 0 0 0,-1-1 0 0 0,1 1 1 0 0,-1-1-1 0 0,0 1 0 0 0,0-1 0 0 0,0 1 0 0 0,-1-1 1 0 0,1 0-1 0 0,-1 0 0 0 0,0 0 0 0 0,0 0 0 0 0,0 0 1 0 0,-3 4-1 0 0,3-4-15 0 0,-1-1 0 0 0,1 1 0 0 0,0-1 0 0 0,-1 1 0 0 0,0-1 0 0 0,1 0 0 0 0,-1 0 0 0 0,0 0 0 0 0,0-1 0 0 0,0 1 0 0 0,0-1 0 0 0,-1 1 1 0 0,1-1-1 0 0,0 0 0 0 0,-1 0 0 0 0,1-1 0 0 0,0 1 0 0 0,-1-1 0 0 0,1 1 0 0 0,-1-1 0 0 0,1 0 0 0 0,-6-1 0 0 0,8 1-15 0 0,0 0-1 0 0,0 0 1 0 0,0-1 0 0 0,-1 1-1 0 0,1 0 1 0 0,0-1-1 0 0,0 1 1 0 0,0 0 0 0 0,0-1-1 0 0,0 0 1 0 0,0 1-1 0 0,0-1 1 0 0,0 1-1 0 0,0-1 1 0 0,0 0 0 0 0,0 0-1 0 0,0 0 1 0 0,0 0-1 0 0,0 1 1 0 0,1-1 0 0 0,-1 0-1 0 0,0 0 1 0 0,1 0-1 0 0,-1-1 1 0 0,1 1 0 0 0,-1 0-1 0 0,1 0 1 0 0,0 0-1 0 0,-1 0 1 0 0,1 0 0 0 0,0-1-1 0 0,0 1 1 0 0,-1 0-1 0 0,1-1 1 0 0,1 0 0 0 0,-1 0 1 0 0,0 1-1 0 0,1-1 0 0 0,-1 0 0 0 0,1 1 1 0 0,-1-1-1 0 0,1 1 0 0 0,0-1 1 0 0,0 1-1 0 0,0-1 0 0 0,-1 1 1 0 0,1 0-1 0 0,1-1 0 0 0,-1 1 0 0 0,0 0 1 0 0,0 0-1 0 0,0 0 0 0 0,1 0 1 0 0,-1 0-1 0 0,3-2 0 0 0,-3 3-5 0 0,0-1 0 0 0,1 1 0 0 0,-1 0-1 0 0,0 0 1 0 0,1-1 0 0 0,-1 1 0 0 0,0 0 0 0 0,1 0 0 0 0,-1 0 0 0 0,0 0-1 0 0,1 0 1 0 0,-1 1 0 0 0,0-1 0 0 0,1 0 0 0 0,-1 1 0 0 0,0-1-1 0 0,1 0 1 0 0,-1 1 0 0 0,0 0 0 0 0,0-1 0 0 0,0 1 0 0 0,0 0-1 0 0,1 0 1 0 0,-1-1 0 0 0,0 1 0 0 0,0 0 0 0 0,1 1 0 0 0,10 7-62 0 0,-10-6-552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27.375"/>
    </inkml:context>
    <inkml:brush xml:id="br0">
      <inkml:brushProperty name="width" value="0.035" units="cm"/>
      <inkml:brushProperty name="height" value="0.035" units="cm"/>
      <inkml:brushProperty name="color" value="#004F8B"/>
    </inkml:brush>
  </inkml:definitions>
  <inkml:trace contextRef="#ctx0" brushRef="#br0">95 6 919 0 0,'0'0'10679'0'0,"-6"-3"-4086"0"0,0 1-4250 0 0,-1 3-1508 0 0,1-1-586 0 0,1 1-1 0 0,0 0 0 0 0,0 1 1 0 0,-1-1-1 0 0,1 1 1 0 0,0 0-1 0 0,-9 5 0 0 0,13-6-244 0 0,-1 0 0 0 0,0 0 0 0 0,1 0-1 0 0,-1 0 1 0 0,1 0 0 0 0,-1 0 0 0 0,1 1-1 0 0,-1-1 1 0 0,1 1 0 0 0,0-1 0 0 0,0 1-1 0 0,0-1 1 0 0,0 1 0 0 0,0 0 0 0 0,0-1-1 0 0,0 1 1 0 0,1 0 0 0 0,-1 0 0 0 0,1 0-1 0 0,-1 0 1 0 0,1 0 0 0 0,-1-1 0 0 0,1 1-1 0 0,0 0 1 0 0,0 0 0 0 0,0 0 0 0 0,0 0-1 0 0,1 0 1 0 0,-1 0 0 0 0,0 0 0 0 0,1 0-1 0 0,-1 0 1 0 0,1-1 0 0 0,0 1 0 0 0,-1 0-1 0 0,3 2 1 0 0,-2-1-17 0 0,1-1 0 0 0,0 0 0 0 0,-1 0-1 0 0,1 0 1 0 0,0 0 0 0 0,0-1 0 0 0,0 1 0 0 0,1 0-1 0 0,-1-1 1 0 0,0 0 0 0 0,1 1 0 0 0,4 1 0 0 0,-6-3 11 0 0,0 1 0 0 0,1-1 1 0 0,-1 0-1 0 0,0 1 1 0 0,0-1-1 0 0,1 0 0 0 0,-1 0 1 0 0,0 0-1 0 0,1 0 1 0 0,-1 0-1 0 0,0 0 1 0 0,1-1-1 0 0,-1 1 0 0 0,0 0 1 0 0,1-1-1 0 0,-1 1 1 0 0,0-1-1 0 0,0 1 0 0 0,0-1 1 0 0,1 1-1 0 0,-1-1 1 0 0,0 0-1 0 0,0 0 0 0 0,0 0 1 0 0,0 1-1 0 0,0-1 1 0 0,1-2-1 0 0,1-1 26 0 0,0-1 1 0 0,0 1-1 0 0,-1-1 0 0 0,0 1 1 0 0,3-9-1 0 0,-4 11 27 0 0,0-1-1 0 0,0 1 1 0 0,-1 0 0 0 0,1-1 0 0 0,-1 1-1 0 0,0 0 1 0 0,0-1 0 0 0,0 1-1 0 0,0 0 1 0 0,0-1 0 0 0,0 1 0 0 0,-1 0-1 0 0,1-1 1 0 0,-2-3 517 0 0,1 28-490 0 0,1-18-84 0 0,-1 0 1 0 0,1 0-1 0 0,0 0 1 0 0,0-1-1 0 0,0 1 1 0 0,1 0-1 0 0,0 0 0 0 0,-1-1 1 0 0,1 1-1 0 0,0 0 1 0 0,1-1-1 0 0,-1 1 1 0 0,3 3-1 0 0,20 29-97 0 0,-24-36 6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27.850"/>
    </inkml:context>
    <inkml:brush xml:id="br0">
      <inkml:brushProperty name="width" value="0.035" units="cm"/>
      <inkml:brushProperty name="height" value="0.035" units="cm"/>
      <inkml:brushProperty name="color" value="#004F8B"/>
    </inkml:brush>
  </inkml:definitions>
  <inkml:trace contextRef="#ctx0" brushRef="#br0">1 1 919 0 0,'0'0'5856'0'0,"7"0"2467"0"0,7 0-5680 0 0,-5 0-42 0 0,-1 0-2598 0 0,0-1-4969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28.279"/>
    </inkml:context>
    <inkml:brush xml:id="br0">
      <inkml:brushProperty name="width" value="0.035" units="cm"/>
      <inkml:brushProperty name="height" value="0.035" units="cm"/>
      <inkml:brushProperty name="color" value="#004F8B"/>
    </inkml:brush>
  </inkml:definitions>
  <inkml:trace contextRef="#ctx0" brushRef="#br0">9 1 1375 0 0,'0'0'3034'0'0,"-1"6"3576"0"0,-1 7-3798 0 0,0-8-2168 0 0,1 1 0 0 0,0-1 0 0 0,0 1 0 0 0,1-1 0 0 0,-1 1 0 0 0,2 9 0 0 0,-1-15-392 0 0,10 6 3868 0 0,4 0-2794 0 0,-12-5-1288 0 0,-1 0 0 0 0,1 0 0 0 0,0 0 0 0 0,-1 0 0 0 0,1-1 0 0 0,0 1 0 0 0,0 0 0 0 0,0-1 0 0 0,0 0 0 0 0,2 1 0 0 0,0-1-38 0 0,3-3-2251 0 0,-7 2 1357 0 0,2-1-873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28.598"/>
    </inkml:context>
    <inkml:brush xml:id="br0">
      <inkml:brushProperty name="width" value="0.035" units="cm"/>
      <inkml:brushProperty name="height" value="0.035" units="cm"/>
      <inkml:brushProperty name="color" value="#004F8B"/>
    </inkml:brush>
  </inkml:definitions>
  <inkml:trace contextRef="#ctx0" brushRef="#br0">1 0 919 0 0,'0'0'11040'0'0,"9"7"-5413"0"0,-7-3-5147 0 0,-1 0-1 0 0,1 0 1 0 0,-1-1 0 0 0,0 1-1 0 0,0 0 1 0 0,0 0 0 0 0,0 5-1 0 0,2 11 396 0 0,-3-20-1029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29.089"/>
    </inkml:context>
    <inkml:brush xml:id="br0">
      <inkml:brushProperty name="width" value="0.035" units="cm"/>
      <inkml:brushProperty name="height" value="0.035" units="cm"/>
      <inkml:brushProperty name="color" value="#004F8B"/>
    </inkml:brush>
  </inkml:definitions>
  <inkml:trace contextRef="#ctx0" brushRef="#br0">1 4 919 0 0,'20'0'9263'0'0,"-17"-1"-7401"0"0,9-1 4367 0 0,-12 2-6128 0 0,0 0 0 0 0,1 0 0 0 0,-1 0 0 0 0,0 0 0 0 0,0 0 0 0 0,1 0-1 0 0,-1 0 1 0 0,0 0 0 0 0,0 0 0 0 0,1 1 0 0 0,-1-1 0 0 0,0 0 0 0 0,0 0 0 0 0,1 0-1 0 0,-1 0 1 0 0,0 1 0 0 0,0-1 0 0 0,0 0 0 0 0,0 0 0 0 0,1 0 0 0 0,-1 1 0 0 0,0-1 0 0 0,0 0-1 0 0,0 0 1 0 0,0 1 0 0 0,0-1 0 0 0,0 0 0 0 0,0 1 0 0 0,1-1 0 0 0,-1 0 0 0 0,0 0-1 0 0,0 1 1 0 0,0-1 0 0 0,0 0 0 0 0,0 0 0 0 0,0 1 0 0 0,0-1 0 0 0,-1 0 0 0 0,1 1 0 0 0,0-1-1 0 0,0 0 1 0 0,0 1 0 0 0,-1 6-61 0 0,0-4-33 0 0,0 0 0 0 0,1 1 0 0 0,0-1 0 0 0,-1 0 0 0 0,1 1 0 0 0,0-1 0 0 0,1 0 0 0 0,-1 0 0 0 0,1 1 0 0 0,-1-1 0 0 0,3 5 0 0 0,-2-5-2 0 0,0 0 0 0 0,-1 1-1 0 0,1-1 1 0 0,0 0 0 0 0,-1 0-1 0 0,0 5 1 0 0,0-7 57 0 0,0-1 0 0 0,0 1 0 0 0,0-1 1 0 0,0 1-1 0 0,0 0 0 0 0,0-1 0 0 0,-1 1 0 0 0,1-1 0 0 0,0 1 1 0 0,0-1-1 0 0,-1 1 0 0 0,1 0 0 0 0,0-1 0 0 0,-1 1 0 0 0,1-1 1 0 0,0 1-1 0 0,-1-1 0 0 0,1 0 0 0 0,-1 1 0 0 0,1-1 0 0 0,0 1 1 0 0,-1-1-1 0 0,1 0 0 0 0,-1 1 0 0 0,0-1 0 0 0,1 0 0 0 0,-1 0 1 0 0,1 1-1 0 0,-1-1 0 0 0,0 0 0 0 0,1 0 434 0 0,-2 1 104 0 0,-4-4-6529 0 0,4 2 3914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30.057"/>
    </inkml:context>
    <inkml:brush xml:id="br0">
      <inkml:brushProperty name="width" value="0.035" units="cm"/>
      <inkml:brushProperty name="height" value="0.035" units="cm"/>
      <inkml:brushProperty name="color" value="#004F8B"/>
    </inkml:brush>
  </inkml:definitions>
  <inkml:trace contextRef="#ctx0" brushRef="#br0">1 15 919 0 0,'2'-2'15393'0'0,"8"-6"-12627"0"0,-8 7-2567 0 0,0 0-1 0 0,-1 1 1 0 0,1-1 0 0 0,0 1 0 0 0,0 0 0 0 0,-1-1-1 0 0,1 1 1 0 0,0 0 0 0 0,0 0 0 0 0,2 0 0 0 0,-3 0-37 0 0,6 11 618 0 0,-7-10-771 0 0,0 0 0 0 0,0 0 1 0 0,-1 0-1 0 0,1 0 0 0 0,0 0 0 0 0,0 0 0 0 0,-1 0 0 0 0,1 0 1 0 0,0 0-1 0 0,-1 0 0 0 0,1 0 0 0 0,-1 0 0 0 0,0 0 0 0 0,1 0 1 0 0,-1 0-1 0 0,0-1 0 0 0,1 1 0 0 0,-1 0 0 0 0,0 0 0 0 0,0-1 1 0 0,0 1-1 0 0,0 0 0 0 0,0-1 0 0 0,1 1 0 0 0,-1-1 0 0 0,0 1 1 0 0,0-1-1 0 0,0 0 0 0 0,0 1 0 0 0,-1-1 0 0 0,0 0 0 0 0,7 2-5 0 0,1-1-1 0 0,-1 1 0 0 0,0 0 0 0 0,0 0 0 0 0,0 0 0 0 0,0 1 1 0 0,5 3-1 0 0,-9-6 29 0 0,-1 1 0 0 0,0-1 0 0 0,0 0 0 0 0,1 1 0 0 0,-1-1 0 0 0,0 0 0 0 0,0 1 0 0 0,0-1 0 0 0,1 0 0 0 0,-1 1 0 0 0,0-1 0 0 0,0 1 0 0 0,0-1 0 0 0,0 0 0 0 0,0 1 0 0 0,0-1 0 0 0,0 1 0 0 0,0-1 0 0 0,0 0 0 0 0,0 1 0 0 0,0-1 0 0 0,0 1 1 0 0,0-1-1 0 0,0 1 0 0 0,0-1 0 0 0,0 0 0 0 0,-1 1 0 0 0,1-1 0 0 0,0 0 0 0 0,0 1 0 0 0,0-1 0 0 0,-1 0 0 0 0,1 1 0 0 0,0-1 0 0 0,0 0 0 0 0,-1 1 0 0 0,1-1 0 0 0,0 0 0 0 0,-1 1 0 0 0,1-1 0 0 0,-1 0 0 0 0,0 1 79 0 0,0 0 0 0 0,0 0 0 0 0,0 0 0 0 0,0 0 0 0 0,0 0 0 0 0,-1-1 0 0 0,1 1 0 0 0,0 0 0 0 0,0-1 0 0 0,-3 1 0 0 0,-1 0 118 0 0,0-2 0 0 0,1 1 0 0 0,-1-1 0 0 0,-7-1 0 0 0,6 1-424 0 0,6 1-276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32.592"/>
    </inkml:context>
    <inkml:brush xml:id="br0">
      <inkml:brushProperty name="width" value="0.035" units="cm"/>
      <inkml:brushProperty name="height" value="0.035" units="cm"/>
      <inkml:brushProperty name="color" value="#004F8B"/>
    </inkml:brush>
  </inkml:definitions>
  <inkml:trace contextRef="#ctx0" brushRef="#br0">1 22 919 0 0,'6'-1'19188'0'0,"18"-3"-18357"0"0,-14 4-689 0 0,0-1 1 0 0,15-3 0 0 0,-15 1-42 0 0,0 2 1 0 0,15-1 0 0 0,10 2-46 0 0,-9 1 44 0 0,53-6 0 0 0,-70 4-100 0 0,0 1 0 0 0,18 1 0 0 0,7-1 0 0 0,36-1 64 0 0,-29 6-64 0 0,-23-6 0 0 0,-7-1 0 0 0,0 2 0 0 0,12-1 0 0 0,58 6 0 0 0,-75-4-3549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33.765"/>
    </inkml:context>
    <inkml:brush xml:id="br0">
      <inkml:brushProperty name="width" value="0.035" units="cm"/>
      <inkml:brushProperty name="height" value="0.035" units="cm"/>
      <inkml:brushProperty name="color" value="#004F8B"/>
    </inkml:brush>
  </inkml:definitions>
  <inkml:trace contextRef="#ctx0" brushRef="#br0">11 30 3311 0 0,'0'0'6091'0'0,"2"-11"1265"0"0,0 9-7053 0 0,-1 1-1 0 0,1-1 1 0 0,0 0-1 0 0,0 1 1 0 0,1 0-1 0 0,-1-1 1 0 0,0 1 0 0 0,0 0-1 0 0,1 0 1 0 0,-1 0-1 0 0,0 1 1 0 0,4-2 0 0 0,-3 2-251 0 0,-1-1 1 0 0,1 1 0 0 0,-1 0-1 0 0,1-1 1 0 0,-1 1 0 0 0,1 0 0 0 0,-1 1-1 0 0,1-1 1 0 0,0 0 0 0 0,-1 1-1 0 0,1-1 1 0 0,-1 1 0 0 0,0 0 0 0 0,1 0-1 0 0,-1 0 1 0 0,0 0 0 0 0,1 0-1 0 0,-1 1 1 0 0,4 2 0 0 0,-5-3-48 0 0,0 1 0 0 0,1-1 0 0 0,-1 1-1 0 0,0-1 1 0 0,0 1 0 0 0,0 0 0 0 0,0 0 0 0 0,0 0 0 0 0,-1-1 0 0 0,1 1 0 0 0,0 0 0 0 0,-1 0-1 0 0,0 0 1 0 0,1 0 0 0 0,-1 0 0 0 0,0 0 0 0 0,0 0 0 0 0,0 0 0 0 0,0 0 0 0 0,0 0-1 0 0,-1 0 1 0 0,1 0 0 0 0,0 0 0 0 0,-2 3 0 0 0,1-2 12 0 0,-1 1 0 0 0,1-1 0 0 0,-1 0 1 0 0,0 0-1 0 0,0 0 0 0 0,0 0 0 0 0,0 0 0 0 0,0 0 0 0 0,-1 0 1 0 0,1-1-1 0 0,-6 4 0 0 0,1 0 65 0 0,-1-1 1 0 0,0 0-1 0 0,0 0 1 0 0,0-1-1 0 0,-13 5 0 0 0,20-9-73 0 0,1 0-1 0 0,-1 0 0 0 0,1 1 0 0 0,-1-1 0 0 0,1 0 1 0 0,-1 0-1 0 0,1 0 0 0 0,-1 0 0 0 0,1 0 0 0 0,-1 0 1 0 0,0 0-1 0 0,1 0 0 0 0,-1 0 0 0 0,1 0 0 0 0,-1 0 1 0 0,1 0-1 0 0,-1-1 0 0 0,1 1 0 0 0,-1 0 0 0 0,1 0 1 0 0,-1 0-1 0 0,1-1 0 0 0,-1 1 0 0 0,1 0 0 0 0,0-1 1 0 0,-1 1-1 0 0,1 0 0 0 0,-1-1 0 0 0,1 1 0 0 0,0 0 1 0 0,-1-1-1 0 0,1 1 0 0 0,0-1 0 0 0,0 1 0 0 0,-1-1 1 0 0,1 1-1 0 0,0-1 0 0 0,0 1 0 0 0,0-1 0 0 0,-1 1 1 0 0,1-1-1 0 0,0 0-13 0 0,0 0 0 0 0,0 0 0 0 0,0 0 0 0 0,0 0 1 0 0,0 1-1 0 0,1-1 0 0 0,-1 0 0 0 0,0 0 0 0 0,0 0 0 0 0,1 0 0 0 0,-1 1 1 0 0,0-1-1 0 0,1 0 0 0 0,-1 0 0 0 0,1 1 0 0 0,-1-1 0 0 0,1 0 0 0 0,-1 1 1 0 0,1-1-1 0 0,-1 0 0 0 0,1 1 0 0 0,0-1 0 0 0,0 1 0 0 0,-1-1 0 0 0,1 1 1 0 0,0-1-1 0 0,-1 1 0 0 0,1 0 0 0 0,1-1 0 0 0,0 0 0 0 0,-1 0 0 0 0,1 1 0 0 0,-1-1 0 0 0,1 1 1 0 0,-1-1-1 0 0,1 1 0 0 0,-1 0 0 0 0,1-1 0 0 0,0 1 0 0 0,-1 0 0 0 0,1 0 0 0 0,-1 0 0 0 0,1 0 0 0 0,0 0 0 0 0,-1 1 0 0 0,1-1 0 0 0,-1 0 1 0 0,1 1-1 0 0,0-1 0 0 0,-1 1 0 0 0,1 0 0 0 0,-1-1 0 0 0,0 1 0 0 0,1 0 0 0 0,1 1 0 0 0,14 10 3 0 0,-13-7-7 0 0,-4-5-347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34.464"/>
    </inkml:context>
    <inkml:brush xml:id="br0">
      <inkml:brushProperty name="width" value="0.035" units="cm"/>
      <inkml:brushProperty name="height" value="0.035" units="cm"/>
      <inkml:brushProperty name="color" value="#004F8B"/>
    </inkml:brush>
  </inkml:definitions>
  <inkml:trace contextRef="#ctx0" brushRef="#br0">0 1 6967 0 0,'0'0'9775'0'0,"23"1"-6071"0"0,28 3-27 0 0,-51-4-3121 0 0,-2 15-332 0 0,-19 12-179 0 0,18-24-36 0 0,-1 1 0 0 0,1 0 0 0 0,0 0 1 0 0,0 0-1 0 0,0 1 0 0 0,1-1 1 0 0,-1 1-1 0 0,-1 4 0 0 0,4-6-9 0 0,-1 0 0 0 0,1-2 0 0 0,0-1 0 0 0,0 1 0 0 0,1-1 0 0 0,-1 1 0 0 0,0-1 0 0 0,0 1 0 0 0,0-1 0 0 0,1 1 0 0 0,-1-1 0 0 0,0 0 0 0 0,0 1 0 0 0,1-1 0 0 0,-1 1 0 0 0,0-1 0 0 0,1 0 0 0 0,-1 1 0 0 0,0-1 0 0 0,1 0 0 0 0,-1 1 0 0 0,1-1 0 0 0,-1 0 0 0 0,1 0 0 0 0,-1 0 0 0 0,0 1 0 0 0,1-1 0 0 0,-1 0 0 0 0,1 0 0 0 0,-1 0 0 0 0,1 0 0 0 0,0 0 0 0 0,0 1 0 0 0,2 0 5 0 0,1 0 1 0 0,-1 0-1 0 0,1 0 0 0 0,0 0 1 0 0,-1-1-1 0 0,1 0 0 0 0,-1 1 1 0 0,1-1-1 0 0,0 0 0 0 0,-1-1 1 0 0,7 0-1 0 0,-3-1-206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34.781"/>
    </inkml:context>
    <inkml:brush xml:id="br0">
      <inkml:brushProperty name="width" value="0.035" units="cm"/>
      <inkml:brushProperty name="height" value="0.035" units="cm"/>
      <inkml:brushProperty name="color" value="#004F8B"/>
    </inkml:brush>
  </inkml:definitions>
  <inkml:trace contextRef="#ctx0" brushRef="#br0">1 1 919 0 0,'0'0'13198'0'0,"22"0"-7074"0"0,-21 0-5987 0 0,24 3 2475 0 0,-10 3-4491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35.735"/>
    </inkml:context>
    <inkml:brush xml:id="br0">
      <inkml:brushProperty name="width" value="0.035" units="cm"/>
      <inkml:brushProperty name="height" value="0.035" units="cm"/>
      <inkml:brushProperty name="color" value="#004F8B"/>
    </inkml:brush>
  </inkml:definitions>
  <inkml:trace contextRef="#ctx0" brushRef="#br0">0 0 1375 0 0,'0'0'12135'0'0,"8"8"-7503"0"0,-7 3-3963 0 0,-1-8-598 0 0,0 0 0 0 0,0 0 1 0 0,1 0-1 0 0,-1 0 1 0 0,1 0-1 0 0,0 0 0 0 0,2 4 1 0 0,-3-6-152 0 0,0 1-841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36.576"/>
    </inkml:context>
    <inkml:brush xml:id="br0">
      <inkml:brushProperty name="width" value="0.035" units="cm"/>
      <inkml:brushProperty name="height" value="0.035" units="cm"/>
      <inkml:brushProperty name="color" value="#004F8B"/>
    </inkml:brush>
  </inkml:definitions>
  <inkml:trace contextRef="#ctx0" brushRef="#br0">0 1 919 0 0,'0'0'12694'0'0,"20"2"-7764"0"0,-11 1-3352 0 0,-7 1-377 0 0,-8 2-1014 0 0,6-6-187 0 0,-6 5 7 0 0,18 1-36 0 0,-3-2 37 0 0,-6-3 6 0 0,0 1-1 0 0,0-1 0 0 0,0 0 0 0 0,-1 1 1 0 0,1 0-1 0 0,0 0 0 0 0,2 2 0 0 0,-4-4-9 0 0,-1 1 0 0 0,1 0 1 0 0,-1-1-1 0 0,0 1 0 0 0,1 0 0 0 0,-1-1 0 0 0,0 1 0 0 0,0 0 0 0 0,1-1 0 0 0,-1 1 0 0 0,0 0 0 0 0,0 0 0 0 0,0-1 0 0 0,0 1 0 0 0,0 0 0 0 0,0 0 0 0 0,0-1 0 0 0,0 1 0 0 0,0 0 0 0 0,0 0 0 0 0,-1-1 0 0 0,1 1 0 0 0,0 0 1 0 0,0-1-1 0 0,-1 1 0 0 0,1 0 0 0 0,0-1 0 0 0,-1 1 0 0 0,1 0 0 0 0,-1-1 0 0 0,1 1 0 0 0,-1-1 0 0 0,1 1 0 0 0,-1 0 0 0 0,1-1 0 0 0,-2 1 0 0 0,2 0 96 0 0,-1 0-1 0 0,0 0 0 0 0,0-1 1 0 0,0 1-1 0 0,0 0 1 0 0,0 0-1 0 0,0-1 1 0 0,0 1-1 0 0,0-1 0 0 0,0 1 1 0 0,0-1-1 0 0,0 1 1 0 0,0-1-1 0 0,0 0 1 0 0,0 1-1 0 0,-1-1 0 0 0,1 0 1 0 0,0 0-1 0 0,-1 0 1 0 0,-1 0 87 0 0,0-1 0 0 0,0 1 0 0 0,0-1 0 0 0,1 0 0 0 0,-1 0 0 0 0,0 0 0 0 0,-3-2 0 0 0,5 3-273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39.100"/>
    </inkml:context>
    <inkml:brush xml:id="br0">
      <inkml:brushProperty name="width" value="0.035" units="cm"/>
      <inkml:brushProperty name="height" value="0.035" units="cm"/>
      <inkml:brushProperty name="color" value="#004F8B"/>
    </inkml:brush>
  </inkml:definitions>
  <inkml:trace contextRef="#ctx0" brushRef="#br0">87 18 919 0 0,'3'3'11785'0'0,"-1"-12"-5266"0"0,-4 8-6308 0 0,1 0-1 0 0,-1 0 0 0 0,0 0 1 0 0,0 1-1 0 0,0-1 0 0 0,0 1 1 0 0,0-1-1 0 0,0 1 0 0 0,0 0 1 0 0,0 0-1 0 0,0 0 1 0 0,0 0-1 0 0,0 0 0 0 0,0 0 1 0 0,0 0-1 0 0,0 1 0 0 0,0-1 1 0 0,0 1-1 0 0,0-1 0 0 0,0 1 1 0 0,1 0-1 0 0,-1 0 0 0 0,0 0 1 0 0,-2 1-1 0 0,1 0-139 0 0,0 0 0 0 0,0 0 0 0 0,0 0 0 0 0,0 0 0 0 0,0 1 0 0 0,1-1 0 0 0,-1 1 0 0 0,1 0 0 0 0,0-1 0 0 0,-1 1 0 0 0,1 0 0 0 0,-3 6-1 0 0,4-5-66 0 0,0 0-1 0 0,0-1 0 0 0,1 1 0 0 0,-1 0 0 0 0,1 0 0 0 0,-1 0 0 0 0,1 0 1 0 0,0 0-1 0 0,1 0 0 0 0,-1-1 0 0 0,1 1 0 0 0,0 0 0 0 0,0 0 1 0 0,0 0-1 0 0,0-1 0 0 0,0 1 0 0 0,1-1 0 0 0,0 1 0 0 0,0-1 0 0 0,0 1 1 0 0,0-1-1 0 0,0 0 0 0 0,6 5 0 0 0,-5-4 28 0 0,0-1-1 0 0,0-1 1 0 0,1 1-1 0 0,-1 0 1 0 0,1-1-1 0 0,-1 0 1 0 0,1 0 0 0 0,0 0-1 0 0,0 0 1 0 0,0 0-1 0 0,0-1 1 0 0,0 0-1 0 0,1 0 1 0 0,-1 0-1 0 0,0 0 1 0 0,0-1 0 0 0,1 1-1 0 0,-1-1 1 0 0,0 0-1 0 0,1-1 1 0 0,4 0-1 0 0,-3 0 100 0 0,1-1 0 0 0,-1 0 0 0 0,0 0 0 0 0,0-1 0 0 0,0 0 0 0 0,0 0 0 0 0,0 0 0 0 0,0-1-1 0 0,-1 0 1 0 0,0 0 0 0 0,9-8 0 0 0,-12 10-58 0 0,-1 0-1 0 0,1 0 1 0 0,0 0 0 0 0,-1-1 0 0 0,0 1-1 0 0,1 0 1 0 0,-1-1 0 0 0,0 1-1 0 0,0-1 1 0 0,0 1 0 0 0,0-1 0 0 0,-1 1-1 0 0,1-1 1 0 0,-1 0 0 0 0,0 1-1 0 0,1-1 1 0 0,-1 0 0 0 0,-1 1 0 0 0,1-1-1 0 0,0 0 1 0 0,0 1 0 0 0,-1-1-1 0 0,0 0 1 0 0,1 1 0 0 0,-1-1-1 0 0,0 1 1 0 0,0-1 0 0 0,-1 1 0 0 0,1 0-1 0 0,0-1 1 0 0,-3-2 0 0 0,1 1 36 0 0,-1 0 0 0 0,1 0 1 0 0,-1 0-1 0 0,0 0 0 0 0,0 1 0 0 0,-1-1 1 0 0,1 1-1 0 0,-1 0 0 0 0,0 0 1 0 0,1 1-1 0 0,-11-4 0 0 0,11 4-317 0 0,-1 1 0 0 0,1 0 0 0 0,-1 0 0 0 0,0 0-1 0 0,1 1 1 0 0,-7-1 0 0 0,8 1-655 0 0,0 1 0 0 0,0-1 0 0 0,0 1 0 0 0,-1-1 0 0 0,1 1 0 0 0,0 0 0 0 0,0 0 0 0 0,0 0 0 0 0,-4 3 0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37.765"/>
    </inkml:context>
    <inkml:brush xml:id="br0">
      <inkml:brushProperty name="width" value="0.035" units="cm"/>
      <inkml:brushProperty name="height" value="0.035" units="cm"/>
      <inkml:brushProperty name="color" value="#004F8B"/>
    </inkml:brush>
  </inkml:definitions>
  <inkml:trace contextRef="#ctx0" brushRef="#br0">120 12 455 0 0,'-2'-2'16155'0'0,"-7"-7"-13188"0"0,6 9-2738 0 0,0-1-1 0 0,0 1 1 0 0,0 0 0 0 0,0 0 0 0 0,0 1 0 0 0,0-1 0 0 0,0 0 0 0 0,0 1 0 0 0,0 0 0 0 0,0 0 0 0 0,0 0 0 0 0,0 0 0 0 0,0 0 0 0 0,0 1 0 0 0,1-1 0 0 0,-1 1 0 0 0,1-1 0 0 0,-6 5 0 0 0,4-2-158 0 0,-1 0 0 0 0,1 0 0 0 0,0 1 0 0 0,0-1 1 0 0,0 1-1 0 0,1 0 0 0 0,0 0 0 0 0,-5 10 0 0 0,6-11-63 0 0,0 1 0 0 0,1-1-1 0 0,0 1 1 0 0,0 0 0 0 0,0-1 0 0 0,0 1-1 0 0,1 0 1 0 0,0 0 0 0 0,0 0-1 0 0,0-1 1 0 0,0 1 0 0 0,1 0 0 0 0,0 0-1 0 0,1 5 1 0 0,-1-7-3 0 0,1 1 0 0 0,-1-1 0 0 0,1 0-1 0 0,0 1 1 0 0,0-1 0 0 0,0 0 0 0 0,0 0 0 0 0,0 0 0 0 0,1 0 0 0 0,-1-1-1 0 0,1 1 1 0 0,0 0 0 0 0,0-1 0 0 0,0 0 0 0 0,0 0 0 0 0,0 0-1 0 0,0 0 1 0 0,7 2 0 0 0,-4-1 34 0 0,0-1 0 0 0,0 0-1 0 0,0 0 1 0 0,0-1 0 0 0,0 0-1 0 0,1 0 1 0 0,-1 0 0 0 0,1-1 0 0 0,-1 0-1 0 0,0 0 1 0 0,1-1 0 0 0,-1 0-1 0 0,1 0 1 0 0,-1 0 0 0 0,0-1 0 0 0,0 0-1 0 0,0 0 1 0 0,0 0 0 0 0,0-1-1 0 0,0 0 1 0 0,-1 0 0 0 0,1 0 0 0 0,-1-1-1 0 0,0 0 1 0 0,0 0 0 0 0,0 0-1 0 0,-1-1 1 0 0,7-6 0 0 0,-10 7 62 0 0,1 1 0 0 0,0-1 1 0 0,-1 1-1 0 0,1-1 0 0 0,-1 1 0 0 0,0-1 1 0 0,0 1-1 0 0,-1-1 0 0 0,1 0 0 0 0,-1 0 1 0 0,0 0-1 0 0,0 1 0 0 0,0-1 1 0 0,0 0-1 0 0,-1 0 0 0 0,1 1 0 0 0,-1-1 1 0 0,0 0-1 0 0,0 1 0 0 0,0-1 0 0 0,-1 1 1 0 0,1-1-1 0 0,-1 1 0 0 0,0 0 0 0 0,0-1 1 0 0,0 1-1 0 0,-1 0 0 0 0,1 0 1 0 0,0 0-1 0 0,-1 1 0 0 0,0-1 0 0 0,0 1 1 0 0,0-1-1 0 0,0 1 0 0 0,0 0 0 0 0,0 0 1 0 0,-1 1-1 0 0,1-1 0 0 0,-1 0 1 0 0,1 1-1 0 0,-8-2 0 0 0,7 3-120 0 0,-1-1 0 0 0,0 1-1 0 0,0 0 1 0 0,0 1 0 0 0,0-1-1 0 0,1 1 1 0 0,-7 1 0 0 0,-7 6-3935 0 0,13-6 1806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40.402"/>
    </inkml:context>
    <inkml:brush xml:id="br0">
      <inkml:brushProperty name="width" value="0.035" units="cm"/>
      <inkml:brushProperty name="height" value="0.035" units="cm"/>
      <inkml:brushProperty name="color" value="#004F8B"/>
    </inkml:brush>
  </inkml:definitions>
  <inkml:trace contextRef="#ctx0" brushRef="#br0">47 38 919 0 0,'-2'-5'15167'0'0,"1"-2"-12459"0"0,1 5-2481 0 0,1 1 1 0 0,-1-1-1 0 0,1 0 1 0 0,0 1 0 0 0,0-1-1 0 0,0 0 1 0 0,0 1-1 0 0,0-1 1 0 0,0 1-1 0 0,0 0 1 0 0,0-1-1 0 0,0 1 1 0 0,1 0-1 0 0,-1 0 1 0 0,1-1-1 0 0,1 0 1 0 0,-3 2 34 0 0,13 0 1418 0 0,-10 2-1646 0 0,1 0-1 0 0,0 1 0 0 0,0-1 0 0 0,-1 1 0 0 0,1-1 0 0 0,-1 1 0 0 0,0 0 0 0 0,0 0 0 0 0,0 1 0 0 0,0-1 0 0 0,-1 0 0 0 0,1 1 0 0 0,-1 0 0 0 0,3 6 0 0 0,-4-7-24 0 0,0-1-1 0 0,0 0 0 0 0,-1 0 1 0 0,1 1-1 0 0,-1-1 1 0 0,0 0-1 0 0,1 0 0 0 0,-1 1 1 0 0,0-1-1 0 0,0 0 0 0 0,-1 1 1 0 0,1-1-1 0 0,0 0 0 0 0,-1 0 1 0 0,0 1-1 0 0,1-1 0 0 0,-1 0 1 0 0,0 0-1 0 0,0 0 1 0 0,0 0-1 0 0,0 0 0 0 0,0 0 1 0 0,-1 0-1 0 0,1 0 0 0 0,-1 0 1 0 0,1-1-1 0 0,-1 1 0 0 0,0 0 1 0 0,-2 1-1 0 0,-3 2 35 0 0,0 0-1 0 0,0-1 0 0 0,0 1 1 0 0,-13 4-1 0 0,19-8-34 0 0,-1 0-1 0 0,0 0 1 0 0,0-1-1 0 0,0 1 1 0 0,0 0-1 0 0,0-1 1 0 0,0 0-1 0 0,0 1 1 0 0,0-1-1 0 0,0 0 1 0 0,0 0-1 0 0,0 0 1 0 0,0 0-1 0 0,0 0 1 0 0,0-1-1 0 0,0 1 1 0 0,0-1-1 0 0,0 1 1 0 0,0-1-1 0 0,0 0 1 0 0,0 0 0 0 0,0 1-1 0 0,1-1 1 0 0,-4-2-1 0 0,4 2-7 0 0,1 0 0 0 0,-1 0 0 0 0,0 1 0 0 0,1-1 0 0 0,-1 1 0 0 0,1-1 0 0 0,-1 0 0 0 0,1 1 0 0 0,0-1 0 0 0,-1 0 0 0 0,1 0 0 0 0,0 1 0 0 0,0-1 0 0 0,-1 0 0 0 0,1 0 0 0 0,0 1 0 0 0,0-1 0 0 0,0 0 0 0 0,0-1 0 0 0,0-1 0 0 0,0 3-1 0 0,0-1 0 0 0,0 0 1 0 0,0 0-1 0 0,0 0 0 0 0,0 0 0 0 0,0 1 0 0 0,0-1 1 0 0,1 0-1 0 0,-1 0 0 0 0,0 1 0 0 0,1-1 0 0 0,-1 0 1 0 0,1 0-1 0 0,-1 1 0 0 0,0-1 0 0 0,1 0 0 0 0,-1 1 1 0 0,1-1-1 0 0,0 1 0 0 0,-1-1 0 0 0,1 0 0 0 0,0 1 1 0 0,-1 0-1 0 0,1-1 0 0 0,0 1 0 0 0,-1-1 0 0 0,1 1 1 0 0,0 0-1 0 0,0-1 0 0 0,-1 1 0 0 0,1 0 0 0 0,0 0 0 0 0,0 0 1 0 0,1-1-1 0 0,0 1-3 0 0,1 1-1 0 0,-1-1 1 0 0,0 0 0 0 0,1 1-1 0 0,-1-1 1 0 0,1 1 0 0 0,2 1-1 0 0,-3-2 4 0 0,20 5 263 0 0,-16-4-149 0 0,0 0 0 0 0,0 1 0 0 0,-1 0 0 0 0,11 4 0 0 0,-15-6-192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41.277"/>
    </inkml:context>
    <inkml:brush xml:id="br0">
      <inkml:brushProperty name="width" value="0.035" units="cm"/>
      <inkml:brushProperty name="height" value="0.035" units="cm"/>
      <inkml:brushProperty name="color" value="#004F8B"/>
    </inkml:brush>
  </inkml:definitions>
  <inkml:trace contextRef="#ctx0" brushRef="#br0">111 16 919 0 0,'0'-3'12555'0'0,"-8"-5"-8804"0"0,5 7-3406 0 0,0 0 0 0 0,0 0 1 0 0,-1 1-1 0 0,1-1 0 0 0,0 1 0 0 0,0-1 1 0 0,-1 1-1 0 0,1 0 0 0 0,-1 0 1 0 0,1 1-1 0 0,0-1 0 0 0,0 1 1 0 0,-1 0-1 0 0,1-1 0 0 0,-3 3 1 0 0,3-2-301 0 0,0 0 1 0 0,0 1 0 0 0,0-1 0 0 0,0 1 0 0 0,1 0 0 0 0,-1 0-1 0 0,1 0 1 0 0,-1 0 0 0 0,1 0 0 0 0,0 0 0 0 0,0 1-1 0 0,0-1 1 0 0,0 1 0 0 0,0-1 0 0 0,1 1 0 0 0,-1 0 0 0 0,1 0-1 0 0,0 0 1 0 0,-1 0 0 0 0,1 0 0 0 0,1 0 0 0 0,-1 0 0 0 0,0 0-1 0 0,0 5 1 0 0,1-4-49 0 0,0 0-1 0 0,0 0 1 0 0,1 0 0 0 0,-1-1-1 0 0,1 1 1 0 0,0 0 0 0 0,0 0-1 0 0,0 0 1 0 0,0-1 0 0 0,1 1-1 0 0,2 5 1 0 0,-3-8 2 0 0,0 1-1 0 0,0-1 1 0 0,0 1 0 0 0,0-1-1 0 0,1 0 1 0 0,-1 0-1 0 0,0 0 1 0 0,1 0 0 0 0,-1 0-1 0 0,1 0 1 0 0,-1 0 0 0 0,1 0-1 0 0,-1 0 1 0 0,1 0-1 0 0,-1-1 1 0 0,1 1 0 0 0,0-1-1 0 0,-1 1 1 0 0,1-1 0 0 0,0 0-1 0 0,0 0 1 0 0,-1 0-1 0 0,1 0 1 0 0,0 0 0 0 0,0 0-1 0 0,-1 0 1 0 0,1 0 0 0 0,2-1-1 0 0,-1 0 24 0 0,0 0 1 0 0,0-1-1 0 0,0 1 0 0 0,0-1 0 0 0,0 1 1 0 0,0-1-1 0 0,-1 0 0 0 0,1 0 0 0 0,-1 0 1 0 0,1 0-1 0 0,-1-1 0 0 0,0 1 1 0 0,0 0-1 0 0,0-1 0 0 0,0 0 0 0 0,0 1 1 0 0,-1-1-1 0 0,3-6 0 0 0,-3 7 106 0 0,0-1 1 0 0,0 0-1 0 0,0 0 1 0 0,0 0-1 0 0,0 0 1 0 0,-1 0-1 0 0,1 0 0 0 0,-1 0 1 0 0,0 0-1 0 0,0 0 1 0 0,0 0-1 0 0,0 0 1 0 0,-1 1-1 0 0,1-1 1 0 0,-1 0-1 0 0,0 0 0 0 0,1 0 1 0 0,-1 0-1 0 0,-1 0 1 0 0,-1-4 391 0 0,2 11-507 0 0,1-1 1 0 0,0 0-1 0 0,-1 1 0 0 0,1-1 0 0 0,1 0 1 0 0,-1 1-1 0 0,0-1 0 0 0,1 0 0 0 0,0 0 1 0 0,1 4-1 0 0,0 2 41 0 0,1 8-22 0 0,0-1 0 0 0,1 0 0 0 0,8 18 0 0 0,-11-32-139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41.879"/>
    </inkml:context>
    <inkml:brush xml:id="br0">
      <inkml:brushProperty name="width" value="0.035" units="cm"/>
      <inkml:brushProperty name="height" value="0.035" units="cm"/>
      <inkml:brushProperty name="color" value="#004F8B"/>
    </inkml:brush>
  </inkml:definitions>
  <inkml:trace contextRef="#ctx0" brushRef="#br0">0 1 5183 0 0,'0'0'15335'0'0,"9"18"-13063"0"0,-7-5-1547 0 0,-2-7-7098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43.004"/>
    </inkml:context>
    <inkml:brush xml:id="br0">
      <inkml:brushProperty name="width" value="0.035" units="cm"/>
      <inkml:brushProperty name="height" value="0.035" units="cm"/>
      <inkml:brushProperty name="color" value="#004F8B"/>
    </inkml:brush>
  </inkml:definitions>
  <inkml:trace contextRef="#ctx0" brushRef="#br0">1 1 1375 0 0,'3'3'13908'0'0,"-2"-1"-14917"0"0,3 28 5494 0 0,6-29-4374 0 0,-4-2-3658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43.290"/>
    </inkml:context>
    <inkml:brush xml:id="br0">
      <inkml:brushProperty name="width" value="0.035" units="cm"/>
      <inkml:brushProperty name="height" value="0.035" units="cm"/>
      <inkml:brushProperty name="color" value="#004F8B"/>
    </inkml:brush>
  </inkml:definitions>
  <inkml:trace contextRef="#ctx0" brushRef="#br0">1 1 2383 0 0,'0'0'7835'0'0,"1"5"-2807"0"0,1 2-3655 0 0,-2 18 1721 0 0,0-17-4620 0 0,0 2-3364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44.131"/>
    </inkml:context>
    <inkml:brush xml:id="br0">
      <inkml:brushProperty name="width" value="0.035" units="cm"/>
      <inkml:brushProperty name="height" value="0.035" units="cm"/>
      <inkml:brushProperty name="color" value="#004F8B"/>
    </inkml:brush>
  </inkml:definitions>
  <inkml:trace contextRef="#ctx0" brushRef="#br0">1 16 1463 0 0,'0'0'11066'0'0,"8"6"-8996"0"0,0-4-1651 0 0,-1-1 0 0 0,1 0-1 0 0,-1 0 1 0 0,1 0 0 0 0,0-1 0 0 0,12-2-1 0 0,5 1 667 0 0,79-8 1729 0 0,-76 5-2487 0 0,0 2 1 0 0,43 0-1 0 0,-36 3 290 0 0,69-8 0 0 0,-99 7-610 0 0,4-1 40 0 0,-1 1 0 0 0,1-1 0 0 0,0 2 0 0 0,13 1 0 0 0,-22-2-52 0 0,-10 3-5032 0 0,5-2 1415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45.130"/>
    </inkml:context>
    <inkml:brush xml:id="br0">
      <inkml:brushProperty name="width" value="0.035" units="cm"/>
      <inkml:brushProperty name="height" value="0.035" units="cm"/>
      <inkml:brushProperty name="color" value="#004F8B"/>
    </inkml:brush>
  </inkml:definitions>
  <inkml:trace contextRef="#ctx0" brushRef="#br0">42 17 919 0 0,'-10'1'18702'0'0,"12"-2"-18580"0"0,-1 0 0 0 0,0-1 0 0 0,0 1 0 0 0,0 0 0 0 0,1-1 1 0 0,-1 1-1 0 0,1 0 0 0 0,-1 0 0 0 0,1 0 0 0 0,-1 0 1 0 0,1 1-1 0 0,0-1 0 0 0,-1 0 0 0 0,1 1 0 0 0,0-1 1 0 0,0 1-1 0 0,-1-1 0 0 0,1 1 0 0 0,0 0 0 0 0,0 0 0 0 0,0 0 1 0 0,-1 0-1 0 0,1 0 0 0 0,0 0 0 0 0,0 0 0 0 0,0 1 1 0 0,2 0-1 0 0,-2-1-91 0 0,0 1 0 0 0,0 0 1 0 0,1-1-1 0 0,-1 1 0 0 0,0 0 0 0 0,0 0 0 0 0,0 0 1 0 0,0 1-1 0 0,0-1 0 0 0,0 0 0 0 0,0 1 1 0 0,0-1-1 0 0,0 1 0 0 0,-1 0 0 0 0,1 0 1 0 0,-1 0-1 0 0,1 0 0 0 0,-1 0 0 0 0,0 0 1 0 0,2 3-1 0 0,-2-1-12 0 0,0 1 0 0 0,0 0 0 0 0,0-1 1 0 0,-1 1-1 0 0,1 0 0 0 0,-1 0 0 0 0,0 0 0 0 0,-1 0 1 0 0,1-1-1 0 0,-1 1 0 0 0,0 0 0 0 0,0 0 0 0 0,-1-1 1 0 0,1 1-1 0 0,-5 7 0 0 0,5-9-4 0 0,0-1-1 0 0,-1 1 1 0 0,0-1 0 0 0,1 1 0 0 0,-1-1-1 0 0,0 0 1 0 0,0 1 0 0 0,-1-1-1 0 0,1 0 1 0 0,0 0 0 0 0,-1-1-1 0 0,1 1 1 0 0,-1 0 0 0 0,1-1 0 0 0,-1 0-1 0 0,0 1 1 0 0,1-1 0 0 0,-1 0-1 0 0,0 0 1 0 0,0-1 0 0 0,0 1-1 0 0,0-1 1 0 0,0 1 0 0 0,0-1-1 0 0,0 0 1 0 0,-4 0 0 0 0,4-1 8 0 0,0 1 1 0 0,1-1 0 0 0,-1 0 0 0 0,0 0-1 0 0,1 0 1 0 0,-1 0 0 0 0,-4-3-1 0 0,6 3-27 0 0,0 0 1 0 0,-1 1-1 0 0,1-1 0 0 0,0 0 0 0 0,0 0 0 0 0,0 0 0 0 0,1 1 0 0 0,-1-1 0 0 0,0 0 1 0 0,0 0-1 0 0,0 0 0 0 0,1-1 0 0 0,-1 1 0 0 0,1 0 0 0 0,-1 0 0 0 0,1 0 0 0 0,-1 0 1 0 0,1-1-1 0 0,-1-1 0 0 0,1 2 1 0 0,0 0 0 0 0,0 1 0 0 0,0-1 1 0 0,0 0-1 0 0,0 0 0 0 0,1 0 0 0 0,-1 0 0 0 0,0 1 1 0 0,0-1-1 0 0,1 0 0 0 0,-1 0 0 0 0,1 1 0 0 0,-1-1 1 0 0,1 0-1 0 0,-1 1 0 0 0,1-1 0 0 0,-1 0 0 0 0,1 1 1 0 0,-1-1-1 0 0,1 1 0 0 0,0-1 0 0 0,-1 1 0 0 0,1-1 1 0 0,0 1-1 0 0,0-1 0 0 0,-1 1 0 0 0,1 0 0 0 0,0-1 1 0 0,0 1-1 0 0,-1 0 0 0 0,1 0 0 0 0,0-1 0 0 0,0 1 0 0 0,0 0 1 0 0,0 0-1 0 0,-1 0 0 0 0,1 0 0 0 0,1 0 0 0 0,2 1-8 0 0,-1-1-1 0 0,0 0 0 0 0,1 1 1 0 0,-1-1-1 0 0,0 1 0 0 0,0 0 1 0 0,5 2-1 0 0,15 11-148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45.893"/>
    </inkml:context>
    <inkml:brush xml:id="br0">
      <inkml:brushProperty name="width" value="0.035" units="cm"/>
      <inkml:brushProperty name="height" value="0.035" units="cm"/>
      <inkml:brushProperty name="color" value="#004F8B"/>
    </inkml:brush>
  </inkml:definitions>
  <inkml:trace contextRef="#ctx0" brushRef="#br0">1 9 1375 0 0,'0'0'18055'0'0,"18"-5"-15782"0"0,-13 4-1863 0 0,-1 0-221 0 0,0 1-1 0 0,0-1 1 0 0,1 1-1 0 0,-1-1 1 0 0,0 1-1 0 0,0 0 1 0 0,0 1-1 0 0,0-1 1 0 0,0 1-1 0 0,0 0 1 0 0,7 2-1 0 0,-11-3 132 0 0,0 0-253 0 0,0 2-69 0 0,0 0 2 0 0,0 0-1 0 0,-1-1 1 0 0,1 1-1 0 0,-1-1 1 0 0,1 1-1 0 0,-1-1 1 0 0,0 0-1 0 0,0 1 0 0 0,1-1 1 0 0,-1 0-1 0 0,0 1 1 0 0,0-1-1 0 0,0 0 1 0 0,-1 0-1 0 0,-1 2 1 0 0,-3 3-1 0 0,-5 9 1 0 0,-19 26 0 0 0,28-37 0 0 0,-1 0 0 0 0,1 1 0 0 0,0 0 0 0 0,0-1 0 0 0,1 1 0 0 0,-1 0 0 0 0,1 0 0 0 0,0 6 0 0 0,1-11 4 0 0,0 1-1 0 0,0-1 1 0 0,0 0 0 0 0,0 1-1 0 0,0-1 1 0 0,0 0-1 0 0,1 1 1 0 0,-1-1-1 0 0,0 0 1 0 0,0 1 0 0 0,1-1-1 0 0,-1 0 1 0 0,0 1-1 0 0,0-1 1 0 0,1 0 0 0 0,-1 0-1 0 0,0 1 1 0 0,1-1-1 0 0,-1 0 1 0 0,0 0 0 0 0,1 0-1 0 0,-1 0 1 0 0,0 1-1 0 0,1-1 1 0 0,-1 0 0 0 0,0 0-1 0 0,1 0 1 0 0,-1 0-1 0 0,1 0 1 0 0,-1 0 0 0 0,13 1 43 0 0,-12 0-25 0 0,7-1 160 0 0,-1 0 0 0 0,1 0 0 0 0,-1 0 0 0 0,8-2 0 0 0,-14 2-140 0 0,1-1-176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46.159"/>
    </inkml:context>
    <inkml:brush xml:id="br0">
      <inkml:brushProperty name="width" value="0.035" units="cm"/>
      <inkml:brushProperty name="height" value="0.035" units="cm"/>
      <inkml:brushProperty name="color" value="#004F8B"/>
    </inkml:brush>
  </inkml:definitions>
  <inkml:trace contextRef="#ctx0" brushRef="#br0">0 7 2759 0 0,'19'0'5528'0'0,"1"-3"3456"0"0,-17 2-8344 0 0,0 0-1 0 0,1 1 1 0 0,-1-1-1 0 0,1 1 1 0 0,-1 0-1 0 0,1 0 1 0 0,4 1-1 0 0,-8-1-759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47.567"/>
    </inkml:context>
    <inkml:brush xml:id="br0">
      <inkml:brushProperty name="width" value="0.035" units="cm"/>
      <inkml:brushProperty name="height" value="0.035" units="cm"/>
      <inkml:brushProperty name="color" value="#004F8B"/>
    </inkml:brush>
  </inkml:definitions>
  <inkml:trace contextRef="#ctx0" brushRef="#br0">0 0 1375 0 0,'8'4'18308'0'0,"-7"1"-18289"0"0,0 0 0 0 0,0 0 0 0 0,0 0 1 0 0,-1 0-1 0 0,0 6 0 0 0,-3 2-3758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48.073"/>
    </inkml:context>
    <inkml:brush xml:id="br0">
      <inkml:brushProperty name="width" value="0.035" units="cm"/>
      <inkml:brushProperty name="height" value="0.035" units="cm"/>
      <inkml:brushProperty name="color" value="#004F8B"/>
    </inkml:brush>
  </inkml:definitions>
  <inkml:trace contextRef="#ctx0" brushRef="#br0">0 1 919 0 0,'3'0'10750'0'0,"-2"4"-7115"0"0,2 9-1741 0 0,-4-8-1574 0 0,0-4-265 0 0,1 0-1 0 0,0 0 1 0 0,-1 0 0 0 0,1 0 0 0 0,0 0-1 0 0,0 0 1 0 0,-1 1 0 0 0,1-1 0 0 0,0 0-1 0 0,0 0 1 0 0,1 0 0 0 0,-1 1 0 0 0,0-1-1 0 0,0 0 1 0 0,1 1 0 0 0,-1-1-64 0 0,0 0 1 0 0,1-1-1 0 0,-1 1 1 0 0,1-1-1 0 0,-1 1 1 0 0,1-1-1 0 0,-1 0 1 0 0,1 1-1 0 0,-1-1 1 0 0,1 1-1 0 0,-1-1 1 0 0,1 0-1 0 0,-1 1 1 0 0,1-1-1 0 0,0 0 1 0 0,-1 0-1 0 0,1 0 1 0 0,0 1-1 0 0,-1-1 1 0 0,1 0-1 0 0,0 0 1 0 0,0 0-1 0 0,6 0-3762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48.310"/>
    </inkml:context>
    <inkml:brush xml:id="br0">
      <inkml:brushProperty name="width" value="0.035" units="cm"/>
      <inkml:brushProperty name="height" value="0.035" units="cm"/>
      <inkml:brushProperty name="color" value="#004F8B"/>
    </inkml:brush>
  </inkml:definitions>
  <inkml:trace contextRef="#ctx0" brushRef="#br0">1 1 919 0 0,'0'0'9652'0'0,"0"6"-4719"0"0,0 8-2950 0 0,1 14-2265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49.105"/>
    </inkml:context>
    <inkml:brush xml:id="br0">
      <inkml:brushProperty name="width" value="0.035" units="cm"/>
      <inkml:brushProperty name="height" value="0.035" units="cm"/>
      <inkml:brushProperty name="color" value="#004F8B"/>
    </inkml:brush>
  </inkml:definitions>
  <inkml:trace contextRef="#ctx0" brushRef="#br0">6 0 919 0 0,'0'0'9278'0'0,"9"2"-6476"0"0,-8-2-2748 0 0,2 1-44 0 0,-1 1 1 0 0,-1-1 29 0 0,0 0 1 0 0,0 0-1 0 0,0 0 1 0 0,0 1-1 0 0,-1-1 0 0 0,1 0 1 0 0,0 1-1 0 0,-1-1 1 0 0,1 0-1 0 0,-1 1 0 0 0,0-1 1 0 0,1 1-1 0 0,-1-1 1 0 0,0 1-1 0 0,0-1 0 0 0,0 1 1 0 0,0-1-1 0 0,0 1 1 0 0,-1 2-1 0 0,1-2 165 0 0,0 2-97 0 0,-2 15 126 0 0,2-18-139 0 0,0-1 1 0 0,-1 0 0 0 0,1 1 0 0 0,0-1 0 0 0,0 0 0 0 0,-1 1-1 0 0,1-1 1 0 0,0 0 0 0 0,0 1 0 0 0,-1-1 0 0 0,1 0-1 0 0,0 0 1 0 0,-1 0 0 0 0,1 1 0 0 0,0-1 0 0 0,-1 0-1 0 0,1 0 1 0 0,-1 0 0 0 0,1 0 0 0 0,0 0 0 0 0,-1 1 0 0 0,1-1-1 0 0,-1 0 1 0 0,1 0 0 0 0,0 0 0 0 0,-1 0 0 0 0,1 0-1 0 0,-1 0 1 0 0,1-1 0 0 0,0 1 0 0 0,-1 0 0 0 0,0 0 0 0 0,-7-2-139 0 0,2 0-3419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49.851"/>
    </inkml:context>
    <inkml:brush xml:id="br0">
      <inkml:brushProperty name="width" value="0.035" units="cm"/>
      <inkml:brushProperty name="height" value="0.035" units="cm"/>
      <inkml:brushProperty name="color" value="#004F8B"/>
    </inkml:brush>
  </inkml:definitions>
  <inkml:trace contextRef="#ctx0" brushRef="#br0">18 1 919 0 0,'0'0'224'0'0,"-13"-1"10352"0"0,13 5-10522 0 0,0 0 0 0 0,0 0 0 0 0,0 0-1 0 0,0 0 1 0 0,-2 6 0 0 0,-1 23 123 0 0,4-31-281 0 0,0 0-1 0 0,0 0 0 0 0,0 0 0 0 0,0 0 1 0 0,0 0-1 0 0,0-1 0 0 0,0 1 0 0 0,3 2 1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50.911"/>
    </inkml:context>
    <inkml:brush xml:id="br0">
      <inkml:brushProperty name="width" value="0.035" units="cm"/>
      <inkml:brushProperty name="height" value="0.035" units="cm"/>
      <inkml:brushProperty name="color" value="#004F8B"/>
    </inkml:brush>
  </inkml:definitions>
  <inkml:trace contextRef="#ctx0" brushRef="#br0">45 0 919 0 0,'0'1'67'0'0,"0"-1"223"0"0,0 0 0 0 0,0 1 1 0 0,-1-1-1 0 0,1 1 0 0 0,0-1 0 0 0,0 0 0 0 0,0 1 0 0 0,0-1 1 0 0,-1 0-1 0 0,1 1 0 0 0,0-1 0 0 0,0 1 0 0 0,-1-1 0 0 0,1 0 0 0 0,0 0 1 0 0,0 1-1 0 0,-1-1 0 0 0,1 0 0 0 0,0 0 0 0 0,-1 1 0 0 0,1-1 0 0 0,0 0 1 0 0,-1 0-1 0 0,1 0 0 0 0,-1 1 0 0 0,1-1 0 0 0,0 0 0 0 0,-1 0 1 0 0,1 0-1 0 0,-1 0 0 0 0,1 0 0 0 0,0 0 0 0 0,-1 0 0 0 0,1 0 0 0 0,-1 0 1 0 0,1 0-1 0 0,0 0 0 0 0,-1 0 0 0 0,0-1 0 0 0,-7 2 3349 0 0,7 0-3633 0 0,0-1-1 0 0,0 1 0 0 0,0 0 0 0 0,0 0 1 0 0,0 0-1 0 0,1 1 0 0 0,-1-1 1 0 0,0 0-1 0 0,1 0 0 0 0,-1 0 0 0 0,0 2 1 0 0,1-3-6 0 0,-4 12-217 0 0,1 0-1 0 0,0 0 0 0 0,-1 16 1 0 0,4-27 240 0 0,0 0 0 0 0,0 0 0 0 0,0 0 1 0 0,0-1-1 0 0,0 1 0 0 0,0 0 0 0 0,1 0 0 0 0,-1 0 1 0 0,0-1-1 0 0,0 1 0 0 0,1 0 0 0 0,-1 0 1 0 0,0-1-1 0 0,1 1 0 0 0,-1 0 0 0 0,1-1 1 0 0,-1 1-1 0 0,1 0 0 0 0,-1-1 0 0 0,1 1 1 0 0,-1-1-1 0 0,1 1 0 0 0,0-1 0 0 0,-1 1 1 0 0,1-1-1 0 0,0 1 0 0 0,-1-1 0 0 0,1 1 0 0 0,0-1 1 0 0,0 0-1 0 0,-1 0 0 0 0,1 1 0 0 0,0-1 1 0 0,0 0-1 0 0,0 0 0 0 0,-1 0 0 0 0,1 0 1 0 0,0 0-1 0 0,1 0 0 0 0,1 0 270 0 0,-2 0-157 0 0,5 4-685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51.309"/>
    </inkml:context>
    <inkml:brush xml:id="br0">
      <inkml:brushProperty name="width" value="0.035" units="cm"/>
      <inkml:brushProperty name="height" value="0.035" units="cm"/>
      <inkml:brushProperty name="color" value="#004F8B"/>
    </inkml:brush>
  </inkml:definitions>
  <inkml:trace contextRef="#ctx0" brushRef="#br0">1 0 919 0 0,'1'6'14283'0'0,"2"1"-11955"0"0,13 4-2173 0 0,-14-10-140 0 0,1 0 1 0 0,-1 1-1 0 0,0-1 1 0 0,0 0-1 0 0,0 1 1 0 0,-1-1-1 0 0,1 1 1 0 0,0 0-1 0 0,0 0 1 0 0,2 3-1 0 0,-2 9-427 0 0,-2-14 291 0 0,0 1 0 0 0,0-1-1 0 0,0 1 1 0 0,0-1 0 0 0,0 0-1 0 0,0 1 1 0 0,0-1 0 0 0,0 1-1 0 0,-1-1 1 0 0,1 1 0 0 0,0-1-1 0 0,0 1 1 0 0,0-1 0 0 0,-1 1-1 0 0,1-1 1 0 0,0 0 0 0 0,0 1-1 0 0,-1-1 1 0 0,1 0 0 0 0,0 1-1 0 0,-1-1 1 0 0,1 0 0 0 0,0 1-1 0 0,-1-1 1 0 0,1 0 0 0 0,-1 1-1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54.181"/>
    </inkml:context>
    <inkml:brush xml:id="br0">
      <inkml:brushProperty name="width" value="0.035" units="cm"/>
      <inkml:brushProperty name="height" value="0.035" units="cm"/>
      <inkml:brushProperty name="color" value="#004F8B"/>
    </inkml:brush>
  </inkml:definitions>
  <inkml:trace contextRef="#ctx0" brushRef="#br0">166 0 7199 0 0,'1'2'7003'0'0,"0"3"-3935"0"0,3 8-612 0 0,14 130 1505 0 0,-10-45-2729 0 0,2 57-201 0 0,-3-66-423 0 0,1-14-516 0 0,-9-60 131 0 0,-3 28 1 0 0,0-6 171 0 0,3-11-274 0 0,1 0 0 0 0,2 0-1 0 0,7 41 1 0 0,-7-47-1 0 0,-1 1 1 0 0,-1 0-1 0 0,0-1 1 0 0,-6 32-1 0 0,2-24-66 0 0,1-2-4 0 0,-11 32-1 0 0,8-32-2 0 0,-4 28-1 0 0,-2 82 18 0 0,11-89-64 0 0,5 56 0 0 0,-6-71 0 0 0,1-27 0 0 0,1 0 0 0 0,-1 0 0 0 0,1 1 0 0 0,0-1 0 0 0,1 7 0 0 0,2 6 0 0 0,-2 1 0 0 0,0-1 0 0 0,-3 33 0 0 0,-6 39 0 0 0,-1-10-64 0 0,7-54 64 0 0,0-5 0 0 0,-6 30 0 0 0,6-39 0 0 0,-2 23 0 0 0,4-24 0 0 0,-1-1 0 0 0,-3 13 0 0 0,1-8 0 0 0,1 0 0 0 0,1 0 0 0 0,-1 18 0 0 0,0 15 0 0 0,-5 9-20 0 0,-3 30-24 0 0,8-56-87 0 0,-1 44-237 0 0,3-74 326 0 0,-1 1 20 0 0,1 1 8 0 0,-2 9-217 0 0,0 0 0 0 0,0 14-1 0 0,2-25 142 0 0,1 7-357 0 0,-1 3 321 0 0,0-3-30 0 0,9 29 78 0 0,-9-34 78 0 0,0 0 15 0 0,-1-2 58 0 0,0 0 0 0 0,0 0 0 0 0,0 0 0 0 0,0 0 0 0 0,-1 0-1 0 0,1 0 1 0 0,0 0 0 0 0,-1-1 0 0 0,1 1 0 0 0,0 0 0 0 0,-1-1 0 0 0,1 1 0 0 0,-1-1 0 0 0,1 0 0 0 0,-1 1 0 0 0,-2-1 0 0 0,-3 2 375 0 0,3-1-428 0 0,1 0 1 0 0,-1-1-1 0 0,0 1 1 0 0,1-1 0 0 0,-1 0-1 0 0,0 0 1 0 0,0 0-1 0 0,1 0 1 0 0,-1-1-1 0 0,0 1 1 0 0,1-1 0 0 0,-1 0-1 0 0,-4-2 1 0 0,-10-1-8376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58.022"/>
    </inkml:context>
    <inkml:brush xml:id="br0">
      <inkml:brushProperty name="width" value="0.035" units="cm"/>
      <inkml:brushProperty name="height" value="0.035" units="cm"/>
      <inkml:brushProperty name="color" value="#004F8B"/>
    </inkml:brush>
  </inkml:definitions>
  <inkml:trace contextRef="#ctx0" brushRef="#br0">1 18 4175 0 0,'0'0'11111'0'0,"14"-7"-9596"0"0,-5 6-1373 0 0,3-2 467 0 0,1 0 0 0 0,-1 2-1 0 0,1 0 1 0 0,-1 0 0 0 0,20 2-1 0 0,-15 0-140 0 0,-16-1-414 0 0,0 1-21 0 0,0-1 328 0 0,-1 16 322 0 0,0 16-374 0 0,-2-14-238 0 0,1 29 0 0 0,1 1 307 0 0,0 2 148 0 0,0-33-476 0 0,0 1-1 0 0,-3 18 1 0 0,1-18 27 0 0,2-1 0 0 0,-1 0 0 0 0,5 30 0 0 0,-1-7-4 0 0,-3-26-59 0 0,0-7 9 0 0,0-1 0 0 0,1 1 0 0 0,0-1 0 0 0,0 1 0 0 0,3 11 901 0 0,-20-8 79 0 0,-10-6 451 0 0,4-1-3525 0 0,18-2-136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1:59.835"/>
    </inkml:context>
    <inkml:brush xml:id="br0">
      <inkml:brushProperty name="width" value="0.035" units="cm"/>
      <inkml:brushProperty name="height" value="0.035" units="cm"/>
      <inkml:brushProperty name="color" value="#004F8B"/>
    </inkml:brush>
  </inkml:definitions>
  <inkml:trace contextRef="#ctx0" brushRef="#br0">20 19 1375 0 0,'0'0'66'0'0,"-19"-19"22758"0"0,25 24-21339 0 0,0 1-1385 0 0,-1 0 1 0 0,-1 0 0 0 0,1 0-1 0 0,-1 1 1 0 0,0 0-1 0 0,-1 0 1 0 0,1 0 0 0 0,-1 0-1 0 0,2 10 1 0 0,3 3 57 0 0,6 25 81 0 0,2 6 119 0 0,-14-46-314 0 0,1 0 1 0 0,-1-1-1 0 0,1 1 1 0 0,-1-1-1 0 0,1 0 1 0 0,0 0-1 0 0,1 0 1 0 0,4 4-1 0 0,-6-6 6 0 0,0 0 1 0 0,1 0-1 0 0,-1 0 0 0 0,1-1 1 0 0,0 1-1 0 0,4 1 0 0 0,-7-3 82 0 0,1 0-124 0 0,-1 0-1 0 0,0 0 1 0 0,0 0 0 0 0,0 0-1 0 0,0 1 1 0 0,1-1-1 0 0,-1 0 1 0 0,0 0 0 0 0,0 0-1 0 0,0 0 1 0 0,1 0 0 0 0,-1 0-1 0 0,0 0 1 0 0,0 0 0 0 0,0 0-1 0 0,1 0 1 0 0,-1 0-1 0 0,0 0 1 0 0,0 0 0 0 0,0 0-1 0 0,1 0 1 0 0,-1 0 0 0 0,0-1-1 0 0,0 1 1 0 0,0 0-1 0 0,1 0 1 0 0,-1 0 0 0 0,0 0-1 0 0,0 0 1 0 0,0 0 0 0 0,0 0-1 0 0,1-1 1 0 0,-1 1-1 0 0,0 0 1 0 0,0 0 0 0 0,0 0-1 0 0,0 0 1 0 0,0-1 0 0 0,0 1-1 0 0,0 0 1 0 0,0 0-1 0 0,1-1 1 0 0,4-6 156 0 0,3-16 7 0 0,8-40-1 0 0,-11 42-166 0 0,0 0 0 0 0,14-35-1 0 0,-4 14-3 0 0,-9 33 279 0 0,-3 6-1268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00.533"/>
    </inkml:context>
    <inkml:brush xml:id="br0">
      <inkml:brushProperty name="width" value="0.035" units="cm"/>
      <inkml:brushProperty name="height" value="0.035" units="cm"/>
      <inkml:brushProperty name="color" value="#004F8B"/>
    </inkml:brush>
  </inkml:definitions>
  <inkml:trace contextRef="#ctx0" brushRef="#br0">1 1 1375 0 0,'6'-1'23178'0'0,"-1"7"-26222"0"0,0-1 3506 0 0,-1 0 0 0 0,0 0 0 0 0,-1 0 0 0 0,5 9 0 0 0,1 0-194 0 0,71 101 1812 0 0,-70-98-1896 0 0,-8-11-137 0 0,1 0 0 0 0,1-1 0 0 0,-1 0 0 0 0,1 0 0 0 0,0 0 0 0 0,1 0 0 0 0,5 6 0 0 0,-7-10 33 0 0,-3-1 24 0 0,5-2 340 0 0,-5 2-420 0 0,1 0 1 0 0,-1 0-1 0 0,1 0 0 0 0,-1 0 0 0 0,1-1 1 0 0,-1 1-1 0 0,0 0 0 0 0,1 0 0 0 0,-1-1 0 0 0,1 1 1 0 0,-1 0-1 0 0,1-1 0 0 0,-1 1 0 0 0,0 0 0 0 0,1-1 1 0 0,-1 1-1 0 0,1-1 0 0 0,2-6 118 0 0,0-1-1 0 0,0 0 1 0 0,-1 1-1 0 0,4-17 1 0 0,-1 0 38 0 0,2 2-173 0 0,-4 12 0 0 0,0 1 0 0 0,0-1 1 0 0,-1 0-1 0 0,0 1 0 0 0,-1-1 0 0 0,0 0 0 0 0,-1-16 0 0 0,-1 23-7 0 0,1 2-22 0 0,0 1 1 0 0,0 0-1 0 0,0 0 1 0 0,0 0-1 0 0,0 0 0 0 0,0 0 1 0 0,0 0-1 0 0,0-1 0 0 0,0 1 1 0 0,0 0-1 0 0,0 0 0 0 0,0 0 1 0 0,-1 0-1 0 0,1 0 1 0 0,0 0-1 0 0,0 0 0 0 0,0 0 1 0 0,0 0-1 0 0,0-1 0 0 0,0 1 1 0 0,0 0-1 0 0,-1 0 0 0 0,1 0 1 0 0,0 0-1 0 0,0 0 1 0 0,0 0-1 0 0,0 0 0 0 0,0 0 1 0 0,-1 0-1 0 0,1 0 0 0 0,0 0 1 0 0,0 0-1 0 0,0 0 1 0 0,0 0-1 0 0,0 0 0 0 0,0 0 1 0 0,-1 0-1 0 0,1 0 0 0 0,0 0 1 0 0,0 0-1 0 0,0 1 0 0 0,0-1 1 0 0,0 0-1 0 0,0 0 1 0 0,-1 0-1 0 0,1 0 0 0 0,0 0 1 0 0,0 0-1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01.182"/>
    </inkml:context>
    <inkml:brush xml:id="br0">
      <inkml:brushProperty name="width" value="0.035" units="cm"/>
      <inkml:brushProperty name="height" value="0.035" units="cm"/>
      <inkml:brushProperty name="color" value="#004F8B"/>
    </inkml:brush>
  </inkml:definitions>
  <inkml:trace contextRef="#ctx0" brushRef="#br0">0 0 919 0 0,'4'2'18933'0'0,"-1"0"-16059"0"0,9 79-390 0 0,-12-81-2426 0 0,1 2-143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01.563"/>
    </inkml:context>
    <inkml:brush xml:id="br0">
      <inkml:brushProperty name="width" value="0.035" units="cm"/>
      <inkml:brushProperty name="height" value="0.035" units="cm"/>
      <inkml:brushProperty name="color" value="#004F8B"/>
    </inkml:brush>
  </inkml:definitions>
  <inkml:trace contextRef="#ctx0" brushRef="#br0">0 4 4831 0 0,'0'0'223'0'0,"19"0"8721"0"0,-11-2-7601 0 0,-7 2-1296 0 0,0-1 1 0 0,0 1 0 0 0,0 0 0 0 0,1 0-1 0 0,-1-1 1 0 0,0 1 0 0 0,0 0-1 0 0,1 0 1 0 0,-1 0 0 0 0,0 0-1 0 0,0 0 1 0 0,0 1 0 0 0,1-1-1 0 0,-1 0 1 0 0,0 0 0 0 0,2 2-1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02.086"/>
    </inkml:context>
    <inkml:brush xml:id="br0">
      <inkml:brushProperty name="width" value="0.035" units="cm"/>
      <inkml:brushProperty name="height" value="0.035" units="cm"/>
      <inkml:brushProperty name="color" value="#004F8B"/>
    </inkml:brush>
  </inkml:definitions>
  <inkml:trace contextRef="#ctx0" brushRef="#br0">3 0 919 0 0,'0'0'5648'0'0,"3"11"1391"0"0,-3-6-6558 0 0,-6 66 1211 0 0,7-68-1680 0 0,-1 0-12 0 0,1 0 11 0 0,0-2 32 0 0,7 19 85 0 0,-7-20-74 0 0,-1 1 0 0 0,1 0 1 0 0,0 0-1 0 0,0-1 0 0 0,0 1 1 0 0,-1 0-1 0 0,1-1 0 0 0,0 1 0 0 0,0-1 1 0 0,0 1-1 0 0,0-1 0 0 0,0 0 1 0 0,0 1-1 0 0,0-1 0 0 0,1 0 1 0 0,-1 0-1 0 0,0 0 0 0 0,0 0 1 0 0,0 0-1 0 0,0 0 0 0 0,0 0 1 0 0,0 0-1 0 0,0 0 0 0 0,0 0 1 0 0,0 0-1 0 0,2-1 0 0 0,-1-2-2842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02.720"/>
    </inkml:context>
    <inkml:brush xml:id="br0">
      <inkml:brushProperty name="width" value="0.035" units="cm"/>
      <inkml:brushProperty name="height" value="0.035" units="cm"/>
      <inkml:brushProperty name="color" value="#004F8B"/>
    </inkml:brush>
  </inkml:definitions>
  <inkml:trace contextRef="#ctx0" brushRef="#br0">1 1 1375 0 0,'3'2'13127'0'0,"11"5"-11151"0"0,-14-7-1961 0 0,0 0-1 0 0,1 0 1 0 0,-1 0 0 0 0,0 0-1 0 0,0 1 1 0 0,1-1 0 0 0,-1 0-1 0 0,0 0 1 0 0,1 0 0 0 0,-1 0-1 0 0,0 0 1 0 0,0 0 0 0 0,1 0-1 0 0,-1 1 1 0 0,0-1 0 0 0,0 0-1 0 0,0 0 1 0 0,1 0 0 0 0,-1 0-1 0 0,0 1 1 0 0,0-1 0 0 0,0 0-1 0 0,0 0 1 0 0,1 0 0 0 0,-1 1-1 0 0,0-1 1 0 0,0 0 0 0 0,0 0-1 0 0,0 1 1 0 0,0-1 0 0 0,0 0-1 0 0,0 1 1 0 0,0-1 0 0 0,0 0-1 0 0,0 0 1 0 0,0 1 0 0 0,-2 12 770 0 0,0-3-536 0 0,0-1-249 0 0,1-3 0 0 0,0-1 0 0 0,1 0 0 0 0,-1 1 0 0 0,1-1 0 0 0,1 1 0 0 0,-1-1 0 0 0,1 0 0 0 0,0 1 0 0 0,0-1 0 0 0,2 7 0 0 0,-2-9 2 0 0,0-2 3 0 0,-1 0 0 0 0,0 0 0 0 0,1 0 0 0 0,-1 0-1 0 0,0 0 1 0 0,0 0 0 0 0,0 0 0 0 0,0 0-1 0 0,0 1 1 0 0,0-1 0 0 0,0 0 0 0 0,0 0-1 0 0,0 0 1 0 0,-1 0 0 0 0,1 0 0 0 0,0 0-1 0 0,-1 1 1 0 0,1-2 43 0 0,0 0-1 0 0,-1 1 1 0 0,1-1-1 0 0,0 0 0 0 0,0 0 1 0 0,0 0-1 0 0,-1 0 1 0 0,1 0-1 0 0,0 0 1 0 0,0 0-1 0 0,0 0 1 0 0,-1 1-1 0 0,1-1 1 0 0,0 0-1 0 0,0 0 0 0 0,-1 0 1 0 0,1 0-1 0 0,0 0 1 0 0,0 0-1 0 0,0 0 1 0 0,-1 0-1 0 0,1 0 1 0 0,0 0-1 0 0,0-1 0 0 0,-1 1 1 0 0,1 0-1 0 0,0 0 1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04.620"/>
    </inkml:context>
    <inkml:brush xml:id="br0">
      <inkml:brushProperty name="width" value="0.035" units="cm"/>
      <inkml:brushProperty name="height" value="0.035" units="cm"/>
      <inkml:brushProperty name="color" value="#004F8B"/>
    </inkml:brush>
  </inkml:definitions>
  <inkml:trace contextRef="#ctx0" brushRef="#br0">13 1 4175 0 0,'0'0'11559'0'0,"-1"20"-8454"0"0,-8 8-798 0 0,6-21-1563 0 0,3-7-724 0 0,0 0 0 0 0,0 1 1 0 0,0-1-1 0 0,0 1 0 0 0,1-1 0 0 0,-1 1 0 0 0,0-1 1 0 0,0 1-1 0 0,0-1 0 0 0,0 0 0 0 0,1 1 1 0 0,-1-1-1 0 0,0 1 0 0 0,0-1 0 0 0,1 0 1 0 0,-1 1-1 0 0,0-1 0 0 0,1 0 0 0 0,-1 1 1 0 0,0-1-1 0 0,1 0 0 0 0,-1 0 0 0 0,0 1 0 0 0,1-1 1 0 0,-1 0-1 0 0,1 0 0 0 0,-1 0 0 0 0,0 1 1 0 0,1-1-1 0 0,-1 0 0 0 0,1 0 0 0 0,-1 0 1 0 0,1 0-1 0 0,-1 0 0 0 0,1 0 0 0 0,-1 0 0 0 0,0 0 1 0 0,2 0-1 0 0,24 0-1273 0 0,-20 0-1244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04.909"/>
    </inkml:context>
    <inkml:brush xml:id="br0">
      <inkml:brushProperty name="width" value="0.035" units="cm"/>
      <inkml:brushProperty name="height" value="0.035" units="cm"/>
      <inkml:brushProperty name="color" value="#004F8B"/>
    </inkml:brush>
  </inkml:definitions>
  <inkml:trace contextRef="#ctx0" brushRef="#br0">8 1 1375 0 0,'0'0'13064'0'0,"2"20"-9968"0"0,-10 24-342 0 0,8-43-2662 0 0,-1 5-578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14.082"/>
    </inkml:context>
    <inkml:brush xml:id="br0">
      <inkml:brushProperty name="width" value="0.035" units="cm"/>
      <inkml:brushProperty name="height" value="0.035" units="cm"/>
      <inkml:brushProperty name="color" value="#004F8B"/>
    </inkml:brush>
  </inkml:definitions>
  <inkml:trace contextRef="#ctx0" brushRef="#br0">2 0 919 0 0,'-2'1'25524'0'0,"3"0"-26689"0"0,13 29 1986 0 0,0 4-513 0 0,3-1 1 0 0,0 0-1 0 0,35 45 0 0 0,-49-74-298 0 0,8 8 132 0 0,-10-11 80 0 0,-1 21-78 0 0,0-22-26 0 0,1 0-48 0 0,1-1-16 0 0,0 2-55 0 0,-1-1-314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14.621"/>
    </inkml:context>
    <inkml:brush xml:id="br0">
      <inkml:brushProperty name="width" value="0.035" units="cm"/>
      <inkml:brushProperty name="height" value="0.035" units="cm"/>
      <inkml:brushProperty name="color" value="#004F8B"/>
    </inkml:brush>
  </inkml:definitions>
  <inkml:trace contextRef="#ctx0" brushRef="#br0">0 0 919 0 0,'0'0'15038'0'0,"2"18"-11353"0"0,0-13-3466 0 0,0 0 1 0 0,1 0-1 0 0,0-1 0 0 0,-1 1 1 0 0,1-1-1 0 0,1 0 1 0 0,-1 0-1 0 0,5 4 0 0 0,9 13-608 0 0,-15-18-351 0 0,0-1 1 0 0,-1 1-1 0 0,1 0 1 0 0,-1 0-1 0 0,0 0 0 0 0,2 3 1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15.749"/>
    </inkml:context>
    <inkml:brush xml:id="br0">
      <inkml:brushProperty name="width" value="0.035" units="cm"/>
      <inkml:brushProperty name="height" value="0.035" units="cm"/>
      <inkml:brushProperty name="color" value="#004F8B"/>
    </inkml:brush>
  </inkml:definitions>
  <inkml:trace contextRef="#ctx0" brushRef="#br0">0 273 2359 0 0,'0'0'11358'0'0,"19"-6"-5644"0"0,-15 2-4982 0 0,0 0-1 0 0,-1 0 1 0 0,0-1-1 0 0,5-8 1 0 0,0-4-237 0 0,7-22-1 0 0,0 1-214 0 0,-3 7 606 0 0,-7 18-597 0 0,1-1 0 0 0,8-14 0 0 0,-9 21-252 0 0,-3 4 0 0 0,0-1 0 0 0,0 0-1 0 0,0 1 1 0 0,0-1 0 0 0,0 0-1 0 0,-1 0 1 0 0,0 0 0 0 0,0 0-1 0 0,1-7 1 0 0,-2 7 119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16.636"/>
    </inkml:context>
    <inkml:brush xml:id="br0">
      <inkml:brushProperty name="width" value="0.035" units="cm"/>
      <inkml:brushProperty name="height" value="0.035" units="cm"/>
      <inkml:brushProperty name="color" value="#004F8B"/>
    </inkml:brush>
  </inkml:definitions>
  <inkml:trace contextRef="#ctx0" brushRef="#br0">1 61 919 0 0,'0'0'14984'0'0,"7"16"-11518"0"0,0-7-1943 0 0,15 17 1 0 0,-15-19-1046 0 0,0 0-1 0 0,-1 1 1 0 0,8 11 0 0 0,29 64 1663 0 0,-42-83-2085 0 0,0 0-34 0 0,0 0 31 0 0,8-15 395 0 0,1-9-98 0 0,0 1 0 0 0,2 0-1 0 0,0 0 1 0 0,2 1 0 0 0,18-23 0 0 0,-30 43-326 0 0,0 0-1 0 0,0-1 1 0 0,0 1 0 0 0,0-1 0 0 0,-1 0 0 0 0,0 0 0 0 0,1 0 0 0 0,0-5-1 0 0,-1 8 80 0 0,1-22 333 0 0,-1 13-303 0 0,-6 14-1064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17.413"/>
    </inkml:context>
    <inkml:brush xml:id="br0">
      <inkml:brushProperty name="width" value="0.035" units="cm"/>
      <inkml:brushProperty name="height" value="0.035" units="cm"/>
      <inkml:brushProperty name="color" value="#004F8B"/>
    </inkml:brush>
  </inkml:definitions>
  <inkml:trace contextRef="#ctx0" brushRef="#br0">0 1 919 0 0,'0'0'22211'0'0,"10"17"-20565"0"0,-6 8-1041 0 0,-3-13-227 0 0,1 0 0 0 0,5 15 0 0 0,-6-26-341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17.745"/>
    </inkml:context>
    <inkml:brush xml:id="br0">
      <inkml:brushProperty name="width" value="0.035" units="cm"/>
      <inkml:brushProperty name="height" value="0.035" units="cm"/>
      <inkml:brushProperty name="color" value="#004F8B"/>
    </inkml:brush>
  </inkml:definitions>
  <inkml:trace contextRef="#ctx0" brushRef="#br0">1 10 11951 0 0,'0'0'1408'0'0,"22"-8"5542"0"0,-19 7-8220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18.157"/>
    </inkml:context>
    <inkml:brush xml:id="br0">
      <inkml:brushProperty name="width" value="0.035" units="cm"/>
      <inkml:brushProperty name="height" value="0.035" units="cm"/>
      <inkml:brushProperty name="color" value="#004F8B"/>
    </inkml:brush>
  </inkml:definitions>
  <inkml:trace contextRef="#ctx0" brushRef="#br0">1 0 1375 0 0,'0'0'5795'0'0,"5"7"144"0"0,2 1-4313 0 0,-6 0-883 0 0,1 0 0 0 0,-1-1 0 0 0,0 1 0 0 0,-1-1 0 0 0,0 10 0 0 0,0 9 750 0 0,0-18-1057 0 0,0-6-358 0 0,0 1 0 0 0,0-1 0 0 0,1 0 0 0 0,-1 0 0 0 0,0 0 0 0 0,1 0-1 0 0,-1 0 1 0 0,2 4 0 0 0,-1-5-31 0 0,-1-1 1 0 0,1 1-1 0 0,0 0 0 0 0,-1-1 0 0 0,1 1 1 0 0,0-1-1 0 0,-1 1 0 0 0,1-1 0 0 0,0 0 1 0 0,0 1-1 0 0,-1-1 0 0 0,1 1 0 0 0,0-1 1 0 0,0 0-1 0 0,0 0 0 0 0,0 0 0 0 0,-1 0 0 0 0,1 1 1 0 0,0-1-1 0 0,0 0 0 0 0,0 0 0 0 0,0 0 1 0 0,0-1-1 0 0,-1 1 0 0 0,1 0 0 0 0,0 0 1 0 0,1-1-1 0 0,10 1 1132 0 0,-8 3-5241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18.744"/>
    </inkml:context>
    <inkml:brush xml:id="br0">
      <inkml:brushProperty name="width" value="0.035" units="cm"/>
      <inkml:brushProperty name="height" value="0.035" units="cm"/>
      <inkml:brushProperty name="color" value="#004F8B"/>
    </inkml:brush>
  </inkml:definitions>
  <inkml:trace contextRef="#ctx0" brushRef="#br0">1 0 4255 0 0,'0'0'198'0'0,"15"1"15216"0"0,-13-1-14388 0 0,2 6 19 0 0,-3-4-997 0 0,0-1 1 0 0,0 1-1 0 0,0 0 0 0 0,0-1 1 0 0,1 1-1 0 0,-1-1 1 0 0,0 0-1 0 0,1 1 1 0 0,-1-1-1 0 0,1 0 1 0 0,0 0-1 0 0,-1 0 1 0 0,1 0-1 0 0,0 0 0 0 0,-1 0 1 0 0,1-1-1 0 0,3 2 1 0 0,-5-2 4 0 0,0 0 0 0 0,2 5-51 0 0,0 0-1 0 0,-1-1 0 0 0,1 1 1 0 0,-1 0-1 0 0,-1 0 0 0 0,1 0 1 0 0,0 7-1 0 0,-1-4 60 0 0,0-4 187 0 0,0 1-1 0 0,0 0 1 0 0,-1 0 0 0 0,0 6 0 0 0,0-10-192 0 0,1 0 1 0 0,-1 0 0 0 0,1 1 0 0 0,-1-1 0 0 0,0 0-1 0 0,1 0 1 0 0,-1 0 0 0 0,0 0 0 0 0,0 0 0 0 0,0 0-1 0 0,0 0 1 0 0,0 0 0 0 0,0 0 0 0 0,0 0 0 0 0,0 0-1 0 0,0 0 1 0 0,0-1 0 0 0,-2 2 493 0 0,0-3-2254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19.899"/>
    </inkml:context>
    <inkml:brush xml:id="br0">
      <inkml:brushProperty name="width" value="0.035" units="cm"/>
      <inkml:brushProperty name="height" value="0.035" units="cm"/>
      <inkml:brushProperty name="color" value="#004F8B"/>
    </inkml:brush>
  </inkml:definitions>
  <inkml:trace contextRef="#ctx0" brushRef="#br0">1 6 1375 0 0,'0'0'19256'0'0,"19"-5"-15772"0"0,-18 5-3405 0 0,-1 0-55 0 0,1 0 0 0 0,0 0-1 0 0,-1 0 1 0 0,1 0-1 0 0,-1 0 1 0 0,1 0-1 0 0,-1 1 1 0 0,1-1-1 0 0,0 0 1 0 0,-1 0 0 0 0,1 1-1 0 0,-1-1 1 0 0,1 0-1 0 0,-1 0 1 0 0,1 1-1 0 0,-1-1 1 0 0,0 1-1 0 0,1-1 1 0 0,-1 0 0 0 0,1 1-1 0 0,-1-1 1 0 0,0 1-1 0 0,1-1 1 0 0,-1 1-1 0 0,0-1 1 0 0,0 1-1 0 0,1 0 1 0 0,-1-1-1 0 0,0 1 1 0 0,0-1 0 0 0,0 1-1 0 0,0-1 1 0 0,0 1-1 0 0,0 0 1 0 0,0-1-1 0 0,0 1 1 0 0,0-1-1 0 0,0 1 1 0 0,0-1 0 0 0,0 1-1 0 0,0 0 1 0 0,0 0-1 0 0,-1 4 6 0 0,1-4-16 0 0,-1 1-1 0 0,1 0 1 0 0,0-1 0 0 0,-1 1 0 0 0,1-1 0 0 0,-1 1-1 0 0,1-1 1 0 0,-1 1 0 0 0,0-1 0 0 0,0 1 0 0 0,0-1 0 0 0,0 1-1 0 0,-1 0 1 0 0,1 1-13 0 0,2 0 0 0 0,1-1 11 0 0,16 9 12 0 0,-16-10-23 0 0,0 0 0 0 0,0 0 0 0 0,1 0 0 0 0,-1 0-1 0 0,0 1 1 0 0,0-1 0 0 0,0 1 0 0 0,2 2-1 0 0,-4-3 1 0 0,1 0 0 0 0,-1 0 0 0 0,1 0 0 0 0,-1 0 0 0 0,1 0 0 0 0,-1 0 0 0 0,1 0 0 0 0,-1 1 0 0 0,0-1 0 0 0,0 0 0 0 0,0 0 0 0 0,0 1 0 0 0,0-1 0 0 0,0 0 0 0 0,0 0 0 0 0,0 0 0 0 0,0 1 0 0 0,0-1 0 0 0,-1 0 0 0 0,1 0 0 0 0,0 0 0 0 0,-1 2 0 0 0,0-2 32 0 0,1 0 0 0 0,0 0 0 0 0,-1 0 0 0 0,1 0-1 0 0,-1 0 1 0 0,1-1 0 0 0,-1 1 0 0 0,1 0 0 0 0,-1 0 0 0 0,0 0 0 0 0,1 0 0 0 0,-1-1-1 0 0,0 1 1 0 0,0 0 0 0 0,0-1 0 0 0,1 1 0 0 0,-1 0 0 0 0,0-1 0 0 0,0 1-1 0 0,0-1 1 0 0,-1 1 0 0 0,-1-1 172 0 0,0 1 1 0 0,0-1-1 0 0,0 1 0 0 0,0-1 0 0 0,1 0 0 0 0,-4-1 0 0 0,-10 1-2753 0 0,12 0 1544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21.865"/>
    </inkml:context>
    <inkml:brush xml:id="br0">
      <inkml:brushProperty name="width" value="0.035" units="cm"/>
      <inkml:brushProperty name="height" value="0.035" units="cm"/>
      <inkml:brushProperty name="color" value="#004F8B"/>
    </inkml:brush>
  </inkml:definitions>
  <inkml:trace contextRef="#ctx0" brushRef="#br0">1 3 919 0 0,'2'-3'18847'0'0,"-1"9"-18598"0"0,1-1 1 0 0,1 0 0 0 0,-1 0-1 0 0,1 0 1 0 0,0 0-1 0 0,0 0 1 0 0,0 0-1 0 0,1-1 1 0 0,4 5 0 0 0,3 5 18 0 0,3 7 270 0 0,19 38 0 0 0,2 3 119 0 0,-33-57-590 0 0,0-2-39 0 0,-1 0 1 0 0,0 1-1 0 0,1-1 1 0 0,0 0-1 0 0,0 0 1 0 0,0-1-1 0 0,0 1 1 0 0,0 0 0 0 0,4 2-1 0 0,-5-3-61 0 0,8-1 382 0 0,-1-1-134 0 0,-8 0-162 0 0,10-7-85 0 0,-9 4 80 0 0,1 1-1 0 0,0-1 1 0 0,-1 0 0 0 0,0 0-1 0 0,1 1 1 0 0,-1-1-1 0 0,0 0 1 0 0,-1 0 0 0 0,1 0-1 0 0,0-4 1 0 0,3-7 9 0 0,5-11 99 0 0,-5 12-53 0 0,0 1 0 0 0,1 0 1 0 0,1 1-1 0 0,0-1 0 0 0,0 1 1 0 0,1 0-1 0 0,0 0 0 0 0,12-12 1 0 0,-16 16-776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22.565"/>
    </inkml:context>
    <inkml:brush xml:id="br0">
      <inkml:brushProperty name="width" value="0.035" units="cm"/>
      <inkml:brushProperty name="height" value="0.035" units="cm"/>
      <inkml:brushProperty name="color" value="#004F8B"/>
    </inkml:brush>
  </inkml:definitions>
  <inkml:trace contextRef="#ctx0" brushRef="#br0">0 21 3223 0 0,'3'1'18319'0'0,"-2"0"-19127"0"0,14 28 1697 0 0,18 43 1 0 0,-22-44-296 0 0,1-1 0 0 0,17 27 0 0 0,-26-50-556 0 0,0 1 1 0 0,1-1-1 0 0,0 0 0 0 0,5 5 1 0 0,0 0 25 0 0,-9-9-55 0 0,1 0-1 0 0,-1 0 1 0 0,0 0-1 0 0,0 0 1 0 0,1 0 0 0 0,-1 0-1 0 0,0 0 1 0 0,1 0-1 0 0,-1 0 1 0 0,0 0 0 0 0,0-1-1 0 0,1 1 1 0 0,-1 0-1 0 0,0 0 1 0 0,0 0 0 0 0,1 0-1 0 0,-1 0 1 0 0,0 0-1 0 0,0-1 1 0 0,1 1 0 0 0,-1 0-1 0 0,0 0 1 0 0,0 0-1 0 0,0-1 1 0 0,1 1 0 0 0,-1 0-1 0 0,0 0 1 0 0,0 0-1 0 0,0-1 1 0 0,0 1-1 0 0,0 0 1 0 0,1-1 0 0 0,-1 1-1 0 0,0 0 1 0 0,0-1-1 0 0,5-9 115 0 0,-1-3 285 0 0,-1 0 0 0 0,0-1-1 0 0,1-14 1 0 0,4-20 337 0 0,0 14-288 0 0,7-63 1 0 0,-15 92-49 0 0,-1 8-2204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23.930"/>
    </inkml:context>
    <inkml:brush xml:id="br0">
      <inkml:brushProperty name="width" value="0.035" units="cm"/>
      <inkml:brushProperty name="height" value="0.035" units="cm"/>
      <inkml:brushProperty name="color" value="#004F8B"/>
    </inkml:brush>
  </inkml:definitions>
  <inkml:trace contextRef="#ctx0" brushRef="#br0">0 11 919 0 0,'0'0'12951'0'0,"18"-10"-7982"0"0,-17 10-4775 0 0,1 0-1 0 0,-1-1 1 0 0,1 1-1 0 0,0 0 1 0 0,-1 1-1 0 0,1-1 1 0 0,0 0-1 0 0,-1 0 1 0 0,1 1-1 0 0,-1-1 1 0 0,1 1-1 0 0,-1-1 1 0 0,1 1-1 0 0,-1 0 1 0 0,3 1-1 0 0,-4-2-89 0 0,1 0-96 0 0,-1 0-1 0 0,0 1 1 0 0,1-1-1 0 0,-1 0 1 0 0,0 0-1 0 0,1 1 1 0 0,-1-1-1 0 0,0 0 1 0 0,1 1-1 0 0,-1-1 1 0 0,0 0-1 0 0,0 1 0 0 0,0-1 1 0 0,1 0-1 0 0,-1 1 1 0 0,0-1-1 0 0,0 1 1 0 0,0-1-1 0 0,0 0 1 0 0,0 1-1 0 0,0-1 1 0 0,0 1-1 0 0,0-1 1 0 0,0 1-1 0 0,0-1 1 0 0,0 0-1 0 0,0 1 1 0 0,0-1-1 0 0,0 1 1 0 0,-1 13 151 0 0,-1-12-125 0 0,1 1 0 0 0,-1 0 1 0 0,1-1-1 0 0,-1 1 0 0 0,0-1 0 0 0,0 1 0 0 0,0-1 0 0 0,-4 3 0 0 0,1 1 6 0 0,28 3 526 0 0,-15 1-193 0 0,-6-7-782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24.611"/>
    </inkml:context>
    <inkml:brush xml:id="br0">
      <inkml:brushProperty name="width" value="0.035" units="cm"/>
      <inkml:brushProperty name="height" value="0.035" units="cm"/>
      <inkml:brushProperty name="color" value="#004F8B"/>
    </inkml:brush>
  </inkml:definitions>
  <inkml:trace contextRef="#ctx0" brushRef="#br0">1 1 3511 0 0,'0'0'16391'0'0,"17"8"-15087"0"0,2-5-436 0 0,-7-3-7593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24.960"/>
    </inkml:context>
    <inkml:brush xml:id="br0">
      <inkml:brushProperty name="width" value="0.035" units="cm"/>
      <inkml:brushProperty name="height" value="0.035" units="cm"/>
      <inkml:brushProperty name="color" value="#004F8B"/>
    </inkml:brush>
  </inkml:definitions>
  <inkml:trace contextRef="#ctx0" brushRef="#br0">1 0 1375 0 0,'3'6'9368'0'0,"-1"-1"-8304"0"0,-1 3-196 0 0,1-1 0 0 0,-1 1 0 0 0,0 0 0 0 0,-1 0 0 0 0,0-1-1 0 0,-1 9 1 0 0,0 14 153 0 0,1-30-995 0 0,0 0-1 0 0,0 0 1 0 0,0 1 0 0 0,0-1-1 0 0,0 0 1 0 0,0 0-1 0 0,1 1 1 0 0,-1-1 0 0 0,0 0-1 0 0,0 1 1 0 0,0-1 0 0 0,0 0-1 0 0,1 0 1 0 0,-1 0-1 0 0,0 1 1 0 0,0-1 0 0 0,0 0-1 0 0,1 0 1 0 0,-1 0-1 0 0,0 1 1 0 0,0-1 0 0 0,1 0-1 0 0,-1 0 1 0 0,0 0-1 0 0,0 0 1 0 0,1 0 0 0 0,-1 0-1 0 0,0 0 1 0 0,1 0 0 0 0,-1 1-1 0 0,0-1 1 0 0,0 0-1 0 0,1 0 1 0 0,-1 0 0 0 0,0 0-1 0 0,1-1 1 0 0,13 0 398 0 0,-8 0-180 0 0,-5 1-180 0 0,11 12 35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25.262"/>
    </inkml:context>
    <inkml:brush xml:id="br0">
      <inkml:brushProperty name="width" value="0.035" units="cm"/>
      <inkml:brushProperty name="height" value="0.035" units="cm"/>
      <inkml:brushProperty name="color" value="#004F8B"/>
    </inkml:brush>
  </inkml:definitions>
  <inkml:trace contextRef="#ctx0" brushRef="#br0">0 5 919 0 0,'10'-4'16887'0'0,"-5"19"-14788"0"0,-5 4-558 0 0,0-9-2217 0 0,-1 6-4136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25.691"/>
    </inkml:context>
    <inkml:brush xml:id="br0">
      <inkml:brushProperty name="width" value="0.035" units="cm"/>
      <inkml:brushProperty name="height" value="0.035" units="cm"/>
      <inkml:brushProperty name="color" value="#004F8B"/>
    </inkml:brush>
  </inkml:definitions>
  <inkml:trace contextRef="#ctx0" brushRef="#br0">1 1 6447 0 0,'3'2'10026'0'0,"12"5"-7717"0"0,-15-6-2182 0 0,1-1 0 0 0,-1 1 0 0 0,1-1 0 0 0,-1 1 1 0 0,1-1-1 0 0,-1 1 0 0 0,1-1 0 0 0,-1 1 0 0 0,0 0 0 0 0,1-1 0 0 0,-1 1 0 0 0,0 0 1 0 0,0-1-1 0 0,0 1 0 0 0,1 0 0 0 0,-1 0 0 0 0,0-1 0 0 0,0 1 0 0 0,0 0 0 0 0,0-1 1 0 0,0 1-1 0 0,0 0 0 0 0,-1 1 0 0 0,-1 26-262 0 0,0-11 244 0 0,2-15-109 0 0,0 0 0 0 0,1 0 0 0 0,-1 0 0 0 0,0 0 0 0 0,1 0 0 0 0,-1 0 0 0 0,1 0 0 0 0,0 0 0 0 0,1 2 0 0 0,0 0 0 0 0,-1 0 0 0 0,1 0 0 0 0,-1 0 0 0 0,2 8 0 0 0,-3-12 29 0 0,0 1 1 0 0,0-1-1 0 0,0 0 0 0 0,0 1 1 0 0,0-1-1 0 0,0 1 0 0 0,0-1 1 0 0,0 0-1 0 0,0 1 0 0 0,0-1 0 0 0,0 1 1 0 0,0-1-1 0 0,0 0 0 0 0,0 1 1 0 0,0-1-1 0 0,0 0 0 0 0,0 1 0 0 0,0-1 1 0 0,-1 1-1 0 0,1-1 0 0 0,0 0 1 0 0,0 1-1 0 0,0-1 0 0 0,-1 0 1 0 0,1 0-1 0 0,0 1 0 0 0,-1-1 0 0 0,1 0 1 0 0,0 0-1 0 0,-1 1 0 0 0,-10 0 753 0 0,4-1-6262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30.014"/>
    </inkml:context>
    <inkml:brush xml:id="br0">
      <inkml:brushProperty name="width" value="0.035" units="cm"/>
      <inkml:brushProperty name="height" value="0.035" units="cm"/>
      <inkml:brushProperty name="color" value="#004F8B"/>
    </inkml:brush>
  </inkml:definitions>
  <inkml:trace contextRef="#ctx0" brushRef="#br0">0 6 6447 0 0,'2'-2'12750'0'0,"4"-1"-10276"0"0,-3 5-2213 0 0,0 0 0 0 0,0 0 0 0 0,0 1 0 0 0,-1-1 0 0 0,1 1 0 0 0,0 0 0 0 0,-1 0 0 0 0,0 0 0 0 0,4 6 0 0 0,15 31 75 0 0,-19-37-267 0 0,5 14 33 0 0,2-1 0 0 0,0 0 0 0 0,1-1 0 0 0,0 1 0 0 0,15 15 0 0 0,4 1 1167 0 0,-29-32-1216 0 0,2 2-31 0 0,-1-2 31 0 0,1 6 46 0 0,2 3 27 0 0,-3-8-83 0 0,1-6-31 0 0,33-144 52 0 0,-33 136-58 0 0,0 2 33 0 0,0 1 1 0 0,1-16-1 0 0,-4 24-15 0 0,1 1 11 0 0,0 0-91 0 0,0 0-30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30.837"/>
    </inkml:context>
    <inkml:brush xml:id="br0">
      <inkml:brushProperty name="width" value="0.035" units="cm"/>
      <inkml:brushProperty name="height" value="0.035" units="cm"/>
      <inkml:brushProperty name="color" value="#004F8B"/>
    </inkml:brush>
  </inkml:definitions>
  <inkml:trace contextRef="#ctx0" brushRef="#br0">0 109 1375 0 0,'0'0'19303'0'0,"14"3"-16310"0"0,-12 0-2931 0 0,1 1 0 0 0,-1-1 0 0 0,1 0 0 0 0,-1 1-1 0 0,0-1 1 0 0,0 1 0 0 0,0 0 0 0 0,-1 0 0 0 0,0-1 0 0 0,2 7 0 0 0,6 13 41 0 0,-3-11-64 0 0,1 0 1 0 0,0 0-1 0 0,1-1 0 0 0,0 0 0 0 0,1-1 1 0 0,13 13 492 0 0,-22-23-479 0 0,-1-1-52 0 0,1-1 0 0 0,0 1-1 0 0,0-1 1 0 0,0 1 0 0 0,0-1 0 0 0,0 1-1 0 0,0-1 1 0 0,1 1 0 0 0,-1-1-1 0 0,0 1 1 0 0,1 0 0 0 0,-1-1-1 0 0,1 1 1 0 0,-1-1 0 0 0,2 0-1 0 0,1-6 53 0 0,29-133 1382 0 0,-4 45-1291 0 0,-28 94-236 0 0,1 10-2127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31.852"/>
    </inkml:context>
    <inkml:brush xml:id="br0">
      <inkml:brushProperty name="width" value="0.035" units="cm"/>
      <inkml:brushProperty name="height" value="0.035" units="cm"/>
      <inkml:brushProperty name="color" value="#004F8B"/>
    </inkml:brush>
  </inkml:definitions>
  <inkml:trace contextRef="#ctx0" brushRef="#br0">1 3 1463 0 0,'2'-3'20920'0'0,"-1"7"-20903"0"0,1 4-217 0 0,0-1 0 0 0,-1 1-1 0 0,1 0 1 0 0,-1 13 0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32.216"/>
    </inkml:context>
    <inkml:brush xml:id="br0">
      <inkml:brushProperty name="width" value="0.035" units="cm"/>
      <inkml:brushProperty name="height" value="0.035" units="cm"/>
      <inkml:brushProperty name="color" value="#004F8B"/>
    </inkml:brush>
  </inkml:definitions>
  <inkml:trace contextRef="#ctx0" brushRef="#br0">1 3 3223 0 0,'0'0'7243'0'0,"17"-3"-2102"0"0,7 10-3434 0 0,-24-6-1591 0 0,5 1 153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32.628"/>
    </inkml:context>
    <inkml:brush xml:id="br0">
      <inkml:brushProperty name="width" value="0.035" units="cm"/>
      <inkml:brushProperty name="height" value="0.035" units="cm"/>
      <inkml:brushProperty name="color" value="#004F8B"/>
    </inkml:brush>
  </inkml:definitions>
  <inkml:trace contextRef="#ctx0" brushRef="#br0">0 1 3311 0 0,'1'0'703'0'0,"0"1"0"0"0,-1-1-1 0 0,1 1 1 0 0,0-1-1 0 0,-1 1 1 0 0,1 0 0 0 0,0-1-1 0 0,-1 1 1 0 0,1 0-1 0 0,-1-1 1 0 0,1 1-1 0 0,-1 0 1 0 0,1 1 0 0 0,3 14 2793 0 0,-4 20-4510 0 0,-1-22 1951 0 0,1-2-781 0 0,-1-8 0 0 0,1 0-1 0 0,0 1 1 0 0,0-1 0 0 0,0 0 0 0 0,0 1 0 0 0,1-1 0 0 0,0 0 0 0 0,0 0 0 0 0,0 1 0 0 0,2 5 0 0 0,-2-10-27 0 0,9 4 127 0 0,29 2 1246 0 0,-38-6-1554 0 0,2-1-1235 0 0,0 1 492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33.102"/>
    </inkml:context>
    <inkml:brush xml:id="br0">
      <inkml:brushProperty name="width" value="0.035" units="cm"/>
      <inkml:brushProperty name="height" value="0.035" units="cm"/>
      <inkml:brushProperty name="color" value="#004F8B"/>
    </inkml:brush>
  </inkml:definitions>
  <inkml:trace contextRef="#ctx0" brushRef="#br0">0 0 1375 0 0,'0'0'5243'0'0,"2"5"-94"0"0,3 4-3853 0 0,18 4 2720 0 0,-22-13-3589 0 0,7 19 1590 0 0,-7-14-1929 0 0,0-2-37 0 0,-1-1-1 0 0,1 1 0 0 0,-1-1 0 0 0,0 1 1 0 0,0-1-1 0 0,0 1 0 0 0,0 0 1 0 0,0-1-1 0 0,-1 1 0 0 0,0 5 2210 0 0,-2-7-4283 0 0,1-1 791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33.579"/>
    </inkml:context>
    <inkml:brush xml:id="br0">
      <inkml:brushProperty name="width" value="0.035" units="cm"/>
      <inkml:brushProperty name="height" value="0.035" units="cm"/>
      <inkml:brushProperty name="color" value="#004F8B"/>
    </inkml:brush>
  </inkml:definitions>
  <inkml:trace contextRef="#ctx0" brushRef="#br0">1 0 919 0 0,'0'0'18594'0'0,"10"16"-16629"0"0,-9-13-1820 0 0,0 0 0 0 0,0 0 1 0 0,0 0-1 0 0,0 1 0 0 0,-1-1 0 0 0,1 0 1 0 0,-1 0-1 0 0,0 1 0 0 0,0-1 0 0 0,0 0 0 0 0,0 0 1 0 0,-1 1-1 0 0,1-1 0 0 0,-3 6 0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35.035"/>
    </inkml:context>
    <inkml:brush xml:id="br0">
      <inkml:brushProperty name="width" value="0.035" units="cm"/>
      <inkml:brushProperty name="height" value="0.035" units="cm"/>
      <inkml:brushProperty name="color" value="#004F8B"/>
    </inkml:brush>
  </inkml:definitions>
  <inkml:trace contextRef="#ctx0" brushRef="#br0">131 1 1375 0 0,'0'0'22193'0'0,"-19"3"-20990"0"0,9-2-1160 0 0,0 1 0 0 0,0 0 0 0 0,-14 4 0 0 0,-15 4 29 0 0,31-10-188 0 0,8 0 112 0 0,-1 0 0 0 0,1 0 0 0 0,0 0 0 0 0,-1 0-1 0 0,1 0 1 0 0,-1 0 0 0 0,1 0 0 0 0,-1 1 0 0 0,1-1 0 0 0,-1 0 0 0 0,1 0-1 0 0,-1 0 1 0 0,1 1 0 0 0,-1-1 0 0 0,1 0 0 0 0,0 0 0 0 0,-1 1 0 0 0,1-1-1 0 0,-1 0 1 0 0,1 1 0 0 0,0-1 0 0 0,0 0 0 0 0,-1 1 0 0 0,1-1 0 0 0,0 1-1 0 0,-1-1 1 0 0,1 1 0 0 0,0 6-5 0 0,0-1 1 0 0,1 1-1 0 0,0 0 0 0 0,2 8 0 0 0,2 10-11 0 0,24 229-44 0 0,-26-215 88 0 0,-3-24-27 0 0,1-1-1 0 0,1 1 1 0 0,3 14 0 0 0,-5-28 6 0 0,0-1 1 0 0,1 1-1 0 0,-1 0 1 0 0,0-1-1 0 0,1 1 0 0 0,-1-1 1 0 0,1 1-1 0 0,-1-1 1 0 0,1 1-1 0 0,-1-1 1 0 0,1 1-1 0 0,-1-1 1 0 0,1 0-1 0 0,-1 1 1 0 0,1-1-1 0 0,-1 0 0 0 0,1 1 1 0 0,0-1-1 0 0,-1 0 1 0 0,1 0-1 0 0,0 1 1 0 0,-1-1-1 0 0,1 0 1 0 0,-1 0-1 0 0,1 0 1 0 0,0 0-1 0 0,-1 0 0 0 0,1 0 1 0 0,0 0-1 0 0,-1 0 1 0 0,2-1-1 0 0,-1 1 4 0 0,29-2-17 0 0,-26 1 6 0 0,0 0 0 0 0,0 1 0 0 0,0-1 0 0 0,0 1 0 0 0,0 0 0 0 0,0 0-1 0 0,8 2 1 0 0,-2 0 167 0 0,-1 1-1 0 0,1-1 0 0 0,0-1 0 0 0,0 0 1 0 0,20 0-1 0 0,-30-2-96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37.846"/>
    </inkml:context>
    <inkml:brush xml:id="br0">
      <inkml:brushProperty name="width" value="0.035" units="cm"/>
      <inkml:brushProperty name="height" value="0.035" units="cm"/>
      <inkml:brushProperty name="color" value="#004F8B"/>
    </inkml:brush>
  </inkml:definitions>
  <inkml:trace contextRef="#ctx0" brushRef="#br0">238 33 919 0 0,'4'-12'15015'0'0,"-4"9"-13956"0"0,0 2-815 0 0,0 0 0 0 0,0 0 1 0 0,-1 0-1 0 0,1 1 0 0 0,-1-1 1 0 0,1 0-1 0 0,-1 0 0 0 0,1 0 1 0 0,-1 0-1 0 0,1 1 0 0 0,-1-1 1 0 0,0 0-1 0 0,1 1 1 0 0,-1-1-1 0 0,0 0 0 0 0,0 1 1 0 0,1-1-1 0 0,-1 1 0 0 0,0-1 1 0 0,0 1-1 0 0,-1-1 0 0 0,0 0-95 0 0,1 1-1 0 0,-1 0 0 0 0,0 0 0 0 0,0 0 0 0 0,1 0 1 0 0,-1 0-1 0 0,0 0 0 0 0,1 0 0 0 0,-1 0 0 0 0,0 1 1 0 0,-1 0-1 0 0,-5 2-143 0 0,0 0 0 0 0,1 1 0 0 0,-14 8 0 0 0,17-10 230 0 0,1 0-230 0 0,0 0 0 0 0,1 0 0 0 0,-1 1 0 0 0,0-1 0 0 0,1 0 0 0 0,0 1 0 0 0,-1-1 0 0 0,1 1 0 0 0,0 0 0 0 0,1 0 0 0 0,-1 0 0 0 0,0 0 0 0 0,1 0 0 0 0,0 0 0 0 0,-1 0 0 0 0,1 1 0 0 0,0-1 0 0 0,1 0 0 0 0,-1 1 0 0 0,1-1 0 0 0,-1 1 0 0 0,1-1 0 0 0,0 0 0 0 0,1 7 0 0 0,1 0-4 0 0,0 0-1 0 0,0 0 0 0 0,1 0 1 0 0,0 0-1 0 0,1-1 0 0 0,0 1 0 0 0,5 9 1 0 0,1 1 124 0 0,-1 0 1 0 0,-1 1 0 0 0,0 0-1 0 0,-2 0 1 0 0,-1 0 0 0 0,0 1-1 0 0,2 37 1 0 0,-7-58-116 0 0,0 0-1 0 0,0 1 0 0 0,0-1 1 0 0,0 0-1 0 0,0 0 1 0 0,0 0-1 0 0,0 0 0 0 0,0 0 1 0 0,-1 0-1 0 0,1 0 0 0 0,0 0 1 0 0,-1 0-1 0 0,1 0 1 0 0,0 0-1 0 0,-1 0 0 0 0,0 0 1 0 0,1 0-1 0 0,-1 0 1 0 0,1 0-1 0 0,-1 0 0 0 0,0 0 1 0 0,0-1-1 0 0,-1 2 1 0 0,0-1 2 0 0,0 0 1 0 0,1 0 0 0 0,-1-1 0 0 0,0 1 0 0 0,0-1-1 0 0,0 0 1 0 0,1 1 0 0 0,-1-1 0 0 0,0 0 0 0 0,0 0-1 0 0,0 0 1 0 0,-3-1 0 0 0,-6 0 106 0 0,1-2 1 0 0,0 1 0 0 0,-19-9-1 0 0,28 11-85 0 0,-34-16-34 0 0,-13-5 0 0 0,46 21-20 0 0,0-1 0 0 0,0 0-1 0 0,0 1 1 0 0,0-1 0 0 0,1 0-1 0 0,-1 0 1 0 0,0 0 0 0 0,1-1 0 0 0,-1 1-1 0 0,0 0 1 0 0,-2-4 0 0 0,4 5 18 0 0,0-1 1 0 0,-1 0 0 0 0,1 1 0 0 0,0-1-1 0 0,-1 0 1 0 0,1 1 0 0 0,0-1-1 0 0,0 0 1 0 0,0 0 0 0 0,0 1 0 0 0,-1-1-1 0 0,1 0 1 0 0,0 0 0 0 0,0 1 0 0 0,1-1-1 0 0,-1 0 1 0 0,0 0 0 0 0,0 0-1 0 0,0 1 1 0 0,0-1 0 0 0,1 0 0 0 0,-1 1-1 0 0,0-1 1 0 0,1 0 0 0 0,-1 1 0 0 0,0-1-1 0 0,1 0 1 0 0,-1 1 0 0 0,1-1-1 0 0,-1 0 1 0 0,1 1 0 0 0,-1-1 0 0 0,1 1-1 0 0,1-1 1 0 0,0-1 10 0 0,0 0 0 0 0,0 0 0 0 0,0 0-1 0 0,1 1 1 0 0,-1-1 0 0 0,0 1 0 0 0,1-1 0 0 0,-1 1-1 0 0,1 0 1 0 0,0 0 0 0 0,-1 0 0 0 0,1 0 0 0 0,0 1-1 0 0,0-1 1 0 0,5 1 0 0 0,-2 0-31 0 0,0 1 1 0 0,0 0-1 0 0,1 0 0 0 0,-1 1 1 0 0,0 0-1 0 0,6 2 0 0 0,-4-1-51 0 0,-6-3-134 0 0,0 1 0 0 0,0-1 0 0 0,0 1 0 0 0,0 0 0 0 0,0 0-1 0 0,0 0 1 0 0,0 0 0 0 0,3 3 0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39.211"/>
    </inkml:context>
    <inkml:brush xml:id="br0">
      <inkml:brushProperty name="width" value="0.035" units="cm"/>
      <inkml:brushProperty name="height" value="0.035" units="cm"/>
      <inkml:brushProperty name="color" value="#004F8B"/>
    </inkml:brush>
  </inkml:definitions>
  <inkml:trace contextRef="#ctx0" brushRef="#br0">1 1 919 0 0,'1'1'20327'0'0,"6"5"-19614"0"0,21-7 687 0 0,-19 1-3391 0 0,-1-1-4096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39.654"/>
    </inkml:context>
    <inkml:brush xml:id="br0">
      <inkml:brushProperty name="width" value="0.035" units="cm"/>
      <inkml:brushProperty name="height" value="0.035" units="cm"/>
      <inkml:brushProperty name="color" value="#004F8B"/>
    </inkml:brush>
  </inkml:definitions>
  <inkml:trace contextRef="#ctx0" brushRef="#br0">3 1 1375 0 0,'3'5'15763'0'0,"1"7"-14575"0"0,-3-3-677 0 0,-1 1 0 0 0,1-1 1 0 0,-2 0-1 0 0,1 0 0 0 0,-1 0 0 0 0,-1 0 1 0 0,0 0-1 0 0,-4 11 976 0 0,24-23-1211 0 0,-16 2-232 0 0,0 1 0 0 0,0-1 1 0 0,0 1-1 0 0,0-1 0 0 0,1 1 0 0 0,-1 0 0 0 0,0 0 0 0 0,0 0 0 0 0,1 0 1 0 0,-1 0-1 0 0,0 0 0 0 0,0 0 0 0 0,1 1 0 0 0,-1-1 0 0 0,0 1 0 0 0,0 0 0 0 0,0 0 1 0 0,3 1-1 0 0,-5-2 94 0 0,1 1-375 0 0,2 0 607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41.447"/>
    </inkml:context>
    <inkml:brush xml:id="br0">
      <inkml:brushProperty name="width" value="0.035" units="cm"/>
      <inkml:brushProperty name="height" value="0.035" units="cm"/>
      <inkml:brushProperty name="color" value="#004F8B"/>
    </inkml:brush>
  </inkml:definitions>
  <inkml:trace contextRef="#ctx0" brushRef="#br0">14 14 455 0 0,'0'0'15088'0'0,"11"-14"-10464"0"0,-10 15-4571 0 0,0-1-1 0 0,0 0 0 0 0,0 1 1 0 0,0-1-1 0 0,0 1 1 0 0,0-1-1 0 0,0 1 0 0 0,0-1 1 0 0,-1 1-1 0 0,1-1 1 0 0,0 1-1 0 0,0 0 1 0 0,-1 0-1 0 0,1-1 0 0 0,0 1 1 0 0,-1 0-1 0 0,1 0 1 0 0,-1 0-1 0 0,1 0 0 0 0,-1-1 1 0 0,1 1-1 0 0,-1 0 1 0 0,0 0-1 0 0,1 2 1 0 0,-1-1-24 0 0,0 0 1 0 0,0 0-1 0 0,0 0 1 0 0,0 0-1 0 0,0 0 1 0 0,-1 0-1 0 0,1 0 1 0 0,-1 0-1 0 0,1 0 1 0 0,-1 0-1 0 0,-1 3 1 0 0,-2 2 140 0 0,0-1 1 0 0,0 1 0 0 0,0 0-1 0 0,-1-1 1 0 0,-8 8-1 0 0,13-13-166 0 0,-4 4 456 0 0,17-3-348 0 0,-9-2 50 0 0,0 0 1 0 0,0 0-1 0 0,0 1 0 0 0,0-1 1 0 0,0 1-1 0 0,4 2 0 0 0,-8-3-14 0 0,1 1 195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2:42.068"/>
    </inkml:context>
    <inkml:brush xml:id="br0">
      <inkml:brushProperty name="width" value="0.035" units="cm"/>
      <inkml:brushProperty name="height" value="0.035" units="cm"/>
      <inkml:brushProperty name="color" value="#004F8B"/>
    </inkml:brush>
  </inkml:definitions>
  <inkml:trace contextRef="#ctx0" brushRef="#br0">1 1 6503 0 0,'0'0'10824'0'0,"23"0"-6201"0"0,-20 1-4071 0 0,0-1-227 0 0,-1 0 0 0 0,0 1 0 0 0,0-1 0 0 0,0 1 0 0 0,0-1 0 0 0,0 1-1 0 0,0 0 1 0 0,0 0 0 0 0,3 2 576 0 0,-7 3-797 0 0,1-2-104 0 0,0-1 0 0 0,0 1 0 0 0,1-1 0 0 0,-1 1 0 0 0,1-1 0 0 0,0 1 0 0 0,0-1 0 0 0,0 1 0 0 0,0-1 0 0 0,1 1 0 0 0,-1-1 0 0 0,1 1 0 0 0,0-1 0 0 0,0 1 0 0 0,1-1 0 0 0,-1 0 0 0 0,0 1 0 0 0,4 4 0 0 0,-4-7 9 0 0,0 0 0 0 0,-1 0-1 0 0,1 0 1 0 0,0 0 0 0 0,-1 0-1 0 0,1 0 1 0 0,-1 0 0 0 0,1 0 0 0 0,-1 0-1 0 0,0 0 1 0 0,0 0 0 0 0,1 0 0 0 0,-1 0-1 0 0,0 1 1 0 0,0-1 0 0 0,0 0-1 0 0,0 0 1 0 0,0 0 0 0 0,0 0 0 0 0,0 1-1 0 0,-1-1 1 0 0,1 0 0 0 0,0 0 0 0 0,-1 0-1 0 0,1 0 1 0 0,-1 2 0 0 0,0-2 82 0 0,0-1 0 0 0,0 1 0 0 0,1 0 0 0 0,-1 0 0 0 0,0-1 0 0 0,0 1 0 0 0,0 0 0 0 0,0-1 0 0 0,0 1 0 0 0,0-1 0 0 0,0 1 0 0 0,0-1 0 0 0,0 0 0 0 0,0 1 0 0 0,0-1 0 0 0,0 0 0 0 0,-1 0 0 0 0,-1 0 0 0 0,-5 2-2039 0 0,5-1-293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03.510"/>
    </inkml:context>
    <inkml:brush xml:id="br0">
      <inkml:brushProperty name="width" value="0.035" units="cm"/>
      <inkml:brushProperty name="height" value="0.035" units="cm"/>
      <inkml:brushProperty name="color" value="#E71224"/>
    </inkml:brush>
  </inkml:definitions>
  <inkml:trace contextRef="#ctx0" brushRef="#br0">0 123 919 0 0,'6'-8'15630'0'0,"11"-3"-11649"0"0,-12 7-3630 0 0,0-1 0 0 0,0 0 0 0 0,-1 0 1 0 0,0-1-1 0 0,0 1 0 0 0,0-1 0 0 0,-1 0 0 0 0,1 0 1 0 0,-1 0-1 0 0,-1 0 0 0 0,1-1 0 0 0,-1 1 0 0 0,0-1 1 0 0,1-11-1 0 0,-3 16-263 0 0,-1-1 22 0 0,0 8 333 0 0,0 3-443 0 0,1 0 0 0 0,0 1 0 0 0,1-1 0 0 0,3 14 0 0 0,0 2 0 0 0,-4-22 0 0 0,19 146 0 0 0,-19-143 0 0 0,0-4 1 0 0,0 0 0 0 0,0 0 0 0 0,0 1 0 0 0,0-1 0 0 0,1 0-1 0 0,-1 1 1 0 0,0-1 0 0 0,1 0 0 0 0,-1 0 0 0 0,1 0 0 0 0,0 2 0 0 0,-1-2 41 0 0,-1 0-38 0 0,-1 0-1 0 0,1 0 0 0 0,-1 0 0 0 0,1 0 1 0 0,-1-1-1 0 0,1 1 0 0 0,-1 0 0 0 0,1-1 1 0 0,-1 1-1 0 0,0-1 0 0 0,1 0 0 0 0,-1 1 1 0 0,0-1-1 0 0,1 0 0 0 0,-1 0 0 0 0,0 0 1 0 0,-2-1-1 0 0,-12 2 13 0 0,13 0-16 0 0,3-1 0 0 0,0 0 0 0 0,0 0 0 0 0,1 0 0 0 0,-1 0 0 0 0,0 1 0 0 0,0-1 0 0 0,0 0 0 0 0,0 0 0 0 0,0 0 0 0 0,0 0 0 0 0,0 1 0 0 0,1-1 0 0 0,-1 0 0 0 0,0 0 0 0 0,0 0 0 0 0,0 0 0 0 0,0 0 0 0 0,0 1 0 0 0,1-1 0 0 0,-1 0 0 0 0,0 0 0 0 0,0 0 0 0 0,0 0 0 0 0,1 0 0 0 0,-1 0 0 0 0,0 0 0 0 0,0 0 0 0 0,0 0 0 0 0,1 0 0 0 0,-1 0 0 0 0,0 0 0 0 0,0 0 0 0 0,0 0 0 0 0,1 0 0 0 0,-1 0 0 0 0,0 0 0 0 0,0 0 0 0 0,1 0 0 0 0,12 2 0 0 0,-12-2 0 0 0,50-1 11 0 0,-48 1 34 0 0,12-2 616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04.002"/>
    </inkml:context>
    <inkml:brush xml:id="br0">
      <inkml:brushProperty name="width" value="0.035" units="cm"/>
      <inkml:brushProperty name="height" value="0.035" units="cm"/>
      <inkml:brushProperty name="color" value="#E71224"/>
    </inkml:brush>
  </inkml:definitions>
  <inkml:trace contextRef="#ctx0" brushRef="#br0">1 5 7135 0 0,'4'-5'16768'0'0,"0"7"-16448"0"0,-1 0 1 0 0,0 0-1 0 0,1 0 0 0 0,-1 1 0 0 0,0-1 0 0 0,0 1 1 0 0,0 0-1 0 0,-1 0 0 0 0,3 3 0 0 0,4 3-250 0 0,-1 1 261 0 0,0-1 1 0 0,9 16-1 0 0,-10-15-179 0 0,0 0-1 0 0,12 13 0 0 0,-17-21-68 0 0,9 4 354 0 0,-10-5-929 0 0,3-9-4409 0 0,-4 5 1670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04.383"/>
    </inkml:context>
    <inkml:brush xml:id="br0">
      <inkml:brushProperty name="width" value="0.035" units="cm"/>
      <inkml:brushProperty name="height" value="0.035" units="cm"/>
      <inkml:brushProperty name="color" value="#E71224"/>
    </inkml:brush>
  </inkml:definitions>
  <inkml:trace contextRef="#ctx0" brushRef="#br0">103 0 8663 0 0,'0'0'7534'0'0,"-15"9"-2060"0"0,-5 20-3634 0 0,-27 51 0 0 0,43-74-1605 0 0,3-3-60 0 0,-1 1 0 0 0,0-1 0 0 0,0 0 0 0 0,0 0 0 0 0,-5 5 0 0 0,7-8 40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05.272"/>
    </inkml:context>
    <inkml:brush xml:id="br0">
      <inkml:brushProperty name="width" value="0.035" units="cm"/>
      <inkml:brushProperty name="height" value="0.035" units="cm"/>
      <inkml:brushProperty name="color" value="#E71224"/>
    </inkml:brush>
  </inkml:definitions>
  <inkml:trace contextRef="#ctx0" brushRef="#br0">1 107 7199 0 0,'5'-4'9928'0'0,"6"-4"-6853"0"0,-4 2-2181 0 0,-1 0 1 0 0,0 0-1 0 0,0-1 1 0 0,7-10-1 0 0,-11 14-762 0 0,0 0 0 0 0,-1 0 0 0 0,1 0 0 0 0,-1 0 1 0 0,1 0-1 0 0,-1 0 0 0 0,0 0 0 0 0,0-1 0 0 0,0 1 0 0 0,-1 0 0 0 0,1-1 0 0 0,-1 1 0 0 0,0 0 0 0 0,0-5 0 0 0,0 7 156 0 0,-3 4 712 0 0,2 4-991 0 0,1 0 0 0 0,1-1 0 0 0,-1 1 1 0 0,1 0-1 0 0,0 0 0 0 0,0 0 0 0 0,3 7 0 0 0,3 21-10 0 0,0 6 1 0 0,11 43 0 0 0,-17-84 0 0 0,-1 2 0 0 0,1-1 0 0 0,-1 1 0 0 0,1 0 0 0 0,-1-1 0 0 0,1 1 0 0 0,-1-1 0 0 0,0 1 0 0 0,0 0 0 0 0,0-1 0 0 0,0 1 0 0 0,0 0 0 0 0,0-1 0 0 0,0 1 0 0 0,0 0 0 0 0,-1 1 0 0 0,0-2 2 0 0,1 0 0 0 0,-1-1 1 0 0,1 1-1 0 0,-1 0 0 0 0,1 0 0 0 0,-1-1 0 0 0,0 1 1 0 0,1 0-1 0 0,-1-1 0 0 0,0 1 0 0 0,1-1 0 0 0,-1 1 1 0 0,0-1-1 0 0,0 1 0 0 0,0-1 0 0 0,1 0 0 0 0,-1 1 1 0 0,0-1-1 0 0,0 0 0 0 0,0 0 0 0 0,0 1 0 0 0,0-1 1 0 0,0 0-1 0 0,0 0 0 0 0,1 0 0 0 0,-3 0 0 0 0,-20-7 263 0 0,18 6-241 0 0,-9 1-140 0 0,51 7 52 0 0,-36-7 64 0 0,2 0-1 0 0,0 0 0 0 0,0 0 0 0 0,0 0 0 0 0,0 1 0 0 0,0-1 0 0 0,0 1 0 0 0,0 0-1 0 0,0 0 1 0 0,4 2 0 0 0,-5-4-99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05.953"/>
    </inkml:context>
    <inkml:brush xml:id="br0">
      <inkml:brushProperty name="width" value="0.035" units="cm"/>
      <inkml:brushProperty name="height" value="0.035" units="cm"/>
      <inkml:brushProperty name="color" value="#E71224"/>
    </inkml:brush>
  </inkml:definitions>
  <inkml:trace contextRef="#ctx0" brushRef="#br0">1 5 919 0 0,'3'-1'21560'0'0,"11"-3"-19512"0"0,45 14 2279 0 0,-59 0-4086 0 0,-2 14-225 0 0,1 0 0 0 0,1-1 0 0 0,6 47 0 0 0,-4-59-16 0 0,0 0 0 0 0,1 0 0 0 0,0 0 0 0 0,1 0 0 0 0,0-1 0 0 0,0 0 0 0 0,8 12 0 0 0,-11-21 18 0 0,-1 0 1 0 0,1 0-1 0 0,0 0 0 0 0,-1 1 1 0 0,1-1-1 0 0,-1 0 0 0 0,0 0 1 0 0,1 0-1 0 0,-1 1 0 0 0,0-1 1 0 0,0 0-1 0 0,0 0 0 0 0,0 1 1 0 0,0-1-1 0 0,0 0 0 0 0,0 0 1 0 0,0 1-1 0 0,0-1 0 0 0,-1 0 1 0 0,1 0-1 0 0,0 1 0 0 0,-1-1 1 0 0,1 0-1 0 0,-1 0 0 0 0,1 0 1 0 0,-1 0-1 0 0,0 0 0 0 0,0 0 1 0 0,1 0-1 0 0,-1 0 0 0 0,0 0 1 0 0,0 0-1 0 0,0 0 0 0 0,0 0 1 0 0,0-1-1 0 0,0 1 0 0 0,0 0 1 0 0,0-1-1 0 0,0 1 0 0 0,0-1 1 0 0,-1 1-1 0 0,1-1 0 0 0,0 1 1 0 0,0-1-1 0 0,0 0 0 0 0,-1 0 1 0 0,-1 1-1 0 0,-2 0 13 0 0,-18 0 1470 0 0,9-5-5988 0 0,12 3 2330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06.951"/>
    </inkml:context>
    <inkml:brush xml:id="br0">
      <inkml:brushProperty name="width" value="0.035" units="cm"/>
      <inkml:brushProperty name="height" value="0.035" units="cm"/>
      <inkml:brushProperty name="color" value="#E71224"/>
    </inkml:brush>
  </inkml:definitions>
  <inkml:trace contextRef="#ctx0" brushRef="#br0">147 1 6967 0 0,'0'0'928'0'0,"-11"-1"7736"0"0,-1 1-6337 0 0,-7 2-1254 0 0,8-2-951 0 0,0 2 0 0 0,0-1 0 0 0,-13 4 0 0 0,-8-1 870 0 0,32-4-902 0 0,0 0 0 0 0,0 0-1 0 0,-1 0 1 0 0,1 0 0 0 0,0 0-1 0 0,0 0 1 0 0,-1 0 0 0 0,1 0-1 0 0,0 0 1 0 0,0 0 0 0 0,0 0 0 0 0,-1 0-1 0 0,1 0 1 0 0,0 0 0 0 0,0 0-1 0 0,0 0 1 0 0,-1 1 0 0 0,1-1-1 0 0,0 0 1 0 0,0 0 0 0 0,0 0-1 0 0,-1 0 1 0 0,1 0 0 0 0,0 1 0 0 0,0-1-1 0 0,0 0 1 0 0,0 0 0 0 0,0 0-1 0 0,-1 1 1 0 0,1-1 0 0 0,0 0-1 0 0,0 1 1 0 0,-4 27-55 0 0,1 0 0 0 0,1 0 0 0 0,2 44 0 0 0,1-55-23 0 0,-2 103 164 0 0,1-119-176 0 0,0 1 0 0 0,0-1 0 0 0,0 1 0 0 0,0-1 0 0 0,1 0 0 0 0,-1 1 0 0 0,0-1 0 0 0,0 1 0 0 0,1-1 0 0 0,-1 1 0 0 0,1-1 0 0 0,0 0 0 0 0,-1 1 0 0 0,1-1 0 0 0,0 0 0 0 0,0 0 0 0 0,0 1 0 0 0,0-1 0 0 0,0 0 0 0 0,2 2 0 0 0,0-2 0 0 0,0 1 0 0 0,0 0 0 0 0,0-1 0 0 0,1 0 0 0 0,-1 0 0 0 0,0 0 0 0 0,5 0 0 0 0,1 2 0 0 0,-8-3 8 0 0,2 0 131 0 0,-1 1-1 0 0,1 0 0 0 0,-1-1 1 0 0,1 1-1 0 0,-1 0 0 0 0,1 0 0 0 0,-1 0 1 0 0,0 1-1 0 0,1-1 0 0 0,-1 1 1 0 0,4 2-1 0 0,-6-3-222 0 0,0-1-1 0 0,0 0 1 0 0,1 1 0 0 0,-1-1-1 0 0,0 1 1 0 0,0-1 0 0 0,0 0-1 0 0,0 1 1 0 0,1-1 0 0 0,-1 1-1 0 0,0-1 1 0 0,0 1 0 0 0,0-1-1 0 0,0 1 1 0 0,0-1 0 0 0,0 1-1 0 0,0-1 1 0 0,0 1 0 0 0,0-1-1 0 0,-1 1 1 0 0,1-1 0 0 0,0 0-1 0 0,0 1 1 0 0,0-1 0 0 0,-1 1-1 0 0,1-1-5 0 0,-2 3-1287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08.225"/>
    </inkml:context>
    <inkml:brush xml:id="br0">
      <inkml:brushProperty name="width" value="0.035" units="cm"/>
      <inkml:brushProperty name="height" value="0.035" units="cm"/>
      <inkml:brushProperty name="color" value="#E71224"/>
    </inkml:brush>
  </inkml:definitions>
  <inkml:trace contextRef="#ctx0" brushRef="#br0">5 10 6447 0 0,'-4'-3'21217'0'0,"8"4"-23607"0"0,13 1 2803 0 0,0-1 1 0 0,0-1-1 0 0,0 0 0 0 0,0-1 1 0 0,21-4-1 0 0,-33 5-329 0 0,5-2 251 0 0,1 0-1057 0 0,-6 2-3541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08.781"/>
    </inkml:context>
    <inkml:brush xml:id="br0">
      <inkml:brushProperty name="width" value="0.035" units="cm"/>
      <inkml:brushProperty name="height" value="0.035" units="cm"/>
      <inkml:brushProperty name="color" value="#E71224"/>
    </inkml:brush>
  </inkml:definitions>
  <inkml:trace contextRef="#ctx0" brushRef="#br0">0 1 13359 0 0,'0'0'8159'0'0,"9"12"-5869"0"0,-6-1-2123 0 0,-1 0-1 0 0,0 0 0 0 0,-1 1 0 0 0,0-1 0 0 0,-1 0 0 0 0,0 0 1 0 0,-2 17-1 0 0,0 23-49 0 0,2-45-106 0 0,0-2-7 0 0,0 0 0 0 0,0 0 0 0 0,1 1 1 0 0,-1-1-1 0 0,3 8 0 0 0,-2-11 3 0 0,-1 0 0 0 0,1 0 0 0 0,-1 0 0 0 0,1 0 0 0 0,-1-1 0 0 0,1 1 0 0 0,0 0 0 0 0,0 0 0 0 0,-1 0 0 0 0,1-1 0 0 0,0 1 0 0 0,0 0 0 0 0,0-1 0 0 0,0 1 0 0 0,-1-1 0 0 0,1 1 0 0 0,0-1 0 0 0,0 1 0 0 0,0-1 0 0 0,0 0 0 0 0,1 1 0 0 0,-1-1 0 0 0,0 0 0 0 0,0 0 0 0 0,0 0 0 0 0,0 0 0 0 0,2 0 0 0 0,35-2 941 0 0,-29 1-810 0 0,0 0 0 0 0,0 0-1 0 0,0 1 1 0 0,0 1 0 0 0,0-1-1 0 0,12 3 1 0 0,-13 1-566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09.557"/>
    </inkml:context>
    <inkml:brush xml:id="br0">
      <inkml:brushProperty name="width" value="0.035" units="cm"/>
      <inkml:brushProperty name="height" value="0.035" units="cm"/>
      <inkml:brushProperty name="color" value="#E71224"/>
    </inkml:brush>
  </inkml:definitions>
  <inkml:trace contextRef="#ctx0" brushRef="#br0">0 113 919 0 0,'16'-9'15391'0'0,"-11"4"-13696"0"0,0 0-1 0 0,0-1 1 0 0,-1 0-1 0 0,6-9 1 0 0,-8 10-1464 0 0,1 0-1 0 0,-1 0 1 0 0,0-1 0 0 0,0 1-1 0 0,-1-1 1 0 0,1 0 0 0 0,-1 1-1 0 0,0-1 1 0 0,0-11 0 0 0,1 43 622 0 0,3-7-853 0 0,9 20 0 0 0,1 3 0 0 0,-8-23 0 0 0,-5-13 0 0 0,0-1 0 0 0,0 0 0 0 0,0 0 0 0 0,-1 1 0 0 0,1 9 0 0 0,-2-12 0 0 0,0-1 0 0 0,0-1 2 0 0,0-1-1 0 0,0 1 1 0 0,-1-1-1 0 0,1 0 1 0 0,0 1-1 0 0,0-1 1 0 0,-1 1-1 0 0,1-1 1 0 0,0 0-1 0 0,0 1 1 0 0,-1-1-1 0 0,1 0 1 0 0,0 0-1 0 0,-1 1 1 0 0,1-1-1 0 0,-1 0 1 0 0,1 0-1 0 0,0 1 1 0 0,-1-1-1 0 0,1 0 1 0 0,-1 0-1 0 0,1 0 1 0 0,0 0-1 0 0,-1 0 1 0 0,1 0-1 0 0,-1 0 1 0 0,-13 2 32 0 0,13-2-45 0 0,-23 1 90 0 0,14-2-58 0 0,9 1-6 0 0,4-1 9 0 0,7 0-68 0 0,-4 0 3 0 0,0 0-1 0 0,0 1 0 0 0,-1 0 1 0 0,1 0-1 0 0,0 0 0 0 0,0 0 0 0 0,0 1 1 0 0,8 2-1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10.034"/>
    </inkml:context>
    <inkml:brush xml:id="br0">
      <inkml:brushProperty name="width" value="0.035" units="cm"/>
      <inkml:brushProperty name="height" value="0.035" units="cm"/>
      <inkml:brushProperty name="color" value="#E71224"/>
    </inkml:brush>
  </inkml:definitions>
  <inkml:trace contextRef="#ctx0" brushRef="#br0">4 9 10679 0 0,'-4'-9'14350'0'0,"11"12"-11658"0"0,12 12-3133 0 0,23 37 1858 0 0,-12-14-3036 0 0,-7-14-6697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10.333"/>
    </inkml:context>
    <inkml:brush xml:id="br0">
      <inkml:brushProperty name="width" value="0.035" units="cm"/>
      <inkml:brushProperty name="height" value="0.035" units="cm"/>
      <inkml:brushProperty name="color" value="#E71224"/>
    </inkml:brush>
  </inkml:definitions>
  <inkml:trace contextRef="#ctx0" brushRef="#br0">123 0 12527 0 0,'-4'4'12354'0'0,"-11"15"-11988"0"0,-17 25-90 0 0,11-17 602 0 0,-25 45 0 0 0,41-67-1009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10.827"/>
    </inkml:context>
    <inkml:brush xml:id="br0">
      <inkml:brushProperty name="width" value="0.035" units="cm"/>
      <inkml:brushProperty name="height" value="0.035" units="cm"/>
      <inkml:brushProperty name="color" value="#E71224"/>
    </inkml:brush>
  </inkml:definitions>
  <inkml:trace contextRef="#ctx0" brushRef="#br0">1 7 1375 0 0,'4'-7'24801'0'0,"-2"11"-24597"0"0,-1 0 0 0 0,0 0-1 0 0,0 0 1 0 0,0 0-1 0 0,0 0 1 0 0,-1 0-1 0 0,0 0 1 0 0,0 0 0 0 0,0 0-1 0 0,-1 7 1 0 0,1 23 247 0 0,0-33-438 0 0,0 1 0 0 0,0 0 0 0 0,1 0 0 0 0,-1 0 0 0 0,1-1 0 0 0,-1 1 0 0 0,1 0 0 0 0,0-1 0 0 0,0 1 1 0 0,0-1-1 0 0,0 1 0 0 0,0-1 0 0 0,0 1 0 0 0,2 1 0 0 0,-1-2-4 0 0,-1 0 0 0 0,0 0-1 0 0,0-1 1 0 0,0 1 0 0 0,1-1 0 0 0,-1 1-1 0 0,0-1 1 0 0,0 1 0 0 0,1-1 0 0 0,-1 0-1 0 0,0 0 1 0 0,1 0 0 0 0,-1 0 0 0 0,0 0-1 0 0,1 0 1 0 0,2 0 0 0 0,24-7-145 0 0,-15 4-1300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11.159"/>
    </inkml:context>
    <inkml:brush xml:id="br0">
      <inkml:brushProperty name="width" value="0.035" units="cm"/>
      <inkml:brushProperty name="height" value="0.035" units="cm"/>
      <inkml:brushProperty name="color" value="#E71224"/>
    </inkml:brush>
  </inkml:definitions>
  <inkml:trace contextRef="#ctx0" brushRef="#br0">14 0 9903 0 0,'-2'17'11152'0'0,"0"4"-5418"0"0,-7 91-3556 0 0,9-99-2110 0 0,0-12-511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11.714"/>
    </inkml:context>
    <inkml:brush xml:id="br0">
      <inkml:brushProperty name="width" value="0.035" units="cm"/>
      <inkml:brushProperty name="height" value="0.035" units="cm"/>
      <inkml:brushProperty name="color" value="#E71224"/>
    </inkml:brush>
  </inkml:definitions>
  <inkml:trace contextRef="#ctx0" brushRef="#br0">1 0 10799 0 0,'0'0'979'0'0,"12"12"6258"0"0,-9-11-6756 0 0,0 1-1 0 0,1 0 1 0 0,-1-1-1 0 0,1 1 1 0 0,0-1-1 0 0,-1 0 1 0 0,1 0 0 0 0,7 0-1 0 0,-7 0-141 0 0,1 0 0 0 0,-1 0 0 0 0,1 0 0 0 0,-1 0 0 0 0,7 4 0 0 0,-9-4-241 0 0,-1-1 0 0 0,0 1 0 0 0,0 0 0 0 0,0 0 0 0 0,1 0 0 0 0,-1 0 0 0 0,0-1 1 0 0,0 1-1 0 0,0 1 0 0 0,-1-1 0 0 0,1 0 0 0 0,0 0 0 0 0,0 0 0 0 0,-1 0 0 0 0,1 1 0 0 0,0-1 0 0 0,-1 0 1 0 0,1 1-1 0 0,-1-1 0 0 0,0 0 0 0 0,1 1 0 0 0,-1-1 0 0 0,0 1 0 0 0,0-1 0 0 0,0 3 0 0 0,3 32-74 0 0,-3-25-137 0 0,1 0 0 0 0,0 1 0 0 0,1-2 0 0 0,5 19 0 0 0,-2-15 9 0 0,0-1 0 0 0,-2 1 0 0 0,0 0 0 0 0,0 0 0 0 0,0 18 0 0 0,-3-30 177 0 0,1-1 1 0 0,-1 0-1 0 0,0 0 0 0 0,0 1 1 0 0,0-1-1 0 0,-1 0 0 0 0,1 1 0 0 0,0-1 1 0 0,0 0-1 0 0,-1 0 0 0 0,1 0 1 0 0,-1 1-1 0 0,1-1 0 0 0,-1 0 0 0 0,1 0 1 0 0,-1 0-1 0 0,0 0 0 0 0,1 0 1 0 0,-1 0-1 0 0,0 0 0 0 0,0 0 0 0 0,0 0 1 0 0,0 0-1 0 0,0 0 0 0 0,0-1 1 0 0,0 1-1 0 0,0 0 0 0 0,0-1 0 0 0,0 1 1 0 0,-2 0-1 0 0,1-1 79 0 0,0 0-1 0 0,-1 1 0 0 0,1-1 1 0 0,0 0-1 0 0,-1-1 1 0 0,1 1-1 0 0,-1 0 1 0 0,1-1-1 0 0,0 1 1 0 0,-1-1-1 0 0,1 0 1 0 0,0 0-1 0 0,0 1 1 0 0,-4-4-1 0 0,-30-15-2334 0 0,31 17 742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12.844"/>
    </inkml:context>
    <inkml:brush xml:id="br0">
      <inkml:brushProperty name="width" value="0.035" units="cm"/>
      <inkml:brushProperty name="height" value="0.035" units="cm"/>
      <inkml:brushProperty name="color" value="#E71224"/>
    </inkml:brush>
  </inkml:definitions>
  <inkml:trace contextRef="#ctx0" brushRef="#br0">1 17 8287 0 0,'1'0'171'0'0,"2"-10"730"0"0,-3 8 413 0 0,17 2 6416 0 0,0-2-4326 0 0,-7 0-2808 0 0,0 2 0 0 0,17 0 0 0 0,-6 2-240 0 0,22 2-1016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13.305"/>
    </inkml:context>
    <inkml:brush xml:id="br0">
      <inkml:brushProperty name="width" value="0.035" units="cm"/>
      <inkml:brushProperty name="height" value="0.035" units="cm"/>
      <inkml:brushProperty name="color" value="#E71224"/>
    </inkml:brush>
  </inkml:definitions>
  <inkml:trace contextRef="#ctx0" brushRef="#br0">6 2 12895 0 0,'0'-2'7823'0'0,"4"40"-6581"0"0,-4-17-584 0 0,-5 27 0 0 0,3-33-335 0 0,0 0 0 0 0,1 0 1 0 0,1 0-1 0 0,2 21 0 0 0,-2-36-318 0 0,1 1-1 0 0,-1-1 1 0 0,0 0-1 0 0,0 1 1 0 0,0-1-1 0 0,0 1 0 0 0,1-1 1 0 0,-1 1-1 0 0,0-1 1 0 0,1 1-1 0 0,-1-1 0 0 0,0 0 1 0 0,1 1-1 0 0,-1-1 1 0 0,0 0-1 0 0,1 1 1 0 0,-1-1-1 0 0,1 0 0 0 0,-1 1 1 0 0,0-1-1 0 0,1 0 1 0 0,-1 0-1 0 0,1 0 1 0 0,-1 1-1 0 0,1-1 0 0 0,-1 0 1 0 0,1 0-1 0 0,-1 0 1 0 0,1 0-1 0 0,-1 0 0 0 0,1 0 1 0 0,-1 0-1 0 0,1 0 1 0 0,-1 0-1 0 0,1 0 1 0 0,-1 0-1 0 0,1 0 0 0 0,-1 0 1 0 0,1-1-1 0 0,-1 1 1 0 0,1 0-1 0 0,17-8-19 0 0,-16 7 47 0 0,-1 0-1 0 0,1 0 1 0 0,-1 0-1 0 0,1 1 1 0 0,-1-1 0 0 0,1 1-1 0 0,0-1 1 0 0,-1 1-1 0 0,1-1 1 0 0,-1 1-1 0 0,1 0 1 0 0,0 0 0 0 0,0 0-1 0 0,-1 0 1 0 0,4 0-1 0 0,-1 1 39 0 0,0 1-1 0 0,0-1 1 0 0,0 1-1 0 0,7 3 1 0 0,-8-3-92 0 0,0-1 0 0 0,0 1 0 0 0,0-1 0 0 0,1 0 0 0 0,-1 1 0 0 0,1-1 0 0 0,-1-1 0 0 0,1 1 0 0 0,-1 0 0 0 0,1-1 0 0 0,4 0 0 0 0,-4-2-4536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13.639"/>
    </inkml:context>
    <inkml:brush xml:id="br0">
      <inkml:brushProperty name="width" value="0.035" units="cm"/>
      <inkml:brushProperty name="height" value="0.035" units="cm"/>
      <inkml:brushProperty name="color" value="#E71224"/>
    </inkml:brush>
  </inkml:definitions>
  <inkml:trace contextRef="#ctx0" brushRef="#br0">1 16 12671 0 0,'7'-16'10895'0'0,"-7"20"-10657"0"0,0 0 0 0 0,0 0 1 0 0,0-1-1 0 0,0 1 0 0 0,-1 0 1 0 0,1-1-1 0 0,-2 5 0 0 0,1-5-231 0 0,0 0 0 0 0,0-1 1 0 0,1 1-1 0 0,-1 0 0 0 0,1 0 0 0 0,-1 0 0 0 0,1 0 0 0 0,0 0 0 0 0,1 0 1 0 0,-1 0-1 0 0,0-1 0 0 0,1 1 0 0 0,-1 0 0 0 0,1 0 0 0 0,0 0 1 0 0,0-1-1 0 0,0 1 0 0 0,0 0 0 0 0,3 3 0 0 0,-3-5 0 0 0,0 1 0 0 0,1-1-1 0 0,-1 0 1 0 0,0 0 0 0 0,1 0 0 0 0,-1 0-1 0 0,1 0 1 0 0,0 0 0 0 0,-1 0 0 0 0,1-1-1 0 0,0 1 1 0 0,-1-1 0 0 0,4 2 0 0 0,7-1-5546 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13.958"/>
    </inkml:context>
    <inkml:brush xml:id="br0">
      <inkml:brushProperty name="width" value="0.035" units="cm"/>
      <inkml:brushProperty name="height" value="0.035" units="cm"/>
      <inkml:brushProperty name="color" value="#E71224"/>
    </inkml:brush>
  </inkml:definitions>
  <inkml:trace contextRef="#ctx0" brushRef="#br0">0 18 1375 0 0,'8'-14'20212'0'0,"-6"11"-17083"0"0,-2 3-3103 0 0,1 0-1 0 0,-1 0 0 0 0,0 0 0 0 0,0 0 0 0 0,1 0 0 0 0,-1 0 0 0 0,0 0 0 0 0,1 0 0 0 0,-1 0 0 0 0,0 0 0 0 0,0 0 0 0 0,1 0 1 0 0,-1 0-1 0 0,0 1 0 0 0,0-1 0 0 0,1 0 0 0 0,-1 0 0 0 0,0 0 0 0 0,0 0 0 0 0,0 0 0 0 0,1 1 0 0 0,-1-1 0 0 0,0 0 0 0 0,0 0 1 0 0,0 0-1 0 0,1 1 0 0 0,-1-1 0 0 0,0 0 0 0 0,0 0 0 0 0,0 1 0 0 0,3 11 118 0 0,-4 13-256 0 0,1-24 148 0 0,-7 39 242 0 0,1-4-1183 0 0,4-11-6961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14.244"/>
    </inkml:context>
    <inkml:brush xml:id="br0">
      <inkml:brushProperty name="width" value="0.035" units="cm"/>
      <inkml:brushProperty name="height" value="0.035" units="cm"/>
      <inkml:brushProperty name="color" value="#E71224"/>
    </inkml:brush>
  </inkml:definitions>
  <inkml:trace contextRef="#ctx0" brushRef="#br0">0 1 11975 0 0,'0'0'7434'0'0,"6"1"-2911"0"0,7 3-3471 0 0,-8 0-933 0 0,-1 0-1 0 0,1 0 1 0 0,-1 1-1 0 0,0-1 1 0 0,0 1-1 0 0,0 0 0 0 0,-1 0 1 0 0,1 0-1 0 0,-1 1 1 0 0,4 10-1 0 0,-5-10-218 0 0,1-1 0 0 0,0 1 0 0 0,0-1 0 0 0,0 0 0 0 0,0 0 0 0 0,1 0 0 0 0,0 0 0 0 0,0-1 0 0 0,0 1 0 0 0,1-1 0 0 0,5 4 0 0 0,-9-7-64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14.498"/>
    </inkml:context>
    <inkml:brush xml:id="br0">
      <inkml:brushProperty name="width" value="0.035" units="cm"/>
      <inkml:brushProperty name="height" value="0.035" units="cm"/>
      <inkml:brushProperty name="color" value="#E71224"/>
    </inkml:brush>
  </inkml:definitions>
  <inkml:trace contextRef="#ctx0" brushRef="#br0">86 0 12607 0 0,'0'0'1143'0'0,"-14"13"4105"0"0,3 3-3401 0 0,-9 19 1 0 0,-18 47-762 0 0,37-80-1454 0 0,0 1 369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14.832"/>
    </inkml:context>
    <inkml:brush xml:id="br0">
      <inkml:brushProperty name="width" value="0.035" units="cm"/>
      <inkml:brushProperty name="height" value="0.035" units="cm"/>
      <inkml:brushProperty name="color" value="#E71224"/>
    </inkml:brush>
  </inkml:definitions>
  <inkml:trace contextRef="#ctx0" brushRef="#br0">1 1 1375 0 0,'1'3'22576'0'0,"4"11"-21215"0"0,-5-9-1176 0 0,0-1-1 0 0,0 0 1 0 0,0 0-1 0 0,0 1 1 0 0,-1-1-1 0 0,-1 6 0 0 0,1-7-160 0 0,0 0 0 0 0,1 0-1 0 0,-1 0 1 0 0,1 0 0 0 0,-1 1-1 0 0,1-1 1 0 0,0 0 0 0 0,1 0-1 0 0,-1 0 1 0 0,0 0 0 0 0,1 0-1 0 0,1 4 1 0 0,-2-6-5 0 0,1 0 0 0 0,0 0 0 0 0,-1 0 0 0 0,1 0 0 0 0,0 0 0 0 0,0 0 0 0 0,-1-1 0 0 0,1 1 0 0 0,0 0 0 0 0,0-1 0 0 0,0 1 0 0 0,0 0 0 0 0,0-1 0 0 0,0 1 0 0 0,0-1 0 0 0,1 1 0 0 0,-1-1 0 0 0,0 0 0 0 0,0 0 0 0 0,0 1 0 0 0,0-1 0 0 0,0 0 0 0 0,1 0 0 0 0,-1 0 0 0 0,0 0 0 0 0,2-1 0 0 0,15-1-1117 0 0,-3-3-5111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15.134"/>
    </inkml:context>
    <inkml:brush xml:id="br0">
      <inkml:brushProperty name="width" value="0.035" units="cm"/>
      <inkml:brushProperty name="height" value="0.035" units="cm"/>
      <inkml:brushProperty name="color" value="#E71224"/>
    </inkml:brush>
  </inkml:definitions>
  <inkml:trace contextRef="#ctx0" brushRef="#br0">10 0 1375 0 0,'0'0'23284'0'0,"1"20"-21928"0"0,-11 120 49 0 0,9-130-1298 0 0,1-10-255 0 0,1 12 195 0 0,2-9-3161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15.658"/>
    </inkml:context>
    <inkml:brush xml:id="br0">
      <inkml:brushProperty name="width" value="0.035" units="cm"/>
      <inkml:brushProperty name="height" value="0.035" units="cm"/>
      <inkml:brushProperty name="color" value="#E71224"/>
    </inkml:brush>
  </inkml:definitions>
  <inkml:trace contextRef="#ctx0" brushRef="#br0">0 1 1375 0 0,'2'3'13965'0'0,"3"7"-11192"0"0,0-5-2138 0 0,1 1 0 0 0,-1-1 1 0 0,1 0-1 0 0,0 0 1 0 0,1-1-1 0 0,-1 1 1 0 0,1-2-1 0 0,0 1 0 0 0,0-1 1 0 0,0 0-1 0 0,13 4 1 0 0,-19-7-378 0 0,1 0 66 0 0,-2 6 228 0 0,-2 5 199 0 0,0-5-751 0 0,1 1 0 0 0,0-1 0 0 0,0 1 0 0 0,0-1 0 0 0,1 1 0 0 0,0 9 0 0 0,7 43 0 0 0,-1-18 0 0 0,-5-36 227 0 0,-1 0 0 0 0,0 0 0 0 0,0 0 0 0 0,0 0 0 0 0,0 0 0 0 0,-1 0 0 0 0,-2 7 0 0 0,3-11-172 0 0,-1 0 0 0 0,1 1 0 0 0,-1-1 0 0 0,1 0 0 0 0,-1 0 0 0 0,0 0 0 0 0,0 0 0 0 0,1 0 0 0 0,-1 0 0 0 0,0 0 0 0 0,0 0 0 0 0,0 0 0 0 0,0 0 0 0 0,0 0 0 0 0,-1-1 1 0 0,1 1-1 0 0,0 0 0 0 0,0-1 0 0 0,0 1 0 0 0,-1-1 0 0 0,1 1 0 0 0,0-1 0 0 0,0 0 0 0 0,-1 1 0 0 0,1-1 0 0 0,0 0 0 0 0,-1 0 0 0 0,1 0 0 0 0,0 0 0 0 0,-1 0 0 0 0,1 0 0 0 0,-3-1 0 0 0,-27-3-2176 0 0,28 3 826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26"/>
    </inkml:context>
    <inkml:brush xml:id="br0">
      <inkml:brushProperty name="width" value="0.035" units="cm"/>
      <inkml:brushProperty name="height" value="0.035" units="cm"/>
      <inkml:brushProperty name="color" value="#004F8B"/>
    </inkml:brush>
  </inkml:definitions>
  <inkml:trace contextRef="#ctx0" brushRef="#br0">21 4 8607 0 0,'0'0'13'0'0,"0"1"0"0"0,0-1-1 0 0,-1 0 1 0 0,1 0 0 0 0,0 0-1 0 0,0 0 1 0 0,0 0 0 0 0,0 0-1 0 0,0 0 1 0 0,-1 0 0 0 0,1 0-1 0 0,0 0 1 0 0,0 0 0 0 0,0 0-1 0 0,0 0 1 0 0,0 0 0 0 0,-1 0-1 0 0,1 0 1 0 0,0 0 0 0 0,0 0-1 0 0,0 0 1 0 0,0 0 0 0 0,-1 0-1 0 0,1 0 1 0 0,0 0 0 0 0,0 0-1 0 0,0 0 1 0 0,0 0 0 0 0,0 0-1 0 0,-1 0 1 0 0,1 0 0 0 0,0 0-1 0 0,0 0 1 0 0,0-1 0 0 0,0 1 0 0 0,0 0-1 0 0,-1 0 1 0 0,1 0 86 0 0,0-1 1 0 0,-1 1 0 0 0,1 0-1 0 0,0-1 1 0 0,-1 1-1 0 0,1 0 1 0 0,-1 0 0 0 0,1 0-1 0 0,-1-1 1 0 0,1 1-1 0 0,-1 0 1 0 0,1 0 0 0 0,-1 0-1 0 0,1 0 1 0 0,-1 0-1 0 0,1 0 1 0 0,-1 0 0 0 0,-5 2 7753 0 0,16 9-5771 0 0,-4-9-1636 0 0,0-1 1 0 0,0 1-1 0 0,0-1 1 0 0,0 0-1 0 0,0-1 1 0 0,12 1-1 0 0,6-2-1722 0 0,-3 1-4524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26.303"/>
    </inkml:context>
    <inkml:brush xml:id="br0">
      <inkml:brushProperty name="width" value="0.035" units="cm"/>
      <inkml:brushProperty name="height" value="0.035" units="cm"/>
      <inkml:brushProperty name="color" value="#004F8B"/>
    </inkml:brush>
  </inkml:definitions>
  <inkml:trace contextRef="#ctx0" brushRef="#br0">1 1 8063 0 0,'0'0'6506'0'0,"12"9"-2033"0"0,20-4-2468 0 0,-25-5-1533 0 0,-1 1 0 0 0,1 0 0 0 0,8 3 0 0 0,-11-3-472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22.458"/>
    </inkml:context>
    <inkml:brush xml:id="br0">
      <inkml:brushProperty name="width" value="0.035" units="cm"/>
      <inkml:brushProperty name="height" value="0.035" units="cm"/>
      <inkml:brushProperty name="color" value="#004F8B"/>
    </inkml:brush>
  </inkml:definitions>
  <inkml:trace contextRef="#ctx0" brushRef="#br0">0 9 1375 0 0,'0'0'15483'0'0,"20"-3"-11695"0"0,2 0-2082 0 0,-14 2-1423 0 0,-1 0 0 0 0,1 1 0 0 0,-1-1 0 0 0,0 1 0 0 0,1 1-1 0 0,-1 0 1 0 0,12 2 0 0 0,-15-1-1824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3:22.790"/>
    </inkml:context>
    <inkml:brush xml:id="br0">
      <inkml:brushProperty name="width" value="0.035" units="cm"/>
      <inkml:brushProperty name="height" value="0.035" units="cm"/>
      <inkml:brushProperty name="color" value="#004F8B"/>
    </inkml:brush>
  </inkml:definitions>
  <inkml:trace contextRef="#ctx0" brushRef="#br0">1 3 1375 0 0,'2'0'10575'0'0,"3"-1"-6469"0"0,11-1-604 0 0,20 6 335 0 0,-14 2-4761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00.539"/>
    </inkml:context>
    <inkml:brush xml:id="br0">
      <inkml:brushProperty name="width" value="0.035" units="cm"/>
      <inkml:brushProperty name="height" value="0.035" units="cm"/>
      <inkml:brushProperty name="color" value="#004F8B"/>
    </inkml:brush>
  </inkml:definitions>
  <inkml:trace contextRef="#ctx0" brushRef="#br0">136 29 1375 0 0,'16'-13'18543'0'0,"-14"11"-16718"0"0,-10-7 1966 0 0,7 9-3697 0 0,-1-1-1 0 0,0 0 1 0 0,0 1 0 0 0,1-1 0 0 0,-1 1-1 0 0,0-1 1 0 0,0 1 0 0 0,0 0 0 0 0,0 0-1 0 0,0 0 1 0 0,0 0 0 0 0,1 0 0 0 0,-1 0-1 0 0,0 1 1 0 0,0-1 0 0 0,0 1 0 0 0,0-1-1 0 0,-3 2 1 0 0,3 0-53 0 0,-1 0 0 0 0,1-1 0 0 0,-1 1 0 0 0,1 0-1 0 0,-1 0 1 0 0,1 0 0 0 0,0 1 0 0 0,0-1 0 0 0,0 1 0 0 0,-2 4 0 0 0,1-1-49 0 0,-1 0 0 0 0,2 0 0 0 0,-1 0 0 0 0,1 0 0 0 0,0 1 0 0 0,0-1-1 0 0,1 1 1 0 0,0-1 0 0 0,0 1 0 0 0,1 7 0 0 0,1 2 2 0 0,2-1 1 0 0,0 0-1 0 0,0 0 0 0 0,1 0 0 0 0,1-1 0 0 0,1 1 0 0 0,0-1 0 0 0,12 19 0 0 0,-9-17 6 0 0,-1 1 0 0 0,-1 0 0 0 0,-1 0 0 0 0,8 31 0 0 0,-14-47 9 0 0,1 1 1 0 0,-1-1-1 0 0,0 0 0 0 0,0 0 1 0 0,0 1-1 0 0,1-1 0 0 0,-1 0 1 0 0,-1 0-1 0 0,1 1 0 0 0,0-1 1 0 0,0 0-1 0 0,0 0 0 0 0,-1 1 1 0 0,1-1-1 0 0,0 0 0 0 0,-1 0 1 0 0,0 0-1 0 0,1 0 0 0 0,-1 1 1 0 0,1-1-1 0 0,-1 0 0 0 0,0 0 1 0 0,0 0-1 0 0,0 0 0 0 0,0-1 1 0 0,1 1-1 0 0,-1 0 0 0 0,0 0 1 0 0,-1 0-1 0 0,1-1 0 0 0,0 1 1 0 0,0-1-1 0 0,0 1 0 0 0,0-1 1 0 0,0 1-1 0 0,-2 0 0 0 0,0-1 19 0 0,-1 1 0 0 0,1-1 0 0 0,-1 0 0 0 0,1 0-1 0 0,-1 0 1 0 0,1 0 0 0 0,-1 0 0 0 0,1-1 0 0 0,-1 0-1 0 0,1 0 1 0 0,0 0 0 0 0,-5-2 0 0 0,-1 0-21 0 0,-1-1 17 0 0,0-1 0 0 0,-18-11-1 0 0,26 15-21 0 0,1 0 1 0 0,-1 0-1 0 0,0-1 0 0 0,0 1 0 0 0,1-1 1 0 0,-1 1-1 0 0,1-1 0 0 0,-1 0 0 0 0,1 0 1 0 0,0 1-1 0 0,-1-1 0 0 0,1 0 0 0 0,0 0 0 0 0,0 0 1 0 0,1 0-1 0 0,-1-1 0 0 0,0 1 0 0 0,1 0 1 0 0,-1 0-1 0 0,0-3 0 0 0,1 4-3 0 0,0 0 0 0 0,1 0 0 0 0,-1 1 1 0 0,0-1-1 0 0,0 0 0 0 0,0 1 0 0 0,0-1 0 0 0,1 0 0 0 0,-1 0 0 0 0,0 1 0 0 0,0-1 0 0 0,1 0 1 0 0,-1 1-1 0 0,1-1 0 0 0,-1 1 0 0 0,1-1 0 0 0,-1 1 0 0 0,1-1 0 0 0,-1 0 0 0 0,1 1 0 0 0,0-1 1 0 0,1 0-5 0 0,0 0 0 0 0,0 0 0 0 0,-1 0 0 0 0,1 1 0 0 0,0-1 0 0 0,0 1 0 0 0,0-1 1 0 0,2 1-1 0 0,5-1-13 0 0,-1 1 0 0 0,0 1 0 0 0,9 0 0 0 0,-15 0 17 0 0,19 0-1258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02.035"/>
    </inkml:context>
    <inkml:brush xml:id="br0">
      <inkml:brushProperty name="width" value="0.035" units="cm"/>
      <inkml:brushProperty name="height" value="0.035" units="cm"/>
      <inkml:brushProperty name="color" value="#004F8B"/>
    </inkml:brush>
  </inkml:definitions>
  <inkml:trace contextRef="#ctx0" brushRef="#br0">0 17 9759 0 0,'0'0'9220'0'0,"15"-14"-3745"0"0,-14 14-5452 0 0,0-1 1 0 0,0 1-1 0 0,0-1 1 0 0,0 1 0 0 0,0 0-1 0 0,1 0 1 0 0,-1 0-1 0 0,0 0 1 0 0,0-1-1 0 0,0 2 1 0 0,0-1-1 0 0,1 0 1 0 0,-1 0-1 0 0,0 0 1 0 0,0 0-1 0 0,0 1 1 0 0,0-1 0 0 0,0 1-1 0 0,1-1 1 0 0,-1 1-1 0 0,0-1 1 0 0,0 1-1 0 0,0-1 1 0 0,0 1-1 0 0,0 0 1 0 0,-1 0-1 0 0,1-1 1 0 0,0 1 0 0 0,0 0-1 0 0,0 0 1 0 0,1 2-1 0 0,-2-2-15 0 0,1 1 0 0 0,-1-1 1 0 0,1 1-1 0 0,-1 0 0 0 0,1-1 0 0 0,-1 1 0 0 0,0-1 1 0 0,0 1-1 0 0,1 0 0 0 0,-1-1 0 0 0,0 1 0 0 0,-1-1 0 0 0,1 1 1 0 0,0 0-1 0 0,0-1 0 0 0,-1 3 0 0 0,-11 22 70 0 0,11-22-90 0 0,-2 2-30 0 0,2-4 88 0 0,0 0 0 0 0,0 1 1 0 0,0-1-1 0 0,0 0 1 0 0,0 0-1 0 0,-1 0 1 0 0,1-1-1 0 0,-1 1 0 0 0,-2 2 1 0 0,4-4-5 0 0,-3 1-31 0 0,1 0 920 0 0,3 0-873 0 0,0 0-36 0 0,0 0-1 0 0,0-1 1 0 0,1 1 0 0 0,-1 0-1 0 0,0-1 1 0 0,1 1-1 0 0,-1-1 1 0 0,1 1 0 0 0,-1-1-1 0 0,0 0 1 0 0,1 1 0 0 0,-1-1-1 0 0,1 0 1 0 0,-1 0-1 0 0,1 0 1 0 0,-1 0 0 0 0,1 0-1 0 0,-1 0 1 0 0,3-1 0 0 0,-2 0 35 0 0,-1 1 1 0 0,0 0-1 0 0,0 0 1 0 0,0-1-1 0 0,1 1 1 0 0,-1 0-1 0 0,0 0 1 0 0,0 0 0 0 0,0 1-1 0 0,1-1 1 0 0,-1 0-1 0 0,0 0 1 0 0,0 1-1 0 0,0-1 1 0 0,0 0 0 0 0,2 2 371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02.585"/>
    </inkml:context>
    <inkml:brush xml:id="br0">
      <inkml:brushProperty name="width" value="0.035" units="cm"/>
      <inkml:brushProperty name="height" value="0.035" units="cm"/>
      <inkml:brushProperty name="color" value="#004F8B"/>
    </inkml:brush>
  </inkml:definitions>
  <inkml:trace contextRef="#ctx0" brushRef="#br0">0 5 9271 0 0,'0'0'838'0'0,"5"-1"-177"0"0,11-1 9959 0 0,-11 1-9472 0 0,-3 1-876 0 0,0 0-1 0 0,0 0 0 0 0,-1 0 0 0 0,1 0 0 0 0,0 0 1 0 0,0 0-1 0 0,0 1 0 0 0,0-1 0 0 0,-1 1 1 0 0,3 0-1 0 0,-4-1-258 0 0,0 1 1 0 0,1-1-1 0 0,-1 1 1 0 0,0-1 0 0 0,0 1-1 0 0,0-1 1 0 0,0 1-1 0 0,0-1 1 0 0,0 1-1 0 0,0-1 1 0 0,0 1-1 0 0,0-1 1 0 0,0 1-1 0 0,0-1 1 0 0,0 0 0 0 0,0 1-1 0 0,0-1 1 0 0,0 1-1 0 0,-1 0 7 0 0,0 2-23 0 0,1-1-1 0 0,-1 1 0 0 0,0 0 1 0 0,1 0-1 0 0,0 0 1 0 0,0 0-1 0 0,0 0 1 0 0,0 0-1 0 0,0 0 0 0 0,0 0 1 0 0,2 5-1 0 0,1 1-25 0 0,0 0 0 0 0,6 11-1 0 0,-6-14 21 0 0,0-1-1 0 0,0 1 1 0 0,-1 0-1 0 0,0 0 1 0 0,-1 0-1 0 0,1 0 1 0 0,-1 0 0 0 0,1 6-1 0 0,-2-9 10 0 0,-1 0 0 0 0,1-2 24 0 0,-1-1 1 0 0,1 0-1 0 0,0 1 0 0 0,-1-1 0 0 0,1 1 0 0 0,0-1 1 0 0,-1 0-1 0 0,1 1 0 0 0,-1-1 0 0 0,1 0 0 0 0,-1 1 1 0 0,1-1-1 0 0,-1 0 0 0 0,1 0 0 0 0,-1 1 0 0 0,1-1 1 0 0,-1 0-1 0 0,1 0 0 0 0,-1 0 0 0 0,1 0 0 0 0,-1 0 1 0 0,1 0-1 0 0,-1 0 0 0 0,1 0 0 0 0,-1 0 0 0 0,1 0 1 0 0,-1 0-1 0 0,1 0 0 0 0,-1 0 0 0 0,0 0 1 0 0,-14-5-59 0 0,5 1-1402 0 0,2 2-4763 0 0,2 0-1827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03.458"/>
    </inkml:context>
    <inkml:brush xml:id="br0">
      <inkml:brushProperty name="width" value="0.035" units="cm"/>
      <inkml:brushProperty name="height" value="0.035" units="cm"/>
      <inkml:brushProperty name="color" value="#004F8B"/>
    </inkml:brush>
  </inkml:definitions>
  <inkml:trace contextRef="#ctx0" brushRef="#br0">60 1 1695 0 0,'0'0'14715'0'0,"-21"1"-9606"0"0,2 2-5247 0 0,18-3 132 0 0,-2-3 1271 0 0,3 3-1244 0 0,0 1 0 0 0,-1-1 0 0 0,1 0 0 0 0,0 0 0 0 0,0 0 0 0 0,-1 1 0 0 0,1-1 0 0 0,0 0 0 0 0,0 1 0 0 0,0-1 0 0 0,0 0 0 0 0,-1 0 0 0 0,1 1 0 0 0,0-1 0 0 0,0 0 0 0 0,0 1 1 0 0,0-1-1 0 0,0 0 0 0 0,0 1 0 0 0,0-1 0 0 0,0 0 0 0 0,0 1 0 0 0,0-1 0 0 0,0 1 0 0 0,-6 65-39 0 0,5-32 21 0 0,-2-17-3 0 0,2-13 0 0 0,1 0 0 0 0,-1 1 0 0 0,1-1 0 0 0,-1 0 0 0 0,1 1 0 0 0,1-1 0 0 0,-1 0 0 0 0,1 1 0 0 0,-1-1 0 0 0,2 5 0 0 0,0-7 0 0 0,-2-1 0 0 0,1 0 0 0 0,-1-1 0 0 0,1 1 0 0 0,0-1 0 0 0,-1 1 0 0 0,1-1 0 0 0,0 1 0 0 0,-1-1 0 0 0,1 1 0 0 0,0-1 0 0 0,0 0 0 0 0,0 1 0 0 0,-1-1 0 0 0,1 0 0 0 0,0 0 0 0 0,0 0 0 0 0,0 0 0 0 0,0 0 0 0 0,1 0 0 0 0,-1 0 0 0 0,31 11 1315 0 0,-32-11-1182 0 0,1 1 166 0 0,2 1-3472 0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05.137"/>
    </inkml:context>
    <inkml:brush xml:id="br0">
      <inkml:brushProperty name="width" value="0.035" units="cm"/>
      <inkml:brushProperty name="height" value="0.035" units="cm"/>
      <inkml:brushProperty name="color" value="#004F8B"/>
    </inkml:brush>
  </inkml:definitions>
  <inkml:trace contextRef="#ctx0" brushRef="#br0">0 17 7567 0 0,'0'0'15235'0'0,"16"-8"-12886"0"0,-7 5-2035 0 0,0 1 0 0 0,1 1 0 0 0,-1-1-1 0 0,1 2 1 0 0,-1-1 0 0 0,12 2 0 0 0,-1-1-51 0 0,-19 0-499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06.487"/>
    </inkml:context>
    <inkml:brush xml:id="br0">
      <inkml:brushProperty name="width" value="0.035" units="cm"/>
      <inkml:brushProperty name="height" value="0.035" units="cm"/>
      <inkml:brushProperty name="color" value="#004F8B"/>
    </inkml:brush>
  </inkml:definitions>
  <inkml:trace contextRef="#ctx0" brushRef="#br0">1 0 9727 0 0,'0'0'11296'0'0,"1"20"-7683"0"0,19 135-2855 0 0,-13-12-225 0 0,10 40-304 0 0,-15-102 182 0 0,-1 72-488 0 0,2-109 216 0 0,-2-34-137 0 0,0-1 1 0 0,-1 0-1 0 0,0 13 1 0 0,-1-17 17 0 0,1-1 4 0 0,-1 0-1 0 0,1 1 1 0 0,0-1-1 0 0,0 0 1 0 0,1 0-1 0 0,-1 1 1 0 0,2 3-1 0 0,-1 0-28 0 0,2 13 285 0 0,-3-20-226 0 0,0-1 5 0 0,1 1-36 0 0,0 0 19 0 0,0 2-31 0 0,0 0-11 0 0,0-3 5 0 0,-1 1-1 0 0,1-1 1 0 0,0 1-1 0 0,0 0 1 0 0,-1-1-1 0 0,1 0 1 0 0,0 1 0 0 0,0-1-1 0 0,0 1 1 0 0,-1-1-1 0 0,1 0 1 0 0,0 0-1 0 0,0 1 1 0 0,0-1 0 0 0,0 0-1 0 0,0 0 1 0 0,-1 0-1 0 0,1 0 1 0 0,0 0-1 0 0,0 0 1 0 0,0 0 0 0 0,0 0-1 0 0,0-1 1 0 0,0 1-1 0 0,0 0 1 0 0,-1 0-1 0 0,1-1 1 0 0,0 1-1 0 0,0 0 1 0 0,0-1 0 0 0,6-1 34 0 0,-3 2-16 0 0,1 0-1 0 0,0 0 0 0 0,-1 0 0 0 0,8 3 0 0 0,13 0 381 0 0,8-5 59 0 0,-21 1-407 0 0,-1 0 0 0 0,16 2 1 0 0,29-3 16 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07.947"/>
    </inkml:context>
    <inkml:brush xml:id="br0">
      <inkml:brushProperty name="width" value="0.035" units="cm"/>
      <inkml:brushProperty name="height" value="0.035" units="cm"/>
      <inkml:brushProperty name="color" value="#004F8B"/>
    </inkml:brush>
  </inkml:definitions>
  <inkml:trace contextRef="#ctx0" brushRef="#br0">0 26 1375 0 0,'1'-9'432'0'0,"7"-7"17886"0"0,-8 16-18001 0 0,0-1-1 0 0,1 1 1 0 0,-1 0 0 0 0,0 0-1 0 0,0 0 1 0 0,1 0 0 0 0,-1 0-1 0 0,0 0 1 0 0,1 0 0 0 0,-1 0-1 0 0,0 0 1 0 0,0 0 0 0 0,1 0-1 0 0,-1 0 1 0 0,0 1 0 0 0,1-1-1 0 0,7 6 3566 0 0,1 5-5273 0 0,5 8 1432 0 0,-2 1 0 0 0,0 1 0 0 0,-1 0 0 0 0,-1 1 0 0 0,13 44-1 0 0,-22-63-31 0 0,11 22 68 0 0,-12-24 112 0 0,11-8 46 0 0,-9 3-216 0 0,1 1 0 0 0,0-1 0 0 0,-1 0 0 0 0,0 1 0 0 0,0-1 0 0 0,0 0 0 0 0,0-1 0 0 0,1-4 0 0 0,3-8 108 0 0,3-2-9 0 0,-4 6-22 0 0,1 0 0 0 0,0 0 0 0 0,1 1 0 0 0,1 0 0 0 0,0 0 0 0 0,9-11 0 0 0,-15 21-54 0 0,-1 0-46 0 0,-1 2-112 0 0,-5 2-5761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08.677"/>
    </inkml:context>
    <inkml:brush xml:id="br0">
      <inkml:brushProperty name="width" value="0.035" units="cm"/>
      <inkml:brushProperty name="height" value="0.035" units="cm"/>
      <inkml:brushProperty name="color" value="#004F8B"/>
    </inkml:brush>
  </inkml:definitions>
  <inkml:trace contextRef="#ctx0" brushRef="#br0">1 0 1839 0 0,'0'0'14035'0'0,"1"7"-6981"0"0,3 6-5658 0 0,53 87 570 0 0,16 27-1668 0 0,-72-125-280 0 0,0 0 0 0 0,1 0 0 0 0,-1 0 0 0 0,1 0 0 0 0,-1 0 0 0 0,1 0 0 0 0,0-1 0 0 0,0 1 0 0 0,0-1 0 0 0,0 1 0 0 0,3 1 0 0 0,-5-3 52 0 0,4-7 86 0 0,7-21 493 0 0,-6 14-480 0 0,11-27 0 0 0,1-2 69 0 0,-5 10 26 0 0,-7 20-46 0 0,0 0 0 0 0,-1-1 0 0 0,5-27 0 0 0,-9 37-2809 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09.453"/>
    </inkml:context>
    <inkml:brush xml:id="br0">
      <inkml:brushProperty name="width" value="0.035" units="cm"/>
      <inkml:brushProperty name="height" value="0.035" units="cm"/>
      <inkml:brushProperty name="color" value="#004F8B"/>
    </inkml:brush>
  </inkml:definitions>
  <inkml:trace contextRef="#ctx0" brushRef="#br0">0 5 1375 0 0,'4'-4'25841'0'0,"-1"4"-28814"0"0,-2 1 3054 0 0,0-1 0 0 0,0 1 0 0 0,0 0 1 0 0,1 0-1 0 0,-1-1 0 0 0,0 1 0 0 0,0 0 0 0 0,0 0 0 0 0,0 0 1 0 0,-1 0-1 0 0,1 1 0 0 0,0-1 0 0 0,0 0 0 0 0,-1 0 0 0 0,1 0 0 0 0,0 1 1 0 0,-1-1-1 0 0,1 0 0 0 0,-1 1 0 0 0,0-1 0 0 0,1 0 0 0 0,-1 4 1 0 0,1-1-484 0 0,-1 0 0 0 0,1 1 0 0 0,-1-1 0 0 0,0 1 0 0 0,-1-1 0 0 0,1 0 0 0 0,-2 6 0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09.833"/>
    </inkml:context>
    <inkml:brush xml:id="br0">
      <inkml:brushProperty name="width" value="0.035" units="cm"/>
      <inkml:brushProperty name="height" value="0.035" units="cm"/>
      <inkml:brushProperty name="color" value="#004F8B"/>
    </inkml:brush>
  </inkml:definitions>
  <inkml:trace contextRef="#ctx0" brushRef="#br0">0 1 919 0 0,'5'3'17886'0'0,"-3"-1"-17341"0"0,6-2-60 0 0,1 1-1 0 0,-1-1 1 0 0,11-2 0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10.275"/>
    </inkml:context>
    <inkml:brush xml:id="br0">
      <inkml:brushProperty name="width" value="0.035" units="cm"/>
      <inkml:brushProperty name="height" value="0.035" units="cm"/>
      <inkml:brushProperty name="color" value="#004F8B"/>
    </inkml:brush>
  </inkml:definitions>
  <inkml:trace contextRef="#ctx0" brushRef="#br0">0 0 1839 0 0,'0'0'7732'0'0,"2"6"-3074"0"0,2 6-2129 0 0,-3 3-1367 0 0,-2 27-1 0 0,0-12 853 0 0,2-28-1846 0 0,0-1 1 0 0,-1 1-1 0 0,1-1 0 0 0,0 1 0 0 0,0-1 1 0 0,0 0-1 0 0,0 1 0 0 0,0-1 0 0 0,0 0 1 0 0,0 0-1 0 0,0 0 0 0 0,0 0 0 0 0,1 0 1 0 0,-1 0-1 0 0,0 0 0 0 0,1 0 0 0 0,-1-1 1 0 0,1 1-1 0 0,-1 0 0 0 0,3 0 0 0 0,15 0 203 0 0,-18-1-456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10.908"/>
    </inkml:context>
    <inkml:brush xml:id="br0">
      <inkml:brushProperty name="width" value="0.035" units="cm"/>
      <inkml:brushProperty name="height" value="0.035" units="cm"/>
      <inkml:brushProperty name="color" value="#004F8B"/>
    </inkml:brush>
  </inkml:definitions>
  <inkml:trace contextRef="#ctx0" brushRef="#br0">1 0 1839 0 0,'0'0'13122'0'0,"16"6"-7157"0"0,15-8-1036 0 0,-34 13-4850 0 0,-2 4-86 0 0,6-8 7 0 0,1 0 0 0 0,1 0 0 0 0,-1-1 0 0 0,6 11 0 0 0,-6-15 5 0 0,-1 1-7 0 0,1 1 0 0 0,0-1 0 0 0,-1 0 0 0 0,0 1 0 0 0,2 3 0 0 0,-3-6 5 0 0,0 0-1 0 0,0 0 1 0 0,0 0-1 0 0,0-1 1 0 0,0 1 0 0 0,0 0-1 0 0,0 0 1 0 0,0 0 0 0 0,0 0-1 0 0,0-1 1 0 0,0 1 0 0 0,-1 0-1 0 0,1 0 1 0 0,0 0 0 0 0,-1-1-1 0 0,1 1 1 0 0,0 0-1 0 0,-1-1 1 0 0,1 1 0 0 0,-1 0-1 0 0,1-1 1 0 0,-1 1 0 0 0,1 0-1 0 0,-1-1 1 0 0,0 1 0 0 0,1-1-1 0 0,-1 1 1 0 0,0-1 0 0 0,1 1-1 0 0,-2 0 1 0 0,1-1 76 0 0,-1 1 0 0 0,1-1-1 0 0,0 1 1 0 0,-1-1 0 0 0,1 0 0 0 0,0 1 0 0 0,-1-1 0 0 0,1 0 0 0 0,0 0 0 0 0,-1 0 0 0 0,1 0 0 0 0,0 0-1 0 0,-1 0 1 0 0,1 0 0 0 0,0-1 0 0 0,-3 1 0 0 0,4-1-480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11.972"/>
    </inkml:context>
    <inkml:brush xml:id="br0">
      <inkml:brushProperty name="width" value="0.035" units="cm"/>
      <inkml:brushProperty name="height" value="0.035" units="cm"/>
      <inkml:brushProperty name="color" value="#004F8B"/>
    </inkml:brush>
  </inkml:definitions>
  <inkml:trace contextRef="#ctx0" brushRef="#br0">1 51 4575 0 0,'0'0'208'0'0,"1"7"6083"0"0,10-21 526 0 0,-5 8-5023 0 0,8-17 1302 0 0,-8 11-1561 0 0,-4 10-695 0 0,-2 3 115 0 0,0 7-955 0 0,1 1 0 0 0,-1-1 0 0 0,2 0 0 0 0,-1 0 0 0 0,1 0 0 0 0,0 0 0 0 0,0 0 0 0 0,5 9 0 0 0,-3-5 0 0 0,-1-6 0 0 0,0 6 0 0 0,-3-9 0 0 0,0-3 0 0 0,0 1 1 0 0,0-1-1 0 0,0 1 0 0 0,-1-1 1 0 0,1 0-1 0 0,0 1 0 0 0,0-1 1 0 0,-1 0-1 0 0,1 1 0 0 0,0-1 1 0 0,-1 0-1 0 0,1 1 0 0 0,0-1 0 0 0,-1 0 1 0 0,1 0-1 0 0,0 1 0 0 0,-1-1 1 0 0,1 0-1 0 0,-1 0 0 0 0,1 0 1 0 0,0 0-1 0 0,-1 1 0 0 0,1-1 1 0 0,-1 0-1 0 0,1 0 0 0 0,0 0 0 0 0,-1 0 1 0 0,1 0-1 0 0,-1 0 0 0 0,1 0 1 0 0,-1 0-1 0 0,1 0 0 0 0,-1 0 1 0 0,1 0-1 0 0,-1-1 0 0 0,-16-4 240 0 0,16 5-195 0 0,-1-1-45 0 0,1 0 0 0 0,3 0-15 0 0,0 0 2 0 0,-1 1 0 0 0,1-1-1 0 0,0 1 1 0 0,-1 0-1 0 0,1 0 1 0 0,0 0 0 0 0,0 0-1 0 0,-1 0 1 0 0,1 0-1 0 0,0 1 1 0 0,-1-1 0 0 0,1 0-1 0 0,0 1 1 0 0,-1-1-1 0 0,1 1 1 0 0,-1 0 0 0 0,1-1-1 0 0,2 3 1 0 0,-25-6 278 0 0,14-1-466 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13.366"/>
    </inkml:context>
    <inkml:brush xml:id="br0">
      <inkml:brushProperty name="width" value="0.035" units="cm"/>
      <inkml:brushProperty name="height" value="0.035" units="cm"/>
      <inkml:brushProperty name="color" value="#004F8B"/>
    </inkml:brush>
  </inkml:definitions>
  <inkml:trace contextRef="#ctx0" brushRef="#br0">0 1 7399 0 0,'0'0'17388'0'0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14.985"/>
    </inkml:context>
    <inkml:brush xml:id="br0">
      <inkml:brushProperty name="width" value="0.035" units="cm"/>
      <inkml:brushProperty name="height" value="0.035" units="cm"/>
      <inkml:brushProperty name="color" value="#004F8B"/>
    </inkml:brush>
  </inkml:definitions>
  <inkml:trace contextRef="#ctx0" brushRef="#br0">17 92 455 0 0,'-1'-2'776'0'0,"1"1"-27"0"0,-1-1 0 0 0,1 1-1 0 0,0 0 1 0 0,-1-1 0 0 0,1 1-1 0 0,-1 0 1 0 0,1-1-1 0 0,-1 1 1 0 0,0 0 0 0 0,1 0-1 0 0,-3-2 1 0 0,2 2-53 0 0,1 0 1 0 0,-1-1 0 0 0,0 1 0 0 0,0-1-1 0 0,0 1 1 0 0,1 0 0 0 0,-1-1-1 0 0,1 1 1 0 0,-1-1 0 0 0,1 0 0 0 0,-1-2-1 0 0,1 2-474 0 0,0 0-1 0 0,1-1 1 0 0,-1 1-1 0 0,1 0 1 0 0,-1 0-1 0 0,1 0 1 0 0,0 0-1 0 0,-1 0 1 0 0,1 0-1 0 0,0 0 1 0 0,0 0-1 0 0,1 0 1 0 0,-1 0-1 0 0,0 0 1 0 0,1 0-1 0 0,-1 1 1 0 0,1-1-1 0 0,-1 1 1 0 0,1-1-1 0 0,0 1 0 0 0,0 0 1 0 0,-1-1-1 0 0,1 1 1 0 0,0 0-1 0 0,0 0 1 0 0,0 0-1 0 0,0 1 1 0 0,1-1-1 0 0,-1 0 1 0 0,0 1-1 0 0,3-1 1 0 0,-1 0-165 0 0,0 1 1 0 0,0-1 0 0 0,-1 1-1 0 0,1 0 1 0 0,0 0-1 0 0,0 0 1 0 0,-1 1-1 0 0,1-1 1 0 0,0 1-1 0 0,-1 0 1 0 0,1 0 0 0 0,0 0-1 0 0,-1 1 1 0 0,1-1-1 0 0,-1 1 1 0 0,0 0-1 0 0,0 0 1 0 0,4 2-1 0 0,-2 1-19 0 0,2 1 18 0 0,-1 0-1 0 0,0 0 0 0 0,9 12 1 0 0,-13-15-46 0 0,0 0-1 0 0,-1 0 1 0 0,1 0 0 0 0,-1 1 0 0 0,1-1 0 0 0,-1 1-1 0 0,0-1 1 0 0,-1 1 0 0 0,1-1 0 0 0,-1 1 0 0 0,1-1-1 0 0,-1 5 1 0 0,0 0 7 0 0,-1 0 0 0 0,0 0 0 0 0,0 0 1 0 0,0 0-1 0 0,-1 0 0 0 0,0 0 0 0 0,-1 0 0 0 0,-4 9 0 0 0,4-12 0 0 0,1 0-1 0 0,-1-1 0 0 0,0 1 1 0 0,0-1-1 0 0,0 0 1 0 0,-1 0-1 0 0,1 0 1 0 0,-1-1-1 0 0,0 1 0 0 0,0-1 1 0 0,0 0-1 0 0,-1 0 1 0 0,-8 4-1 0 0,12-6-9 0 0,0-1 1 0 0,-1 0-1 0 0,1 0 0 0 0,0 0 0 0 0,-1 0 1 0 0,1 0-1 0 0,0 0 0 0 0,0 0 0 0 0,-1 0 1 0 0,1 0-1 0 0,0 0 0 0 0,0-1 0 0 0,-1 1 1 0 0,-1-1-1 0 0,-18-9 63 0 0,17 7-57 0 0,-5-1-14 0 0,6 3 1 0 0,0 0 1 0 0,0 0-1 0 0,0-1 0 0 0,0 0 0 0 0,0 1 1 0 0,1-1-1 0 0,-5-4 0 0 0,6 5 0 0 0,0-1-1 0 0,0 1 1 0 0,1 0-1 0 0,-1 0 1 0 0,0 0-1 0 0,1-1 1 0 0,-1 1 0 0 0,1 0-1 0 0,0-1 1 0 0,-1 1-1 0 0,1 0 1 0 0,0-1-1 0 0,0 1 1 0 0,0 0-1 0 0,0-1 1 0 0,0 1-1 0 0,0-1 1 0 0,0 1 0 0 0,0 0-1 0 0,1-1 1 0 0,-1 1-1 0 0,0 0 1 0 0,1-1-1 0 0,-1 1 1 0 0,2-2-1 0 0,-2 2-1 0 0,1 0-1 0 0,0 1 1 0 0,-1-1-1 0 0,1 0 0 0 0,0 0 1 0 0,-1 0-1 0 0,1 1 1 0 0,0-1-1 0 0,0 0 0 0 0,0 1 1 0 0,0-1-1 0 0,0 1 1 0 0,0-1-1 0 0,0 1 0 0 0,0-1 1 0 0,0 1-1 0 0,0 0 1 0 0,0 0-1 0 0,1-1 0 0 0,25-2-53 0 0,-18 2 47 0 0,-8 1 9 0 0,3 0 0 0 0,0-1 0 0 0,1 1 0 0 0,-1 0 0 0 0,0 0 0 0 0,7 2 0 0 0,-9-2 0 0 0,0 0 0 0 0,0 1 0 0 0,0 0 0 0 0,0-1 0 0 0,0 1 0 0 0,0 0 0 0 0,-1 0 0 0 0,1 0 0 0 0,0 0 0 0 0,0 1 0 0 0,-1-1 0 0 0,1 0 0 0 0,-1 1 0 0 0,1-1 0 0 0,-1 1 0 0 0,0-1 0 0 0,0 1 0 0 0,0 0 0 0 0,2 2 0 0 0,-2-2-108 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16.148"/>
    </inkml:context>
    <inkml:brush xml:id="br0">
      <inkml:brushProperty name="width" value="0.035" units="cm"/>
      <inkml:brushProperty name="height" value="0.035" units="cm"/>
      <inkml:brushProperty name="color" value="#004F8B"/>
    </inkml:brush>
  </inkml:definitions>
  <inkml:trace contextRef="#ctx0" brushRef="#br0">109 25 1375 0 0,'0'0'4092'0'0,"-2"-6"3435"0"0,-2-6-1242 0 0,2 11-6010 0 0,0 0-1 0 0,0 0 1 0 0,0 0-1 0 0,0 1 1 0 0,-1-1-1 0 0,1 1 1 0 0,0-1-1 0 0,0 1 1 0 0,0 0-1 0 0,0 0 1 0 0,-1 0-1 0 0,1 0 1 0 0,0 0-1 0 0,0 0 1 0 0,0 0-1 0 0,0 1 1 0 0,0-1-1 0 0,0 1 1 0 0,-1 0-1 0 0,-1 1 1 0 0,1-1-184 0 0,-1 1 0 0 0,0-1 0 0 0,1 1 0 0 0,0 0 0 0 0,-1 0 0 0 0,1 0 0 0 0,0 1-1 0 0,0-1 1 0 0,1 1 0 0 0,-5 4 0 0 0,4-3-90 0 0,1-1-1 0 0,0 1 1 0 0,1 0-1 0 0,-1 0 0 0 0,1 0 1 0 0,-1 0-1 0 0,1 0 1 0 0,0 0-1 0 0,1 0 0 0 0,-1 0 1 0 0,1 0-1 0 0,0 1 1 0 0,0-1-1 0 0,0 0 0 0 0,0 0 1 0 0,1 0-1 0 0,0 0 1 0 0,-1 1-1 0 0,2-1 0 0 0,-1 0 1 0 0,0 0-1 0 0,1-1 1 0 0,0 1-1 0 0,0 0 0 0 0,0 0 1 0 0,2 3-1 0 0,-2-5 0 0 0,0-1 0 0 0,0 1 0 0 0,0 0 0 0 0,0-1 0 0 0,0 1 0 0 0,0-1 0 0 0,0 1 0 0 0,0-1 0 0 0,1 0 0 0 0,-1 0 0 0 0,0 0 0 0 0,1 0 0 0 0,-1 0 0 0 0,5 0 0 0 0,5 3 0 0 0,-11-4-6 0 0,0 0 0 0 0,0 1 0 0 0,0-1 0 0 0,1 0 0 0 0,-1 0 0 0 0,0 0 0 0 0,0 0 0 0 0,1 0 0 0 0,-1 0 0 0 0,0 0 0 0 0,0-1 0 0 0,0 1 0 0 0,1 0 0 0 0,-1-1 0 0 0,0 1-1 0 0,0 0 1 0 0,0-1 0 0 0,0 0 0 0 0,0 1 0 0 0,0-1 0 0 0,0 0 0 0 0,0 1 0 0 0,0-1 0 0 0,0 0 0 0 0,0 0 0 0 0,0 0 0 0 0,-1 0 0 0 0,1 0 0 0 0,0 0 0 0 0,0 0 0 0 0,-1 0 0 0 0,1 0 0 0 0,0-2 0 0 0,4-9-3 0 0,0 0-1 0 0,4-15 1 0 0,-8 23 98 0 0,0 1 0 0 0,0 0 0 0 0,0-1 0 0 0,-1 1 1 0 0,0-1-1 0 0,0 1 0 0 0,0-1 0 0 0,0 1 0 0 0,0-1 0 0 0,-1 1 0 0 0,1 0 1 0 0,-1-1-1 0 0,-2-5 0 0 0,3 9 32 0 0,-1-8 875 0 0,1 6-802 0 0,0 8-91 0 0,4 17-99 0 0,1 1 0 0 0,14 39-1 0 0,-17-60-3 0 0,0 0-1 0 0,0-1 1 0 0,1 1-1 0 0,-1-1 1 0 0,0 1-1 0 0,1-1 1 0 0,-1 0-1 0 0,6 4 0 0 0,-5-4-5 0 0,-2-2-47 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16.668"/>
    </inkml:context>
    <inkml:brush xml:id="br0">
      <inkml:brushProperty name="width" value="0.035" units="cm"/>
      <inkml:brushProperty name="height" value="0.035" units="cm"/>
      <inkml:brushProperty name="color" value="#004F8B"/>
    </inkml:brush>
  </inkml:definitions>
  <inkml:trace contextRef="#ctx0" brushRef="#br0">1 28 4375 0 0,'0'0'11300'0'0,"6"-3"-7211"0"0,7-4-2084 0 0,31-6 937 0 0,-24 9-5919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17.128"/>
    </inkml:context>
    <inkml:brush xml:id="br0">
      <inkml:brushProperty name="width" value="0.035" units="cm"/>
      <inkml:brushProperty name="height" value="0.035" units="cm"/>
      <inkml:brushProperty name="color" value="#004F8B"/>
    </inkml:brush>
  </inkml:definitions>
  <inkml:trace contextRef="#ctx0" brushRef="#br0">1 1 1375 0 0,'0'0'3192'0'0,"0"6"4917"0"0,1 9-4287 0 0,-1 1-1183 0 0,4 25-1 0 0,-4-40-2390 0 0,10 7 832 0 0,-8-7-995 0 0,-1-1 0 0 0,0 0 0 0 0,1 0 0 0 0,-1 0 0 0 0,1 0 1 0 0,-1 0-1 0 0,0-1 0 0 0,1 1 0 0 0,-1 0 0 0 0,3-2 0 0 0,-2 2 23 0 0,-1-1 1 0 0,1 1 0 0 0,-1-1-1 0 0,1 1 1 0 0,-1 0 0 0 0,1-1-1 0 0,-1 1 1 0 0,1 0 0 0 0,0 0-1 0 0,-1 0 1 0 0,1 0 0 0 0,-1 1-1 0 0,1-1 1 0 0,2 1-1 0 0,-3-1-70 0 0,0 1-1 0 0,-1-1 0 0 0,1 1 0 0 0,-1-1 0 0 0,1 0 0 0 0,-1 1 1 0 0,1-1-1 0 0,-1 1 0 0 0,1-1 0 0 0,-1 1 0 0 0,1-1 0 0 0,-1 1 1 0 0,0 0-1 0 0,1 0 0 0 0,3 4-958 0 0,0-7-3549 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17.462"/>
    </inkml:context>
    <inkml:brush xml:id="br0">
      <inkml:brushProperty name="width" value="0.035" units="cm"/>
      <inkml:brushProperty name="height" value="0.035" units="cm"/>
      <inkml:brushProperty name="color" value="#004F8B"/>
    </inkml:brush>
  </inkml:definitions>
  <inkml:trace contextRef="#ctx0" brushRef="#br0">1 2 1375 0 0,'5'-1'19616'0'0,"1"1"-16952"0"0,-5 0-2332 0 0,0 22 464 0 0,2 7-956 0 0,-3-29-316 0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18.081"/>
    </inkml:context>
    <inkml:brush xml:id="br0">
      <inkml:brushProperty name="width" value="0.035" units="cm"/>
      <inkml:brushProperty name="height" value="0.035" units="cm"/>
      <inkml:brushProperty name="color" value="#004F8B"/>
    </inkml:brush>
  </inkml:definitions>
  <inkml:trace contextRef="#ctx0" brushRef="#br0">1 1 1375 0 0,'11'1'15920'0'0,"0"0"-11208"0"0,-5 1-4011 0 0,-5-1-632 0 0,0-1 0 0 0,0 1-1 0 0,0-1 1 0 0,0 0 0 0 0,0 1 0 0 0,0-1-1 0 0,0 0 1 0 0,0 0 0 0 0,0 0 0 0 0,0 0-1 0 0,0 0 1 0 0,1 0 0 0 0,-4 3-53 0 0,1-1-1 0 0,-1 1 1 0 0,1 0 0 0 0,0-1-1 0 0,0 1 1 0 0,0 0 0 0 0,0 0-1 0 0,-1 4 1 0 0,2-3-16 0 0,1 0 0 0 0,-1 0 0 0 0,1-1 0 0 0,0 1 0 0 0,0 0 0 0 0,0-1 0 0 0,3 7 0 0 0,-1-4 0 0 0,6 32 0 0 0,-9-36-29 0 0,0-2 57 0 0,1 1 0 0 0,-1-1 0 0 0,0 0 0 0 0,0 0-1 0 0,0 1 1 0 0,0-1 0 0 0,0 0 0 0 0,0 1 0 0 0,0-1-1 0 0,0 0 1 0 0,0 0 0 0 0,1 1 0 0 0,-1-1 0 0 0,0 0-1 0 0,0 1 1 0 0,-1-1 0 0 0,1 0 0 0 0,0 1 0 0 0,0-1-1 0 0,0 0 1 0 0,0 0 0 0 0,0 1 0 0 0,0-1 0 0 0,0 0-1 0 0,0 1 1 0 0,0-1 0 0 0,-1 0 0 0 0,1 0 0 0 0,0 1 0 0 0,0-1-1 0 0,0 0 1 0 0,-1 0 0 0 0,1 0 0 0 0,0 1 0 0 0,0-1-1 0 0,-1 0 1 0 0,1 0 239 0 0,-17 1 1746 0 0,11-5-1769 0 0,6 4-317 0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18.715"/>
    </inkml:context>
    <inkml:brush xml:id="br0">
      <inkml:brushProperty name="width" value="0.035" units="cm"/>
      <inkml:brushProperty name="height" value="0.035" units="cm"/>
      <inkml:brushProperty name="color" value="#004F8B"/>
    </inkml:brush>
  </inkml:definitions>
  <inkml:trace contextRef="#ctx0" brushRef="#br0">1 0 8495 0 0,'0'0'13292'0'0,"10"20"-11221"0"0,-7-9-2103 0 0,1 7 1548 0 0,-3-3-9096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19.841"/>
    </inkml:context>
    <inkml:brush xml:id="br0">
      <inkml:brushProperty name="width" value="0.035" units="cm"/>
      <inkml:brushProperty name="height" value="0.035" units="cm"/>
      <inkml:brushProperty name="color" value="#004F8B"/>
    </inkml:brush>
  </inkml:definitions>
  <inkml:trace contextRef="#ctx0" brushRef="#br0">0 27 1375 0 0,'0'0'14434'0'0,"18"3"-10565"0"0,1-2-2407 0 0,18-2-543 0 0,137-11 753 0 0,-141 11-1396 0 0,45-3 60 0 0,66-2 224 0 0,-39-1-432 0 0,-45 12 703 0 0,-54-5-2699 0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21.094"/>
    </inkml:context>
    <inkml:brush xml:id="br0">
      <inkml:brushProperty name="width" value="0.035" units="cm"/>
      <inkml:brushProperty name="height" value="0.035" units="cm"/>
      <inkml:brushProperty name="color" value="#004F8B"/>
    </inkml:brush>
  </inkml:definitions>
  <inkml:trace contextRef="#ctx0" brushRef="#br0">49 50 1375 0 0,'4'-8'14460'0'0,"2"-1"-11026"0"0,1 1-1898 0 0,-6 6-1356 0 0,1 0 0 0 0,-1 0 0 0 0,1 0 0 0 0,-1 1 0 0 0,1-1 0 0 0,0 1 0 0 0,-1-1 0 0 0,1 1 0 0 0,0 0 0 0 0,0-1 0 0 0,0 1 0 0 0,0 0 0 0 0,0 0 0 0 0,0 0 1 0 0,1 1-1 0 0,-1-1 0 0 0,0 1 0 0 0,0-1 0 0 0,1 1 0 0 0,-1 0 0 0 0,5-1 0 0 0,-6 2-165 0 0,0-1-1 0 0,1 0 1 0 0,-1 1 0 0 0,0 0-1 0 0,1-1 1 0 0,-1 1 0 0 0,0 0 0 0 0,0-1-1 0 0,0 1 1 0 0,0 0 0 0 0,0 0 0 0 0,0 0-1 0 0,0 0 1 0 0,0 0 0 0 0,0 0 0 0 0,0 0-1 0 0,1 2 1 0 0,8 18 182 0 0,-9-17-186 0 0,0 1-1 0 0,0 0 0 0 0,0-1 0 0 0,-1 1 0 0 0,0 0 0 0 0,0 0 0 0 0,0 0 0 0 0,0-1 0 0 0,-1 1 0 0 0,0 0 0 0 0,0-1 0 0 0,0 1 0 0 0,-1 0 0 0 0,1-1 0 0 0,-1 0 0 0 0,-3 7 0 0 0,1-4 10 0 0,0 0 0 0 0,-1 0 0 0 0,1-1 0 0 0,-1 0 0 0 0,0 0 0 0 0,-1 0 0 0 0,1 0 0 0 0,-1-1 0 0 0,-8 6 0 0 0,11-10-13 0 0,0 0-1 0 0,0 0 0 0 0,0 0 1 0 0,1 0-1 0 0,-1 0 1 0 0,0-1-1 0 0,0 1 0 0 0,0-1 1 0 0,0 0-1 0 0,0 0 1 0 0,0 0-1 0 0,0 0 0 0 0,0 0 1 0 0,-5-2-1 0 0,7 2-3 0 0,-1 0-1 0 0,1 0 0 0 0,0-1 1 0 0,0 1-1 0 0,0 0 1 0 0,0-1-1 0 0,0 1 1 0 0,-1-1-1 0 0,1 1 1 0 0,0-1-1 0 0,0 1 1 0 0,0-1-1 0 0,0 0 1 0 0,0 0-1 0 0,1 1 0 0 0,-1-1 1 0 0,0 0-1 0 0,0 0 1 0 0,0 0-1 0 0,1 0 1 0 0,-1 0-1 0 0,0 0 1 0 0,1 0-1 0 0,-1 0 1 0 0,1 0-1 0 0,-1 0 1 0 0,1 0-1 0 0,0-1 0 0 0,0 1 1 0 0,-1 0-1 0 0,1 0 1 0 0,0 0-1 0 0,0-1 1 0 0,0 1-1 0 0,0 0 1 0 0,0 0-1 0 0,0 0 1 0 0,1-2-1 0 0,0 0-4 0 0,0 0 0 0 0,0 1 0 0 0,0 0 0 0 0,1-1 0 0 0,-1 1 0 0 0,1 0 0 0 0,0-1 0 0 0,-1 1 0 0 0,1 0 0 0 0,0 0 0 0 0,0 0 0 0 0,0 1 0 0 0,1-1 0 0 0,-1 0 0 0 0,0 1 0 0 0,1 0 0 0 0,-1-1 0 0 0,0 1 0 0 0,1 0 0 0 0,0 0 0 0 0,-1 0 0 0 0,1 1 0 0 0,0-1 0 0 0,-1 1 0 0 0,1-1 0 0 0,0 1 0 0 0,0 0 0 0 0,-1 0 0 0 0,1 0 0 0 0,0 0 0 0 0,3 2 0 0 0,-1-1 14 0 0,0 1-1 0 0,0-1 1 0 0,0 1 0 0 0,-1 1 0 0 0,1-1-1 0 0,-1 1 1 0 0,1 0 0 0 0,-1 0-1 0 0,0 0 1 0 0,0 0 0 0 0,0 1-1 0 0,4 5 1 0 0,-8-9 148 0 0,5 8 101 0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21.949"/>
    </inkml:context>
    <inkml:brush xml:id="br0">
      <inkml:brushProperty name="width" value="0.035" units="cm"/>
      <inkml:brushProperty name="height" value="0.035" units="cm"/>
      <inkml:brushProperty name="color" value="#004F8B"/>
    </inkml:brush>
  </inkml:definitions>
  <inkml:trace contextRef="#ctx0" brushRef="#br0">0 6 2303 0 0,'0'0'19893'0'0,"23"-5"-16586"0"0,4 10-2552 0 0,-19-3-388 0 0,0-1 0 0 0,17 2 0 0 0,-25-3 249 0 0,4 5-480 0 0,-4-3-133 0 0,0 0 0 0 0,-1-1-1 0 0,1 1 1 0 0,0 0 0 0 0,-1-1 0 0 0,1 1 0 0 0,-1 0-1 0 0,1-1 1 0 0,-1 1 0 0 0,0-1 0 0 0,0 1-1 0 0,1-1 1 0 0,-1 1 0 0 0,0-1 0 0 0,0 0 0 0 0,-1 1-1 0 0,1-1 1 0 0,0 0 0 0 0,0 0 0 0 0,-3 2-1 0 0,0 0 4 0 0,-3 5 10 0 0,0 0-1 0 0,-11 16 1 0 0,15-20-14 0 0,1 0 0 0 0,0 0 0 0 0,0 0 0 0 0,0 1 0 0 0,0-1-1 0 0,1 0 1 0 0,-1 1 0 0 0,0 8 0 0 0,2-10-2 0 0,0 0 0 0 0,0-2 0 0 0,1 1 0 0 0,0-1 0 0 0,-1 0 0 0 0,1 1 0 0 0,0-1 0 0 0,0 0 0 0 0,0 1 0 0 0,0-1 0 0 0,0 0 0 0 0,0 0 0 0 0,2 2 0 0 0,-3-3 0 0 0,2 1 0 0 0,0 0 0 0 0,0 0 0 0 0,1 0 0 0 0,-1 0 0 0 0,0 0 0 0 0,1 0 0 0 0,-1-1 0 0 0,0 1 0 0 0,1-1 0 0 0,-1 0 0 0 0,5 0 0 0 0,30-3 0 0 0,-1 0 0 0 0,-4 4-763 0 0,-41-11-8534 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22.267"/>
    </inkml:context>
    <inkml:brush xml:id="br0">
      <inkml:brushProperty name="width" value="0.035" units="cm"/>
      <inkml:brushProperty name="height" value="0.035" units="cm"/>
      <inkml:brushProperty name="color" value="#004F8B"/>
    </inkml:brush>
  </inkml:definitions>
  <inkml:trace contextRef="#ctx0" brushRef="#br0">1 4 1375 0 0,'4'-1'14865'0'0,"12"-2"-8889"0"0,-13 3-5615 0 0,-2 0-266 0 0,1 0 1 0 0,0 0-1 0 0,0 0 0 0 0,0 1 0 0 0,-1-1 0 0 0,1 0 0 0 0,0 1 0 0 0,0-1 0 0 0,-1 1 0 0 0,1-1 1 0 0,0 1-1 0 0,1 1 0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22.743"/>
    </inkml:context>
    <inkml:brush xml:id="br0">
      <inkml:brushProperty name="width" value="0.035" units="cm"/>
      <inkml:brushProperty name="height" value="0.035" units="cm"/>
      <inkml:brushProperty name="color" value="#004F8B"/>
    </inkml:brush>
  </inkml:definitions>
  <inkml:trace contextRef="#ctx0" brushRef="#br0">1 21 5871 0 0,'0'0'267'0'0,"0"0"0"0"0,11-2 1494 0 0,2-4 5333 0 0,-2 2-3056 0 0,11-1-260 0 0,-7 2-5144 0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23.107"/>
    </inkml:context>
    <inkml:brush xml:id="br0">
      <inkml:brushProperty name="width" value="0.035" units="cm"/>
      <inkml:brushProperty name="height" value="0.035" units="cm"/>
      <inkml:brushProperty name="color" value="#004F8B"/>
    </inkml:brush>
  </inkml:definitions>
  <inkml:trace contextRef="#ctx0" brushRef="#br0">3 0 1375 0 0,'2'8'11197'0'0,"0"7"-5947"0"0,-6 22-1018 0 0,2-26-3512 0 0,2-11-696 0 0,0 0 0 0 0,0 1 0 0 0,0-1 1 0 0,0 0-1 0 0,0 0 0 0 0,0 1 0 0 0,0-1 0 0 0,0 0 1 0 0,0 0-1 0 0,0 1 0 0 0,0-1 0 0 0,0 0 1 0 0,1 0-1 0 0,-1 1 0 0 0,0-1 0 0 0,0 0 0 0 0,0 0 1 0 0,0 1-1 0 0,0-1 0 0 0,1 0 0 0 0,-1 0 0 0 0,0 0 1 0 0,0 1-1 0 0,1-1 0 0 0,-1 0 0 0 0,0 0 0 0 0,0 0 1 0 0,0 0-1 0 0,1 0 0 0 0,-1 0 0 0 0,0 0 0 0 0,0 1 1 0 0,1-1-1 0 0,-1 0 0 0 0,0 0 0 0 0,1 0 1 0 0,-1 0-1 0 0,0 0 0 0 0,0 0 0 0 0,1 0 0 0 0,-1 0 1 0 0,0 0-1 0 0,0 0 0 0 0,1 0 0 0 0,-1-1 0 0 0,1 1 1 0 0,18-4-67 0 0,-10 2 254 0 0,-8 3-256 0 0,0-1-115 0 0,5 0-6713 0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23.392"/>
    </inkml:context>
    <inkml:brush xml:id="br0">
      <inkml:brushProperty name="width" value="0.035" units="cm"/>
      <inkml:brushProperty name="height" value="0.035" units="cm"/>
      <inkml:brushProperty name="color" value="#004F8B"/>
    </inkml:brush>
  </inkml:definitions>
  <inkml:trace contextRef="#ctx0" brushRef="#br0">0 12 8839 0 0,'0'0'800'0'0,"1"0"-656"0"0,2-7 3281 0 0,-3 7-3200 0 0,0 0 0 0 0,0-1 0 0 0,0 1 0 0 0,1 0 0 0 0,-1 0 0 0 0,0 0 0 0 0,1-2 2024 0 0,-1 2-2024 0 0,1-1 0 0 0,-1 1-1 0 0,0 0 1 0 0,0 0 0 0 0,0 0 0 0 0,1 0 0 0 0,-1 0 0 0 0,0 0 0 0 0,0 0 0 0 0,0 0 0 0 0,1 0 0 0 0,-1 0 0 0 0,0 0-1 0 0,0 0 1 0 0,1 0 0 0 0,-1 0 0 0 0,1 0 213 0 0,9 13 1788 0 0,-10-11-2152 0 0,1 0 0 0 0,-1 1-1 0 0,1-1 1 0 0,-1 0 0 0 0,0 0 0 0 0,0 1-1 0 0,0-1 1 0 0,0 0 0 0 0,0 0 0 0 0,-1 1-1 0 0,1-1 1 0 0,-2 4 0 0 0,1-1-65 0 0,1-5-433 0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23.855"/>
    </inkml:context>
    <inkml:brush xml:id="br0">
      <inkml:brushProperty name="width" value="0.035" units="cm"/>
      <inkml:brushProperty name="height" value="0.035" units="cm"/>
      <inkml:brushProperty name="color" value="#004F8B"/>
    </inkml:brush>
  </inkml:definitions>
  <inkml:trace contextRef="#ctx0" brushRef="#br0">1 12 1607 0 0,'0'0'70'0'0,"17"-5"2564"0"0,15-2 15642 0 0,-32 7-18163 0 0,0 0-1 0 0,1 0 1 0 0,-1 0 0 0 0,1 1-1 0 0,-1-1 1 0 0,1 0 0 0 0,-1 0-1 0 0,0 0 1 0 0,1 1 0 0 0,-1-1-1 0 0,0 0 1 0 0,1 0 0 0 0,-1 1-1 0 0,0-1 1 0 0,1 0 0 0 0,-1 1-1 0 0,0-1 1 0 0,1 0 0 0 0,-1 1-1 0 0,0-1 1 0 0,0 1 0 0 0,0-1-1 0 0,1 0 1 0 0,-1 1 0 0 0,0-1-1 0 0,0 1 1 0 0,0-1 0 0 0,0 1-1 0 0,0-1 1 0 0,12 76-230 0 0,-12-59 11 0 0,0-16 112 0 0,0-1 1 0 0,-1 1 0 0 0,1-1 0 0 0,0 1 0 0 0,0-1 0 0 0,0 0 0 0 0,-1 1-1 0 0,1-1 1 0 0,0 1 0 0 0,-1-1 0 0 0,1 0 0 0 0,0 1 0 0 0,-1-1 0 0 0,1 0-1 0 0,0 1 1 0 0,-1-1 0 0 0,1 0 0 0 0,-1 1 0 0 0,-1-1 15 0 0,1 0 0 0 0,0 1 0 0 0,-1-1 0 0 0,1 0 0 0 0,-1 0 0 0 0,1 0 1 0 0,-1 0-1 0 0,1 0 0 0 0,-1-1 0 0 0,1 1 0 0 0,-3-1 0 0 0,0 0-71 0 0,0 1-2946 0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24.284"/>
    </inkml:context>
    <inkml:brush xml:id="br0">
      <inkml:brushProperty name="width" value="0.035" units="cm"/>
      <inkml:brushProperty name="height" value="0.035" units="cm"/>
      <inkml:brushProperty name="color" value="#004F8B"/>
    </inkml:brush>
  </inkml:definitions>
  <inkml:trace contextRef="#ctx0" brushRef="#br0">0 0 16671 0 0,'0'0'3630'0'0,"6"22"328"0"0,4 39-3847 0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27.348"/>
    </inkml:context>
    <inkml:brush xml:id="br0">
      <inkml:brushProperty name="width" value="0.035" units="cm"/>
      <inkml:brushProperty name="height" value="0.035" units="cm"/>
      <inkml:brushProperty name="color" value="#004F8B"/>
    </inkml:brush>
  </inkml:definitions>
  <inkml:trace contextRef="#ctx0" brushRef="#br0">12 1 1375 0 0,'0'0'66'0'0,"7"2"7336"0"0,-7 0-6330 0 0,1 0 0 0 0,-1 0 0 0 0,0 0 1 0 0,1 0-1 0 0,-1 0 0 0 0,0 0 0 0 0,-1 0 0 0 0,1 2 0 0 0,-10 24 2878 0 0,1-2-2200 0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28.222"/>
    </inkml:context>
    <inkml:brush xml:id="br0">
      <inkml:brushProperty name="width" value="0.035" units="cm"/>
      <inkml:brushProperty name="height" value="0.035" units="cm"/>
      <inkml:brushProperty name="color" value="#004F8B"/>
    </inkml:brush>
  </inkml:definitions>
  <inkml:trace contextRef="#ctx0" brushRef="#br0">0 0 10943 0 0,'0'0'12767'0'0,"6"2"-13598"0"0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28.408"/>
    </inkml:context>
    <inkml:brush xml:id="br0">
      <inkml:brushProperty name="width" value="0.035" units="cm"/>
      <inkml:brushProperty name="height" value="0.035" units="cm"/>
      <inkml:brushProperty name="color" value="#004F8B"/>
    </inkml:brush>
  </inkml:definitions>
  <inkml:trace contextRef="#ctx0" brushRef="#br0">0 2 2303 0 0,'2'-2'18344'0'0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28.614"/>
    </inkml:context>
    <inkml:brush xml:id="br0">
      <inkml:brushProperty name="width" value="0.035" units="cm"/>
      <inkml:brushProperty name="height" value="0.035" units="cm"/>
      <inkml:brushProperty name="color" value="#004F8B"/>
    </inkml:brush>
  </inkml:definitions>
  <inkml:trace contextRef="#ctx0" brushRef="#br0">0 0 2303 0 0,'0'0'15528'0'0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28.820"/>
    </inkml:context>
    <inkml:brush xml:id="br0">
      <inkml:brushProperty name="width" value="0.035" units="cm"/>
      <inkml:brushProperty name="height" value="0.035" units="cm"/>
      <inkml:brushProperty name="color" value="#004F8B"/>
    </inkml:brush>
  </inkml:definitions>
  <inkml:trace contextRef="#ctx0" brushRef="#br0">0 0 15407 0 0,'0'0'5992'0'0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29.455"/>
    </inkml:context>
    <inkml:brush xml:id="br0">
      <inkml:brushProperty name="width" value="0.035" units="cm"/>
      <inkml:brushProperty name="height" value="0.035" units="cm"/>
      <inkml:brushProperty name="color" value="#004F8B"/>
    </inkml:brush>
  </inkml:definitions>
  <inkml:trace contextRef="#ctx0" brushRef="#br0">55 1 1375 0 0,'0'0'14438'0'0,"-6"13"-10044"0"0,-3 5-2576 0 0,-2-1-1 0 0,-18 25 0 0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31.104"/>
    </inkml:context>
    <inkml:brush xml:id="br0">
      <inkml:brushProperty name="width" value="0.035" units="cm"/>
      <inkml:brushProperty name="height" value="0.035" units="cm"/>
      <inkml:brushProperty name="color" value="#004F8B"/>
    </inkml:brush>
  </inkml:definitions>
  <inkml:trace contextRef="#ctx0" brushRef="#br0">4 66 7567 0 0,'0'0'348'0'0,"0"-1"-6"0"0,-3-15 15889 0 0,4 14-15112 0 0,0 2-1100 0 0,0 0-1 0 0,0 1 1 0 0,0-1 0 0 0,-1 0-1 0 0,1 0 1 0 0,0 1 0 0 0,0-1-1 0 0,0 1 1 0 0,-1-1-1 0 0,1 0 1 0 0,0 1 0 0 0,0-1-1 0 0,-1 1 1 0 0,1 0 0 0 0,0-1-1 0 0,-1 1 1 0 0,1 0-1 0 0,-1-1 1 0 0,1 1 0 0 0,-1 0-1 0 0,1 1 1 0 0,11 20 475 0 0,-8-14-414 0 0,74 142-80 0 0,-77-147 0 0 0,1 0 0 0 0,-1 0 0 0 0,1-1 0 0 0,0 1 0 0 0,0 0 0 0 0,0-1 0 0 0,0 1 0 0 0,0-1 0 0 0,1 0 0 0 0,-1 0 0 0 0,1 0 0 0 0,-1 0 0 0 0,1 0 0 0 0,0-1 0 0 0,5 3 0 0 0,6-3 328 0 0,-13-1-327 0 0,0-1 1 0 0,-1 1-1 0 0,1-1 1 0 0,-1 0-1 0 0,1 0 0 0 0,0 1 1 0 0,-1-1-1 0 0,1 0 1 0 0,-1 0-1 0 0,0 0 0 0 0,1 0 1 0 0,-1 0-1 0 0,0 1 1 0 0,1-1-1 0 0,-1 0 0 0 0,0 0 1 0 0,0-1-1 0 0,1 0 54 0 0,22-76 862 0 0,-7 30-1084 0 0,-10 30 212 0 0,0 0 0 0 0,1 1 1 0 0,1 0-1 0 0,12-21 0 0 0,-7 12-9 0 0,-13 26-172 0 0,-1-2-56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31.850"/>
    </inkml:context>
    <inkml:brush xml:id="br0">
      <inkml:brushProperty name="width" value="0.035" units="cm"/>
      <inkml:brushProperty name="height" value="0.035" units="cm"/>
      <inkml:brushProperty name="color" value="#004F8B"/>
    </inkml:brush>
  </inkml:definitions>
  <inkml:trace contextRef="#ctx0" brushRef="#br0">1 0 1375 0 0,'11'14'15511'0'0,"-9"-12"-13536"0"0,6 6-166 0 0,-1 1 0 0 0,7 9 1 0 0,22 42-389 0 0,-24-39-1236 0 0,23 32-1 0 0,-27-40 22 0 0,9 10 295 0 0,-16-22-479 0 0,0 0 0 0 0,0 0-1 0 0,0 0 1 0 0,0 0 0 0 0,0 0-1 0 0,0-1 1 0 0,0 1 0 0 0,0 0-1 0 0,0-1 1 0 0,1 1 0 0 0,-1 0 0 0 0,0-1-1 0 0,0 0 1 0 0,1 1 0 0 0,-1-1-1 0 0,2 1 1 0 0,-2-1 77 0 0,-1 0-82 0 0,1 0 0 0 0,-1 0 0 0 0,0 0 0 0 0,1 0-1 0 0,-1 0 1 0 0,0 0 0 0 0,1 0 0 0 0,-1 0 0 0 0,1 0 0 0 0,-1 0 0 0 0,0 0 0 0 0,1 0 0 0 0,-1 0 0 0 0,0 0 0 0 0,1 0 0 0 0,-1-1 0 0 0,1 1 0 0 0,-1 0 0 0 0,0 0 0 0 0,1 0 0 0 0,-1 0 0 0 0,0-1 0 0 0,0 1-1 0 0,1 0 1 0 0,-1 0 0 0 0,1-1 0 0 0,10-9 311 0 0,-9 7-240 0 0,5-2 109 0 0,-1-1 1 0 0,0 0-1 0 0,0 0 0 0 0,-1-1 1 0 0,7-10-1 0 0,-8 8-204 0 0,0 0 0 0 0,-1-1 0 0 0,-1 0 0 0 0,0 1 0 0 0,0-1 1 0 0,0-14-1 0 0,6-27-17 0 0,-7 48-126 0 0,-1 1-18 0 0,0 0-1 0 0,1 0 1 0 0,-1 1 0 0 0,0-1 0 0 0,1 0-1 0 0,0 0 1 0 0,-1 1 0 0 0,1-1 0 0 0,0 0-1 0 0,0 1 1 0 0,2-4 0 0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32.356"/>
    </inkml:context>
    <inkml:brush xml:id="br0">
      <inkml:brushProperty name="width" value="0.035" units="cm"/>
      <inkml:brushProperty name="height" value="0.035" units="cm"/>
      <inkml:brushProperty name="color" value="#004F8B"/>
    </inkml:brush>
  </inkml:definitions>
  <inkml:trace contextRef="#ctx0" brushRef="#br0">0 10 1375 0 0,'0'0'21343'0'0,"21"-4"-18810"0"0,-15 2-2362 0 0,-4 1-120 0 0,1 1 0 0 0,0-1 1 0 0,-1 1-1 0 0,1-1 0 0 0,-1 1 1 0 0,1 0-1 0 0,0 0 0 0 0,-1 0 1 0 0,1 0-1 0 0,0 0 0 0 0,2 1 1 0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32.801"/>
    </inkml:context>
    <inkml:brush xml:id="br0">
      <inkml:brushProperty name="width" value="0.035" units="cm"/>
      <inkml:brushProperty name="height" value="0.035" units="cm"/>
      <inkml:brushProperty name="color" value="#004F8B"/>
    </inkml:brush>
  </inkml:definitions>
  <inkml:trace contextRef="#ctx0" brushRef="#br0">0 0 1375 0 0,'0'0'19094'0'0,"5"19"-16668"0"0,-4 0-1703 0 0,-2 33-1 0 0,-1-12 244 0 0,2-39-893 0 0,8 4 602 0 0,10-7-323 0 0,-15 1-287 0 0,1 0-1 0 0,-1 1 0 0 0,1 0 0 0 0,-1 0 0 0 0,1 0 0 0 0,-1 0 0 0 0,1 0 0 0 0,-1 1 0 0 0,1-1 0 0 0,4 3 0 0 0,-6-3-123 0 0,-2 1-251 0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33.166"/>
    </inkml:context>
    <inkml:brush xml:id="br0">
      <inkml:brushProperty name="width" value="0.035" units="cm"/>
      <inkml:brushProperty name="height" value="0.035" units="cm"/>
      <inkml:brushProperty name="color" value="#004F8B"/>
    </inkml:brush>
  </inkml:definitions>
  <inkml:trace contextRef="#ctx0" brushRef="#br0">1 0 6071 0 0,'0'0'17715'0'0,"5"19"-15719"0"0,2 29-1491 0 0,-4-40-2392 0 0,-1-10 774 0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33.769"/>
    </inkml:context>
    <inkml:brush xml:id="br0">
      <inkml:brushProperty name="width" value="0.035" units="cm"/>
      <inkml:brushProperty name="height" value="0.035" units="cm"/>
      <inkml:brushProperty name="color" value="#004F8B"/>
    </inkml:brush>
  </inkml:definitions>
  <inkml:trace contextRef="#ctx0" brushRef="#br0">0 4 3943 0 0,'15'-2'700'0'0,"-13"1"898"0"0,1 1-1 0 0,-1 0 0 0 0,1-1 0 0 0,0 1 0 0 0,-1 1 1 0 0,1-1-1 0 0,-1 0 0 0 0,1 1 0 0 0,-1-1 0 0 0,1 1 1 0 0,-1-1-1 0 0,4 3 516 0 0,-10 21-1495 0 0,3-22-623 0 0,0 0-1 0 0,1 0 1 0 0,0 0 0 0 0,-1 0-1 0 0,1 0 1 0 0,0 0-1 0 0,0 0 1 0 0,0 0 0 0 0,0 4-1 0 0,3 6 6 0 0,0 1 0 0 0,9 20 0 0 0,0 4 0 0 0,-11-33 0 0 0,0-4 21 0 0,-1 1 0 0 0,0-1-1 0 0,1 1 1 0 0,-1-1 0 0 0,0 1-1 0 0,0-1 1 0 0,0 1 0 0 0,0-1-1 0 0,0 1 1 0 0,1 0 0 0 0,-1-1 0 0 0,0 1-1 0 0,0-1 1 0 0,0 1 0 0 0,-1-1-1 0 0,1 1 1 0 0,0 0 0 0 0,0-1 0 0 0,0 1-1 0 0,0-1 1 0 0,0 1 0 0 0,-1-1-1 0 0,1 1 1 0 0,0-1 0 0 0,0 1 0 0 0,-1-1-1 0 0,1 1 1 0 0,0-1 0 0 0,-1 1-1 0 0,1-1 1 0 0,-1 0 0 0 0,1 1-1 0 0,-1-1 1 0 0,1 0 0 0 0,0 1 0 0 0,-1-1-1 0 0,1 0 1 0 0,-1 1 0 0 0,1-1-1 0 0,-1 0 1 0 0,0 0 0 0 0,1 0 0 0 0,-1 0-1 0 0,1 1 1 0 0,-1-1 0 0 0,1 0-1 0 0,-1 0 1 0 0,1 0 0 0 0,-1 0 0 0 0,0 0-1 0 0,1 0 1 0 0,-2-1 0 0 0,-22-3 2249 0 0,22 3-2807 0 0,-11-3 2005 0 0,9 5-3804 0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34.421"/>
    </inkml:context>
    <inkml:brush xml:id="br0">
      <inkml:brushProperty name="width" value="0.035" units="cm"/>
      <inkml:brushProperty name="height" value="0.035" units="cm"/>
      <inkml:brushProperty name="color" value="#004F8B"/>
    </inkml:brush>
  </inkml:definitions>
  <inkml:trace contextRef="#ctx0" brushRef="#br0">1 3 1375 0 0,'8'-3'24959'0'0,"-7"6"-24789"0"0,0-1 1 0 0,0 0-1 0 0,-1 0 1 0 0,1 0-1 0 0,-1 1 1 0 0,0-1-1 0 0,1 0 1 0 0,-1 1 0 0 0,0 3-1 0 0,-2-1-19 0 0,-1 12-203 0 0,3-16 94 0 0,0 1-31 0 0,1-1-8 0 0,0-1 0 0 0,-1 1 0 0 0,1 0 0 0 0,0-1 0 0 0,0 1 1 0 0,-1-1-1 0 0,1 1 0 0 0,0-1 0 0 0,0 1 0 0 0,0-1 0 0 0,0 1 0 0 0,0-1 0 0 0,0 0 0 0 0,0 0 0 0 0,0 1 0 0 0,-1-1 1 0 0,1 0-1 0 0,0 0 0 0 0,0 0 0 0 0,0 0 0 0 0,0 0 0 0 0,2-1 0 0 0,7 2-10 0 0,-1 3-931 0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34.755"/>
    </inkml:context>
    <inkml:brush xml:id="br0">
      <inkml:brushProperty name="width" value="0.035" units="cm"/>
      <inkml:brushProperty name="height" value="0.035" units="cm"/>
      <inkml:brushProperty name="color" value="#004F8B"/>
    </inkml:brush>
  </inkml:definitions>
  <inkml:trace contextRef="#ctx0" brushRef="#br0">5 1 2903 0 0,'5'-1'22064'0'0,"-5"7"-21790"0"0,1 0 0 0 0,-1-1 0 0 0,0 1 0 0 0,-1 0-1 0 0,1 0 1 0 0,-1-1 0 0 0,-2 8 0 0 0,1-6-760 0 0,1 0 1 0 0,0 0-1 0 0,0 0 0 0 0,0 9 1 0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36.851"/>
    </inkml:context>
    <inkml:brush xml:id="br0">
      <inkml:brushProperty name="width" value="0.035" units="cm"/>
      <inkml:brushProperty name="height" value="0.035" units="cm"/>
      <inkml:brushProperty name="color" value="#004F8B"/>
    </inkml:brush>
  </inkml:definitions>
  <inkml:trace contextRef="#ctx0" brushRef="#br0">0 130 7455 0 0,'0'-5'1804'0'0,"1"0"0"0"0,-1 0 0 0 0,1 0 0 0 0,0 0 0 0 0,0 1 0 0 0,3-7-1 0 0,-2 6-578 0 0,0-1-1 0 0,1 1 0 0 0,0 0 0 0 0,7-10 0 0 0,-7 10-1057 0 0,1 1-1 0 0,0 0 0 0 0,0 0 0 0 0,1 0 0 0 0,-1 0 1 0 0,1 1-1 0 0,0-1 0 0 0,-1 1 0 0 0,2 0 0 0 0,-1 1 0 0 0,0-1 1 0 0,0 1-1 0 0,1 0 0 0 0,-1 0 0 0 0,1 1 0 0 0,0 0 1 0 0,-1 0-1 0 0,1 0 0 0 0,8 0 0 0 0,-9 2-149 0 0,0 0 0 0 0,-1 0-1 0 0,1 0 1 0 0,-1 1 0 0 0,1 0-1 0 0,-1-1 1 0 0,1 2 0 0 0,-1-1 0 0 0,0 0-1 0 0,0 1 1 0 0,0 0 0 0 0,0 0 0 0 0,-1 0-1 0 0,1 0 1 0 0,-1 1 0 0 0,5 5-1 0 0,-2-2 4 0 0,-2-1-1 0 0,1 1 0 0 0,-1 0 1 0 0,0 0-1 0 0,0 0 0 0 0,-1 1 1 0 0,0 0-1 0 0,0-1 0 0 0,1 10 0 0 0,-3-10-5 0 0,0 0-1 0 0,-1 0 0 0 0,0 0 1 0 0,0 0-1 0 0,-1 0 0 0 0,1 1 1 0 0,-2-1-1 0 0,1 0 0 0 0,-1 0 1 0 0,0-1-1 0 0,0 1 0 0 0,-1 0 1 0 0,0-1-1 0 0,0 1 0 0 0,-1-1 1 0 0,-4 6-1 0 0,6-9-6 0 0,0-1 0 0 0,-1 1 0 0 0,1 0 0 0 0,-1-1 0 0 0,0 1 0 0 0,0-1 0 0 0,0 0 0 0 0,0 0 0 0 0,0 0 0 0 0,0 0 0 0 0,-1-1 0 0 0,1 0 0 0 0,-1 1 0 0 0,1-1 0 0 0,-1 0 0 0 0,1 0 0 0 0,-1-1 0 0 0,0 1 0 0 0,1-1 0 0 0,-1 0 0 0 0,0 0 0 0 0,1 0 0 0 0,-1 0 0 0 0,0-1 0 0 0,1 1 0 0 0,-1-1 0 0 0,1 0 0 0 0,-8-3 0 0 0,5 1 2 0 0,-1 0-1 0 0,1-1 1 0 0,-1 0 0 0 0,1-1 0 0 0,0 1 0 0 0,-8-9 0 0 0,13 12-5 0 0,0 0 0 0 0,0-1 0 0 0,0 1 0 0 0,0-1 0 0 0,0 1 0 0 0,0-1 0 0 0,0 0 0 0 0,0 1 1 0 0,1-1-1 0 0,-1 0 0 0 0,1 1 0 0 0,-1-1 0 0 0,1 0 0 0 0,-1 0 0 0 0,1 1 0 0 0,0-1 0 0 0,0 0 0 0 0,0 0 1 0 0,0 0-1 0 0,0 1 0 0 0,1-1 0 0 0,-1 0 0 0 0,0 0 0 0 0,1 1 0 0 0,-1-1 0 0 0,1 0 0 0 0,0 1 0 0 0,0-1 1 0 0,-1 0-1 0 0,1 1 0 0 0,0-1 0 0 0,3-2 0 0 0,-3 2-8 0 0,1 1 0 0 0,0-1 0 0 0,0 1 0 0 0,0-1 1 0 0,0 1-1 0 0,0 0 0 0 0,0 0 0 0 0,0 0 0 0 0,0 0 0 0 0,0 0 0 0 0,1 0 0 0 0,-1 1 1 0 0,0-1-1 0 0,1 1 0 0 0,-1-1 0 0 0,3 1 0 0 0,7-1-37 0 0,23 2-1 0 0,-28 0 39 0 0,-2-1 3 0 0,0 0 0 0 0,-1 1 0 0 0,1 0 0 0 0,6 2 0 0 0,-9-2 0 0 0,0 0 0 0 0,-1-1 0 0 0,1 1 0 0 0,0 0 0 0 0,0 0 0 0 0,-1 0 0 0 0,1 0 0 0 0,-1 0 0 0 0,1 1 0 0 0,-1-1 0 0 0,1 0 0 0 0,-1 1 0 0 0,0-1 0 0 0,0 1 0 0 0,2 1 0 0 0,-3-2-591 0 0,0 0 0 0 0,1 0 1 0 0,-1 1-1 0 0,0-1 0 0 0,0 0 0 0 0,1 0 1 0 0,-1 0-1 0 0,0 0 0 0 0,0 0 0 0 0,0 0 1 0 0,-1 2-1 0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37.899"/>
    </inkml:context>
    <inkml:brush xml:id="br0">
      <inkml:brushProperty name="width" value="0.035" units="cm"/>
      <inkml:brushProperty name="height" value="0.035" units="cm"/>
      <inkml:brushProperty name="color" value="#004F8B"/>
    </inkml:brush>
  </inkml:definitions>
  <inkml:trace contextRef="#ctx0" brushRef="#br0">168 7 9503 0 0,'-6'-2'10378'0'0,"-7"-1"-6776"0"0,8 2-3383 0 0,-1 1 0 0 0,0-1 0 0 0,0 1-1 0 0,0 1 1 0 0,1-1 0 0 0,-1 1 0 0 0,0 0 0 0 0,1 0-1 0 0,-1 1 1 0 0,1 0 0 0 0,-1 0 0 0 0,1 0 0 0 0,0 0-1 0 0,-1 1 1 0 0,-7 6 0 0 0,9-6-214 0 0,0 0 0 0 0,0 0 0 0 0,0 0 0 0 0,1 1 0 0 0,-1 0 0 0 0,1 0 0 0 0,0 0 0 0 0,0 0 0 0 0,1 0 0 0 0,-1 0 0 0 0,1 1 0 0 0,0-1 0 0 0,0 1 0 0 0,0 0 0 0 0,1 0 0 0 0,-1-1 0 0 0,1 1 0 0 0,0 6 0 0 0,0-7-5 0 0,1 0 0 0 0,0 1 0 0 0,0-1 0 0 0,0 0 0 0 0,1 0 0 0 0,0 1 0 0 0,0-1 0 0 0,0 0 0 0 0,0 0 0 0 0,0 0 0 0 0,1 0 0 0 0,0 0 0 0 0,0 0 0 0 0,3 5 0 0 0,-3-6 0 0 0,0-1 0 0 0,0 0 0 0 0,0 0 0 0 0,1 0 0 0 0,-1-1 0 0 0,0 1 0 0 0,1 0 0 0 0,-1-1 0 0 0,1 1 0 0 0,-1-1 0 0 0,1 0 0 0 0,0 0 0 0 0,-1 0 0 0 0,1 0 0 0 0,0-1 0 0 0,0 1 0 0 0,0-1 0 0 0,0 0 0 0 0,0 1 0 0 0,-1-1 0 0 0,1 0 0 0 0,4-1 0 0 0,-3 0 2 0 0,-1 1 0 0 0,0-1-1 0 0,1 1 1 0 0,-1-1 0 0 0,0 0 0 0 0,0 0 0 0 0,0-1-1 0 0,1 1 1 0 0,-1-1 0 0 0,-1 1 0 0 0,1-1 0 0 0,0 0-1 0 0,0 0 1 0 0,4-4 0 0 0,-4 2 51 0 0,-1 1 0 0 0,1-1-1 0 0,-1 0 1 0 0,1 0 0 0 0,-1 0 0 0 0,0 0 0 0 0,0 0 0 0 0,-1 0-1 0 0,0-1 1 0 0,2-6 0 0 0,-3 10-35 0 0,2-7 215 0 0,0 1 1 0 0,0-1 0 0 0,-1 0-1 0 0,-1 0 1 0 0,1 0 0 0 0,-1 0-1 0 0,-1 0 1 0 0,1 1 0 0 0,-1-1-1 0 0,-4-13 1 0 0,5 21-103 0 0,9 14-55 0 0,-5-1-68 0 0,-2 1 0 0 0,0-1 0 0 0,1 19 0 0 0,-3-20-4 0 0,1-1 1 0 0,0 1-1 0 0,1 0 0 0 0,7 21 0 0 0,-8-30-4 0 0,-1-2 0 0 0,1 1-1 0 0,-1 0 1 0 0,1-1 0 0 0,-1 1-1 0 0,1 0 1 0 0,0-1-1 0 0,0 1 1 0 0,-1-1 0 0 0,1 1-1 0 0,0-1 1 0 0,0 1-1 0 0,1-1 1 0 0,-1 0 0 0 0,0 0-1 0 0,0 1 1 0 0,1-1 0 0 0,-1 0-1 0 0,0 0 1 0 0,1 0-1 0 0,0-1 1 0 0,-1 1 0 0 0,1 0-1 0 0,-1 0 1 0 0,1-1-1 0 0,0 1 1 0 0,-1-1 0 0 0,1 1-1 0 0,0-1 1 0 0,-1 0-1 0 0,3 0 1 0 0,-3 0-151 0 0,-1 0-1 0 0,1 0 1 0 0,-1 0-1 0 0,0 0 1 0 0,1 0 0 0 0,-1 0-1 0 0,0 0 1 0 0,1 0-1 0 0,-1 0 1 0 0,1 0 0 0 0,-1-1-1 0 0,0 1 1 0 0,1 0 0 0 0,-1 0-1 0 0,0 0 1 0 0,1-1-1 0 0,-1 1 1 0 0,0 0 0 0 0,1 0-1 0 0,-1-1 1 0 0,0 1-1 0 0,0 0 1 0 0,1 0 0 0 0,-1-1-1 0 0,0 1 1 0 0,0 0-1 0 0,0-1 1 0 0,1 1 0 0 0,-1-1-1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38.564"/>
    </inkml:context>
    <inkml:brush xml:id="br0">
      <inkml:brushProperty name="width" value="0.035" units="cm"/>
      <inkml:brushProperty name="height" value="0.035" units="cm"/>
      <inkml:brushProperty name="color" value="#004F8B"/>
    </inkml:brush>
  </inkml:definitions>
  <inkml:trace contextRef="#ctx0" brushRef="#br0">0 21 1375 0 0,'1'-1'18036'0'0,"4"-6"-15576"0"0,1 5-1611 0 0,0 0-1 0 0,0 1 1 0 0,9-2 0 0 0,8-1-188 0 0,-19 3-935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39.024"/>
    </inkml:context>
    <inkml:brush xml:id="br0">
      <inkml:brushProperty name="width" value="0.035" units="cm"/>
      <inkml:brushProperty name="height" value="0.035" units="cm"/>
      <inkml:brushProperty name="color" value="#004F8B"/>
    </inkml:brush>
  </inkml:definitions>
  <inkml:trace contextRef="#ctx0" brushRef="#br0">0 0 1375 0 0,'4'4'14576'0'0,"2"5"-10917"0"0,-4-3-2935 0 0,-1 1-1 0 0,0 0 1 0 0,0-1 0 0 0,0 11-1 0 0,2 15 560 0 0,-3-32-1207 0 0,1 1 3 0 0,1-1-1 0 0,-1 1 1 0 0,1-1-1 0 0,-1 1 0 0 0,1-1 1 0 0,-1 0-1 0 0,1 0 1 0 0,-1 1-1 0 0,1-1 1 0 0,0 0-1 0 0,2-1 1 0 0,-3 1 79 0 0,3 0 58 0 0,0 0 1 0 0,0 1-1 0 0,0-1 0 0 0,-1 1 1 0 0,1 0-1 0 0,0 0 0 0 0,-1 0 0 0 0,7 3 1 0 0,-9-3-175 0 0,1-1-20 0 0,7 1-1422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39.325"/>
    </inkml:context>
    <inkml:brush xml:id="br0">
      <inkml:brushProperty name="width" value="0.035" units="cm"/>
      <inkml:brushProperty name="height" value="0.035" units="cm"/>
      <inkml:brushProperty name="color" value="#004F8B"/>
    </inkml:brush>
  </inkml:definitions>
  <inkml:trace contextRef="#ctx0" brushRef="#br0">0 0 1375 0 0,'0'0'16751'0'0,"9"20"-11271"0"0,-8-18-5324 0 0,0 0 0 0 0,-1 0 0 0 0,1 0 1 0 0,-1 1-1 0 0,0-1 0 0 0,0 0 0 0 0,0 0 0 0 0,0 4 1 0 0,0-4-91 0 0,0 1 0 0 0,0-1 0 0 0,0 1 0 0 0,0 0 0 0 0,1-1 1 0 0,-1 1-1 0 0,1-1 0 0 0,0 4 0 0 0,0-6-486 0 0,1 1-815 0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39.867"/>
    </inkml:context>
    <inkml:brush xml:id="br0">
      <inkml:brushProperty name="width" value="0.035" units="cm"/>
      <inkml:brushProperty name="height" value="0.035" units="cm"/>
      <inkml:brushProperty name="color" value="#004F8B"/>
    </inkml:brush>
  </inkml:definitions>
  <inkml:trace contextRef="#ctx0" brushRef="#br0">0 3 3655 0 0,'0'0'166'0'0,"5"0"149"0"0,13-1 11916 0 0,16 0-8523 0 0,-20 1 923 0 0,-23 22-3970 0 0,9-20-661 0 0,0 1 0 0 0,-1-1 0 0 0,1 1 0 0 0,0-1 0 0 0,0 1 0 0 0,0-1 0 0 0,1 1 0 0 0,-1-1 0 0 0,1 1 0 0 0,-1-1 0 0 0,1 1 0 0 0,0-1 0 0 0,0 1 0 0 0,0-1 0 0 0,0 0 0 0 0,0 0 0 0 0,0 1 0 0 0,1-1 0 0 0,2 3 0 0 0,3 5 0 0 0,-1 0 0 0 0,-5-8 0 0 0,1 0 0 0 0,-1 0 0 0 0,0 0 0 0 0,0 1 0 0 0,0-1 0 0 0,0 0 0 0 0,-1 0 0 0 0,1 1 0 0 0,0-1 0 0 0,-1 3 0 0 0,0-4 19 0 0,0-1 0 0 0,0 1 0 0 0,0-1 0 0 0,0 1 0 0 0,0-1 0 0 0,0 1-1 0 0,-1-1 1 0 0,1 1 0 0 0,0 0 0 0 0,0-1 0 0 0,0 0 0 0 0,-1 1 0 0 0,1-1 0 0 0,0 1 0 0 0,-1-1 0 0 0,1 1 0 0 0,-1-1 0 0 0,1 0-1 0 0,0 1 1 0 0,-1-1 0 0 0,1 0 0 0 0,-1 1 0 0 0,1-1 0 0 0,-1 0 0 0 0,1 1 0 0 0,-1-1 0 0 0,1 0 0 0 0,-1 0 0 0 0,1 0-1 0 0,-1 0 1 0 0,1 1 0 0 0,-1-1 0 0 0,0 0 0 0 0,1 0 0 0 0,-1 0 0 0 0,0 0 0 0 0,-18-1 1104 0 0,9-2-438 0 0,4 1-2306 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40.644"/>
    </inkml:context>
    <inkml:brush xml:id="br0">
      <inkml:brushProperty name="width" value="0.035" units="cm"/>
      <inkml:brushProperty name="height" value="0.035" units="cm"/>
      <inkml:brushProperty name="color" value="#004F8B"/>
    </inkml:brush>
  </inkml:definitions>
  <inkml:trace contextRef="#ctx0" brushRef="#br0">3 2 3311 0 0,'1'-1'19524'0'0,"-1"2"-19665"0"0,1 2 379 0 0,-1 0 0 0 0,0 1 0 0 0,0-1 1 0 0,0 0-1 0 0,-1 1 0 0 0,0 5 0 0 0,-2 14 2287 0 0,4-22-2511 0 0,0-1 1 0 0,-1 1 0 0 0,1-1-1 0 0,0 0 1 0 0,0 1-1 0 0,0-1 1 0 0,-1 0-1 0 0,1 0 1 0 0,0 1 0 0 0,0-1-1 0 0,0 0 1 0 0,0 0-1 0 0,-1 0 1 0 0,1 0 0 0 0,0 0-1 0 0,0-1 1 0 0,0 1-1 0 0,1 0 1 0 0,-1 0 5 0 0,1-1-20 0 0,-1 1-1 0 0,0 0 1 0 0,-1 0-1 0 0,1 0 0 0 0,-1 0 1 0 0,1 0-1 0 0,0 0 1 0 0,-1 0-1 0 0,1 0 1 0 0,0 0-1 0 0,-1 0 0 0 0,1 0 1 0 0,0 0-1 0 0,-1 0 1 0 0,1 1-1 0 0,-1-1 1 0 0,1 0-1 0 0,1 1 0 0 0,0 1-594 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40.944"/>
    </inkml:context>
    <inkml:brush xml:id="br0">
      <inkml:brushProperty name="width" value="0.035" units="cm"/>
      <inkml:brushProperty name="height" value="0.035" units="cm"/>
      <inkml:brushProperty name="color" value="#004F8B"/>
    </inkml:brush>
  </inkml:definitions>
  <inkml:trace contextRef="#ctx0" brushRef="#br0">1 2 1375 0 0,'0'-1'22983'0'0,"5"20"-21414"0"0,-5 5-893 0 0,-1-18-589 0 0,1 0 1 0 0,0 0-1 0 0,0 0 1 0 0,1 7-1 0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41.894"/>
    </inkml:context>
    <inkml:brush xml:id="br0">
      <inkml:brushProperty name="width" value="0.035" units="cm"/>
      <inkml:brushProperty name="height" value="0.035" units="cm"/>
      <inkml:brushProperty name="color" value="#004F8B"/>
    </inkml:brush>
  </inkml:definitions>
  <inkml:trace contextRef="#ctx0" brushRef="#br0">1 63 1375 0 0,'1'0'12210'0'0,"3"-1"-7021"0"0,20-4-2717 0 0,-3 2-1557 0 0,11-3-297 0 0,1 1-1 0 0,-1 2 1 0 0,40 1-1 0 0,23 3 201 0 0,141-17 0 0 0,-226 15-806 0 0,90-5-12 0 0,32-4 0 0 0,-106 7 120 0 0,1 0-1 0 0,39 3 0 0 0,-15 6 2443 0 0,-50-6-2402 0 0,11 0 196 0 0,-11 0-552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42.925"/>
    </inkml:context>
    <inkml:brush xml:id="br0">
      <inkml:brushProperty name="width" value="0.035" units="cm"/>
      <inkml:brushProperty name="height" value="0.035" units="cm"/>
      <inkml:brushProperty name="color" value="#004F8B"/>
    </inkml:brush>
  </inkml:definitions>
  <inkml:trace contextRef="#ctx0" brushRef="#br0">8 83 9007 0 0,'0'0'414'0'0,"-6"-13"688"0"0,5 8 2057 0 0,0 3-2588 0 0,1 1-1 0 0,0-1 1 0 0,0 0 0 0 0,0 1 0 0 0,1-1 0 0 0,-1 0-1 0 0,0 0 1 0 0,1 1 0 0 0,-1-1 0 0 0,1-1-1 0 0,12-17 1855 0 0,-12 18-2271 0 0,1-1-1 0 0,0 1 1 0 0,1 0 0 0 0,-1 1-1 0 0,0-1 1 0 0,1 0 0 0 0,-1 0-1 0 0,0 1 1 0 0,1 0 0 0 0,0-1-1 0 0,-1 1 1 0 0,1 0 0 0 0,3-1-1 0 0,0 2-19 0 0,-1-1-1 0 0,0 1 0 0 0,1 0 0 0 0,-1 1 1 0 0,0-1-1 0 0,0 1 0 0 0,1 0 0 0 0,-1 0 1 0 0,0 1-1 0 0,0-1 0 0 0,0 1 0 0 0,0 0 1 0 0,8 5-1 0 0,-10-5-111 0 0,0 0 1 0 0,-1 0-1 0 0,1 0 1 0 0,0 0-1 0 0,-1 0 1 0 0,0 1-1 0 0,1-1 1 0 0,-1 1-1 0 0,0-1 1 0 0,0 1-1 0 0,-1 0 1 0 0,1 0-1 0 0,0 0 1 0 0,-1 0-1 0 0,0 0 1 0 0,0 0-1 0 0,0 0 1 0 0,0 0-1 0 0,0 0 1 0 0,-1 1-1 0 0,1-1 1 0 0,-1 6-1 0 0,-1 0-5 0 0,0-1 0 0 0,0 0 0 0 0,-1 0-1 0 0,0 1 1 0 0,-1-1 0 0 0,0-1 0 0 0,0 1 0 0 0,-7 12-1 0 0,7-16 4 0 0,0 0-1 0 0,0 0 0 0 0,0 0 1 0 0,0 0-1 0 0,0 0 0 0 0,-1-1 1 0 0,-4 4-1 0 0,6-5 41 0 0,0-1 1 0 0,-1 0-1 0 0,1 1 0 0 0,0-1 1 0 0,-1 0-1 0 0,1 0 0 0 0,-1 0 1 0 0,0 0-1 0 0,1-1 0 0 0,-1 1 1 0 0,1-1-1 0 0,-1 0 0 0 0,-5 1 1 0 0,5-2-29 0 0,-1 0 0 0 0,1 0 0 0 0,-1 0 0 0 0,1 0 0 0 0,-1 0 0 0 0,1-1 0 0 0,0 0 0 0 0,-1 1 0 0 0,1-1 0 0 0,0 0 1 0 0,0-1-1 0 0,0 1 0 0 0,1-1 0 0 0,-1 1 0 0 0,1-1 0 0 0,-1 0 0 0 0,1 0 0 0 0,-3-4 0 0 0,4 5-32 0 0,2 1-4 0 0,0-1 1 0 0,0 1-1 0 0,0 0 1 0 0,-1 1-1 0 0,1-1 1 0 0,0 0-1 0 0,0 0 0 0 0,0 0 1 0 0,0 0-1 0 0,1 1 1 0 0,-1-1-1 0 0,0 1 1 0 0,0-1-1 0 0,0 1 0 0 0,0-1 1 0 0,1 1-1 0 0,-1-1 1 0 0,2 1-1 0 0,0-1 0 0 0,3-1 46 0 0,1 1-1 0 0,0 0 1 0 0,-1 0 0 0 0,1 0-1 0 0,0 1 1 0 0,-1 0-1 0 0,1 0 1 0 0,9 1 0 0 0,-13 0-23 0 0,0-1 1 0 0,0 1-1 0 0,1 0 1 0 0,-1-1-1 0 0,0 1 1 0 0,0 1-1 0 0,0-1 1 0 0,-1 0 0 0 0,1 1-1 0 0,0-1 1 0 0,0 1-1 0 0,-1 0 1 0 0,1 0-1 0 0,-1 0 1 0 0,1 0-1 0 0,-1 1 1 0 0,0-1-1 0 0,0 0 1 0 0,3 5-1 0 0,-3 0-221 0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49.699"/>
    </inkml:context>
    <inkml:brush xml:id="br0">
      <inkml:brushProperty name="width" value="0.035" units="cm"/>
      <inkml:brushProperty name="height" value="0.035" units="cm"/>
      <inkml:brushProperty name="color" value="#004F8B"/>
    </inkml:brush>
  </inkml:definitions>
  <inkml:trace contextRef="#ctx0" brushRef="#br0">11 30 4111 0 0,'0'1'-804'0'0,"0"-6"3480"0"0,0-6 5878 0 0,-5 10-3823 0 0,-1 1 2415 0 0,14-1-5993 0 0,4 0-770 0 0,-1 0-1 0 0,16-3 1 0 0,-20 2-291 0 0,1 0 0 0 0,0 1 0 0 0,0 0 0 0 0,0 0 0 0 0,0 1 0 0 0,15 2 0 0 0,-14 0 4 0 0,-9-2-93 0 0,1 0 0 0 0,-1 0 0 0 0,1 0 0 0 0,-1 0 0 0 0,0 0 0 0 0,1 0-1 0 0,-1 0 1 0 0,1 1 0 0 0,-1-1 0 0 0,0 0 0 0 0,1 0 0 0 0,-1 0 0 0 0,0 1 0 0 0,1-1 0 0 0,-1 0 0 0 0,0 1-1 0 0,1-1 1 0 0,-1 0 0 0 0,0 1 0 0 0,0-1 0 0 0,1 0 0 0 0,-1 1 0 0 0,0-1 0 0 0,0 0 0 0 0,0 1 0 0 0,0-1 0 0 0,1 1-1 0 0,-1-1 1 0 0,0 0 0 0 0,0 1 0 0 0,0-1 0 0 0,0 1 0 0 0,-3 5 2 0 0,1 0 0 0 0,-1-1-1 0 0,0 1 1 0 0,-1-1 0 0 0,1 0 0 0 0,-1 0 0 0 0,0-1-1 0 0,0 1 1 0 0,-10 7 0 0 0,-10 13 11 0 0,8-6-16 0 0,5-5 0 0 0,0 0 0 0 0,-17 29 0 0 0,27-40 0 0 0,1-3 0 0 0,0 1 0 0 0,0-1 0 0 0,0 1 0 0 0,0 0 0 0 0,0-1 0 0 0,0 1 0 0 0,0-1 0 0 0,0 1 0 0 0,0 0 0 0 0,0-1 0 0 0,0 1 0 0 0,1 0 0 0 0,-1-1 0 0 0,0 1 0 0 0,0-1 0 0 0,1 1 0 0 0,-1-1 0 0 0,0 1 0 0 0,1-1 0 0 0,-1 1 0 0 0,0-1 0 0 0,1 1 0 0 0,-1-1 0 0 0,1 1 0 0 0,-1-1 0 0 0,1 0 0 0 0,-1 1 0 0 0,2 0 0 0 0,-1 0 0 0 0,0 0 1 0 0,1 0 0 0 0,-1 1 0 0 0,1-1 0 0 0,0 0 0 0 0,-1 0 1 0 0,1 0-1 0 0,0 0 0 0 0,-1 0 0 0 0,1 0 0 0 0,0-1 0 0 0,0 1 0 0 0,0-1 0 0 0,0 1 0 0 0,0-1 0 0 0,0 1 0 0 0,0-1 1 0 0,3 0-1 0 0,3-1 7 0 0,0 1 0 0 0,0-1 1 0 0,8-3-1 0 0,10 0 3 0 0,-25 3-11 0 0,2 1-1 0 0,0 0 1 0 0,-1 0-1 0 0,1 0 1 0 0,0 0-1 0 0,0 0 1 0 0,-1 0-1 0 0,1 1 0 0 0,0 0 1 0 0,-1-1-1 0 0,1 1 1 0 0,0 0-1 0 0,-1 0 0 0 0,1 0 1 0 0,-1 0-1 0 0,0 1 1 0 0,1-1-1 0 0,1 3 0 0 0,-1-4 75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50.129"/>
    </inkml:context>
    <inkml:brush xml:id="br0">
      <inkml:brushProperty name="width" value="0.035" units="cm"/>
      <inkml:brushProperty name="height" value="0.035" units="cm"/>
      <inkml:brushProperty name="color" value="#004F8B"/>
    </inkml:brush>
  </inkml:definitions>
  <inkml:trace contextRef="#ctx0" brushRef="#br0">1 7 1375 0 0,'4'-2'7365'0'0,"14"-2"3333"0"0,17 6-6202 0 0,-1 1-4376 0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50.874"/>
    </inkml:context>
    <inkml:brush xml:id="br0">
      <inkml:brushProperty name="width" value="0.035" units="cm"/>
      <inkml:brushProperty name="height" value="0.035" units="cm"/>
      <inkml:brushProperty name="color" value="#004F8B"/>
    </inkml:brush>
  </inkml:definitions>
  <inkml:trace contextRef="#ctx0" brushRef="#br0">0 1 8839 0 0,'0'0'13871'0'0,"7"17"-12126"0"0,-7-13-1502 0 0,1 1-1 0 0,-1-1 1 0 0,0 0-1 0 0,0 0 1 0 0,0 1-1 0 0,-1 6 1 0 0,-2 22-4446 0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52.906"/>
    </inkml:context>
    <inkml:brush xml:id="br0">
      <inkml:brushProperty name="width" value="0.035" units="cm"/>
      <inkml:brushProperty name="height" value="0.035" units="cm"/>
      <inkml:brushProperty name="color" value="#004F8B"/>
    </inkml:brush>
  </inkml:definitions>
  <inkml:trace contextRef="#ctx0" brushRef="#br0">13 1 919 0 0,'0'0'17696'0'0,"-6"22"-16377"0"0,-1 9 911 0 0,7-31-2043 0 0,7 9 1166 0 0,12-5 164 0 0,-16-4-1404 0 0,-1 1 0 0 0,1-1-1 0 0,-1 1 1 0 0,1-1 0 0 0,-1 1-1 0 0,5 2 1 0 0,-7-3-185 0 0,7 5-371 0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53.732"/>
    </inkml:context>
    <inkml:brush xml:id="br0">
      <inkml:brushProperty name="width" value="0.035" units="cm"/>
      <inkml:brushProperty name="height" value="0.035" units="cm"/>
      <inkml:brushProperty name="color" value="#004F8B"/>
    </inkml:brush>
  </inkml:definitions>
  <inkml:trace contextRef="#ctx0" brushRef="#br0">0 0 919 0 0,'0'0'18538'0'0,"10"15"-17093"0"0,-9-10-1397 0 0,0 0 1 0 0,-1 1-1 0 0,1-1 1 0 0,-1 0 0 0 0,0 1-1 0 0,-1-1 1 0 0,1 1-1 0 0,-1-1 1 0 0,-2 9-1 0 0,0 3-585 0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54.876"/>
    </inkml:context>
    <inkml:brush xml:id="br0">
      <inkml:brushProperty name="width" value="0.035" units="cm"/>
      <inkml:brushProperty name="height" value="0.035" units="cm"/>
      <inkml:brushProperty name="color" value="#004F8B"/>
    </inkml:brush>
  </inkml:definitions>
  <inkml:trace contextRef="#ctx0" brushRef="#br0">1 0 919 0 0,'6'1'22437'0'0,"-3"4"-25302"0"0,-2-1 3238 0 0,1 0 0 0 0,0 0 0 0 0,-1 0 0 0 0,0 0 0 0 0,0 0 0 0 0,1 7 0 0 0,-1 7-6641 0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55.320"/>
    </inkml:context>
    <inkml:brush xml:id="br0">
      <inkml:brushProperty name="width" value="0.035" units="cm"/>
      <inkml:brushProperty name="height" value="0.035" units="cm"/>
      <inkml:brushProperty name="color" value="#004F8B"/>
    </inkml:brush>
  </inkml:definitions>
  <inkml:trace contextRef="#ctx0" brushRef="#br0">1 5 4055 0 0,'0'0'9776'0'0,"16"0"-4365"0"0,-7-2-5036 0 0,8 0 1422 0 0,-6 2-9702 0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55.766"/>
    </inkml:context>
    <inkml:brush xml:id="br0">
      <inkml:brushProperty name="width" value="0.035" units="cm"/>
      <inkml:brushProperty name="height" value="0.035" units="cm"/>
      <inkml:brushProperty name="color" value="#004F8B"/>
    </inkml:brush>
  </inkml:definitions>
  <inkml:trace contextRef="#ctx0" brushRef="#br0">1 1 1375 0 0,'1'2'11744'0'0,"4"9"-8777"0"0,-4-6-2356 0 0,-1-1 0 0 0,0 0 0 0 0,0 1 0 0 0,-1-1 0 0 0,0 7 0 0 0,0-8-443 0 0,0 1-1 0 0,1-1 1 0 0,-1 0 0 0 0,1 0 0 0 0,0 0 0 0 0,0 0 0 0 0,0 0 0 0 0,1 1 0 0 0,-1-1 0 0 0,1 0 0 0 0,1 5 0 0 0,-1-6-102 0 0,0-1-44 0 0,0-1 1 0 0,0 1 0 0 0,0 0 0 0 0,1-1 0 0 0,-1 1 0 0 0,0 0-1 0 0,0-1 1 0 0,0 1 0 0 0,0-1 0 0 0,1 0 0 0 0,-1 1 0 0 0,0-1 0 0 0,0 0-1 0 0,1 0 1 0 0,-1 0 0 0 0,0 0 0 0 0,0 0 0 0 0,1 0 0 0 0,1-1-1 0 0,7 2 133 0 0,-9-1 47 0 0,19 13 1991 0 0,-19-12-1936 0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56.431"/>
    </inkml:context>
    <inkml:brush xml:id="br0">
      <inkml:brushProperty name="width" value="0.035" units="cm"/>
      <inkml:brushProperty name="height" value="0.035" units="cm"/>
      <inkml:brushProperty name="color" value="#004F8B"/>
    </inkml:brush>
  </inkml:definitions>
  <inkml:trace contextRef="#ctx0" brushRef="#br0">1 1 919 0 0,'0'0'7600'0'0,"4"1"-3122"0"0,13 4-1732 0 0,-15-5-2422 0 0,0 0 0 0 0,-1 0 0 0 0,1 1-1 0 0,0-2 1 0 0,0 1 0 0 0,0 0 0 0 0,0 0-1 0 0,0-1 1 0 0,1 0 0 0 0,-1 1 52 0 0,0-1 0 0 0,-1 1 1 0 0,1 0-1 0 0,-1-1 0 0 0,1 1 0 0 0,0 0 1 0 0,-1 0-1 0 0,4 1 2992 0 0,-8 34-3168 0 0,4-30-200 0 0,1-1 0 0 0,0 1 0 0 0,-1-1 0 0 0,6 8 0 0 0,-5-8 0 0 0,0-1 0 0 0,-1 0 0 0 0,1 0 0 0 0,-1 1 0 0 0,0-1 0 0 0,0 0 0 0 0,1 6 0 0 0,-2-6 0 0 0,0-2 9 0 0,1-1-1 0 0,-1 1 0 0 0,0 0 1 0 0,0-1-1 0 0,0 1 1 0 0,0-1-1 0 0,0 1 0 0 0,0 0 1 0 0,-1-1-1 0 0,1 1 1 0 0,0-1-1 0 0,0 1 0 0 0,0 0 1 0 0,0-1-1 0 0,-1 1 1 0 0,1-1-1 0 0,0 1 0 0 0,-1-1 1 0 0,1 1-1 0 0,0-1 1 0 0,-1 1-1 0 0,1-1 0 0 0,-1 0 1 0 0,1 1-1 0 0,-1-1 1 0 0,1 1-1 0 0,0-1 0 0 0,-1 0 1 0 0,0 1-1 0 0,1-1 1 0 0,-1 0-1 0 0,1 0 0 0 0,-1 0 1 0 0,1 1-1 0 0,-1-1 1 0 0,1 0-1 0 0,-1 0 0 0 0,0 0 1 0 0,1 0-1 0 0,-1 0 1 0 0,0 0-1 0 0,-19-4 575 0 0,17 3-842 0 0,2 0-1197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4:58.171"/>
    </inkml:context>
    <inkml:brush xml:id="br0">
      <inkml:brushProperty name="width" value="0.035" units="cm"/>
      <inkml:brushProperty name="height" value="0.035" units="cm"/>
      <inkml:brushProperty name="color" value="#004F8B"/>
    </inkml:brush>
  </inkml:definitions>
  <inkml:trace contextRef="#ctx0" brushRef="#br0">2 8 919 0 0,'4'6'15732'0'0,"-2"-5"-14096"0"0,12-2-620 0 0,-1 0 0 0 0,1 0 0 0 0,18-5 0 0 0,-22 5-648 0 0,-9 1-245 0 0,1 0 0 0 0,-1 0 0 0 0,0 0 0 0 0,1-1 0 0 0,-1 1 0 0 0,1 0 0 0 0,-1-1-1 0 0,0 1 1 0 0,1-1 0 0 0,2-1 1232 0 0,-6 19-1200 0 0,0 6-65 0 0,1 1 1 0 0,3 42 0 0 0,0-12 669 0 0,-1-34-508 0 0,5 28-1 0 0,-3-28-154 0 0,0 28 0 0 0,-3-12-90 0 0,-1-14 304 0 0,1 1 0 0 0,1 0 1 0 0,9 43-1 0 0,-8-51-256 0 0,0 0 1 0 0,-1 0-1 0 0,0 0 0 0 0,-2 16 0 0 0,1-11-3 0 0,2 28-1 0 0,7 69 642 0 0,4-45-504 0 0,-13-69-167 0 0,0 1 20 0 0,0-2-36 0 0,0-1-1 0 0,0 1 0 0 0,-1 0 1 0 0,1 0-1 0 0,-1-1 0 0 0,1 1 1 0 0,-1 0-1 0 0,1-1 0 0 0,-1 1 1 0 0,0-1-1 0 0,0 1 0 0 0,0-1 1 0 0,-2 3-1 0 0,1-3 6 0 0,0 0 39 0 0,0-1 0 0 0,-1 0 1 0 0,1 0-1 0 0,0 0 1 0 0,-1 0-1 0 0,1 0 0 0 0,-1 0 1 0 0,1 0-1 0 0,0-1 0 0 0,-3 0 1 0 0,-3-1-19 0 0,-14 1 394 0 0,-39 3-1 0 0,52-2-497 0 0,-10-2 61 0 0,19 2-213 0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5:41.765"/>
    </inkml:context>
    <inkml:brush xml:id="br0">
      <inkml:brushProperty name="width" value="0.035" units="cm"/>
      <inkml:brushProperty name="height" value="0.035" units="cm"/>
      <inkml:brushProperty name="color" value="#004F8B"/>
    </inkml:brush>
  </inkml:definitions>
  <inkml:trace contextRef="#ctx0" brushRef="#br0">1 15 2015 0 0,'1'1'-99'0'0,"0"-2"10"0"0,2-7 7561 0 0,0 3-2445 0 0,-3 5-4927 0 0,0 0 1 0 0,0 0-1 0 0,0 0 1 0 0,0 0-1 0 0,0 0 1 0 0,1-1-1 0 0,-1 1 1 0 0,0 0-1 0 0,0 0 1 0 0,0 0-1 0 0,0 0 1 0 0,1 0-1 0 0,-1 0 1 0 0,0 0-1 0 0,0 0 1 0 0,0 0-1 0 0,1 0 1 0 0,-1 0-1 0 0,0 0 1 0 0,0 0-1 0 0,0 0 1 0 0,1 0-1 0 0,-1 0 1 0 0,0 0-1 0 0,0 0 1 0 0,0 0-1 0 0,0 0 1 0 0,1 0-1 0 0,-1 0 1 0 0,0 0-1 0 0,0 0 1 0 0,0 0-1 0 0,0 1 1 0 0,1-1-1 0 0,-1 0 1 0 0,0 0-1 0 0,0 0 1 0 0,0 0-1 0 0,0 0 1 0 0,0 0-1 0 0,0 1 1 0 0,1-1-1 0 0,-1 0 1 0 0,0 0-1 0 0,6 12 441 0 0,-3-1-468 0 0,-1-5-21 0 0,0 0 1 0 0,-1 0-1 0 0,1 11 0 0 0,-2-1 87 0 0,-1 1 371 0 0,1 0 0 0 0,1 1 0 0 0,6 32 0 0 0,-6-49-457 0 0,-1 39 203 0 0,-1-34-247 0 0,1-3-5 0 0,0-1 1 0 0,-1 0-1 0 0,1 0 1 0 0,0 0-1 0 0,0 0 1 0 0,1 0-1 0 0,-1 0 1 0 0,0 0-1 0 0,1 3 1 0 0,3 14 16 0 0,-5-16 9 0 0,4 10-7 0 0,-2-10-8 0 0,-1-3 59 0 0,4 6 1 0 0,2-2-155 0 0,0 0 100 0 0,-1-2 73 0 0,0 1 0 0 0,0-1 0 0 0,0-1 0 0 0,0 1 0 0 0,0-1 0 0 0,6 1 0 0 0,1 1 296 0 0,1-1-160 0 0,-1 0 1 0 0,24 0-1 0 0,1 0 239 0 0,-11 0 54 0 0,38-1 0 0 0,-28-2-370 0 0,136-5 779 0 0,-136 5-801 0 0,50 3 49 0 0,-73-2-125 0 0,0 0 0 0 0,0-1 1 0 0,0 0-1 0 0,0-1 0 0 0,21-5 0 0 0,-17 2 14 0 0,1 2-1 0 0,19-2 1 0 0,84-4-68 0 0,-81 7 61 0 0,0 2-1 0 0,57 6 0 0 0,-78-4-27 0 0,35-1-1 0 0,9 1-22 0 0,-4-1-9 0 0,-44-1 80 0 0,0 0 1 0 0,0 0 0 0 0,19 5 0 0 0,-19-3-124 0 0,-1-1-1 0 0,0 0 1 0 0,1 0 0 0 0,21-3 0 0 0,-12 0 101 0 0,0 2 5 0 0,39 5 1 0 0,-12-1-55 0 0,27-6 102 0 0,-53 0-78 0 0,41 2 1 0 0,-31 2-13 0 0,48-4 0 0 0,35 0 51 0 0,-80 2 88 0 0,-28 0-118 0 0,-1-1 0 0 0,1 2 0 0 0,0-1 0 0 0,0 1 0 0 0,0 0-1 0 0,-1 1 1 0 0,1 1 0 0 0,9 3 0 0 0,19 6 131 0 0,-29-10-207 0 0,-1 1 0 0 0,1 0 1 0 0,0 0-1 0 0,-1 0 0 0 0,0 1 1 0 0,0 1-1 0 0,10 6 0 0 0,-9-3 37 0 0,-1-1 11 0 0,0-1 0 0 0,0 0 0 0 0,10 5 0 0 0,-13-9 1 0 0,-1 0-1 0 0,0 1 1 0 0,0-1 0 0 0,0 1-1 0 0,-1 0 1 0 0,1 0 0 0 0,0 0 0 0 0,-1 0-1 0 0,0 1 1 0 0,0-1 0 0 0,0 1-1 0 0,0 0 1 0 0,-1 0 0 0 0,1 0-1 0 0,-1 0 1 0 0,2 5 0 0 0,-4-6-1 0 0,2-3 48 0 0,4-7 368 0 0,4-15-418 0 0,-9 21 61 0 0,9-7-185 0 0,-7 5 111 0 0,31-23 0 0 0,-32 23 0 0 0,0 2 0 0 0,0-1 0 0 0,0 1 0 0 0,-1 1 0 0 0,1-1 0 0 0,0 0 0 0 0,0 0 0 0 0,0 1 0 0 0,3-1 0 0 0,-2 0 0 0 0,17-9 0 0 0,-14 6 0 0 0,1 1 0 0 0,-1 0 0 0 0,11-3 0 0 0,8-5 0 0 0,-21 9 0 0 0,0 0 0 0 0,1 0 0 0 0,-1 0 0 0 0,1 1 0 0 0,-1 0 0 0 0,1-1 0 0 0,8 1 0 0 0,118-3-64 0 0,-54 0 64 0 0,-61 4 0 0 0,1 0 0 0 0,16-4 0 0 0,9 0 0 0 0,3 2 0 0 0,127-9 0 0 0,-159 9 0 0 0,-1 1 0 0 0,1 1 0 0 0,-1 0 0 0 0,1 1 0 0 0,20 4 0 0 0,-22-4 0 0 0,-1 0 0 0 0,1-1 0 0 0,0 1 0 0 0,-1-2 0 0 0,1 0 0 0 0,13-3 0 0 0,-7 2 0 0 0,22-1 0 0 0,154-4 0 0 0,-103 1 0 0 0,1 1 0 0 0,192-2 0 0 0,-184-1 35 0 0,35 0 18 0 0,33-5-53 0 0,-48 2 0 0 0,-39 8 167 0 0,44-3-238 0 0,-104 5 78 0 0,36 3 1 0 0,-7 1 332 0 0,-39-3-415 0 0,24 0 128 0 0,56-7 1 0 0,-81 6-36 0 0,0 1 1 0 0,0 0 0 0 0,17 2 0 0 0,18 0 23 0 0,29-2 22 0 0,26-10 117 0 0,-88 9-119 0 0,-3 1 20 0 0,1 0-1 0 0,-1-1 1 0 0,0 0 0 0 0,0-1-1 0 0,0 1 1 0 0,0-2-1 0 0,11-3 1 0 0,-14 3-80 0 0,-1 1 1 0 0,-1 0 0 0 0,1 0 0 0 0,-1 0 0 0 0,0 0 0 0 0,0 0 0 0 0,0-1 0 0 0,0 1 0 0 0,0-1 0 0 0,4-5 0 0 0,-6 7-8 0 0,-1 0 0 0 0,0 1 0 0 0,1-1 0 0 0,-1 1-1 0 0,0-1 1 0 0,1 0 0 0 0,-1 0 0 0 0,0 1 0 0 0,0-1 0 0 0,0 0 0 0 0,1 1 0 0 0,-1-1 0 0 0,0 0-1 0 0,0 0 1 0 0,0 1 0 0 0,0-1 0 0 0,0 0 0 0 0,-1 0 0 0 0,1 1 0 0 0,0-2 0 0 0,-8-14-153 0 0,3 9 135 0 0,3 4-790 0 0,-6-12 2522 0 0,6 8-3892 0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5:46.413"/>
    </inkml:context>
    <inkml:brush xml:id="br0">
      <inkml:brushProperty name="width" value="0.035" units="cm"/>
      <inkml:brushProperty name="height" value="0.035" units="cm"/>
      <inkml:brushProperty name="color" value="#004F8B"/>
    </inkml:brush>
  </inkml:definitions>
  <inkml:trace contextRef="#ctx0" brushRef="#br0">2 3 4975 0 0,'-2'-3'21586'0'0,"13"8"-21556"0"0,-7 1 32 0 0,1-1 1 0 0,-1 0-1 0 0,-1 1 0 0 0,1 0 1 0 0,-1 0-1 0 0,0 0 0 0 0,4 11 0 0 0,5 9 141 0 0,7 12 37 0 0,37 64 475 0 0,-50-93-631 0 0,-1 1 1 0 0,0 1-1 0 0,5 17 0 0 0,-6-15 2 0 0,12 22-1 0 0,-11-26 107 0 0,-5-9 88 0 0,12-10 121 0 0,4-15-306 0 0,-2-2 0 0 0,-1 0 0 0 0,11-31 0 0 0,-5 12 48 0 0,2 7-153 0 0,-14 28-57 0 0,-1 0-1 0 0,6-14 1 0 0,-11 24-405 0 0,-12 7-10800 0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5:47.252"/>
    </inkml:context>
    <inkml:brush xml:id="br0">
      <inkml:brushProperty name="width" value="0.035" units="cm"/>
      <inkml:brushProperty name="height" value="0.035" units="cm"/>
      <inkml:brushProperty name="color" value="#004F8B"/>
    </inkml:brush>
  </inkml:definitions>
  <inkml:trace contextRef="#ctx0" brushRef="#br0">0 1 8551 0 0,'0'0'15771'0'0,"8"3"-13617"0"0,1 7-1904 0 0,0-1-1 0 0,-1 2 0 0 0,0-1 1 0 0,-1 1-1 0 0,0 0 0 0 0,0 1 1 0 0,4 11-1 0 0,-3-6-116 0 0,-3-4-55 0 0,1-1 0 0 0,0 0 0 0 0,14 18 0 0 0,23 35 149 0 0,-19-27 226 0 0,-24-38-446 0 0,0 1 0 0 0,1-1 0 0 0,-1 1 0 0 0,0 0 0 0 0,1-1 0 0 0,-1 1 0 0 0,0-1 0 0 0,1 0 0 0 0,-1 1-1 0 0,1-1 1 0 0,-1 1 0 0 0,1-1 0 0 0,-1 0 0 0 0,1 1 0 0 0,-1-1 0 0 0,1 0 0 0 0,-1 1 0 0 0,1-1 0 0 0,-1 0-1 0 0,1 0 1 0 0,0 0 0 0 0,-1 1 0 0 0,1-1 0 0 0,-1 0 0 0 0,1 0 0 0 0,0 0 0 0 0,-1 0 0 0 0,1 0 0 0 0,-1 0-1 0 0,1 0 1 0 0,0 0 0 0 0,-1 0 0 0 0,1-1 0 0 0,-1 1 0 0 0,1 0 0 0 0,0 0 0 0 0,-1 0 0 0 0,1-1 0 0 0,-1 1-1 0 0,1 0 1 0 0,-1-1 0 0 0,1 1 0 0 0,0-1 0 0 0,1-1 54 0 0,0-1-1 0 0,0 1 1 0 0,0 0-1 0 0,0-1 1 0 0,3-5 0 0 0,-4 6-46 0 0,7-11 77 0 0,0 0 0 0 0,-1-1-1 0 0,-1 0 1 0 0,0 0 0 0 0,-1 0-1 0 0,-1-1 1 0 0,0 1 0 0 0,-1-1 0 0 0,2-25-1 0 0,-3 24-77 0 0,5-23 0 0 0,-1 13-79 0 0,-6 25-274 0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5:48.520"/>
    </inkml:context>
    <inkml:brush xml:id="br0">
      <inkml:brushProperty name="width" value="0.035" units="cm"/>
      <inkml:brushProperty name="height" value="0.035" units="cm"/>
      <inkml:brushProperty name="color" value="#004F8B"/>
    </inkml:brush>
  </inkml:definitions>
  <inkml:trace contextRef="#ctx0" brushRef="#br0">1 9 2759 0 0,'0'0'13490'0'0,"21"-1"-7916"0"0,18-3-2847 0 0,-29 3-2247 0 0,-1 0-1 0 0,0 0 1 0 0,14 1-1 0 0,-15 0-17 0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5:48.980"/>
    </inkml:context>
    <inkml:brush xml:id="br0">
      <inkml:brushProperty name="width" value="0.035" units="cm"/>
      <inkml:brushProperty name="height" value="0.035" units="cm"/>
      <inkml:brushProperty name="color" value="#004F8B"/>
    </inkml:brush>
  </inkml:definitions>
  <inkml:trace contextRef="#ctx0" brushRef="#br0">0 1 4519 0 0,'0'0'13044'0'0,"1"21"-10217"0"0,1 0-1592 0 0,-2 35 0 0 0,0-27 512 0 0,0-28-1190 0 0,12 5 1278 0 0,44-3-1222 0 0,-52-2-578 0 0,9-1 144 0 0,-13 0-153 0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5:49.520"/>
    </inkml:context>
    <inkml:brush xml:id="br0">
      <inkml:brushProperty name="width" value="0.035" units="cm"/>
      <inkml:brushProperty name="height" value="0.035" units="cm"/>
      <inkml:brushProperty name="color" value="#004F8B"/>
    </inkml:brush>
  </inkml:definitions>
  <inkml:trace contextRef="#ctx0" brushRef="#br0">0 1 13791 0 0,'0'0'9721'0'0,"9"22"-7034"0"0,-8-16-2595 0 0,0 0 0 0 0,0-1 0 0 0,-1 12-1 0 0,2 14 749 0 0,-2-30-768 0 0,2-13-6469 0 0,0 5 3867 0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5:50.361"/>
    </inkml:context>
    <inkml:brush xml:id="br0">
      <inkml:brushProperty name="width" value="0.035" units="cm"/>
      <inkml:brushProperty name="height" value="0.035" units="cm"/>
      <inkml:brushProperty name="color" value="#004F8B"/>
    </inkml:brush>
  </inkml:definitions>
  <inkml:trace contextRef="#ctx0" brushRef="#br0">0 0 455 0 0,'0'0'17588'0'0,"11"3"-11835"0"0,-5 0-5576 0 0,-1-1-1 0 0,0 1 0 0 0,0 1 1 0 0,0-1-1 0 0,0 1 0 0 0,0 0 1 0 0,7 7-1 0 0,-11-9-154 0 0,-1 0-1 0 0,1 0 1 0 0,0 0 0 0 0,0-1-1 0 0,-1 1 1 0 0,1 0 0 0 0,-1 0-1 0 0,0 0 1 0 0,0 0-1 0 0,1 0 1 0 0,-1 1 0 0 0,-1-1-1 0 0,1 0 1 0 0,0 0 0 0 0,0 0-1 0 0,-1 2 1 0 0,0 2-70 0 0,3 19-24 0 0,2 2 72 0 0,-3 8 433 0 0,-1-35-362 0 0,0 1-1 0 0,0-1 1 0 0,0 0-1 0 0,0 1 1 0 0,0-1-1 0 0,0 0 1 0 0,0 1-1 0 0,0-1 0 0 0,0 1 1 0 0,0-1-1 0 0,0 0 1 0 0,0 1-1 0 0,-1-1 1 0 0,1 0-1 0 0,0 1 0 0 0,0-1 1 0 0,0 0-1 0 0,0 1 1 0 0,-1-1-1 0 0,1 0 1 0 0,0 1-1 0 0,0-1 0 0 0,-1 0 1 0 0,1 1-1 0 0,0-1 1 0 0,0 0-1 0 0,-1 0 1 0 0,1 0-1 0 0,0 1 1 0 0,-1-1-1 0 0,1 0 0 0 0,0 0 1 0 0,-1 0-1 0 0,1 0 1 0 0,-1 1-1 0 0,1-1 1 0 0,0 0-1 0 0,-1 0 0 0 0,-22 1 1172 0 0,17-1-1099 0 0,5 0-87 0 0,0-1-100 0 0,1 1-238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5:51.044"/>
    </inkml:context>
    <inkml:brush xml:id="br0">
      <inkml:brushProperty name="width" value="0.035" units="cm"/>
      <inkml:brushProperty name="height" value="0.035" units="cm"/>
      <inkml:brushProperty name="color" value="#004F8B"/>
    </inkml:brush>
  </inkml:definitions>
  <inkml:trace contextRef="#ctx0" brushRef="#br0">0 6 919 0 0,'0'0'10431'0'0,"11"-4"-2915"0"0,-7 3-6936 0 0,19 1 1899 0 0,1 1-3318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5:52.801"/>
    </inkml:context>
    <inkml:brush xml:id="br0">
      <inkml:brushProperty name="width" value="0.035" units="cm"/>
      <inkml:brushProperty name="height" value="0.035" units="cm"/>
      <inkml:brushProperty name="color" value="#004F8B"/>
    </inkml:brush>
  </inkml:definitions>
  <inkml:trace contextRef="#ctx0" brushRef="#br0">83 1 1375 0 0,'10'1'22980'0'0,"-11"1"-20933"0"0,-1 4-4114 0 0,-15 24 2544 0 0,10-17-240 0 0,0 0-1 0 0,-9 25 1 0 0,5-2-195 0 0,2 0 0 0 0,1 1 0 0 0,2-1 1 0 0,1 1-1 0 0,1 66 0 0 0,7-69 288 0 0,2 0 1 0 0,11 41-1 0 0,-9-45-229 0 0,-4-20-31 0 0,1 0-1 0 0,1-1 1 0 0,-1 1-1 0 0,2-1 1 0 0,10 15-1 0 0,-9-14-6 0 0,0-1 99 0 0,0 0 1 0 0,1 0-1 0 0,0-1 0 0 0,1 0 1 0 0,0 0-1 0 0,0-1 0 0 0,15 8 1 0 0,-19-11-37 0 0,-1-1 38 0 0,0 0 0 0 0,0 1 0 0 0,0-1-1 0 0,6 8 1 0 0,-9-11 524 0 0,-10-5-3985 0 0,7 2 2058 0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5:53.852"/>
    </inkml:context>
    <inkml:brush xml:id="br0">
      <inkml:brushProperty name="width" value="0.035" units="cm"/>
      <inkml:brushProperty name="height" value="0.035" units="cm"/>
      <inkml:brushProperty name="color" value="#004F8B"/>
    </inkml:brush>
  </inkml:definitions>
  <inkml:trace contextRef="#ctx0" brushRef="#br0">0 1 7343 0 0,'0'0'11874'0'0,"10"16"-8309"0"0,40 77-491 0 0,-37-66-2736 0 0,-1 0 0 0 0,-1 1-1 0 0,11 45 1 0 0,-18-56-296 0 0,-1-1-1 0 0,0 1 1 0 0,-2 0-1 0 0,0 19 1 0 0,-8 68 166 0 0,-2-56-41 0 0,-1-1 1 0 0,-3-1-1 0 0,-24 60 0 0 0,20-71 348 0 0,15-32-515 0 0,0-2-197 0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5:54.565"/>
    </inkml:context>
    <inkml:brush xml:id="br0">
      <inkml:brushProperty name="width" value="0.035" units="cm"/>
      <inkml:brushProperty name="height" value="0.035" units="cm"/>
      <inkml:brushProperty name="color" value="#004F8B"/>
    </inkml:brush>
  </inkml:definitions>
  <inkml:trace contextRef="#ctx0" brushRef="#br0">1 1 2303 0 0,'0'0'25184'0'0,"10"15"-24473"0"0,-7-9-578 0 0,-1 1 0 0 0,-1 0 0 0 0,1 0-1 0 0,0 13 1 0 0,-1-12 23 0 0,0 0-1 0 0,1 0 0 0 0,-1 0 1 0 0,5 11-1 0 0,-5-18 37 0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5:55.039"/>
    </inkml:context>
    <inkml:brush xml:id="br0">
      <inkml:brushProperty name="width" value="0.035" units="cm"/>
      <inkml:brushProperty name="height" value="0.035" units="cm"/>
      <inkml:brushProperty name="color" value="#004F8B"/>
    </inkml:brush>
  </inkml:definitions>
  <inkml:trace contextRef="#ctx0" brushRef="#br0">1 0 1839 0 0,'1'5'20399'0'0,"20"0"-17111"0"0,-11-2-2983 0 0,0-2 0 0 0,-1 1 1 0 0,1-1-1 0 0,0-1 0 0 0,0 0 1 0 0,0 0-1 0 0,0-1 0 0 0,17-4 1 0 0,-16 3-176 0 0,0 1 0 0 0,0 0 1 0 0,1 0-1 0 0,-1 1 0 0 0,0 0 0 0 0,18 4 1 0 0,5 3 482 0 0,-31-7-784 0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5:56.023"/>
    </inkml:context>
    <inkml:brush xml:id="br0">
      <inkml:brushProperty name="width" value="0.035" units="cm"/>
      <inkml:brushProperty name="height" value="0.035" units="cm"/>
      <inkml:brushProperty name="color" value="#004F8B"/>
    </inkml:brush>
  </inkml:definitions>
  <inkml:trace contextRef="#ctx0" brushRef="#br0">3 1 1375 0 0,'0'0'27968'0'0,"0"0"-27908"0"0,-3 0-1355 0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5:57.491"/>
    </inkml:context>
    <inkml:brush xml:id="br0">
      <inkml:brushProperty name="width" value="0.035" units="cm"/>
      <inkml:brushProperty name="height" value="0.035" units="cm"/>
      <inkml:brushProperty name="color" value="#004F8B"/>
    </inkml:brush>
  </inkml:definitions>
  <inkml:trace contextRef="#ctx0" brushRef="#br0">178 20 1375 0 0,'0'-10'19656'0'0,"-9"4"-14816"0"0,-7 2-6019 0 0,11 4 3106 0 0,0 0-1827 0 0,0 1-1 0 0,-1 0 1 0 0,1-1 0 0 0,0 2-1 0 0,-1-1 1 0 0,1 0 0 0 0,0 1-1 0 0,0 0 1 0 0,0 1 0 0 0,1-1-1 0 0,-1 1 1 0 0,0 0-1 0 0,-6 5 1 0 0,8-5-34 0 0,0-1 0 0 0,0 1-1 0 0,0 0 1 0 0,0 0 0 0 0,1 1 0 0 0,-1-1-1 0 0,1 0 1 0 0,0 1 0 0 0,0 0-1 0 0,0-1 1 0 0,1 1 0 0 0,-1 0 0 0 0,1 0-1 0 0,0 0 1 0 0,0 0 0 0 0,0 0 0 0 0,0 0-1 0 0,1 5 1 0 0,0 0-57 0 0,1 1-1 0 0,0-1 1 0 0,1 0 0 0 0,0 1-1 0 0,0-1 1 0 0,6 12 0 0 0,26 52 58 0 0,-31-68-67 0 0,15 28 35 0 0,-10-21-4 0 0,-1 0 1 0 0,-1 0 0 0 0,0 1-1 0 0,-1 0 1 0 0,0 0-1 0 0,6 27 1 0 0,-8-28-22 0 0,1 15-32 0 0,-4-26 28 0 0,0 0 1 0 0,0 0-1 0 0,0 0 1 0 0,0 0 0 0 0,0 1-1 0 0,0-1 1 0 0,-1 0-1 0 0,1 0 1 0 0,0 0-1 0 0,-1 0 1 0 0,1 0 0 0 0,-1 0-1 0 0,1 0 1 0 0,-1 0-1 0 0,1 0 1 0 0,-1-1-1 0 0,0 1 1 0 0,0 0-1 0 0,1 0 1 0 0,-1 0 0 0 0,0-1-1 0 0,-1 2 1 0 0,-1-1 13 0 0,0 1-1 0 0,0-1 1 0 0,0 0 0 0 0,0 0 0 0 0,0-1 0 0 0,0 1 0 0 0,0-1-1 0 0,0 1 1 0 0,0-1 0 0 0,0 0 0 0 0,0 0 0 0 0,0 0-1 0 0,0 0 1 0 0,0-1 0 0 0,0 1 0 0 0,0-1 0 0 0,0 0 0 0 0,-6-2-1 0 0,1-1 0 0 0,1 1-1 0 0,-1-1 0 0 0,1 0 0 0 0,0-1 0 0 0,-11-8 0 0 0,14 9-18 0 0,1 1 0 0 0,0-1 0 0 0,0 1 0 0 0,0-1 0 0 0,0 0 0 0 0,1 0 0 0 0,-4-8 0 0 0,5 11 0 0 0,0 0 0 0 0,1-1 0 0 0,-1 1 0 0 0,1-1 0 0 0,-1 1 0 0 0,1-1 0 0 0,0 1 0 0 0,-1-1 0 0 0,1 1 0 0 0,0-1 0 0 0,0 1 0 0 0,0-1 0 0 0,0 1 0 0 0,1-1 0 0 0,-1 1 0 0 0,0-1 0 0 0,1 1 0 0 0,-1-1 0 0 0,1 1 0 0 0,-1 0 0 0 0,1-1 0 0 0,-1 1 0 0 0,1 0 0 0 0,0-1 0 0 0,0 1 0 0 0,0 0 0 0 0,0 0 0 0 0,0 0 0 0 0,0 0 0 0 0,0-1 0 0 0,0 2 0 0 0,0-1 0 0 0,2-1 0 0 0,-1 1 4 0 0,0 0 1 0 0,-1 0-1 0 0,1 1 0 0 0,0-1 0 0 0,0 1 1 0 0,-1-1-1 0 0,1 1 0 0 0,0 0 0 0 0,0 0 1 0 0,-1 0-1 0 0,1 0 0 0 0,0 0 1 0 0,0 0-1 0 0,2 1 0 0 0,1 0 9 0 0,0 0 0 0 0,0 0-1 0 0,-1 1 1 0 0,9 4 0 0 0,-8-2-2362 0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5:58.201"/>
    </inkml:context>
    <inkml:brush xml:id="br0">
      <inkml:brushProperty name="width" value="0.035" units="cm"/>
      <inkml:brushProperty name="height" value="0.035" units="cm"/>
      <inkml:brushProperty name="color" value="#004F8B"/>
    </inkml:brush>
  </inkml:definitions>
  <inkml:trace contextRef="#ctx0" brushRef="#br0">1 18 1375 0 0,'0'0'15715'0'0,"13"-2"-12014"0"0,65-12 1939 0 0,-77 14-5544 0 0,0-1-16 0 0,2 1-53 0 0,0-1-33 0 0,-3 1-235 0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5:58.660"/>
    </inkml:context>
    <inkml:brush xml:id="br0">
      <inkml:brushProperty name="width" value="0.035" units="cm"/>
      <inkml:brushProperty name="height" value="0.035" units="cm"/>
      <inkml:brushProperty name="color" value="#004F8B"/>
    </inkml:brush>
  </inkml:definitions>
  <inkml:trace contextRef="#ctx0" brushRef="#br0">1 0 1839 0 0,'0'0'8355'0'0,"3"7"-1683"0"0,2 7-3563 0 0,-3-6-2565 0 0,0-1 0 0 0,-1 1 0 0 0,0 0 0 0 0,-1 0 0 0 0,0 8 0 0 0,0-9-322 0 0,0-1 1 0 0,0 1-1 0 0,1-1 0 0 0,0 1 0 0 0,0-1 0 0 0,0 0 1 0 0,1 1-1 0 0,2 6 0 0 0,-4-12-78 0 0,6 0 495 0 0,-6 0-574 0 0,1-1 1 0 0,0 0-1 0 0,-1 0 0 0 0,1 1 1 0 0,-1-1-1 0 0,1 0 0 0 0,0 0 1 0 0,-1 0-1 0 0,1 0 0 0 0,-1 0 1 0 0,1 0-1 0 0,0 0 0 0 0,-1 0 1 0 0,1 0-1 0 0,-1 0 0 0 0,1 0 0 0 0,0 0 1 0 0,0 0-1 0 0,33-7 1751 0 0,-33 7-1672 0 0,20 5-16 0 0,-12 0 13 0 0,-9-5-231 0 0,5 0-2504 0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5:59.294"/>
    </inkml:context>
    <inkml:brush xml:id="br0">
      <inkml:brushProperty name="width" value="0.035" units="cm"/>
      <inkml:brushProperty name="height" value="0.035" units="cm"/>
      <inkml:brushProperty name="color" value="#004F8B"/>
    </inkml:brush>
  </inkml:definitions>
  <inkml:trace contextRef="#ctx0" brushRef="#br0">5 11 1839 0 0,'4'-3'19192'0'0,"6"-4"-16368"0"0,-9 7-2668 0 0,0 0-1 0 0,1-1 0 0 0,-1 1 1 0 0,0 0-1 0 0,1 0 1 0 0,-1 0-1 0 0,0 0 1 0 0,0 1-1 0 0,1-1 1 0 0,-1 0-1 0 0,0 0 0 0 0,0 1 1 0 0,1-1-1 0 0,-1 1 1 0 0,0-1-1 0 0,0 1 1 0 0,0 0-1 0 0,0-1 0 0 0,0 1 1 0 0,2 1-1 0 0,-1 0-106 0 0,-1 0-1 0 0,0-1 0 0 0,0 1 1 0 0,0 0-1 0 0,0 0 0 0 0,0 0 0 0 0,0-1 1 0 0,-1 1-1 0 0,1 0 0 0 0,0 0 1 0 0,-1 0-1 0 0,1 3 0 0 0,-1-1-51 0 0,1 1-1 0 0,-1 0 1 0 0,0-1-1 0 0,0 1 1 0 0,-1 0-1 0 0,0-1 0 0 0,1 1 1 0 0,-1 0-1 0 0,-1-1 1 0 0,-2 8-1 0 0,-2-2 147 0 0,0 0 0 0 0,-1-1 0 0 0,0 0 0 0 0,-16 14 0 0 0,23-22 49 0 0,0-2 136 0 0,3 0-322 0 0,-1 0 0 0 0,0-1 0 0 0,0 1 0 0 0,1 0 0 0 0,-1 0 0 0 0,1 1 0 0 0,-1-1 0 0 0,1 0 0 0 0,-1 1-1 0 0,1-1 1 0 0,-1 1 0 0 0,1 0 0 0 0,-1 0 0 0 0,1 0 0 0 0,-1 0 0 0 0,1 1 0 0 0,-1-1 0 0 0,1 1 0 0 0,-1-1 0 0 0,1 1 0 0 0,2 1 0 0 0,-5-2 47 0 0,1 0 0 0 0,3 2-30 0 0,-2-1-23 0 0,-2-1-244 0 0,4-1-2363 0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5:59.895"/>
    </inkml:context>
    <inkml:brush xml:id="br0">
      <inkml:brushProperty name="width" value="0.035" units="cm"/>
      <inkml:brushProperty name="height" value="0.035" units="cm"/>
      <inkml:brushProperty name="color" value="#004F8B"/>
    </inkml:brush>
  </inkml:definitions>
  <inkml:trace contextRef="#ctx0" brushRef="#br0">0 1 1839 0 0,'0'0'18710'0'0,"18"2"-15092"0"0,15 8-1738 0 0,-32-9-1776 0 0,7 5 1112 0 0,-8-1-1126 0 0,0 0 0 0 0,0 0 0 0 0,-1 1 0 0 0,0-1 0 0 0,-2 7 0 0 0,2-8-91 0 0,0 0 1 0 0,0 0 0 0 0,0 0-1 0 0,1 1 1 0 0,-1-1 0 0 0,1 0-1 0 0,0 0 1 0 0,0 0-1 0 0,2 8 1 0 0,9 21 0 0 0,-9-28 0 0 0,-1-1 0 0 0,1 0 0 0 0,-1 1 0 0 0,0-1 0 0 0,0 1 0 0 0,0-1 0 0 0,0 10 0 0 0,-1-13 45 0 0,0 1 0 0 0,0 0 0 0 0,0-1 0 0 0,0 1 0 0 0,-1-1 1 0 0,1 1-1 0 0,0-1 0 0 0,-1 1 0 0 0,1-1 0 0 0,-1 1 0 0 0,1-1 0 0 0,-1 1 0 0 0,0-1 0 0 0,-1 2 0 0 0,2-3 7 0 0,-1 1 0 0 0,1-1 0 0 0,-1 0-1 0 0,1 1 1 0 0,-1-1 0 0 0,1 0 0 0 0,-1 0-1 0 0,1 1 1 0 0,-1-1 0 0 0,1 0 0 0 0,-1 0-1 0 0,0 0 1 0 0,1 0 0 0 0,-1 0 0 0 0,1 0 0 0 0,-1 0-1 0 0,0 0 1 0 0,1 0 0 0 0,-1 0 0 0 0,1 0-1 0 0,-1 0 1 0 0,1-1 0 0 0,-1 1 0 0 0,0 0-1 0 0,1 0 1 0 0,-1 0 0 0 0,1-1 0 0 0,-1 1-1 0 0,1 0 1 0 0,-1-1 0 0 0,1 1 0 0 0,0-1 0 0 0,-1 1-1 0 0,0-1 1 0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11.079"/>
    </inkml:context>
    <inkml:brush xml:id="br0">
      <inkml:brushProperty name="width" value="0.035" units="cm"/>
      <inkml:brushProperty name="height" value="0.035" units="cm"/>
      <inkml:brushProperty name="color" value="#004F8B"/>
    </inkml:brush>
  </inkml:definitions>
  <inkml:trace contextRef="#ctx0" brushRef="#br0">0 1 455 0 0,'2'2'20218'0'0,"1"-1"-19842"0"0,-3-1-344 0 0,1 0 0 0 0,-1 0 0 0 0,0 0 0 0 0,1 0 0 0 0,-1 0 0 0 0,0 1 0 0 0,0-1 0 0 0,1 0 0 0 0,-1 0 0 0 0,0 0-1 0 0,1 0 1 0 0,-1 0 0 0 0,0 1 0 0 0,0-1 0 0 0,1 0 0 0 0,-1 0 0 0 0,0 0 0 0 0,0 1 0 0 0,0-1 0 0 0,1 0 0 0 0,-1 0 0 0 0,0 1 0 0 0,0-1 0 0 0,0 0 0 0 0,0 0 0 0 0,0 1-1 0 0,1-1 1 0 0,-1 0 0 0 0,0 1 0 0 0,0-1 0 0 0,-2 73 1941 0 0,3 62-974 0 0,6-31 56 0 0,-6-100-1002 0 0,10 76 1014 0 0,-11-79-822 0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11.840"/>
    </inkml:context>
    <inkml:brush xml:id="br0">
      <inkml:brushProperty name="width" value="0.035" units="cm"/>
      <inkml:brushProperty name="height" value="0.035" units="cm"/>
      <inkml:brushProperty name="color" value="#004F8B"/>
    </inkml:brush>
  </inkml:definitions>
  <inkml:trace contextRef="#ctx0" brushRef="#br0">0 5 1375 0 0,'9'-4'23470'0'0,"-7"8"-20450"0"0,3 1-7273 0 0,14 20 5626 0 0,32 50 0 0 0,-50-74-1364 0 0,0 1 45 0 0,1 1 0 0 0,-1-1 0 0 0,1 0 0 0 0,-1 0 0 0 0,1 0 0 0 0,0 0 0 0 0,0 0 0 0 0,0 0 0 0 0,0 0 0 0 0,1-1 1 0 0,-1 1-1 0 0,0-1 0 0 0,1 0 0 0 0,-1 0 0 0 0,1 1 0 0 0,2-1 0 0 0,-4-1-29 0 0,0 0 0 0 0,1 0 1 0 0,-1 0-1 0 0,0 0 0 0 0,0 0 0 0 0,0-1 1 0 0,1 1-1 0 0,-1 0 0 0 0,0-1 0 0 0,0 1 1 0 0,0-1-1 0 0,0 1 0 0 0,0-1 0 0 0,0 0 1 0 0,0 0-1 0 0,0 1 0 0 0,0-1 0 0 0,0 0 1 0 0,1-1-1 0 0,18-22 665 0 0,-14 16-588 0 0,0 1-66 0 0,-1-1 0 0 0,0 0 1 0 0,0 0-1 0 0,-1 0 0 0 0,0 0 0 0 0,5-16 0 0 0,-3 13 140 0 0,-3 8-2925 0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14.987"/>
    </inkml:context>
    <inkml:brush xml:id="br0">
      <inkml:brushProperty name="width" value="0.035" units="cm"/>
      <inkml:brushProperty name="height" value="0.035" units="cm"/>
      <inkml:brushProperty name="color" value="#004F8B"/>
    </inkml:brush>
  </inkml:definitions>
  <inkml:trace contextRef="#ctx0" brushRef="#br0">2 13 455 0 0,'-2'-12'25951'0'0,"4"17"-25852"0"0,0 0 0 0 0,-1 0 0 0 0,0 0-1 0 0,0 0 1 0 0,0 1 0 0 0,0-1 0 0 0,-1 0 0 0 0,0 1 0 0 0,-1 8 0 0 0,1 15 193 0 0,6 144 401 0 0,-3-58-322 0 0,1 13-190 0 0,-4-107-181 0 0,-3 86 139 0 0,4-101 173 0 0,1-1-1196 0 0,-2 1-3328 0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15.699"/>
    </inkml:context>
    <inkml:brush xml:id="br0">
      <inkml:brushProperty name="width" value="0.035" units="cm"/>
      <inkml:brushProperty name="height" value="0.035" units="cm"/>
      <inkml:brushProperty name="color" value="#004F8B"/>
    </inkml:brush>
  </inkml:definitions>
  <inkml:trace contextRef="#ctx0" brushRef="#br0">1 1 455 0 0,'7'2'19248'0'0,"-4"8"-18664"0"0,0-1-1 0 0,-1 1 0 0 0,0 0 1 0 0,1 17-1 0 0,-1-9-220 0 0,1 13 358 0 0,-2 42 0 0 0,0 12 394 0 0,0-79-952 0 0,-1-5-255 0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16.365"/>
    </inkml:context>
    <inkml:brush xml:id="br0">
      <inkml:brushProperty name="width" value="0.035" units="cm"/>
      <inkml:brushProperty name="height" value="0.035" units="cm"/>
      <inkml:brushProperty name="color" value="#004F8B"/>
    </inkml:brush>
  </inkml:definitions>
  <inkml:trace contextRef="#ctx0" brushRef="#br0">1 1 919 0 0,'0'0'15667'0'0,"15"13"-12606"0"0,54 51 1151 0 0,-14-12-3219 0 0,-54-51-982 0 0,0 0 0 0 0,0 0-1 0 0,0 0 1 0 0,0 0-1 0 0,0-1 1 0 0,0 1-1 0 0,0 0 1 0 0,0-1 0 0 0,0 1-1 0 0,1-1 1 0 0,-1 1-1 0 0,0-1 1 0 0,0 1-1 0 0,1-1 1 0 0,-1 0-1 0 0,0 0 1 0 0,1 0 0 0 0,-1 0-1 0 0,0 0 1 0 0,3 0-1 0 0,-2-1 60 0 0,-1 0 0 0 0,1 1 0 0 0,0-1-1 0 0,0 0 1 0 0,-1-1 0 0 0,1 1 0 0 0,-1 0-1 0 0,1 0 1 0 0,-1-1 0 0 0,0 1 0 0 0,1-1 0 0 0,-1 1-1 0 0,2-4 1 0 0,3-4 310 0 0,-2 5-322 0 0,0-1 0 0 0,-1 0-1 0 0,1 0 1 0 0,-1 0 0 0 0,-1 0 0 0 0,1-1 0 0 0,-1 1-1 0 0,0-1 1 0 0,0 1 0 0 0,0-1 0 0 0,-1 0-1 0 0,0 0 1 0 0,0 1 0 0 0,0-9 0 0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17.618"/>
    </inkml:context>
    <inkml:brush xml:id="br0">
      <inkml:brushProperty name="width" value="0.035" units="cm"/>
      <inkml:brushProperty name="height" value="0.035" units="cm"/>
      <inkml:brushProperty name="color" value="#004F8B"/>
    </inkml:brush>
  </inkml:definitions>
  <inkml:trace contextRef="#ctx0" brushRef="#br0">140 24 17503 0 0,'0'0'1759'0'0,"0"-4"-2081"0"0,-5-9 6332 0 0,2 11-5859 0 0,0 1 0 0 0,0 0 0 0 0,0 0 1 0 0,-1 1-1 0 0,1-1 0 0 0,0 1 0 0 0,0-1 1 0 0,-1 1-1 0 0,1 0 0 0 0,0 0 0 0 0,-1 1 0 0 0,1-1 1 0 0,0 1-1 0 0,-1 0 0 0 0,1-1 0 0 0,0 1 1 0 0,0 1-1 0 0,0-1 0 0 0,-5 3 0 0 0,3-1-142 0 0,-1-1 0 0 0,1 2 0 0 0,1-1-1 0 0,-1 0 1 0 0,0 1 0 0 0,1 0 0 0 0,-1 0 0 0 0,1 0-1 0 0,0 1 1 0 0,-5 8 0 0 0,8-11-10 0 0,-1 0-1 0 0,1 1 1 0 0,0-1-1 0 0,0 0 0 0 0,0 1 1 0 0,0-1-1 0 0,1 1 1 0 0,-1 0-1 0 0,1-1 1 0 0,-1 1-1 0 0,1-1 1 0 0,0 1-1 0 0,0 0 1 0 0,0-1-1 0 0,1 1 1 0 0,-1-1-1 0 0,0 1 1 0 0,1 0-1 0 0,0-1 1 0 0,-1 1-1 0 0,1-1 1 0 0,0 0-1 0 0,1 1 1 0 0,-1-1-1 0 0,0 0 1 0 0,1 1-1 0 0,-1-1 0 0 0,1 0 1 0 0,-1 0-1 0 0,4 2 1 0 0,-1 0-28 0 0,1 1 1 0 0,0-2-1 0 0,0 1 1 0 0,0-1-1 0 0,1 0 1 0 0,-1 0-1 0 0,1 0 1 0 0,0-1-1 0 0,-1 1 1 0 0,1-1-1 0 0,10 1 1 0 0,-10-1 235 0 0,0-2 1 0 0,1 1-1 0 0,-1 0 1 0 0,8-2 0 0 0,4-3-2758 0 0,-1-8-9305 0 0,-10 7 7363 0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23.130"/>
    </inkml:context>
    <inkml:brush xml:id="br0">
      <inkml:brushProperty name="width" value="0.035" units="cm"/>
      <inkml:brushProperty name="height" value="0.035" units="cm"/>
      <inkml:brushProperty name="color" value="#004F8B"/>
    </inkml:brush>
  </inkml:definitions>
  <inkml:trace contextRef="#ctx0" brushRef="#br0">77 40 919 0 0,'0'0'21752'0'0,"-17"-9"-18721"0"0,15 8-2927 0 0,0 1 0 0 0,-1 0 0 0 0,1 0 0 0 0,0 0 0 0 0,0 0 0 0 0,0 1 0 0 0,0-1 0 0 0,0 1 0 0 0,0-1 1 0 0,0 1-1 0 0,0 0 0 0 0,0-1 0 0 0,0 1 0 0 0,0 0 0 0 0,0 0 0 0 0,0 0 0 0 0,1 1 0 0 0,-1-1 0 0 0,0 0 0 0 0,1 1 0 0 0,-2 1 1 0 0,1-1-79 0 0,0 1 0 0 0,1 0 0 0 0,-1-1 0 0 0,1 1 0 0 0,-1 0 1 0 0,1 0-1 0 0,0 0 0 0 0,0 0 0 0 0,0 0 0 0 0,1 0 0 0 0,-1 0 1 0 0,1 0-1 0 0,-1 4 0 0 0,1-3-54 0 0,0 0 0 0 0,1 0 1 0 0,-1 0-1 0 0,1-1 0 0 0,0 1 1 0 0,-1 0-1 0 0,2-1 0 0 0,-1 1 1 0 0,0-1-1 0 0,1 1 0 0 0,2 3 1 0 0,-3-5 37 0 0,0 0 0 0 0,1 0 0 0 0,-1 0 0 0 0,1 0 0 0 0,-1-1 1 0 0,1 1-1 0 0,0 0 0 0 0,0-1 0 0 0,0 0 0 0 0,0 1 1 0 0,0-1-1 0 0,0 0 0 0 0,0 0 0 0 0,0 0 0 0 0,0 0 1 0 0,1 0-1 0 0,-1-1 0 0 0,4 2 0 0 0,-3-2 5 0 0,0 0 1 0 0,1 0-1 0 0,-1 0 0 0 0,1 0 0 0 0,-1 0 1 0 0,1-1-1 0 0,-1 1 0 0 0,0-1 1 0 0,1 0-1 0 0,-1 0 0 0 0,0 0 0 0 0,1 0 1 0 0,-1-1-1 0 0,0 1 0 0 0,0-1 1 0 0,0 0-1 0 0,-1 0 0 0 0,1 0 0 0 0,0 0 1 0 0,-1-1-1 0 0,1 1 0 0 0,-1-1 1 0 0,0 1-1 0 0,0-1 0 0 0,0 0 0 0 0,0 0 1 0 0,0 0-1 0 0,0 0 0 0 0,-1 0 1 0 0,0 0-1 0 0,2-5 0 0 0,-2 5 58 0 0,0-1-1 0 0,0 1 1 0 0,-1-1 0 0 0,1 0-1 0 0,-1 1 1 0 0,1-1 0 0 0,-1 1-1 0 0,0-1 1 0 0,-1 0-1 0 0,1 1 1 0 0,-1-1 0 0 0,0 1-1 0 0,1-1 1 0 0,-1 0 0 0 0,-1 1-1 0 0,1 0 1 0 0,-1-1-1 0 0,1 1 1 0 0,-1 0 0 0 0,0 0-1 0 0,0 0 1 0 0,0 0 0 0 0,0 0-1 0 0,-1 0 1 0 0,1 1 0 0 0,-1-1-1 0 0,0 1 1 0 0,0 0-1 0 0,-5-4 1 0 0,6 4-355 0 0,-5-2 662 0 0,1 2-4921 0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23.780"/>
    </inkml:context>
    <inkml:brush xml:id="br0">
      <inkml:brushProperty name="width" value="0.035" units="cm"/>
      <inkml:brushProperty name="height" value="0.035" units="cm"/>
      <inkml:brushProperty name="color" value="#004F8B"/>
    </inkml:brush>
  </inkml:definitions>
  <inkml:trace contextRef="#ctx0" brushRef="#br0">1 6 12495 0 0,'-1'-6'13295'0'0,"2"8"-13084"0"0,-1 0 1 0 0,1 1 0 0 0,0-1 0 0 0,-1 0-1 0 0,1 0 1 0 0,0 0 0 0 0,2 3-1 0 0,4 10 236 0 0,-1 25 27 0 0,4 63 1 0 0,4 27-139 0 0,-1-88-565 0 0,-10-50-4581 0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24.382"/>
    </inkml:context>
    <inkml:brush xml:id="br0">
      <inkml:brushProperty name="width" value="0.035" units="cm"/>
      <inkml:brushProperty name="height" value="0.035" units="cm"/>
      <inkml:brushProperty name="color" value="#004F8B"/>
    </inkml:brush>
  </inkml:definitions>
  <inkml:trace contextRef="#ctx0" brushRef="#br0">121 9 3223 0 0,'-2'-1'16720'0'0,"-10"-2"-13644"0"0,7 1-2825 0 0,0 1 0 0 0,0 1-1 0 0,0-1 1 0 0,0 1 0 0 0,-1 0 0 0 0,1 0-1 0 0,0 0 1 0 0,0 1 0 0 0,0-1 0 0 0,0 1-1 0 0,-8 3 1 0 0,11-3-175 0 0,0-1 0 0 0,0 1 0 0 0,0 0 1 0 0,0 0-1 0 0,0 0 0 0 0,0 0 0 0 0,0 1 0 0 0,1-1 0 0 0,-1 0 0 0 0,0 1 0 0 0,1-1 0 0 0,-1 1 0 0 0,1-1 0 0 0,-1 1 1 0 0,1 0-1 0 0,0 0 0 0 0,0 0 0 0 0,0-1 0 0 0,0 1 0 0 0,0 0 0 0 0,0 0 0 0 0,0 1 0 0 0,1-1 0 0 0,-1 0 1 0 0,1 0-1 0 0,-1 0 0 0 0,1 0 0 0 0,0 0 0 0 0,0 4 0 0 0,0-4-77 0 0,0 0 0 0 0,0 0 0 0 0,0 0 1 0 0,1 1-1 0 0,-1-1 0 0 0,1 0 0 0 0,0 0 0 0 0,-1 0 0 0 0,1 0 0 0 0,0 0 0 0 0,0 0 0 0 0,0 0 1 0 0,0-1-1 0 0,1 1 0 0 0,-1 0 0 0 0,0 0 0 0 0,1-1 0 0 0,-1 1 0 0 0,1-1 0 0 0,-1 1 0 0 0,1-1 1 0 0,0 0-1 0 0,0 0 0 0 0,0 0 0 0 0,0 0 0 0 0,0 0 0 0 0,0 0 0 0 0,0 0 0 0 0,0 0 0 0 0,0-1 1 0 0,0 1-1 0 0,0-1 0 0 0,0 0 0 0 0,0 0 0 0 0,3 1 0 0 0,-1-1-1 0 0,0-1 1 0 0,0 1-1 0 0,0 0 0 0 0,0-1 1 0 0,0 0-1 0 0,0 0 0 0 0,-1 0 1 0 0,1-1-1 0 0,0 1 0 0 0,-1-1 1 0 0,1 0-1 0 0,-1 0 0 0 0,0 0 1 0 0,1 0-1 0 0,-1 0 0 0 0,0-1 0 0 0,0 0 1 0 0,4-5-1 0 0,-5 5 183 0 0,1-1-1 0 0,-1 0 1 0 0,-1 0-1 0 0,1 0 1 0 0,-1-1-1 0 0,0 1 1 0 0,1 0 0 0 0,-2-1-1 0 0,1 1 1 0 0,-1 0-1 0 0,1-9 1 0 0,-1 13-76 0 0,-1-1-68 0 0,1 1 1 0 0,0 0-1 0 0,-1 0 0 0 0,1-1 1 0 0,0 1-1 0 0,-1 0 0 0 0,1 0 1 0 0,0 0-1 0 0,-1 0 0 0 0,1 0 1 0 0,-1-1-1 0 0,1 1 0 0 0,0 0 1 0 0,-1 0-1 0 0,1 0 0 0 0,-1 0 1 0 0,0 0-1 0 0,1 2-37 0 0,-1 0 0 0 0,1 0 0 0 0,0 0 0 0 0,-1 0 0 0 0,1 0 0 0 0,0 0 0 0 0,0 0 0 0 0,0 0 0 0 0,1 0 0 0 0,-1 0 0 0 0,1 4 0 0 0,10 24 0 0 0,-3-6 0 0 0,-7-21-486 0 0,0 0 0 0 0,0 0 0 0 0,0-1 0 0 0,0 1 0 0 0,0 0 0 0 0,0 0 0 0 0,1-1 0 0 0,-1 1 0 0 0,1-1 0 0 0,0 1 0 0 0,-1-1 0 0 0,1 0 0 0 0,3 3 0 0 0,0-3-2006 0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24.651"/>
    </inkml:context>
    <inkml:brush xml:id="br0">
      <inkml:brushProperty name="width" value="0.035" units="cm"/>
      <inkml:brushProperty name="height" value="0.035" units="cm"/>
      <inkml:brushProperty name="color" value="#004F8B"/>
    </inkml:brush>
  </inkml:definitions>
  <inkml:trace contextRef="#ctx0" brushRef="#br0">1 1 18631 0 0,'0'0'2198'0'0,"2"17"3801"0"0,8 25-3652 0 0,-7-30-2136 0 0,0 0-1 0 0,2 23 1 0 0,5 62 143 0 0,-3-56-6880 0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25.002"/>
    </inkml:context>
    <inkml:brush xml:id="br0">
      <inkml:brushProperty name="width" value="0.035" units="cm"/>
      <inkml:brushProperty name="height" value="0.035" units="cm"/>
      <inkml:brushProperty name="color" value="#004F8B"/>
    </inkml:brush>
  </inkml:definitions>
  <inkml:trace contextRef="#ctx0" brushRef="#br0">1 52 10799 0 0,'9'-14'1168'0'0,"-7"11"118"0"0,1-1 0 0 0,0 1 0 0 0,0 0-1 0 0,0 0 1 0 0,0 1 0 0 0,0-1 0 0 0,1 1-1 0 0,-1-1 1 0 0,7-2 0 0 0,-7 4-1053 0 0,0-1 0 0 0,1 2 0 0 0,-1-1 0 0 0,0 0 0 0 0,0 1 0 0 0,1-1 0 0 0,-1 1 0 0 0,0 0 0 0 0,1 0 0 0 0,-1 0 0 0 0,0 0 0 0 0,1 1 0 0 0,-1 0 1 0 0,0-1-1 0 0,0 1 0 0 0,0 0 0 0 0,1 1 0 0 0,-1-1 0 0 0,4 3 0 0 0,-2-2-194 0 0,0 1 0 0 0,-1 0 1 0 0,1 0-1 0 0,-1 0 0 0 0,0 0 1 0 0,0 1-1 0 0,0 0 0 0 0,4 5 1 0 0,-7-8-30 0 0,0 0 1 0 0,-1 0 0 0 0,1 0 0 0 0,-1 0 0 0 0,1 0-1 0 0,-1 0 1 0 0,1 0 0 0 0,-1 0 0 0 0,0 1 0 0 0,1-1-1 0 0,-1 0 1 0 0,0 0 0 0 0,0 0 0 0 0,0 0 0 0 0,0 1-1 0 0,0-1 1 0 0,0 2 0 0 0,-1-2 20 0 0,0 1 1 0 0,1-1-1 0 0,-1 1 0 0 0,0-1 1 0 0,0 1-1 0 0,0-1 0 0 0,0 1 1 0 0,0-1-1 0 0,0 0 0 0 0,0 1 0 0 0,-1-1 1 0 0,1 0-1 0 0,0 0 0 0 0,-1 0 1 0 0,-2 1-1 0 0,-1 1 132 0 0,0 0 1 0 0,-1 0-1 0 0,1 0 0 0 0,-1-1 1 0 0,-11 3-1 0 0,16-5-157 0 0,-1 1 0 0 0,1-1 1 0 0,-1 0-1 0 0,1 1 0 0 0,-1-1 0 0 0,1 0 1 0 0,-1 0-1 0 0,1 0 0 0 0,-1 0 0 0 0,0 0 1 0 0,1-1-1 0 0,-1 1 0 0 0,1 0 0 0 0,-1-1 1 0 0,1 1-1 0 0,0-1 0 0 0,-1 1 1 0 0,1-1-1 0 0,-1 0 0 0 0,1 1 0 0 0,0-1 1 0 0,0 0-1 0 0,-1 0 0 0 0,1 0 0 0 0,0 0 1 0 0,0 0-1 0 0,0 0 0 0 0,-1-3 0 0 0,1 4-96 0 0,1 0 0 0 0,0-1 0 0 0,0 1 0 0 0,0 0 0 0 0,0-1 0 0 0,-1 1 0 0 0,1 0 0 0 0,0-1 0 0 0,0 1 0 0 0,0 0 0 0 0,0-1-1 0 0,0 1 1 0 0,0-1 0 0 0,0 1 0 0 0,0 0 0 0 0,0-1 0 0 0,0 1 0 0 0,0-1 0 0 0,1 1 0 0 0,-1 0 0 0 0,0-1 0 0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25.494"/>
    </inkml:context>
    <inkml:brush xml:id="br0">
      <inkml:brushProperty name="width" value="0.035" units="cm"/>
      <inkml:brushProperty name="height" value="0.035" units="cm"/>
      <inkml:brushProperty name="color" value="#004F8B"/>
    </inkml:brush>
  </inkml:definitions>
  <inkml:trace contextRef="#ctx0" brushRef="#br0">95 15 13303 0 0,'0'0'606'0'0,"-3"-12"2158"0"0,2 12-2221 0 0,0-1 0 0 0,0 1 0 0 0,0 0 0 0 0,0-1 0 0 0,0 1 1 0 0,0 0-1 0 0,0 0 0 0 0,0-1 0 0 0,0 1 0 0 0,0 0 1 0 0,0 0-1 0 0,0 0 0 0 0,-1 0 0 0 0,-15 5 2565 0 0,-14 14-2221 0 0,27-16-513 0 0,2-2-353 0 0,0 1 0 0 0,0-1 0 0 0,0 1 1 0 0,0 0-1 0 0,0-1 0 0 0,1 1 0 0 0,-1 0 1 0 0,-2 4-1 0 0,3-5-20 0 0,1 0 0 0 0,0 0 0 0 0,-1 0 1 0 0,1 0-1 0 0,0 0 0 0 0,0 0 0 0 0,0 0 0 0 0,0 0 1 0 0,0 0-1 0 0,0 0 0 0 0,0 0 0 0 0,0 0 0 0 0,0 0 0 0 0,0 0 1 0 0,0 0-1 0 0,1 0 0 0 0,-1 0 0 0 0,0 0 0 0 0,1 0 0 0 0,-1 0 1 0 0,1 0-1 0 0,-1 0 0 0 0,1-1 0 0 0,-1 1 0 0 0,1 0 1 0 0,0 0-1 0 0,-1 0 0 0 0,2 0 0 0 0,2 2-5 0 0,-1 0 0 0 0,1 0 0 0 0,-1-1 0 0 0,1 1 0 0 0,0-1 1 0 0,0 0-1 0 0,0-1 0 0 0,9 4 0 0 0,-7-3-4 0 0,0 0 1 0 0,0 0 0 0 0,-1 1-1 0 0,7 4 1 0 0,-10-5 11 0 0,1 0 0 0 0,0 0 1 0 0,-1 0-1 0 0,0 0 0 0 0,1 1 0 0 0,-1-1 0 0 0,0 1 0 0 0,0-1 1 0 0,0 1-1 0 0,-1 0 0 0 0,1 0 0 0 0,1 5 0 0 0,-2-7 36 0 0,-1 0 0 0 0,0 1 0 0 0,0-1 0 0 0,0 0-1 0 0,0 1 1 0 0,0-1 0 0 0,0 0 0 0 0,0 1 0 0 0,0-1-1 0 0,0 0 1 0 0,-1 0 0 0 0,1 1 0 0 0,0-1 0 0 0,-1 0 0 0 0,1 0-1 0 0,-1 1 1 0 0,0-1 0 0 0,1 0 0 0 0,-1 0 0 0 0,0 0 0 0 0,0 0-1 0 0,0 0 1 0 0,1 0 0 0 0,-1 0 0 0 0,0 0 0 0 0,0 0-1 0 0,0-1 1 0 0,-1 1 0 0 0,1 0 0 0 0,0 0 0 0 0,0-1 0 0 0,0 1-1 0 0,0-1 1 0 0,-2 1 0 0 0,0 0 21 0 0,0 0 1 0 0,1-1-1 0 0,-1 1 0 0 0,0-1 1 0 0,0 0-1 0 0,1 0 0 0 0,-1 0 1 0 0,0 0-1 0 0,0 0 0 0 0,1 0 1 0 0,-1-1-1 0 0,0 0 0 0 0,0 1 1 0 0,1-1-1 0 0,-1 0 0 0 0,1 0 1 0 0,-5-2-1 0 0,3 1-44 0 0,0-1 0 0 0,0 1 1 0 0,0-1-1 0 0,0 1 0 0 0,1-1 0 0 0,-1 0 0 0 0,1-1 1 0 0,-1 1-1 0 0,-4-7 0 0 0,6 1-1285 0 0,4 4-2747 0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25.907"/>
    </inkml:context>
    <inkml:brush xml:id="br0">
      <inkml:brushProperty name="width" value="0.035" units="cm"/>
      <inkml:brushProperty name="height" value="0.035" units="cm"/>
      <inkml:brushProperty name="color" value="#004F8B"/>
    </inkml:brush>
  </inkml:definitions>
  <inkml:trace contextRef="#ctx0" brushRef="#br0">59 19 1839 0 0,'-8'-15'26017'0'0,"7"14"-25965"0"0,0 1 0 0 0,0-1 0 0 0,0 1 0 0 0,0 0 0 0 0,0-1 0 0 0,0 1 0 0 0,0 0 0 0 0,0 0 0 0 0,0 0 0 0 0,0 0 0 0 0,0 0 0 0 0,0 0 0 0 0,0 0 0 0 0,0 0 0 0 0,0 0 0 0 0,0 1 0 0 0,0-1 0 0 0,0 0 0 0 0,0 1 0 0 0,0-1 0 0 0,0 1 0 0 0,0-1-1 0 0,0 1 1 0 0,0-1 0 0 0,0 1 0 0 0,1-1 0 0 0,-1 1 0 0 0,0 0 0 0 0,0 0 0 0 0,1-1 0 0 0,-1 1 0 0 0,0 0 0 0 0,0 1 0 0 0,-2 1-46 0 0,1 1 0 0 0,0-1 0 0 0,0 0 0 0 0,0 1 0 0 0,0-1 0 0 0,1 1 0 0 0,-3 6 0 0 0,4-7-6 0 0,0-1 0 0 0,-1 1 0 0 0,1-1 0 0 0,0 1 0 0 0,0 0 0 0 0,1-1 0 0 0,-1 1 0 0 0,1 0 0 0 0,-1-1 0 0 0,1 1 0 0 0,0-1 0 0 0,0 1 0 0 0,0-1 0 0 0,0 0 0 0 0,0 1 0 0 0,1-1 0 0 0,-1 0 0 0 0,1 0 0 0 0,-1 1 0 0 0,1-1 0 0 0,0-1 0 0 0,0 1 0 0 0,2 2 0 0 0,-1-1 0 0 0,0-1 0 0 0,0 0 0 0 0,0 0 0 0 0,1 0 0 0 0,-1 0 0 0 0,0-1 0 0 0,1 1 0 0 0,-1-1 0 0 0,1 0 0 0 0,-1 0 0 0 0,1 0 0 0 0,0-1 0 0 0,-1 1 0 0 0,1-1 0 0 0,0 0 0 0 0,4 0 0 0 0,-2-1 54 0 0,1-1 0 0 0,-1 1 0 0 0,1-1 0 0 0,-1-1 1 0 0,0 1-1 0 0,1-1 0 0 0,-1 0 0 0 0,-1-1 0 0 0,8-4 0 0 0,-11 6 21 0 0,-1 1 0 0 0,1 0 0 0 0,-1-1 0 0 0,1 1-1 0 0,-1-1 1 0 0,1 0 0 0 0,-1 1 0 0 0,0-1 0 0 0,0 0 0 0 0,0 0 0 0 0,0 0 0 0 0,0 0-1 0 0,0 0 1 0 0,0-2 0 0 0,-1 2-20 0 0,0 1 0 0 0,0-1-1 0 0,0 0 1 0 0,0 1 0 0 0,0-1-1 0 0,0 0 1 0 0,-1 1 0 0 0,1-1 0 0 0,-1 0-1 0 0,1 1 1 0 0,-1-1 0 0 0,1 1 0 0 0,-1-1-1 0 0,0 1 1 0 0,0 0 0 0 0,0-1-1 0 0,0 1 1 0 0,0 0 0 0 0,0-1 0 0 0,-3-1-1 0 0,1 0 42 0 0,0 0-1 0 0,0 1 1 0 0,-1-1-1 0 0,1 1 1 0 0,-1-1-1 0 0,0 1 0 0 0,0 0 1 0 0,0 1-1 0 0,-5-3 1 0 0,7 4-378 0 0,-1-1 1 0 0,0 0-1 0 0,0 1 0 0 0,0 0 1 0 0,0-1-1 0 0,0 1 1 0 0,-5 1-1 0 0,-10 5-7242 0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18.997"/>
    </inkml:context>
    <inkml:brush xml:id="br0">
      <inkml:brushProperty name="width" value="0.035" units="cm"/>
      <inkml:brushProperty name="height" value="0.035" units="cm"/>
      <inkml:brushProperty name="color" value="#004F8B"/>
    </inkml:brush>
  </inkml:definitions>
  <inkml:trace contextRef="#ctx0" brushRef="#br0">233 4 1375 0 0,'0'0'15576'0'0,"-8"-4"-13285"0"0,3 5-1915 0 0,-1 0 0 0 0,1 0-1 0 0,-1-1 1 0 0,0 0 0 0 0,1 0 0 0 0,-7-1 0 0 0,-24 1 1239 0 0,-3 8-2058 0 0,29-5 571 0 0,-1-1 0 0 0,0 0 0 0 0,-16 1 698 0 0,15-5-466 0 0,10 3-317 0 0,-1-1-1 0 0,1 1 1 0 0,0 0-1 0 0,0 0 1 0 0,0 0-1 0 0,0 0 1 0 0,0 0-1 0 0,1 0 1 0 0,-1 0 0 0 0,-3 3 476 0 0,3-2-502 0 0,1 0 1 0 0,0 0-1 0 0,1 0 0 0 0,-1 0 0 0 0,0 0 0 0 0,0 0 0 0 0,1 0 0 0 0,-1 0 0 0 0,1 0 0 0 0,0 0 0 0 0,0 0 0 0 0,0 1 0 0 0,0 3 0 0 0,3 24-17 0 0,-2-23 0 0 0,0 0 0 0 0,-1-1 0 0 0,1 1 0 0 0,-3 11 0 0 0,2-11-5 0 0,0 1 1 0 0,0-1-1 0 0,1 0 0 0 0,0 0 1 0 0,0 0-1 0 0,3 9 0 0 0,-2-8-9 0 0,0 0-1 0 0,-1 0 1 0 0,1 0-1 0 0,-1 13 1 0 0,-1-5 36 0 0,1 1 0 0 0,0-1 0 0 0,6 24 0 0 0,-3-22 16 0 0,-1 0-1 0 0,0 24 1 0 0,-2-17-38 0 0,0-1 0 0 0,1 1 0 0 0,6 25 0 0 0,-5-30 34 0 0,0 0 0 0 0,-1 31-1 0 0,-1-13-6 0 0,3-2-27 0 0,-3-21 0 0 0,1 0 0 0 0,-2 22 0 0 0,-1-23 22 0 0,2 1 0 0 0,1 14 0 0 0,1 15-13 0 0,-8 100 142 0 0,4-128-132 0 0,-3 27-154 0 0,-1 16 313 0 0,5-14-146 0 0,-11 81 0 0 0,8-98-13 0 0,1 0-1 0 0,2 27 1 0 0,1-24-11 0 0,-3 65-8 0 0,2-67 19 0 0,1 36 26 0 0,-1-14-45 0 0,0-37 0 0 0,0 0 0 0 0,3 26 0 0 0,1-17 0 0 0,-2 0 0 0 0,-2 31 0 0 0,4 28 0 0 0,0-11 0 0 0,-2-36 0 0 0,10 143 0 0 0,-11-104 0 0 0,2 18 0 0 0,4 31-12 0 0,-2 1-48 0 0,-3-89-11 0 0,0-16-46 0 0,-1 22 1 0 0,4 149-92 0 0,1-104 144 0 0,-3-27-254 0 0,-1-36 59 0 0,-2 0 0 0 0,-2 32-1 0 0,1-46 44 0 0,1 1-1 0 0,2 17 1 0 0,-1 9-39 0 0,1 41-2085 0 0,0-21 2291 0 0,-2-15-372 0 0,10 79-1 0 0,-8-108 149 0 0,-1 0 1 0 0,-1 23-1 0 0,0-11 467 0 0,0-24 142 0 0,7 12 1120 0 0,-5-13-1310 0 0,0 0 0 0 0,0 0 0 0 0,0 0 0 0 0,0 1 0 0 0,1-1 0 0 0,-1 1 0 0 0,0-1 0 0 0,0 1 0 0 0,1 0 0 0 0,-1 0 0 0 0,3 0 0 0 0,-5 0-173 0 0,27-3-337 0 0,-18 2 581 0 0,-6 0 111 0 0,1 1 0 0 0,0-1 0 0 0,0 1 0 0 0,-1-1 1 0 0,1 0-1 0 0,6-3 0 0 0,-10 4-159 0 0,5-4-1566 0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51.412"/>
    </inkml:context>
    <inkml:brush xml:id="br0">
      <inkml:brushProperty name="width" value="0.035" units="cm"/>
      <inkml:brushProperty name="height" value="0.035" units="cm"/>
      <inkml:brushProperty name="color" value="#004F8B"/>
    </inkml:brush>
  </inkml:definitions>
  <inkml:trace contextRef="#ctx0" brushRef="#br0">7 25 9727 0 0,'1'-8'706'0'0,"-1"8"-691"0"0,1 0 0 0 0,-1 0 1 0 0,0 0-1 0 0,0-1 0 0 0,0 1 0 0 0,0 0 0 0 0,0 0 0 0 0,0 0 0 0 0,1-1 1 0 0,-1 1-1 0 0,0 0 0 0 0,0 0 0 0 0,0 0 0 0 0,0-1 0 0 0,0 1 0 0 0,0 0 1 0 0,-9-13 16372 0 0,13 21-15917 0 0,0 1-1 0 0,-1 0 0 0 0,5 18 1 0 0,5 12-345 0 0,24 37-126 0 0,-21-45 12 0 0,-7-10 307 0 0,1 0-1 0 0,9 39 1 0 0,-19-59-307 0 0,1 0 1 0 0,-1 0-1 0 0,0-1 0 0 0,0 1 1 0 0,0 0-1 0 0,1 0 0 0 0,-1-1 1 0 0,0 1-1 0 0,1 0 0 0 0,-1-1 1 0 0,0 1-1 0 0,1 0 0 0 0,-1-1 1 0 0,1 1-1 0 0,-1 0 0 0 0,1-1 1 0 0,0 1-1 0 0,0 0 0 0 0,-1-1-5 0 0,1 0-1 0 0,-1 0 0 0 0,0 0 0 0 0,1-1 1 0 0,-1 1-1 0 0,0 0 0 0 0,0 0 0 0 0,1 0 1 0 0,-1 0-1 0 0,0 0 0 0 0,1 0 0 0 0,-1-1 1 0 0,0 1-1 0 0,1 0 0 0 0,-1 0 1 0 0,0 0-1 0 0,0-1 0 0 0,1 1 0 0 0,-1 0 1 0 0,0 0-1 0 0,0-1 0 0 0,0 1 0 0 0,1 0 1 0 0,-1 0-1 0 0,0-1 0 0 0,0 1 0 0 0,10-24-67 0 0,-10 23 0 0 0,3-9 71 0 0,4-10 304 0 0,0-1-1 0 0,17-31 1 0 0,-16 37-314 0 0,8-23 0 0 0,-10 23 0 0 0,0 1 0 0 0,10-18 0 0 0,-13 25-3 0 0,6-10 19 0 0,-7 16 48 0 0,-1 0-8 0 0,1 0-193 0 0,-1 0-626 0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52.239"/>
    </inkml:context>
    <inkml:brush xml:id="br0">
      <inkml:brushProperty name="width" value="0.035" units="cm"/>
      <inkml:brushProperty name="height" value="0.035" units="cm"/>
      <inkml:brushProperty name="color" value="#004F8B"/>
    </inkml:brush>
  </inkml:definitions>
  <inkml:trace contextRef="#ctx0" brushRef="#br0">1 68 4463 0 0,'0'0'21687'0'0,"15"8"-19499"0"0,1 10-1984 0 0,-1 1 1 0 0,-1 1 0 0 0,-1 0-1 0 0,13 26 1 0 0,6 10 208 0 0,-4 0 356 0 0,-28-56-717 0 0,2-2-477 0 0,0 0 595 0 0,-1 0 0 0 0,1 0 0 0 0,-1-1 0 0 0,1 1 0 0 0,1-5 0 0 0,4-6-158 0 0,12-19 13 0 0,-2-1 0 0 0,-1-1 0 0 0,12-35 1 0 0,-25 61-26 0 0,10-22 0 0 0,-7 19 0 0 0,-2 0 0 0 0,1 0 0 0 0,4-22 0 0 0,-8 30 0 0 0,0 1-80 0 0,0 2-333 0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53.031"/>
    </inkml:context>
    <inkml:brush xml:id="br0">
      <inkml:brushProperty name="width" value="0.035" units="cm"/>
      <inkml:brushProperty name="height" value="0.035" units="cm"/>
      <inkml:brushProperty name="color" value="#004F8B"/>
    </inkml:brush>
  </inkml:definitions>
  <inkml:trace contextRef="#ctx0" brushRef="#br0">0 12 2847 0 0,'8'-8'12130'0'0,"-8"8"-11748"0"0,0-1 0 0 0,1 1 0 0 0,-1 0 0 0 0,0-1 0 0 0,1 1 0 0 0,-1 0-1 0 0,1 0 1 0 0,-1 0 0 0 0,1-1 0 0 0,-1 1 0 0 0,1 0 0 0 0,-1 0 0 0 0,1 0 0 0 0,-1 0 0 0 0,1 0 0 0 0,-1 0-1 0 0,1 0 1 0 0,-1 0 0 0 0,2 0 852 0 0,11 15 709 0 0,-11-5-1587 0 0,1 0 0 0 0,-1 1 0 0 0,-1-1 0 0 0,1 12 0 0 0,-1-13-119 0 0,-2-6-54 0 0,1 1 367 0 0,1 0-5158 0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53.396"/>
    </inkml:context>
    <inkml:brush xml:id="br0">
      <inkml:brushProperty name="width" value="0.035" units="cm"/>
      <inkml:brushProperty name="height" value="0.035" units="cm"/>
      <inkml:brushProperty name="color" value="#004F8B"/>
    </inkml:brush>
  </inkml:definitions>
  <inkml:trace contextRef="#ctx0" brushRef="#br0">0 10 9183 0 0,'0'0'831'0'0,"14"-4"8423"0"0,-8 3-7912 0 0,11-3 3091 0 0,-16 4-4346 0 0,1 0 0 0 0,-1 0 0 0 0,0 0 0 0 0,0 0 0 0 0,1 1 1 0 0,-1-1-1 0 0,0 0 0 0 0,0 1 0 0 0,0-1 0 0 0,1 1 0 0 0,0 0 0 0 0,-1-1-337 0 0,1 1-656 0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53.841"/>
    </inkml:context>
    <inkml:brush xml:id="br0">
      <inkml:brushProperty name="width" value="0.035" units="cm"/>
      <inkml:brushProperty name="height" value="0.035" units="cm"/>
      <inkml:brushProperty name="color" value="#004F8B"/>
    </inkml:brush>
  </inkml:definitions>
  <inkml:trace contextRef="#ctx0" brushRef="#br0">0 1 3191 0 0,'0'0'143'0'0,"6"12"11375"0"0,-3-4-8827 0 0,2 28 364 0 0,-5-10-2682 0 0,-2 29 1 0 0,1-37 928 0 0,1-17-1219 0 0,0 0 0 0 0,0 0 0 0 0,0 0 0 0 0,0 0 0 0 0,0 0 1 0 0,0-1-1 0 0,1 1 0 0 0,-1 0 0 0 0,0 0 0 0 0,1 0 0 0 0,-1-1 0 0 0,1 1 0 0 0,-1 0 0 0 0,0 0 0 0 0,1-1 0 0 0,0 1 0 0 0,-1-1 0 0 0,1 1 0 0 0,-1 0 0 0 0,1-1 1 0 0,0 1-1 0 0,-1-1 0 0 0,1 1 0 0 0,0-1 0 0 0,0 1 0 0 0,-1-1 0 0 0,1 0 0 0 0,0 1 0 0 0,0-1 0 0 0,0 0 0 0 0,-1 0 0 0 0,2 1 0 0 0,4 0 323 0 0,0 0-1 0 0,0-1 0 0 0,10 1 0 0 0,-7-1 57 0 0,0 0-139 0 0,-6-1-242 0 0,-1 1 1 0 0,1 0-1 0 0,0 1 0 0 0,0-1 0 0 0,0 0 1 0 0,-1 1-1 0 0,4 0 0 0 0,-2 1 183 0 0,-2-1-1043 0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54.487"/>
    </inkml:context>
    <inkml:brush xml:id="br0">
      <inkml:brushProperty name="width" value="0.035" units="cm"/>
      <inkml:brushProperty name="height" value="0.035" units="cm"/>
      <inkml:brushProperty name="color" value="#004F8B"/>
    </inkml:brush>
  </inkml:definitions>
  <inkml:trace contextRef="#ctx0" brushRef="#br0">1 9 1375 0 0,'2'-8'22719'0'0,"0"9"-22566"0"0,0-1 1 0 0,-1 1 0 0 0,1 0-1 0 0,0 0 1 0 0,-1 0-1 0 0,1 0 1 0 0,-1 0-1 0 0,1 1 1 0 0,1 2 0 0 0,15 11 92 0 0,-18-14-332 0 0,1-1 19 0 0,1 2 66 0 0,-1 0 49 0 0,2 2 169 0 0,-4-2-199 0 0,0 1 0 0 0,0 0 0 0 0,0-1-1 0 0,1 1 1 0 0,-1 0 0 0 0,1 0 0 0 0,-1 0 0 0 0,1 0-1 0 0,0-1 1 0 0,0 5 0 0 0,0-3 1 0 0,0 1-1 0 0,1 0 1 0 0,0-1-1 0 0,0 1 1 0 0,0-1-1 0 0,0 0 1 0 0,1 1 0 0 0,-1-1-1 0 0,1 0 1 0 0,0 0-1 0 0,4 7 1 0 0,11 21-18 0 0,-17-31 9 0 0,1 0 0 0 0,-1 0 0 0 0,0-1 0 0 0,1 1 0 0 0,-1 0 0 0 0,0 0-1 0 0,0 0 1 0 0,0 0 0 0 0,0 0 0 0 0,0 0 0 0 0,0 0 0 0 0,0 0 0 0 0,0-1 0 0 0,0 1 0 0 0,0 0 0 0 0,0 0-1 0 0,0 0 1 0 0,-1 0 0 0 0,1 0 0 0 0,0 0 0 0 0,-1-1 0 0 0,1 1 0 0 0,-1 0 0 0 0,1 0 0 0 0,-1 0 0 0 0,1-1 0 0 0,-1 1-1 0 0,1 0 1 0 0,-1-1 0 0 0,0 1 0 0 0,1 0 0 0 0,-1-1 0 0 0,0 1 0 0 0,0-1 0 0 0,1 1 0 0 0,-1-1 0 0 0,0 0-1 0 0,-1 1 1 0 0,1 0 130 0 0,-1-1 1 0 0,0 1-1 0 0,0-1 0 0 0,1 1 0 0 0,-1-1 0 0 0,0 0 0 0 0,0 1 0 0 0,0-1 0 0 0,1 0 0 0 0,-1 0 0 0 0,0-1 1 0 0,0 1-1 0 0,0 0 0 0 0,1 0 0 0 0,-1-1 0 0 0,-3 0 0 0 0,-2-1 845 0 0,2 1-2724 0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55.134"/>
    </inkml:context>
    <inkml:brush xml:id="br0">
      <inkml:brushProperty name="width" value="0.035" units="cm"/>
      <inkml:brushProperty name="height" value="0.035" units="cm"/>
      <inkml:brushProperty name="color" value="#004F8B"/>
    </inkml:brush>
  </inkml:definitions>
  <inkml:trace contextRef="#ctx0" brushRef="#br0">0 0 15895 0 0,'0'0'10880'0'0,"8"19"-10113"0"0,-5-12-600 0 0,-1 0-1 0 0,0 0 1 0 0,-1 0 0 0 0,1 0 0 0 0,0 10 0 0 0,0 3 529 0 0,-2-19-599 0 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56.811"/>
    </inkml:context>
    <inkml:brush xml:id="br0">
      <inkml:brushProperty name="width" value="0.035" units="cm"/>
      <inkml:brushProperty name="height" value="0.035" units="cm"/>
      <inkml:brushProperty name="color" value="#004F8B"/>
    </inkml:brush>
  </inkml:definitions>
  <inkml:trace contextRef="#ctx0" brushRef="#br0">0 25 919 0 0,'0'0'524'0'0,"1"-5"2572"0"0,0-14 18563 0 0,15 42-20082 0 0,39 81-1018 0 0,-37-67-409 0 0,-3-7 68 0 0,-2 1 0 0 0,12 42 0 0 0,-24-69-165 0 0,1-1 11 0 0,-2-2 5 0 0,13-8 486 0 0,-1-3-599 0 0,1-2 64 0 0,0 0 0 0 0,11-14 0 0 0,-16 14-44 0 0,0 0-1 0 0,-1-1 1 0 0,0 1 0 0 0,8-24 0 0 0,5-8 209 0 0,-16 39-222 0 0,-4 4 46 0 0,1 1 1 0 0,-1-1-1 0 0,1 0 1 0 0,-1 1-1 0 0,0-1 0 0 0,1 0 1 0 0,-1 1-1 0 0,0-1 1 0 0,1 0-1 0 0,-1 1 1 0 0,0-1-1 0 0,0 0 1 0 0,0 1-1 0 0,0-1 0 0 0,0 0 1 0 0,0 0-1 0 0,0 1 1 0 0,0-1-1 0 0,0 0 1 0 0,0 0-1 0 0,0 1 1 0 0,0-1-1 0 0,0-1 0 0 0,-1 2-525 0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57.495"/>
    </inkml:context>
    <inkml:brush xml:id="br0">
      <inkml:brushProperty name="width" value="0.035" units="cm"/>
      <inkml:brushProperty name="height" value="0.035" units="cm"/>
      <inkml:brushProperty name="color" value="#004F8B"/>
    </inkml:brush>
  </inkml:definitions>
  <inkml:trace contextRef="#ctx0" brushRef="#br0">140 1 15663 0 0,'0'0'9157'0'0,"-11"13"-8586"0"0,4-4-477 0 0,1 0 0 0 0,0 0 0 0 0,-7 17 0 0 0,0-1 18 0 0,-5 8 94 0 0,3-6 387 0 0,-29 43 0 0 0,44-70-590 0 0,0 0 1 0 0,0 0-1 0 0,0 0 0 0 0,0 0 0 0 0,-1 0 1 0 0,1 0-1 0 0,0 1 0 0 0,0-1 1 0 0,0 0-1 0 0,0 0 0 0 0,0 0 0 0 0,0 0 1 0 0,0 0-1 0 0,0 0 0 0 0,0 0 0 0 0,0 1 1 0 0,0-1-1 0 0,0 0 0 0 0,0 0 0 0 0,0 0 1 0 0,0 0-1 0 0,-1 0 0 0 0,1 0 1 0 0,0 0-1 0 0,0 0 0 0 0,0 0 0 0 0,0 0 1 0 0,0 0-1 0 0,0 0 0 0 0,0 1 0 0 0,-1-1 1 0 0,1 0-1 0 0,0 0 0 0 0,0 0 1 0 0,0 0-1 0 0,0 0 0 0 0,0 0 0 0 0,0 0 1 0 0,-1 0-1 0 0,1 0 0 0 0,0 0 0 0 0,0 0 1 0 0,0 0-1 0 0,0 0 0 0 0,0 0 1 0 0,0-1-1 0 0,-1 1 0 0 0,1 0 0 0 0,0 0 1 0 0,0 0-1 0 0,0 0 0 0 0,0 0 0 0 0,0 0 1 0 0,0 0-1 0 0,0 0 0 0 0,-1 0 1 0 0,1-9-2425 0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58.262"/>
    </inkml:context>
    <inkml:brush xml:id="br0">
      <inkml:brushProperty name="width" value="0.035" units="cm"/>
      <inkml:brushProperty name="height" value="0.035" units="cm"/>
      <inkml:brushProperty name="color" value="#004F8B"/>
    </inkml:brush>
  </inkml:definitions>
  <inkml:trace contextRef="#ctx0" brushRef="#br0">1 89 1375 0 0,'0'0'18487'0'0,"16"13"-14674"0"0,-4-4-3297 0 0,-1 1 0 0 0,0 1 0 0 0,0-1 0 0 0,-1 2 0 0 0,0-1 0 0 0,-1 1 0 0 0,11 20 0 0 0,14 17 407 0 0,-27-38-549 0 0,-5-8-393 0 0,0 0 1 0 0,0 0 0 0 0,0 0-1 0 0,0-1 1 0 0,0 1 0 0 0,1-1-1 0 0,-1 1 1 0 0,1-1-1 0 0,-1 0 1 0 0,6 3 0 0 0,-7-4 76 0 0,0 0 41 0 0,0-1 156 0 0,0-1-196 0 0,1 0 1 0 0,0 0 0 0 0,-1 0 0 0 0,1 0 0 0 0,-1 0-1 0 0,1 0 1 0 0,-1 0 0 0 0,0 0 0 0 0,0-1-1 0 0,2-1 1 0 0,6-8-26 0 0,-2 1 0 0 0,1-1 0 0 0,-1 0 0 0 0,-1-1 0 0 0,0 0 0 0 0,-1 0 0 0 0,5-14 0 0 0,6-13 408 0 0,25-45 0 0 0,-18 38-262 0 0,-21 45-159 0 0,2-12-159 0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59.072"/>
    </inkml:context>
    <inkml:brush xml:id="br0">
      <inkml:brushProperty name="width" value="0.035" units="cm"/>
      <inkml:brushProperty name="height" value="0.035" units="cm"/>
      <inkml:brushProperty name="color" value="#004F8B"/>
    </inkml:brush>
  </inkml:definitions>
  <inkml:trace contextRef="#ctx0" brushRef="#br0">0 13 6703 0 0,'0'0'10954'0'0,"17"0"-7029"0"0,6-6-2033 0 0,-19 5-1737 0 0,-1-1 0 0 0,0 1 1 0 0,0 0-1 0 0,1 1 0 0 0,-1-1 1 0 0,1 1-1 0 0,-1-1 0 0 0,1 1 0 0 0,-1 0 1 0 0,1 0-1 0 0,-1 0 0 0 0,1 1 1 0 0,-1 0-1 0 0,6 1 0 0 0,-9-2-96 0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59.499"/>
    </inkml:context>
    <inkml:brush xml:id="br0">
      <inkml:brushProperty name="width" value="0.035" units="cm"/>
      <inkml:brushProperty name="height" value="0.035" units="cm"/>
      <inkml:brushProperty name="color" value="#004F8B"/>
    </inkml:brush>
  </inkml:definitions>
  <inkml:trace contextRef="#ctx0" brushRef="#br0">1 0 1839 0 0,'0'0'18118'0'0,"6"18"-15428"0"0,14 109 1293 0 0,-20-127-3947 0 0,1 1 1 0 0,-1-1-1 0 0,0 0 1 0 0,0 1-1 0 0,1-1 0 0 0,-1 0 1 0 0,0 1-1 0 0,0-1 1 0 0,1 0-1 0 0,-1 1 1 0 0,0-1-1 0 0,1 0 1 0 0,-1 0-1 0 0,0 1 0 0 0,1-1 1 0 0,-1 0-1 0 0,1 0 1 0 0,-1 0-1 0 0,0 1 1 0 0,1-1-1 0 0,-1 0 1 0 0,1 0-1 0 0,-1 0 0 0 0,1 0 1 0 0,-1 0-1 0 0,0 0 1 0 0,1 0-1 0 0,-1 0 1 0 0,1 0-1 0 0,-1 0 1 0 0,1 0-1 0 0,-1 0 0 0 0,0 0 1 0 0,1-1-1 0 0,-1 1 1 0 0,1 0-1 0 0,19-7 156 0 0,-15 5-54 0 0,0 0-73 0 0,-4 1-48 0 0,1 1 1 0 0,-1-1-1 0 0,1 1 0 0 0,-1-1 1 0 0,1 1-1 0 0,-1 0 1 0 0,1-1-1 0 0,0 1 1 0 0,-1 0-1 0 0,1 0 1 0 0,-1 0-1 0 0,1 0 1 0 0,0 0-1 0 0,-1 1 1 0 0,1-1-1 0 0,-1 0 0 0 0,1 1 1 0 0,1 0-1 0 0,0 0-432 0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6:59.911"/>
    </inkml:context>
    <inkml:brush xml:id="br0">
      <inkml:brushProperty name="width" value="0.035" units="cm"/>
      <inkml:brushProperty name="height" value="0.035" units="cm"/>
      <inkml:brushProperty name="color" value="#004F8B"/>
    </inkml:brush>
  </inkml:definitions>
  <inkml:trace contextRef="#ctx0" brushRef="#br0">0 0 9271 0 0,'0'0'17744'0'0,"10"16"-17587"0"0,-7-9-104 0 0,2 7 404 0 0,5 26-1 0 0,-10-39-503 0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00.465"/>
    </inkml:context>
    <inkml:brush xml:id="br0">
      <inkml:brushProperty name="width" value="0.035" units="cm"/>
      <inkml:brushProperty name="height" value="0.035" units="cm"/>
      <inkml:brushProperty name="color" value="#004F8B"/>
    </inkml:brush>
  </inkml:definitions>
  <inkml:trace contextRef="#ctx0" brushRef="#br0">0 1 1375 0 0,'0'0'11766'0'0,"20"6"-4762"0"0,-12-5-5471 0 0,0 1 0 0 0,0-1 0 0 0,9 0 1 0 0,-18 21-988 0 0,-1-12-485 0 0,1-6-58 0 0,0 0-1 0 0,0 0 0 0 0,0 1 0 0 0,1-1 0 0 0,-1 0 0 0 0,1 0 0 0 0,0 0 0 0 0,0 0 0 0 0,1 1 0 0 0,-1-1 1 0 0,1 0-1 0 0,0 0 0 0 0,0 0 0 0 0,0 0 0 0 0,3 4 0 0 0,-2-2-2 0 0,1-1 0 0 0,0 1 0 0 0,1-1 0 0 0,4 6 0 0 0,-6-8 0 0 0,-1 0 0 0 0,-1-2 40 0 0,0 0-1 0 0,0-1 0 0 0,0 1 1 0 0,-1 0-1 0 0,1 0 1 0 0,0-1-1 0 0,0 1 1 0 0,0 0-1 0 0,-1-1 1 0 0,1 1-1 0 0,0 0 1 0 0,-1-1-1 0 0,1 1 0 0 0,0 0 1 0 0,-1-1-1 0 0,1 1 1 0 0,-1-1-1 0 0,1 1 1 0 0,-1-1-1 0 0,1 1 1 0 0,-1-1-1 0 0,1 1 0 0 0,-1-1 1 0 0,0 0-1 0 0,1 1 1 0 0,-1-1-1 0 0,0 0 1 0 0,1 1-1 0 0,-1-1 1 0 0,0 0-1 0 0,1 0 1 0 0,-2 1-1 0 0,-21 1 1617 0 0,23-2-1653 0 0,-9 0-3271 0 0,5 0 1423 0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01.321"/>
    </inkml:context>
    <inkml:brush xml:id="br0">
      <inkml:brushProperty name="width" value="0.035" units="cm"/>
      <inkml:brushProperty name="height" value="0.035" units="cm"/>
      <inkml:brushProperty name="color" value="#004F8B"/>
    </inkml:brush>
  </inkml:definitions>
  <inkml:trace contextRef="#ctx0" brushRef="#br0">1 31 5927 0 0,'2'-7'11918'0'0,"4"-6"-7329"0"0,-5 12-4497 0 0,-1 0 0 0 0,0 0 1 0 0,1 1-1 0 0,-1-1 0 0 0,1 1 0 0 0,-1-1 0 0 0,1 0 1 0 0,0 1-1 0 0,-1-1 0 0 0,1 1 0 0 0,0-1 1 0 0,-1 1-1 0 0,1 0 0 0 0,0-1 0 0 0,-1 1 1 0 0,1 0-1 0 0,0-1 0 0 0,0 1 0 0 0,0 0 0 0 0,-1 0 1 0 0,1 0-1 0 0,0 0 0 0 0,0-1 0 0 0,0 1 1 0 0,-1 0-1 0 0,1 1 0 0 0,0-1 0 0 0,0 0 0 0 0,0 0 1 0 0,-1 0-1 0 0,1 0 0 0 0,0 1 0 0 0,0-1 1 0 0,-1 0-1 0 0,1 0 0 0 0,0 1 0 0 0,0-1 1 0 0,-1 1-1 0 0,1-1 0 0 0,0 1 0 0 0,-1-1 0 0 0,1 1 1 0 0,-1-1-1 0 0,1 1 0 0 0,-1 0 0 0 0,1-1 1 0 0,0 2-1 0 0,0 0-86 0 0,1 0 0 0 0,-1 0 1 0 0,0 1-1 0 0,0-1 0 0 0,0 0 1 0 0,0 1-1 0 0,-1-1 0 0 0,1 1 0 0 0,-1-1 1 0 0,1 0-1 0 0,-1 1 0 0 0,0 0 1 0 0,0-1-1 0 0,0 4 0 0 0,-1 0 36 0 0,-1-1 1 0 0,1 0-1 0 0,-1 0 0 0 0,1 0 1 0 0,-2 0-1 0 0,1 0 0 0 0,0 0 1 0 0,-1-1-1 0 0,0 1 0 0 0,0-1 1 0 0,-4 5-1 0 0,5-8-13 0 0,2 2 166 0 0,13 1-67 0 0,-3-3-352 0 0,-6-1-578 0 0,0 1 0 0 0,1-1 0 0 0,-1 1 0 0 0,0 0 0 0 0,1 0 0 0 0,-1 0 0 0 0,6 3 0 0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03.081"/>
    </inkml:context>
    <inkml:brush xml:id="br0">
      <inkml:brushProperty name="width" value="0.035" units="cm"/>
      <inkml:brushProperty name="height" value="0.035" units="cm"/>
      <inkml:brushProperty name="color" value="#004F8B"/>
    </inkml:brush>
  </inkml:definitions>
  <inkml:trace contextRef="#ctx0" brushRef="#br0">0 0 5759 0 0,'0'0'14087'0'0,"9"9"-12518"0"0,14 46 345 0 0,11 30-604 0 0,-25-53-1089 0 0,-5-17-191 0 0,1 0 0 0 0,0 0 0 0 0,1 0 0 0 0,13 23 0 0 0,-18-38 279 0 0,0 0-258 0 0,1 1-6 0 0,-1-1-1 0 0,0 0 1 0 0,1 0 0 0 0,-1 0 0 0 0,1-1 0 0 0,-1 1 0 0 0,0 0 0 0 0,1 0 0 0 0,-1-1 0 0 0,0 1 0 0 0,2-1-1 0 0,1-4 50 0 0,-1 1 0 0 0,0-1 0 0 0,0 0 0 0 0,0 0 0 0 0,-1 0 0 0 0,1 0 0 0 0,-1 0 0 0 0,2-11 0 0 0,6-9 519 0 0,14-31-83 0 0,-8 18-133 0 0,28-50-1 0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03.778"/>
    </inkml:context>
    <inkml:brush xml:id="br0">
      <inkml:brushProperty name="width" value="0.035" units="cm"/>
      <inkml:brushProperty name="height" value="0.035" units="cm"/>
      <inkml:brushProperty name="color" value="#004F8B"/>
    </inkml:brush>
  </inkml:definitions>
  <inkml:trace contextRef="#ctx0" brushRef="#br0">1 87 2303 0 0,'0'0'18735'0'0,"16"12"-15927"0"0,-9-4-2567 0 0,0 0-1 0 0,-1 0 1 0 0,1 1 0 0 0,-2 0 0 0 0,1 0-1 0 0,-1 0 1 0 0,-1 1 0 0 0,5 11 0 0 0,-6-11-6 0 0,1 0 0 0 0,1 0 0 0 0,0-1 1 0 0,0 0-1 0 0,1 0 0 0 0,0 0 0 0 0,0-1 1 0 0,11 11-1 0 0,-17-19-200 0 0,1 1 0 0 0,-1-1 0 0 0,0 0-1 0 0,1 1 1 0 0,-1-1 0 0 0,1 0 0 0 0,-1 1 0 0 0,1-1 0 0 0,-1 0 0 0 0,1 1 0 0 0,-1-1 0 0 0,1 0 0 0 0,0 0 0 0 0,-1 0 0 0 0,1 0 0 0 0,-1 0 0 0 0,1 0 0 0 0,0 0-1 0 0,-1 0 1 0 0,1 0 0 0 0,-1 0 0 0 0,1 0 0 0 0,-1 0 0 0 0,1 0 0 0 0,0 0 0 0 0,0 0 0 0 0,0-1 1 0 0,0 0 0 0 0,0 0 0 0 0,0 1 0 0 0,0-1 0 0 0,0 0 0 0 0,0 0 0 0 0,0 0 0 0 0,0 0 0 0 0,-1 0 0 0 0,1 0 0 0 0,1-2 0 0 0,1-4 58 0 0,1 0 0 0 0,-2-1-1 0 0,4-8 1 0 0,-5 11 33 0 0,1-1-57 0 0,30-103 440 0 0,-28 88-444 0 0,0 4-36 0 0,1 0 1 0 0,0-1-1 0 0,10-18 1 0 0,-14 33 33 0 0,0-1-343 0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04.492"/>
    </inkml:context>
    <inkml:brush xml:id="br0">
      <inkml:brushProperty name="width" value="0.035" units="cm"/>
      <inkml:brushProperty name="height" value="0.035" units="cm"/>
      <inkml:brushProperty name="color" value="#004F8B"/>
    </inkml:brush>
  </inkml:definitions>
  <inkml:trace contextRef="#ctx0" brushRef="#br0">1 20 5239 0 0,'4'-1'13745'0'0,"13"-5"-9514"0"0,-4 2-3101 0 0,17-3 1421 0 0,-18 6-5135 0 0,4 0-3329 0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04.902"/>
    </inkml:context>
    <inkml:brush xml:id="br0">
      <inkml:brushProperty name="width" value="0.035" units="cm"/>
      <inkml:brushProperty name="height" value="0.035" units="cm"/>
      <inkml:brushProperty name="color" value="#004F8B"/>
    </inkml:brush>
  </inkml:definitions>
  <inkml:trace contextRef="#ctx0" brushRef="#br0">1 1 8375 0 0,'0'0'8670'0'0,"11"11"-3453"0"0,-9-5-4993 0 0,1 0 0 0 0,-1 1 0 0 0,0-1 0 0 0,-1 1 0 0 0,1-1 0 0 0,-1 1 0 0 0,-1 0 1 0 0,1-1-1 0 0,-1 1 0 0 0,-1 8 0 0 0,1 14-8 0 0,0-28-197 0 0,0 0 0 0 0,0-1 0 0 0,0 1 1 0 0,0 0-1 0 0,0-1 0 0 0,0 1 0 0 0,0 0 0 0 0,0-1 0 0 0,0 1 0 0 0,0 0 0 0 0,1-1 1 0 0,-1 1-1 0 0,0-1 0 0 0,0 1 0 0 0,1 0 0 0 0,-1-1 0 0 0,0 1 0 0 0,1-1 0 0 0,-1 1 1 0 0,0-1-1 0 0,1 1 0 0 0,-1-1 0 0 0,1 1 0 0 0,-1-1 0 0 0,1 1 0 0 0,-1-1 0 0 0,1 0 0 0 0,-1 1 1 0 0,1-1-1 0 0,0 0 0 0 0,-1 1 0 0 0,1-1 0 0 0,0 0 0 0 0,-1 0 0 0 0,1 0 0 0 0,-1 1 1 0 0,1-1-1 0 0,0 0 0 0 0,-1 0 0 0 0,1 0 0 0 0,0 0 0 0 0,-1 0 0 0 0,1 0 0 0 0,0 0 1 0 0,-1-1-1 0 0,1 1 0 0 0,0 0 0 0 0,-1 0 0 0 0,2-1 0 0 0,54-12 532 0 0,-55 13-498 0 0,-1 0 0 0 0,6 1 181 0 0,-5-1-1566 0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05.251"/>
    </inkml:context>
    <inkml:brush xml:id="br0">
      <inkml:brushProperty name="width" value="0.035" units="cm"/>
      <inkml:brushProperty name="height" value="0.035" units="cm"/>
      <inkml:brushProperty name="color" value="#004F8B"/>
    </inkml:brush>
  </inkml:definitions>
  <inkml:trace contextRef="#ctx0" brushRef="#br0">0 6 9151 0 0,'8'-5'13908'0'0,"-6"5"-12469"0"0,-1 1-1975 0 0,8 12 2509 0 0,-5-3-1771 0 0,-1 0-1 0 0,0 0 1 0 0,-1 0-1 0 0,0 1 0 0 0,-1-1 1 0 0,0 0-1 0 0,0 1 1 0 0,-2 14-1 0 0,1-24-205 0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05.790"/>
    </inkml:context>
    <inkml:brush xml:id="br0">
      <inkml:brushProperty name="width" value="0.035" units="cm"/>
      <inkml:brushProperty name="height" value="0.035" units="cm"/>
      <inkml:brushProperty name="color" value="#004F8B"/>
    </inkml:brush>
  </inkml:definitions>
  <inkml:trace contextRef="#ctx0" brushRef="#br0">0 1 1839 0 0,'1'0'83'0'0,"18"0"6912"0"0,-17-1-5974 0 0,0 1 1 0 0,0 0 0 0 0,-1 0-1 0 0,1 0 1 0 0,0 0-1 0 0,0 0 1 0 0,0 1 0 0 0,2-1-1 0 0,1 2 820 0 0,0 0 0 0 0,1 0 0 0 0,9 6 1043 0 0,-19 32-2089 0 0,3-33-799 0 0,0 0 0 0 0,1 0-1 0 0,0 10 1 0 0,0-14 4 0 0,0 0 0 0 0,1 0 0 0 0,0 0 0 0 0,0 0 0 0 0,0 0 0 0 0,0-1 0 0 0,0 1-1 0 0,0 0 1 0 0,1-1 0 0 0,-1 1 0 0 0,4 3 0 0 0,-2-2 0 0 0,-1-2 0 0 0,1 1 0 0 0,-1-1 0 0 0,0 1 0 0 0,0-1 0 0 0,-1 1 0 0 0,1 0 0 0 0,-1 0 0 0 0,1 0 0 0 0,-1 0 0 0 0,0 0 0 0 0,0 0 0 0 0,0 0 0 0 0,0 1 0 0 0,-1-1 0 0 0,1 4 0 0 0,-1-6 24 0 0,0 0-1 0 0,0 0 1 0 0,-1 0-1 0 0,1 0 1 0 0,0 0-1 0 0,-1-1 1 0 0,1 1-1 0 0,0 0 1 0 0,-1 0 0 0 0,1 0-1 0 0,-1 0 1 0 0,0-1-1 0 0,1 1 1 0 0,-1 0-1 0 0,1 0 1 0 0,-1-1-1 0 0,0 1 1 0 0,0 0 0 0 0,1-1-1 0 0,-2 1 1 0 0,0 0 330 0 0,2 0-51 0 0,-1-1-248 0 0,1 0-1 0 0,-1 1 1 0 0,1-1-1 0 0,-1 0 1 0 0,1 1-1 0 0,-1-1 1 0 0,1 0-1 0 0,-1 0 1 0 0,0 0-1 0 0,1 0 0 0 0,-1 1 1 0 0,1-1-1 0 0,-1 0 1 0 0,1 0-1 0 0,-1 0 1 0 0,1 0-1 0 0,-1 0 1 0 0,0 0-1 0 0,1-1 1 0 0,-1 1-1 0 0,1 0 1 0 0,-1 0-1 0 0,-13-4 557 0 0,10 2-708 0 0,-2-1 417 0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06.806"/>
    </inkml:context>
    <inkml:brush xml:id="br0">
      <inkml:brushProperty name="width" value="0.035" units="cm"/>
      <inkml:brushProperty name="height" value="0.035" units="cm"/>
      <inkml:brushProperty name="color" value="#004F8B"/>
    </inkml:brush>
  </inkml:definitions>
  <inkml:trace contextRef="#ctx0" brushRef="#br0">16 32 1375 0 0,'-4'-6'23045'0'0,"3"3"-20205"0"0,1 1-3430 0 0,0 1 655 0 0,1-1 1 0 0,0 1-1 0 0,0 0 1 0 0,1-1-1 0 0,-1 1 1 0 0,0 0-1 0 0,0 0 0 0 0,1-1 1 0 0,-1 1-1 0 0,1 0 1 0 0,-1 0-1 0 0,1 0 1 0 0,-1 1-1 0 0,1-1 1 0 0,-1 0-1 0 0,1 1 1 0 0,0-1-1 0 0,-1 1 0 0 0,1-1 1 0 0,2 1-1 0 0,-2 0-49 0 0,0 0 0 0 0,1 0-1 0 0,-1 0 1 0 0,0 1 0 0 0,0-1-1 0 0,0 1 1 0 0,0 0 0 0 0,0 0-1 0 0,0-1 1 0 0,0 1 0 0 0,0 0-1 0 0,-1 1 1 0 0,1-1-1 0 0,0 0 1 0 0,2 3 0 0 0,4 2-5 0 0,-7-6-4 0 0,0 1 1 0 0,0 0 0 0 0,-1 0 0 0 0,1-1-1 0 0,0 1 1 0 0,0 0 0 0 0,-1 0 0 0 0,1 0-1 0 0,0 0 1 0 0,-1 0 0 0 0,1 0 0 0 0,-1 0-1 0 0,1 0 1 0 0,-1 0 0 0 0,0 0 0 0 0,1 0-1 0 0,-1 0 1 0 0,0 0 0 0 0,0 0 0 0 0,0 1-1 0 0,0-1 1 0 0,0 0 0 0 0,0 0 0 0 0,0 0-1 0 0,-1 2 1 0 0,1-2 1 0 0,0 0 0 0 0,0 0 0 0 0,-1 0 0 0 0,1 0 0 0 0,0 0 0 0 0,-1 0 0 0 0,1 0 0 0 0,-1-1 0 0 0,0 1 0 0 0,1 0 0 0 0,-1 0 0 0 0,1 0 0 0 0,-1-1 0 0 0,0 1 0 0 0,0 0 0 0 0,1-1 0 0 0,-1 1-1 0 0,0-1 1 0 0,0 1 0 0 0,0-1 0 0 0,-1 1 0 0 0,-22 5 169 0 0,14-5-82 0 0,-7 3 162 0 0,15-3-247 0 0,4 0-11 0 0,21 4 0 0 0,-19-5 0 0 0,0 1 0 0 0,0-1 0 0 0,0 1 0 0 0,0 1 0 0 0,0-1 0 0 0,0 0 0 0 0,5 3 0 0 0,-8-2 0 0 0,1-1 0 0 0,0 1 0 0 0,0 0 0 0 0,-1 0 0 0 0,1-1 0 0 0,-1 1 0 0 0,0 0 0 0 0,1 0 0 0 0,-1 0 0 0 0,0 0 0 0 0,0 1 0 0 0,0-1 0 0 0,-1 0 0 0 0,1 0 0 0 0,0 3 0 0 0,-1-3 5 0 0,1 0-1 0 0,-1-1 1 0 0,0 1-1 0 0,0-1 1 0 0,0 1 0 0 0,0 0-1 0 0,-1-1 1 0 0,1 1-1 0 0,0-1 1 0 0,-1 1 0 0 0,1-1-1 0 0,-1 1 1 0 0,0-1-1 0 0,1 1 1 0 0,-1-1 0 0 0,0 1-1 0 0,0-1 1 0 0,0 0-1 0 0,0 1 1 0 0,0-1 0 0 0,0 0-1 0 0,0 0 1 0 0,0 0-1 0 0,-1 0 1 0 0,1 0 0 0 0,0 0-1 0 0,-1 0 1 0 0,1 0-1 0 0,0 0 1 0 0,-1-1 0 0 0,1 1-1 0 0,-4 0 1 0 0,2 0 93 0 0,0 0 1 0 0,0 0 0 0 0,-1-1-1 0 0,1 1 1 0 0,0-1 0 0 0,0 0 0 0 0,-1 0-1 0 0,1 0 1 0 0,0 0 0 0 0,0-1-1 0 0,-1 1 1 0 0,1-1 0 0 0,0 0-1 0 0,-5-1 1 0 0,-11-5 328 0 0,10 6-3565 0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10.330"/>
    </inkml:context>
    <inkml:brush xml:id="br0">
      <inkml:brushProperty name="width" value="0.035" units="cm"/>
      <inkml:brushProperty name="height" value="0.035" units="cm"/>
      <inkml:brushProperty name="color" value="#004F8B"/>
    </inkml:brush>
  </inkml:definitions>
  <inkml:trace contextRef="#ctx0" brushRef="#br0">1 18 1375 0 0,'11'-17'24902'0'0,"-7"18"-23295"0"0,-1 1-1571 0 0,0 1-1 0 0,0-1 1 0 0,0 1-1 0 0,0 0 0 0 0,0 0 1 0 0,0 1-1 0 0,4 5 1 0 0,13 27 179 0 0,0 4-122 0 0,-8-16 100 0 0,26 41 0 0 0,-30-52 56 0 0,-6-8-92 0 0,1-1 1 0 0,-1 0-1 0 0,1-1 0 0 0,5 7 1 0 0,-7-10-102 0 0,10-9 192 0 0,48-117-123 0 0,-54 116-99 0 0,1 0 0 0 0,-1 0 0 0 0,1 0 0 0 0,1 1 0 0 0,10-12 0 0 0,-16 20 195 0 0,7-6-335 0 0,5-1 315 0 0,-3 2-1932 0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11.008"/>
    </inkml:context>
    <inkml:brush xml:id="br0">
      <inkml:brushProperty name="width" value="0.035" units="cm"/>
      <inkml:brushProperty name="height" value="0.035" units="cm"/>
      <inkml:brushProperty name="color" value="#004F8B"/>
    </inkml:brush>
  </inkml:definitions>
  <inkml:trace contextRef="#ctx0" brushRef="#br0">0 111 8495 0 0,'0'0'11495'0'0,"13"13"-6942"0"0,-3 0-3916 0 0,-1-1 1 0 0,0 1-1 0 0,7 15 0 0 0,-8-14-468 0 0,0-1 1 0 0,1 0-1 0 0,11 14 1 0 0,-17-24-140 0 0,10 8 248 0 0,-12-10 159 0 0,16-10 578 0 0,20-27-250 0 0,-34 32-746 0 0,-1 1 1 0 0,1-1-1 0 0,-1 0 0 0 0,0 1 0 0 0,0-1 1 0 0,0-1-1 0 0,0 1 0 0 0,-1 0 0 0 0,1 0 0 0 0,0-7 1 0 0,7-17 79 0 0,41-88 558 0 0,-46 108-654 0 0,-3 7 3 0 0,1-1-1 0 0,-1 0 1 0 0,0 0 0 0 0,0 0-1 0 0,0 0 1 0 0,-1 0 0 0 0,1 0-1 0 0,0 0 1 0 0,-1 0 0 0 0,1-3-1 0 0,-1 5 54 0 0,-4 2-713 0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12.039"/>
    </inkml:context>
    <inkml:brush xml:id="br0">
      <inkml:brushProperty name="width" value="0.035" units="cm"/>
      <inkml:brushProperty name="height" value="0.035" units="cm"/>
      <inkml:brushProperty name="color" value="#004F8B"/>
    </inkml:brush>
  </inkml:definitions>
  <inkml:trace contextRef="#ctx0" brushRef="#br0">0 17 1375 0 0,'0'0'19004'0'0,"19"-10"-14336"0"0,-13 8-4280 0 0,0 1-1 0 0,0 0 1 0 0,0 0-1 0 0,12 0 1 0 0,-15 1-354 0 0,0 0 0 0 0,0 0 0 0 0,0 0 0 0 0,0 1 0 0 0,0-1 0 0 0,0 1 0 0 0,0 0 0 0 0,0-1 0 0 0,-1 2 0 0 0,1-1-1 0 0,4 2 1 0 0,-6-2-282 0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12.451"/>
    </inkml:context>
    <inkml:brush xml:id="br0">
      <inkml:brushProperty name="width" value="0.035" units="cm"/>
      <inkml:brushProperty name="height" value="0.035" units="cm"/>
      <inkml:brushProperty name="color" value="#004F8B"/>
    </inkml:brush>
  </inkml:definitions>
  <inkml:trace contextRef="#ctx0" brushRef="#br0">0 1 1375 0 0,'0'0'66'0'0,"4"12"12006"0"0,-3-7-10612 0 0,2 34 3402 0 0,-3 19-2074 0 0,0-25-433 0 0,0-32-2288 0 0,0-1-1 0 0,0 1 1 0 0,0 0 0 0 0,0-1 0 0 0,0 1 0 0 0,0 0-1 0 0,1-1 1 0 0,-1 1 0 0 0,0-1 0 0 0,0 1 0 0 0,0 0-1 0 0,1-1 1 0 0,-1 1 0 0 0,0-1 0 0 0,1 1 0 0 0,-1-1 0 0 0,1 1-1 0 0,-1-1 1 0 0,1 1 0 0 0,-1-1 0 0 0,0 0 0 0 0,1 1-1 0 0,0-1 1 0 0,-1 1 0 0 0,1-1 0 0 0,-1 0 0 0 0,1 0-1 0 0,-1 1 1 0 0,1-1 0 0 0,0 0 0 0 0,-1 0 0 0 0,1 0-1 0 0,-1 0 1 0 0,1 1 0 0 0,0-1 0 0 0,0 0 0 0 0,4 0 111 0 0,0 0 0 0 0,0-1 1 0 0,10-1-1 0 0,7 0 322 0 0,-12 4-352 0 0,11-2-16 0 0,-18 0-249 0 0,-3-1-498 0 0,2 0-1090 0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12.785"/>
    </inkml:context>
    <inkml:brush xml:id="br0">
      <inkml:brushProperty name="width" value="0.035" units="cm"/>
      <inkml:brushProperty name="height" value="0.035" units="cm"/>
      <inkml:brushProperty name="color" value="#004F8B"/>
    </inkml:brush>
  </inkml:definitions>
  <inkml:trace contextRef="#ctx0" brushRef="#br0">1 1 15863 0 0,'0'0'7900'0'0,"7"18"-5788"0"0,6 84-955 0 0,-12-102-1574 0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13.387"/>
    </inkml:context>
    <inkml:brush xml:id="br0">
      <inkml:brushProperty name="width" value="0.035" units="cm"/>
      <inkml:brushProperty name="height" value="0.035" units="cm"/>
      <inkml:brushProperty name="color" value="#004F8B"/>
    </inkml:brush>
  </inkml:definitions>
  <inkml:trace contextRef="#ctx0" brushRef="#br0">0 12 1839 0 0,'6'-1'9273'0'0,"6"-3"-5531"0"0,-9 2-3216 0 0,-1 2-85 0 0,-1-1 0 0 0,0 0 0 0 0,0 1 0 0 0,1-1 0 0 0,-1 1 0 0 0,0-1 0 0 0,1 1 0 0 0,-1 0 0 0 0,0-1 0 0 0,1 1 0 0 0,-1 0 0 0 0,0 0 0 0 0,1 0 0 0 0,-1 0 0 0 0,1 0 0 0 0,-1 0 0 0 0,0 1 0 0 0,1-1 0 0 0,1 1 0 0 0,-2-1-246 0 0,8 9 1078 0 0,-8-6-1206 0 0,3 42-3 0 0,0-7-64 0 0,-3-28 0 0 0,-1-1 0 0 0,2 1 0 0 0,-1 0 0 0 0,1-1 0 0 0,1 0 0 0 0,3 11 0 0 0,1-7 16 0 0,-7-13 312 0 0,0 0-271 0 0,0 1 0 0 0,0-1 0 0 0,0 0 1 0 0,0 1-1 0 0,0-1 0 0 0,0 0 0 0 0,0 1 0 0 0,0-1 0 0 0,0 0 0 0 0,0 0 0 0 0,0 1 1 0 0,0-1-1 0 0,0 0 0 0 0,0 1 0 0 0,0-1 0 0 0,-1 0 0 0 0,1 0 0 0 0,0 1 0 0 0,0-1 0 0 0,0 0 1 0 0,-1 0-1 0 0,1 0 0 0 0,0 1 0 0 0,0-1 0 0 0,0 0 0 0 0,-1 0 0 0 0,1 0 0 0 0,0 1 1 0 0,-1-1-1 0 0,1 0 0 0 0,0 0 0 0 0,0 0 0 0 0,-1 0 0 0 0,1 0 0 0 0,0 0 0 0 0,-1 0 0 0 0,1 0 1 0 0,0 0-1 0 0,0 0 0 0 0,-1 0 0 0 0,1 0 0 0 0,0 0 0 0 0,-1 0 0 0 0,1 0 0 0 0,0 0 1 0 0,-1 0-1 0 0,-15-1 1561 0 0,5-2-2842 0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14.325"/>
    </inkml:context>
    <inkml:brush xml:id="br0">
      <inkml:brushProperty name="width" value="0.035" units="cm"/>
      <inkml:brushProperty name="height" value="0.035" units="cm"/>
      <inkml:brushProperty name="color" value="#004F8B"/>
    </inkml:brush>
  </inkml:definitions>
  <inkml:trace contextRef="#ctx0" brushRef="#br0">1 8 1375 0 0,'6'-8'21605'0'0,"-4"21"-16197"0"0,-1-4-6304 0 0,2 35 1859 0 0,-3-43-835 0 0,3 1-53 0 0,-1-2-64 0 0,0 1 1 0 0,0 0-1 0 0,0-1 1 0 0,1 1 0 0 0,-1-1-1 0 0,0 0 1 0 0,0 0-1 0 0,0 1 1 0 0,1-2 0 0 0,-1 1-1 0 0,0 0 1 0 0,0 0-1 0 0,3-1 1 0 0,14-1 15 0 0,10 7-31 0 0,-29-5-355 0 0,3-1-787 0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14.594"/>
    </inkml:context>
    <inkml:brush xml:id="br0">
      <inkml:brushProperty name="width" value="0.035" units="cm"/>
      <inkml:brushProperty name="height" value="0.035" units="cm"/>
      <inkml:brushProperty name="color" value="#004F8B"/>
    </inkml:brush>
  </inkml:definitions>
  <inkml:trace contextRef="#ctx0" brushRef="#br0">0 1 1375 0 0,'0'0'17938'0'0,"5"12"-13399"0"0,-3-2-3971 0 0,0 0-1 0 0,-1 0 0 0 0,0 0 0 0 0,0 13 0 0 0,-7 22-1868 0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22.390"/>
    </inkml:context>
    <inkml:brush xml:id="br0">
      <inkml:brushProperty name="width" value="0.035" units="cm"/>
      <inkml:brushProperty name="height" value="0.035" units="cm"/>
      <inkml:brushProperty name="color" value="#004F8B"/>
    </inkml:brush>
  </inkml:definitions>
  <inkml:trace contextRef="#ctx0" brushRef="#br0">1 6 1375 0 0,'0'0'13142'0'0,"16"-5"-8590"0"0,-8 5-3885 0 0,-1-1 0 0 0,1 1 1 0 0,-1 1-1 0 0,1 0 1 0 0,-1 0-1 0 0,0 0 1 0 0,8 3-1 0 0,30 4 620 0 0,-30-6-1086 0 0,-11-2-124 0 0,0 1 1 0 0,0-1-1 0 0,0 1 0 0 0,0-1 0 0 0,0 0 0 0 0,0-1 1 0 0,7 0-1 0 0,-10 1 232 0 0,-4 95-239 0 0,1 19-76 0 0,10 124 6 0 0,-2-152 0 0 0,-3-50 0 0 0,-1 53 0 0 0,1 60 38 0 0,-1-94 7 0 0,-3 56 0 0 0,-3-3 24 0 0,-2 13-63 0 0,-7 100 47 0 0,4 52-53 0 0,14-88-152 0 0,1-43 168 0 0,-1-62-243 0 0,8 139-593 0 0,-9-133 726 0 0,4 33-29 0 0,0-11 62 0 0,-8-92 58 0 0,0 40 3 0 0,-1-36 0 0 0,1 0 0 0 0,1-1 0 0 0,4 25 0 0 0,0-12 41 0 0,1 49-1 0 0,-1-2 7 0 0,-3-49-47 0 0,-2 32 0 0 0,0-28 0 0 0,-1 161 0 0 0,-3-53-144 0 0,4-113 50 0 0,2 62 12 0 0,6 11-174 0 0,-7-84-496 0 0,-1-6 596 0 0,1 1 0 0 0,5 19 0 0 0,-6-31-95 0 0,1 5-2313 0 0,-2 4 2607 0 0,-8-5 419 0 0,2-2-139 0 0,6-2-209 0 0,-1 0 0 0 0,1 0 0 0 0,-1 0 0 0 0,0 0 0 0 0,0 0 0 0 0,0 0 0 0 0,1 0 0 0 0,-1-1 0 0 0,0 1 0 0 0,0-1 0 0 0,0 1 0 0 0,0-1 0 0 0,0 0 0 0 0,0 0 0 0 0,0 0 0 0 0,-4 0 0 0 0,0-1 193 0 0,-1 0 1 0 0,0-1-1 0 0,-10-4 1 0 0,-6-1-2252 0 0,1 4-3382 0 0,16 3-2373 0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24.531"/>
    </inkml:context>
    <inkml:brush xml:id="br0">
      <inkml:brushProperty name="width" value="0.035" units="cm"/>
      <inkml:brushProperty name="height" value="0.035" units="cm"/>
      <inkml:brushProperty name="color" value="#004F8B"/>
    </inkml:brush>
  </inkml:definitions>
  <inkml:trace contextRef="#ctx0" brushRef="#br0">229 74 1375 0 0,'9'-4'-767'0'0,"-1"-2"3389"0"0,-6 4-1068 0 0,-1 0 1 0 0,1 0-1 0 0,0 0 0 0 0,-1 0 1 0 0,1 0-1 0 0,-1 0 0 0 0,0 0 1 0 0,0-1-1 0 0,0 1 0 0 0,1-4 1 0 0,0-8 2164 0 0,-2 13-3669 0 0,0 0 1 0 0,0 0-1 0 0,0 0 0 0 0,0 1 0 0 0,-1-1 1 0 0,1 0-1 0 0,0 0 0 0 0,-1 0 0 0 0,1 0 1 0 0,0 0-1 0 0,-1 0 0 0 0,1 1 0 0 0,-1-1 1 0 0,1 0-1 0 0,-1 0 0 0 0,0 1 0 0 0,1-1 1 0 0,-1 0-1 0 0,0 1 0 0 0,0-1 0 0 0,1 1 1 0 0,-1-1-1 0 0,0 1 0 0 0,0-1 1 0 0,0 1-1 0 0,0 0 0 0 0,1-1 0 0 0,-1 1 1 0 0,0 0-1 0 0,-2-1 0 0 0,1 1 5 0 0,-1-1 1 0 0,0 1-1 0 0,0 0 0 0 0,0 0 1 0 0,0 0-1 0 0,1 0 0 0 0,-1 0 1 0 0,-5 2-1 0 0,0 0-21 0 0,-1 1-1 0 0,1 0 1 0 0,-1 1 0 0 0,1 0-1 0 0,0 0 1 0 0,1 1-1 0 0,-1-1 1 0 0,1 2 0 0 0,0-1-1 0 0,0 1 1 0 0,0 0-1 0 0,1 1 1 0 0,0 0 0 0 0,-5 7-1 0 0,7-7 6 0 0,0-1 0 0 0,0 1 0 0 0,1 0 0 0 0,0 0 0 0 0,0 0 0 0 0,0 0 1 0 0,1 1-1 0 0,1-1 0 0 0,-1 1 0 0 0,1-1 0 0 0,0 1 0 0 0,1-1 0 0 0,0 1 0 0 0,0 0 0 0 0,0-1 0 0 0,4 15 0 0 0,1-1 98 0 0,2 1-1 0 0,0-2 1 0 0,12 26-1 0 0,37 59 147 0 0,-17-35-163 0 0,-30-52-70 0 0,0 0-1 0 0,11 38 0 0 0,-18-50-20 0 0,-1 1 0 0 0,0-1 0 0 0,0 1 0 0 0,0-1 0 0 0,0 1 1 0 0,-1-1-1 0 0,0 1 0 0 0,-1 0 0 0 0,1-1 0 0 0,-1 1 0 0 0,-1-1 0 0 0,-3 13 0 0 0,5-18-21 0 0,-1 0-1 0 0,0 1 1 0 0,1-1 0 0 0,-1 0 0 0 0,0 0 0 0 0,1 1 0 0 0,-1-1 0 0 0,0 0-1 0 0,0 0 1 0 0,0 0 0 0 0,0 0 0 0 0,0 0 0 0 0,0 0 0 0 0,-1 0 0 0 0,1 0-1 0 0,0-1 1 0 0,0 1 0 0 0,-1 0 0 0 0,1-1 0 0 0,0 1 0 0 0,-1-1 0 0 0,1 1-1 0 0,0-1 1 0 0,-1 0 0 0 0,1 0 0 0 0,-1 1 0 0 0,1-1 0 0 0,-1 0 0 0 0,1 0-1 0 0,0 0 1 0 0,-1-1 0 0 0,1 1 0 0 0,-1 0 0 0 0,1 0 0 0 0,0-1 0 0 0,-1 1 0 0 0,-1-2-1 0 0,-6-1 68 0 0,1-1 1 0 0,-1-1-1 0 0,1 1 0 0 0,-12-11 0 0 0,9 8-48 0 0,-90-52-27 0 0,98 57-7 0 0,-2-1-40 0 0,1 0-1 0 0,0 0 1 0 0,0-1-1 0 0,-5-4 1 0 0,10 6 30 0 0,0 0-1 0 0,0 1 1 0 0,0-1-1 0 0,0 1 1 0 0,0-1-1 0 0,1 1 1 0 0,-1-1-1 0 0,0 1 1 0 0,1 0 0 0 0,2-2-1 0 0,7-6 16 0 0,1 1 1 0 0,0 0-1 0 0,1 1 0 0 0,0 0 0 0 0,0 1 1 0 0,21-6-1 0 0,-31 11-4 0 0,-2 0 2 0 0,0 1 1 0 0,1-1-1 0 0,-1 1 0 0 0,0 0 0 0 0,0 0 1 0 0,1-1-1 0 0,-1 1 0 0 0,0 0 1 0 0,1 0-1 0 0,-1 0 0 0 0,0 0 0 0 0,0 0 1 0 0,1 1-1 0 0,-1-1 0 0 0,0 0 0 0 0,3 2 1 0 0,-1 0-568 0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25.230"/>
    </inkml:context>
    <inkml:brush xml:id="br0">
      <inkml:brushProperty name="width" value="0.035" units="cm"/>
      <inkml:brushProperty name="height" value="0.035" units="cm"/>
      <inkml:brushProperty name="color" value="#004F8B"/>
    </inkml:brush>
  </inkml:definitions>
  <inkml:trace contextRef="#ctx0" brushRef="#br0">1 17 6647 0 0,'0'0'9332'0'0,"16"-9"-4353"0"0,-7 7-4398 0 0,-1 0 1 0 0,0 1-1 0 0,1 0 1 0 0,-1 0-1 0 0,1 1 1 0 0,-1 0-1 0 0,1 0 1 0 0,13 3-1 0 0,-22-3-528 0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25.770"/>
    </inkml:context>
    <inkml:brush xml:id="br0">
      <inkml:brushProperty name="width" value="0.035" units="cm"/>
      <inkml:brushProperty name="height" value="0.035" units="cm"/>
      <inkml:brushProperty name="color" value="#004F8B"/>
    </inkml:brush>
  </inkml:definitions>
  <inkml:trace contextRef="#ctx0" brushRef="#br0">0 0 4919 0 0,'0'1'224'0'0,"3"17"9081"0"0,2-2-5430 0 0,-3-13-3551 0 0,-1 1 0 0 0,0-1 0 0 0,0 1 1 0 0,0-1-1 0 0,0 1 0 0 0,0-1 0 0 0,-1 5 1 0 0,0 22 1280 0 0,-1-15-984 0 0,1 0-1 0 0,0 0 0 0 0,1-1 0 0 0,5 23 0 0 0,-6-36-596 0 0,0-1-1 0 0,0 1 1 0 0,0-1-1 0 0,1 0 1 0 0,-1 1-1 0 0,0-1 1 0 0,1 0 0 0 0,-1 1-1 0 0,0-1 1 0 0,1 0-1 0 0,-1 1 1 0 0,0-1-1 0 0,1 0 1 0 0,-1 0 0 0 0,0 1-1 0 0,1-1 1 0 0,-1 0-1 0 0,1 0 1 0 0,-1 0-1 0 0,1 0 1 0 0,-1 1-1 0 0,0-1 1 0 0,1 0 0 0 0,-1 0-1 0 0,1 0 1 0 0,-1 0-1 0 0,1 0 1 0 0,-1 0-1 0 0,1 0 1 0 0,-1 0 0 0 0,1 0-1 0 0,-1-1 1 0 0,1 1-1 0 0,23-6 292 0 0,-1 0 89 0 0,-15 6-258 0 0,-4 1-85 0 0,-1-1 0 0 0,0 0 1 0 0,1 0-1 0 0,-1 0 1 0 0,1-1-1 0 0,-1 1 1 0 0,1-1-1 0 0,-1 0 0 0 0,0 0 1 0 0,1 0-1 0 0,-1 0 1 0 0,3-2-1 0 0,-5 3-13 0 0,-1-4-2725 0 0,-1 0-94 0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26.402"/>
    </inkml:context>
    <inkml:brush xml:id="br0">
      <inkml:brushProperty name="width" value="0.035" units="cm"/>
      <inkml:brushProperty name="height" value="0.035" units="cm"/>
      <inkml:brushProperty name="color" value="#004F8B"/>
    </inkml:brush>
  </inkml:definitions>
  <inkml:trace contextRef="#ctx0" brushRef="#br0">1 24 7023 0 0,'1'-2'7015'0'0,"5"-9"-3711"0"0,-5 10-3094 0 0,1-1 1 0 0,-1 1-1 0 0,0 1 1 0 0,1-1-1 0 0,-1 0 1 0 0,1 0-1 0 0,-1 1 1 0 0,1-1-1 0 0,-1 0 0 0 0,1 1 1 0 0,-1 0-1 0 0,1-1 1 0 0,0 1-1 0 0,-1 0 1 0 0,1 0-1 0 0,0 0 1 0 0,-1 0-1 0 0,1 0 1 0 0,0 0-1 0 0,-1 0 0 0 0,1 0 1 0 0,-1 1-1 0 0,1-1 1 0 0,0 1-1 0 0,-1-1 1 0 0,1 1-1 0 0,-1 0 1 0 0,3 1-1 0 0,-2 0-122 0 0,0 0-1 0 0,0 0 1 0 0,0 0-1 0 0,0 0 1 0 0,0 0-1 0 0,0 0 1 0 0,0 1 0 0 0,-1-1-1 0 0,1 0 1 0 0,-1 1-1 0 0,0 0 1 0 0,0-1-1 0 0,0 1 1 0 0,0 0 0 0 0,0-1-1 0 0,0 5 1 0 0,0-2-56 0 0,-1 0 1 0 0,0 0 0 0 0,0 1-1 0 0,0-1 1 0 0,0 0 0 0 0,-1 0-1 0 0,0 0 1 0 0,0 1 0 0 0,0-1-1 0 0,-1 0 1 0 0,1 0 0 0 0,-1-1-1 0 0,0 1 1 0 0,-1 0 0 0 0,1-1-1 0 0,-1 1 1 0 0,-6 7 0 0 0,0-2 27 0 0,7-7-40 0 0,-1-1-1 0 0,1 1 0 0 0,-1 0 0 0 0,0-1 1 0 0,1 1-1 0 0,-1-1 0 0 0,-1 0 1 0 0,1 0-1 0 0,-5 2 0 0 0,7-3 109 0 0,2-2-115 0 0,-1 0 0 0 0,1 0 1 0 0,-1 1-1 0 0,1-1 0 0 0,-1 1 0 0 0,1-1 0 0 0,-1 1 0 0 0,1-1 0 0 0,0 1 1 0 0,-1-1-1 0 0,1 1 0 0 0,0-1 0 0 0,0 1 0 0 0,-1 0 0 0 0,1-1 0 0 0,0 1 1 0 0,0 0-1 0 0,1-1 0 0 0,15-4 361 0 0,-8 4-24 0 0,-1 0 1 0 0,17-1-1 0 0,-24 2-281 0 0,4 2 86 0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27.035"/>
    </inkml:context>
    <inkml:brush xml:id="br0">
      <inkml:brushProperty name="width" value="0.035" units="cm"/>
      <inkml:brushProperty name="height" value="0.035" units="cm"/>
      <inkml:brushProperty name="color" value="#004F8B"/>
    </inkml:brush>
  </inkml:definitions>
  <inkml:trace contextRef="#ctx0" brushRef="#br0">1 8 9327 0 0,'0'0'4168'0'0,"6"-1"797"0"0,9-3-2799 0 0,-10 3-1744 0 0,1 0-1 0 0,-1 1 1 0 0,1-1 0 0 0,-1 1 0 0 0,1 0 0 0 0,-1 1 0 0 0,1 0-1 0 0,-1-1 1 0 0,7 3 0 0 0,4 0 1557 0 0,-29 27-1531 0 0,9-16-448 0 0,2 0 0 0 0,0 0 0 0 0,0 0 0 0 0,1 28 0 0 0,2-39 0 0 0,-1 0 0 0 0,0 1 0 0 0,1-1 0 0 0,0 1 0 0 0,0-1 0 0 0,0 0 0 0 0,0 0 0 0 0,0 1 0 0 0,0-1 0 0 0,1 0 0 0 0,2 3 0 0 0,1 4 0 0 0,-2-5 0 0 0,-2-3 0 0 0,0-1 0 0 0,0 1 0 0 0,0 0 0 0 0,-1-1 0 0 0,1 1 0 0 0,0 0 0 0 0,-1 0 0 0 0,1 0 0 0 0,-1 0 0 0 0,1-1 0 0 0,-1 1 0 0 0,0 0 0 0 0,0 0 0 0 0,0 0 0 0 0,0 0 0 0 0,0 0 0 0 0,0 0 0 0 0,-1 3 0 0 0,0-2 50 0 0,0-1-1 0 0,0 0 1 0 0,0 0 0 0 0,0 0 0 0 0,0-1-1 0 0,0 1 1 0 0,-1 0 0 0 0,1 0-1 0 0,0-1 1 0 0,-1 1 0 0 0,0 0-1 0 0,1-1 1 0 0,-1 0 0 0 0,0 1-1 0 0,0-1 1 0 0,0 0 0 0 0,-2 1 0 0 0,1-1 48 0 0,0 0 0 0 0,1 0 1 0 0,-1-1-1 0 0,0 0 1 0 0,0 1-1 0 0,1-1 0 0 0,-1 0 1 0 0,0 0-1 0 0,0-1 1 0 0,1 1-1 0 0,-1 0 0 0 0,0-1 1 0 0,1 0-1 0 0,-4-1 1 0 0,-7 0-2167 0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31.005"/>
    </inkml:context>
    <inkml:brush xml:id="br0">
      <inkml:brushProperty name="width" value="0.035" units="cm"/>
      <inkml:brushProperty name="height" value="0.035" units="cm"/>
      <inkml:brushProperty name="color" value="#004F8B"/>
    </inkml:brush>
  </inkml:definitions>
  <inkml:trace contextRef="#ctx0" brushRef="#br0">135 86 1375 0 0,'0'0'654'0'0,"3"-3"2642"0"0,11-8 11386 0 0,-13 10-14361 0 0,-1-1-1 0 0,1 1 0 0 0,-1-1 1 0 0,1 1-1 0 0,-1-1 1 0 0,0 1-1 0 0,0-1 0 0 0,0 0 1 0 0,0 1-1 0 0,0-1 0 0 0,0 1 1 0 0,0-1-1 0 0,0 1 1 0 0,0-1-1 0 0,-1 0 0 0 0,0-1 1 0 0,1 2-193 0 0,-1-1 1 0 0,0 1-1 0 0,0 0 0 0 0,0 0 1 0 0,0-1-1 0 0,0 1 0 0 0,0 0 1 0 0,0 0-1 0 0,0 0 1 0 0,0 0-1 0 0,0 0 0 0 0,0 0 1 0 0,-1 1-1 0 0,-1-2 0 0 0,0 1-72 0 0,0 0-1 0 0,0 0 0 0 0,0 0 0 0 0,0 0 1 0 0,0 0-1 0 0,0 1 0 0 0,0 0 0 0 0,-1-1 0 0 0,1 1 1 0 0,0 0-1 0 0,0 1 0 0 0,0-1 0 0 0,-1 0 1 0 0,1 1-1 0 0,-3 1 0 0 0,1 0-45 0 0,0 0-1 0 0,0 1 1 0 0,0 0-1 0 0,0 0 1 0 0,1 0 0 0 0,-1 0-1 0 0,1 1 1 0 0,0-1-1 0 0,0 1 1 0 0,0 0 0 0 0,0 1-1 0 0,1-1 1 0 0,-1 1-1 0 0,1-1 1 0 0,0 1 0 0 0,1 0-1 0 0,-1 0 1 0 0,1 0-1 0 0,0 1 1 0 0,1-1 0 0 0,-1 0-1 0 0,1 1 1 0 0,0-1-1 0 0,0 1 1 0 0,0-1 0 0 0,1 1-1 0 0,0 0 1 0 0,0-1-1 0 0,2 7 1 0 0,-2-7 0 0 0,1 0 0 0 0,0 0-1 0 0,1 0 1 0 0,-1 0 0 0 0,1 0 0 0 0,0-1 0 0 0,0 1-1 0 0,5 6 1 0 0,-2-4 12 0 0,1 1 0 0 0,0-1 0 0 0,12 10 0 0 0,-15-14-17 0 0,0 0 0 0 0,0 0 1 0 0,1-1-1 0 0,-1 1 0 0 0,0-1 0 0 0,1 0 0 0 0,0 0 1 0 0,-1 0-1 0 0,1 0 0 0 0,0-1 0 0 0,0 1 0 0 0,0-1 1 0 0,0 0-1 0 0,0 0 0 0 0,0-1 0 0 0,1 1 0 0 0,-1-1 1 0 0,5 0-1 0 0,-5 0 4 0 0,1 0 1 0 0,-1 0-1 0 0,1-1 0 0 0,-1 1 1 0 0,1-1-1 0 0,-1 0 1 0 0,0 0-1 0 0,1-1 1 0 0,-1 1-1 0 0,0-1 0 0 0,0 0 1 0 0,0 0-1 0 0,0 0 1 0 0,4-4-1 0 0,-4 3 4 0 0,0 0 0 0 0,-1 1 0 0 0,1-1 0 0 0,-1-1-1 0 0,0 1 1 0 0,0 0 0 0 0,0-1 0 0 0,-1 1 0 0 0,1-1 0 0 0,-1 0 0 0 0,0 0-1 0 0,0 0 1 0 0,0 0 0 0 0,0-1 0 0 0,-1 1 0 0 0,2-6 0 0 0,-3 0 127 0 0,0 0-1 0 0,0-1 1 0 0,-1 1 0 0 0,-1 0 0 0 0,1 0 0 0 0,-6-14 0 0 0,5 12-402 0 0,-1 5 360 0 0,1 0 0 0 0,-1 0 0 0 0,0 0 0 0 0,0 1 0 0 0,-1-1 0 0 0,0 1 0 0 0,0 0 0 0 0,-1 0 1 0 0,1 0-1 0 0,-1 1 0 0 0,-1-1 0 0 0,-10-8 0 0 0,15 13-90 0 0,-1 0 0 0 0,0 0 1 0 0,0 1-1 0 0,0-1 0 0 0,0 0 0 0 0,0 1 1 0 0,0-1-1 0 0,0 1 0 0 0,0-1 1 0 0,0 1-1 0 0,0 0 0 0 0,0 0 1 0 0,0 0-1 0 0,0 0 0 0 0,0 0 0 0 0,0 1 1 0 0,0-1-1 0 0,-3 2 0 0 0,-1-1-286 0 0,1 1 0 0 0,0 0 0 0 0,-1 1-1 0 0,1-1 1 0 0,-7 6 0 0 0,7-5-1469 0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32.562"/>
    </inkml:context>
    <inkml:brush xml:id="br0">
      <inkml:brushProperty name="width" value="0.035" units="cm"/>
      <inkml:brushProperty name="height" value="0.035" units="cm"/>
      <inkml:brushProperty name="color" value="#004F8B"/>
    </inkml:brush>
  </inkml:definitions>
  <inkml:trace contextRef="#ctx0" brushRef="#br0">23 5 4143 0 0,'0'0'191'0'0,"-22"2"22308"0"0,32-3-22834 0 0,23-3 1520 0 0,64 2 0 0 0,-83 3-1089 0 0,-1-1 122 0 0,23 4-1 0 0,-35-4-141 0 0,-6 0-4600 0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35.084"/>
    </inkml:context>
    <inkml:brush xml:id="br0">
      <inkml:brushProperty name="width" value="0.035" units="cm"/>
      <inkml:brushProperty name="height" value="0.035" units="cm"/>
      <inkml:brushProperty name="color" value="#004F8B"/>
    </inkml:brush>
  </inkml:definitions>
  <inkml:trace contextRef="#ctx0" brushRef="#br0">30 1 1375 0 0,'-5'10'8783'0'0,"2"-2"-5695"0"0,2-4-2466 0 0,0-1-1 0 0,0 1 1 0 0,0 0 0 0 0,0 0-1 0 0,1 6 1 0 0,2 40-375 0 0,-1-35-57 0 0,0 36 1757 0 0,-7 69 1 0 0,3-78-1305 0 0,-3 123 395 0 0,5-108-932 0 0,-4 185 323 0 0,15-58 107 0 0,-4 23-333 0 0,-1 12 53 0 0,-3-82-183 0 0,-2-97 35 0 0,7 50-62 0 0,-1 0-17 0 0,-1 59 96 0 0,1-38-91 0 0,2 70 7 0 0,-14 79-41 0 0,5-172 0 0 0,1 70 0 0 0,0 98-128 0 0,-3-192 67 0 0,2-42 23 0 0,0 28 1 0 0,0 43-24 0 0,0-56 46 0 0,-11 181-605 0 0,13-120 461 0 0,-2 22-95 0 0,1-101 2 0 0,1 1 0 0 0,3 24 1 0 0,-2-30 227 0 0,0 32-751 0 0,2-1 524 0 0,-3-44 215 0 0,0 0 0 0 0,-1 0 1 0 0,1-1-1 0 0,0 1 1 0 0,0 0-1 0 0,0-1 1 0 0,0 1-1 0 0,0-1 1 0 0,0 1-1 0 0,0-1 0 0 0,0 0 1 0 0,0 1-1 0 0,0-1 1 0 0,2 1-1 0 0,2-1 36 0 0,-1 0 0 0 0,0 0 0 0 0,1 0 0 0 0,-1 0 0 0 0,0-1 0 0 0,0 1 0 0 0,1-1 0 0 0,-1 0 0 0 0,0-1 0 0 0,0 1 0 0 0,4-2 0 0 0,-4 1 0 0 0,0 0 0 0 0,0 1 0 0 0,0 0 0 0 0,0 0 0 0 0,8-1 0 0 0,-7 2 71 0 0,0-1 0 0 0,1 1-1 0 0,9-4 1 0 0,-10 2 4 0 0,0 1-1 0 0,0 0 1 0 0,10 0 0 0 0,18 5 218 0 0,-31-4-251 0 0,-2 0-60 0 0,1 0-1 0 0,-1-1 0 0 0,1 1 0 0 0,-1 0 0 0 0,1 0 0 0 0,-1-1 0 0 0,1 1 0 0 0,-1-1 0 0 0,1 1 0 0 0,-1 0 0 0 0,1-1 0 0 0,-1 1 0 0 0,0-1 0 0 0,1 1 0 0 0,-1-1 0 0 0,0 1 0 0 0,1-1 0 0 0,-1 0 0 0 0,0 1 0 0 0,1-1 0 0 0,-1 1 0 0 0,0-1 0 0 0,0 0 0 0 0,0 0 0 0 0,1-1-980 0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38.669"/>
    </inkml:context>
    <inkml:brush xml:id="br0">
      <inkml:brushProperty name="width" value="0.035" units="cm"/>
      <inkml:brushProperty name="height" value="0.035" units="cm"/>
      <inkml:brushProperty name="color" value="#004F8B"/>
    </inkml:brush>
  </inkml:definitions>
  <inkml:trace contextRef="#ctx0" brushRef="#br0">59 88 1839 0 0,'0'0'9456'0'0,"0"-17"-586"0"0,0 11-8156 0 0,0 3-493 0 0,0 1-1 0 0,0-1 1 0 0,1 1-1 0 0,-1-1 1 0 0,1 1 0 0 0,-1-1-1 0 0,1 1 1 0 0,0 0-1 0 0,0-1 1 0 0,0 1 0 0 0,0 0-1 0 0,0-1 1 0 0,0 1-1 0 0,1 0 1 0 0,-1 0-1 0 0,1 0 1 0 0,-1 0 0 0 0,1 0-1 0 0,0 1 1 0 0,0-1-1 0 0,0 0 1 0 0,0 1-1 0 0,0 0 1 0 0,0-1 0 0 0,0 1-1 0 0,5-2 1 0 0,-3 1-126 0 0,1 1 0 0 0,0 0 0 0 0,0 0 0 0 0,1 0 0 0 0,-1 0 0 0 0,0 1 0 0 0,0 0 1 0 0,0 0-1 0 0,0 0 0 0 0,0 1 0 0 0,1-1 0 0 0,5 3 0 0 0,-8-2-84 0 0,1 0 0 0 0,-1 1 0 0 0,1-1-1 0 0,-1 1 1 0 0,1 0 0 0 0,-1 0 0 0 0,0 1 0 0 0,0-1 0 0 0,0 1 0 0 0,0-1 0 0 0,-1 1-1 0 0,1 0 1 0 0,-1 0 0 0 0,1 0 0 0 0,-1 0 0 0 0,0 1 0 0 0,0-1 0 0 0,0 0-1 0 0,-1 1 1 0 0,2 5 0 0 0,2 4 35 0 0,-1 1-1 0 0,-1 0 1 0 0,0 0-1 0 0,0 17 1 0 0,-2-22-26 0 0,-1 0-1 0 0,-1 0 1 0 0,1 0-1 0 0,-1 0 1 0 0,-1-1-1 0 0,0 1 1 0 0,0 0 0 0 0,-7 14-1 0 0,3-8 25 0 0,-1 0 0 0 0,-1-1 0 0 0,-17 25 0 0 0,23-36-36 0 0,0 0-1 0 0,-1-1 1 0 0,1 0-1 0 0,0 1 1 0 0,-1-1-1 0 0,1 0 1 0 0,-1 0-1 0 0,0 0 1 0 0,1 0-1 0 0,-1 0 1 0 0,0-1-1 0 0,0 0 1 0 0,0 1-1 0 0,0-1 1 0 0,-1 0 0 0 0,1 0-1 0 0,0-1 1 0 0,0 1-1 0 0,-1-1 1 0 0,1 1-1 0 0,0-1 1 0 0,-1 0-1 0 0,1 0 1 0 0,0-1-1 0 0,-1 1 1 0 0,1-1-1 0 0,0 0 1 0 0,0 1-1 0 0,0-1 1 0 0,-1-1-1 0 0,1 1 1 0 0,0 0 0 0 0,-4-3-1 0 0,-16-10 101 0 0,16 11-78 0 0,1-1 0 0 0,-1 0 0 0 0,1-1 0 0 0,-12-9-1 0 0,17 12-24 0 0,0 1 0 0 0,0 0-1 0 0,0-1 1 0 0,0 1 0 0 0,0-1-1 0 0,0 0 1 0 0,1 1-1 0 0,-1-1 1 0 0,0 1 0 0 0,1-1-1 0 0,0 0 1 0 0,-1 0 0 0 0,1 1-1 0 0,0-1 1 0 0,0 0 0 0 0,0 0-1 0 0,0 1 1 0 0,0-1-1 0 0,0 0 1 0 0,0 0 0 0 0,1 1-1 0 0,-1-1 1 0 0,0 0 0 0 0,1 1-1 0 0,0-1 1 0 0,-1 0 0 0 0,1 1-1 0 0,0-1 1 0 0,0 1-1 0 0,0-1 1 0 0,2-1 0 0 0,-1-1 2 0 0,1 1 1 0 0,0 0-1 0 0,0 0 1 0 0,1 0-1 0 0,-1 0 1 0 0,1 0-1 0 0,-1 1 1 0 0,1-1-1 0 0,0 1 1 0 0,0 0 0 0 0,5-2-1 0 0,-2 2 27 0 0,1 0-1 0 0,0 0 1 0 0,0 1 0 0 0,0 0 0 0 0,1 1-1 0 0,-1 0 1 0 0,0 0 0 0 0,0 1-1 0 0,0-1 1 0 0,0 2 0 0 0,0-1 0 0 0,0 1-1 0 0,10 4 1 0 0,-17-5 38 0 0,0-1-33 0 0,0 1-1 0 0,0 0 1 0 0,0 0-1 0 0,0 0 1 0 0,0 0 0 0 0,0 0-1 0 0,-1 0 1 0 0,1 0-1 0 0,0 0 1 0 0,0 0-1 0 0,-1 0 1 0 0,1 0 0 0 0,-1 1-1 0 0,1-1 1 0 0,0 3-1 0 0,-1-4 32 0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40.492"/>
    </inkml:context>
    <inkml:brush xml:id="br0">
      <inkml:brushProperty name="width" value="0.035" units="cm"/>
      <inkml:brushProperty name="height" value="0.035" units="cm"/>
      <inkml:brushProperty name="color" value="#004F8B"/>
    </inkml:brush>
  </inkml:definitions>
  <inkml:trace contextRef="#ctx0" brushRef="#br0">115 29 455 0 0,'6'-14'20112'0'0,"-6"13"-19973"0"0,-1 0 0 0 0,1 0 0 0 0,0 0-1 0 0,-1 1 1 0 0,1-1 0 0 0,-1 0 0 0 0,0 1 0 0 0,1-1-1 0 0,-1 0 1 0 0,1 1 0 0 0,-1-1 0 0 0,0 1 0 0 0,0-1-1 0 0,1 1 1 0 0,-1-1 0 0 0,0 1 0 0 0,0-1 0 0 0,0 1-1 0 0,1 0 1 0 0,-3-1 0 0 0,1 1 27 0 0,0-1 1 0 0,-1 1-1 0 0,1 0 0 0 0,-1 0 1 0 0,1 0-1 0 0,0 0 0 0 0,-5 1 1 0 0,2 1 44 0 0,-1-1 1 0 0,1 1 0 0 0,-1 0 0 0 0,1 0 0 0 0,0 0-1 0 0,-5 4 1 0 0,7-4-168 0 0,-1 1 1 0 0,1 0-1 0 0,0 0 0 0 0,1 0 0 0 0,-1 0 0 0 0,1 0 1 0 0,-1 0-1 0 0,1 1 0 0 0,0-1 0 0 0,0 1 0 0 0,0 0 1 0 0,1-1-1 0 0,-1 1 0 0 0,1 0 0 0 0,0 0 1 0 0,0 0-1 0 0,-1 7 0 0 0,1-2-5 0 0,1 0 1 0 0,0 0 0 0 0,0-1-1 0 0,1 1 1 0 0,0 0-1 0 0,1 0 1 0 0,2 10-1 0 0,-1-6-52 0 0,5 15 59 0 0,-7-27-44 0 0,-1 0 0 0 0,1 1 0 0 0,0-1-1 0 0,0 0 1 0 0,-1 1 0 0 0,1-1 0 0 0,0 0 0 0 0,1 0 0 0 0,-1 0-1 0 0,0 0 1 0 0,0 0 0 0 0,0 0 0 0 0,0 0 0 0 0,1 0-1 0 0,-1 0 1 0 0,3 0 0 0 0,-1 0 10 0 0,0 0-1 0 0,0-1 1 0 0,0 1-1 0 0,0-1 1 0 0,0 0-1 0 0,0 0 1 0 0,0 0-1 0 0,0-1 1 0 0,0 1-1 0 0,6-2 0 0 0,-7 2-9 0 0,1-1 32 0 0,0-1 0 0 0,0 1-1 0 0,0-1 1 0 0,0 1 0 0 0,0-1 0 0 0,0 0-1 0 0,-1 0 1 0 0,1 0 0 0 0,-1 0 0 0 0,1 0-1 0 0,-1-1 1 0 0,0 1 0 0 0,0-1-1 0 0,0 0 1 0 0,0 1 0 0 0,0-1 0 0 0,0 0-1 0 0,-1 0 1 0 0,0 0 0 0 0,1 0 0 0 0,0-5-1 0 0,2-4 169 0 0,-1-1 1 0 0,0 0-1 0 0,2-26 0 0 0,-4 32-70 0 0,-1 0 0 0 0,-1 1 1 0 0,1-1-1 0 0,-1 0 0 0 0,0 1 1 0 0,0-1-1 0 0,-4-9 0 0 0,5 15-73 0 0,-1-1-35 0 0,1 2 36 0 0,0 0-58 0 0,0 0 0 0 0,1 1 0 0 0,-1-1 0 0 0,1 0 0 0 0,-1 0 0 0 0,1 1 0 0 0,-1-1 0 0 0,0 0 0 0 0,1 1 0 0 0,-1-1 0 0 0,1 0 0 0 0,-1 1 0 0 0,0-1 0 0 0,0 1 0 0 0,1-1 0 0 0,-1 1 0 0 0,0-1 0 0 0,0 1 0 0 0,1-1 0 0 0,-1 0 0 0 0,0 1 0 0 0,0-1 0 0 0,0 1 0 0 0,0 0 0 0 0,4 15 19 0 0,-4-13-20 0 0,2 9-1 0 0,-1 1 0 0 0,0 15 0 0 0,-2-18 0 0 0,2 1 0 0 0,-1-1 0 0 0,1 0 0 0 0,5 17 0 0 0,-6-25-16 0 0,1 0 0 0 0,-1-1-1 0 0,1 1 1 0 0,0 0 0 0 0,0-1 0 0 0,0 1-1 0 0,0-1 1 0 0,0 0 0 0 0,0 1-1 0 0,0-1 1 0 0,1 0 0 0 0,-1 1 0 0 0,0-1-1 0 0,1 0 1 0 0,-1 0 0 0 0,1 0 0 0 0,-1 0-1 0 0,1 0 1 0 0,0-1 0 0 0,-1 1 0 0 0,1 0-1 0 0,0-1 1 0 0,-1 1 0 0 0,1-1 0 0 0,3 1-1 0 0,-5-1-500 0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41.284"/>
    </inkml:context>
    <inkml:brush xml:id="br0">
      <inkml:brushProperty name="width" value="0.035" units="cm"/>
      <inkml:brushProperty name="height" value="0.035" units="cm"/>
      <inkml:brushProperty name="color" value="#004F8B"/>
    </inkml:brush>
  </inkml:definitions>
  <inkml:trace contextRef="#ctx0" brushRef="#br0">1 0 6767 0 0,'1'18'14339'0'0,"1"1"-9667"0"0,0-8-4441 0 0,-1 1-1 0 0,-1 18 1 0 0,1-28 615 0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41.744"/>
    </inkml:context>
    <inkml:brush xml:id="br0">
      <inkml:brushProperty name="width" value="0.035" units="cm"/>
      <inkml:brushProperty name="height" value="0.035" units="cm"/>
      <inkml:brushProperty name="color" value="#004F8B"/>
    </inkml:brush>
  </inkml:definitions>
  <inkml:trace contextRef="#ctx0" brushRef="#br0">0 1 7079 0 0,'0'0'14554'0'0,"5"12"-12204"0"0,-3 2-1518 0 0,-1 0 0 0 0,1 19 0 0 0,-2-32-1217 0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42.680"/>
    </inkml:context>
    <inkml:brush xml:id="br0">
      <inkml:brushProperty name="width" value="0.035" units="cm"/>
      <inkml:brushProperty name="height" value="0.035" units="cm"/>
      <inkml:brushProperty name="color" value="#004F8B"/>
    </inkml:brush>
  </inkml:definitions>
  <inkml:trace contextRef="#ctx0" brushRef="#br0">283 13 1375 0 0,'17'-13'21376'0'0,"-18"18"-21188"0"0,-1-1 1 0 0,1 0-1 0 0,-1 0 0 0 0,0 0 0 0 0,0 1 1 0 0,0-2-1 0 0,0 1 0 0 0,-1 0 0 0 0,1 0 0 0 0,-1-1 1 0 0,-3 4-1 0 0,-7 9 125 0 0,-36 68 237 0 0,-20 27 72 0 0,62-100-498 0 0,-14 16 93 0 0,1 0 0 0 0,2 2 0 0 0,-22 46 0 0 0,8-16 1511 0 0,31-58-1616 0 0,0 3 375 0 0,2-7-2626 0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43.758"/>
    </inkml:context>
    <inkml:brush xml:id="br0">
      <inkml:brushProperty name="width" value="0.035" units="cm"/>
      <inkml:brushProperty name="height" value="0.035" units="cm"/>
      <inkml:brushProperty name="color" value="#004F8B"/>
    </inkml:brush>
  </inkml:definitions>
  <inkml:trace contextRef="#ctx0" brushRef="#br0">20 85 5239 0 0,'1'-3'12194'0'0,"0"-6"-9846"0"0,4 2-1414 0 0,1 0 1 0 0,-1 0-1 0 0,1 1 1 0 0,13-12-1 0 0,-15 15-658 0 0,0 0 0 0 0,0 0-1 0 0,1 0 1 0 0,0 0 0 0 0,-1 0-1 0 0,1 1 1 0 0,0 0-1 0 0,0 0 1 0 0,7-1 0 0 0,-9 3-227 0 0,-1-1 0 0 0,0 1 0 0 0,1 0 0 0 0,-1 0 0 0 0,1 1 0 0 0,-1-1 0 0 0,0 0 0 0 0,1 1 0 0 0,-1 0 0 0 0,0-1 1 0 0,0 1-1 0 0,1 0 0 0 0,-1 0 0 0 0,0 0 0 0 0,0 1 0 0 0,0-1 0 0 0,0 0 0 0 0,0 1 0 0 0,0-1 0 0 0,3 4 0 0 0,-3-2-40 0 0,0 0 0 0 0,1 0 0 0 0,-1 0 1 0 0,0 0-1 0 0,-1 0 0 0 0,1 0 0 0 0,0 0 0 0 0,-1 1 0 0 0,0-1 0 0 0,0 0 0 0 0,0 1 0 0 0,0-1 0 0 0,0 5 0 0 0,-1-1 11 0 0,0 0-1 0 0,0 0 1 0 0,-1 1-1 0 0,0-1 1 0 0,-1 0 0 0 0,1 0-1 0 0,-1 0 1 0 0,-1 0-1 0 0,0-1 1 0 0,1 1 0 0 0,-2-1-1 0 0,-3 7 1 0 0,2-6 5 0 0,0 1 0 0 0,0-1 0 0 0,-1 0 0 0 0,1-1-1 0 0,-2 1 1 0 0,1-1 0 0 0,-1-1 0 0 0,0 1 0 0 0,-11 7 0 0 0,15-12-14 0 0,0 0-1 0 0,0 0 1 0 0,1 0 0 0 0,-1 0-1 0 0,0 0 1 0 0,0 0 0 0 0,0-1-1 0 0,0 1 1 0 0,0-1 0 0 0,0 0-1 0 0,0 0 1 0 0,0 0 0 0 0,0 0-1 0 0,0-1 1 0 0,0 1 0 0 0,0-1-1 0 0,0 0 1 0 0,0 1 0 0 0,0-2-1 0 0,0 1 1 0 0,1 0 0 0 0,-1 0-1 0 0,0-1 1 0 0,1 1 0 0 0,-1-1-1 0 0,1 0 1 0 0,-1 0 0 0 0,1 0-1 0 0,-3-4 1 0 0,4 6-11 0 0,1-1 0 0 0,0 1 0 0 0,-1-1 0 0 0,1 1 0 0 0,0 0 0 0 0,0-1 0 0 0,0 1 0 0 0,-1-1 0 0 0,1 1 0 0 0,0-1 0 0 0,0 1 0 0 0,0-1 0 0 0,0 1 0 0 0,0-1 0 0 0,0 1 0 0 0,0-1 0 0 0,0 1 0 0 0,0-1 0 0 0,0 1 0 0 0,0-1 0 0 0,0 1 0 0 0,0-1 0 0 0,0 1 0 0 0,1-1 0 0 0,-1 1 0 0 0,0-1 0 0 0,0 1 0 0 0,0-1 0 0 0,1 1 0 0 0,-1 0 0 0 0,1-1 0 0 0,10-12 0 0 0,-10 12 0 0 0,2-2 28 0 0,-1 1-1 0 0,1-1 1 0 0,0 1-1 0 0,0 0 1 0 0,0 0-1 0 0,0 0 1 0 0,0 0-1 0 0,1 1 1 0 0,-1-1-1 0 0,1 1 1 0 0,-1 0-1 0 0,1 0 1 0 0,-1 0-1 0 0,1 0 1 0 0,-1 1 0 0 0,1-1-1 0 0,0 1 1 0 0,-1 0-1 0 0,1 0 1 0 0,0 1-1 0 0,-1-1 1 0 0,1 1-1 0 0,-1-1 1 0 0,1 1-1 0 0,-1 0 1 0 0,1 1-1 0 0,-1-1 1 0 0,1 0-1 0 0,-1 1 1 0 0,0 0-1 0 0,0 0 1 0 0,0 0 0 0 0,0 0-1 0 0,0 0 1 0 0,0 1-1 0 0,3 3 1 0 0,-4 10 180 0 0,-2-16-270 0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45.712"/>
    </inkml:context>
    <inkml:brush xml:id="br0">
      <inkml:brushProperty name="width" value="0.035" units="cm"/>
      <inkml:brushProperty name="height" value="0.035" units="cm"/>
      <inkml:brushProperty name="color" value="#004F8B"/>
    </inkml:brush>
  </inkml:definitions>
  <inkml:trace contextRef="#ctx0" brushRef="#br0">26 0 7775 0 0,'0'0'704'0'0,"-21"7"16413"0"0,27-8-16843 0 0,0 0-1 0 0,0 1 0 0 0,0-1 1 0 0,0 1-1 0 0,0 1 0 0 0,0-1 1 0 0,6 2-1 0 0,16 0 335 0 0,-27-2-593 0 0,0 0 0 0 0,0 0 1 0 0,0 0-1 0 0,-1 0 0 0 0,1 0 0 0 0,0 1 0 0 0,0-1 1 0 0,0 0-1 0 0,0 0 0 0 0,0 1 0 0 0,-1-1 0 0 0,1 0 0 0 0,1 2 1 0 0,-1-2 0 0 0,-1 0 0 0 0,0 0 0 0 0,0 0-1 0 0,0 1 1 0 0,1-1 0 0 0,-1 0 0 0 0,0 1 0 0 0,0-1 0 0 0,0 0 0 0 0,0 0 0 0 0,0 1 0 0 0,0-1 0 0 0,1 0 0 0 0,-1 1 0 0 0,0-1 0 0 0,0 0 0 0 0,0 1 0 0 0,0-1 0 0 0,0 0 0 0 0,0 1 0 0 0,0-1 0 0 0,-1 0 0 0 0,1 1 0 0 0,0-1 0 0 0,0 1 0 0 0,-1 2 68 0 0,-1-1 0 0 0,1 1 0 0 0,-1 0 0 0 0,0-1 0 0 0,0 1 0 0 0,-2 2 0 0 0,-12 15-55 0 0,0 1 1 0 0,2 1-1 0 0,-20 40 0 0 0,32-59-17 0 0,1 0 0 0 0,0-1 0 0 0,0 1-1 0 0,0 0 1 0 0,1 0 0 0 0,-1 0-1 0 0,1 0 1 0 0,-1 3 0 0 0,1-5-10 0 0,0 0 1 0 0,0 0-1 0 0,0 0 1 0 0,1 0-1 0 0,-1 0 1 0 0,0-1-1 0 0,0 1 1 0 0,1 0-1 0 0,-1 0 1 0 0,1 0-1 0 0,-1-1 1 0 0,1 1-1 0 0,-1 0 1 0 0,1 0-1 0 0,-1-1 1 0 0,1 1-1 0 0,-1-1 1 0 0,1 1-1 0 0,0 0 1 0 0,-1-1-1 0 0,1 1 1 0 0,0-1-1 0 0,0 1 1 0 0,-1-1-1 0 0,1 0 1 0 0,0 1-1 0 0,0-1 1 0 0,0 0-1 0 0,0 0 1 0 0,-1 1-1 0 0,1-1 1 0 0,0 0-1 0 0,0 0 1 0 0,0 0-1 0 0,0 0 1 0 0,0 0-1 0 0,-1 0 1 0 0,3-1-1 0 0,16 3 155 0 0,29 5 0 0 0,-23-3 60 0 0,-23-3-190 0 0,-1-1 0 0 0,0 0 1 0 0,0 0-1 0 0,0 0 0 0 0,1 0 1 0 0,-1 0-1 0 0,0 0 0 0 0,0-1 1 0 0,0 1-1 0 0,0 0 0 0 0,1-1 1 0 0,-1 1-1 0 0,0 0 0 0 0,0-1 1 0 0,0 0-1 0 0,0 1 1 0 0,0-1-1 0 0,1 0 0 0 0,8-10-1048 0 0,-5 2-2460 0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46.013"/>
    </inkml:context>
    <inkml:brush xml:id="br0">
      <inkml:brushProperty name="width" value="0.035" units="cm"/>
      <inkml:brushProperty name="height" value="0.035" units="cm"/>
      <inkml:brushProperty name="color" value="#004F8B"/>
    </inkml:brush>
  </inkml:definitions>
  <inkml:trace contextRef="#ctx0" brushRef="#br0">0 0 7343 0 0,'3'4'11626'0'0,"7"-3"-5822"0"0,17-3-4086 0 0,-2 0-370 0 0,-13 2-1098 0 0,-7-1-3057 0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46.462"/>
    </inkml:context>
    <inkml:brush xml:id="br0">
      <inkml:brushProperty name="width" value="0.035" units="cm"/>
      <inkml:brushProperty name="height" value="0.035" units="cm"/>
      <inkml:brushProperty name="color" value="#004F8B"/>
    </inkml:brush>
  </inkml:definitions>
  <inkml:trace contextRef="#ctx0" brushRef="#br0">1 16 10999 0 0,'1'-3'-321'0'0,"3"-9"14801"0"0,-2 13-14226 0 0,0 1 0 0 0,0 0 1 0 0,-1 0-1 0 0,0 0 1 0 0,1 0-1 0 0,-1 0 0 0 0,0 0 1 0 0,0 0-1 0 0,0 0 0 0 0,0 1 1 0 0,1 3-1 0 0,5 31 94 0 0,-5-25-1616 0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47.123"/>
    </inkml:context>
    <inkml:brush xml:id="br0">
      <inkml:brushProperty name="width" value="0.035" units="cm"/>
      <inkml:brushProperty name="height" value="0.035" units="cm"/>
      <inkml:brushProperty name="color" value="#004F8B"/>
    </inkml:brush>
  </inkml:definitions>
  <inkml:trace contextRef="#ctx0" brushRef="#br0">1 0 919 0 0,'0'0'22955'0'0,"9"15"-21561"0"0,-7-12-1198 0 0,-1 1-1 0 0,0 0 0 0 0,0 0 0 0 0,0 0 0 0 0,-1 0 0 0 0,1 5 0 0 0,-1 6-2361 0 0,0-13 1482 0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48.025"/>
    </inkml:context>
    <inkml:brush xml:id="br0">
      <inkml:brushProperty name="width" value="0.035" units="cm"/>
      <inkml:brushProperty name="height" value="0.035" units="cm"/>
      <inkml:brushProperty name="color" value="#004F8B"/>
    </inkml:brush>
  </inkml:definitions>
  <inkml:trace contextRef="#ctx0" brushRef="#br0">73 0 6535 0 0,'0'0'483'0'0,"-3"7"-294"0"0,0-5 1367 0 0,3-2-1157 0 0,-1 1 0 0 0,1-1-1 0 0,-1 1 1 0 0,1-1 0 0 0,-1 1-1 0 0,1-1 1 0 0,-1 1 0 0 0,1-1-1 0 0,-1 1 1 0 0,1-1 0 0 0,-1 1-1 0 0,1-1 1 0 0,-1 0 0 0 0,0 1-1 0 0,1-1 1 0 0,-1 0 0 0 0,0 0-1 0 0,1 1 1 0 0,-1-1 0 0 0,0 0-1 0 0,1 0 1 0 0,-1 0 0 0 0,0 0-1 0 0,-1 0 1 0 0,-21-3 1027 0 0,-1-1 705 0 0,22 49-1941 0 0,1-26-73 0 0,1 0-1 0 0,0-1 1 0 0,5 31-1 0 0,-5-47-80 0 0,1-1 0 0 0,0 1 0 0 0,0-1 0 0 0,0 0 0 0 0,0 1 0 0 0,0-1 0 0 0,0 0 0 0 0,0 0 0 0 0,2 2 0 0 0,-2-3 116 0 0,20 3 2095 0 0,-20-3-2094 0 0,6 5 808 0 0,-3-1-4529 0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48.615"/>
    </inkml:context>
    <inkml:brush xml:id="br0">
      <inkml:brushProperty name="width" value="0.035" units="cm"/>
      <inkml:brushProperty name="height" value="0.035" units="cm"/>
      <inkml:brushProperty name="color" value="#004F8B"/>
    </inkml:brush>
  </inkml:definitions>
  <inkml:trace contextRef="#ctx0" brushRef="#br0">0 1 1375 0 0,'0'0'19974'0'0,"13"7"-18237"0"0,10 3-169 0 0,-23-10-1447 0 0,7 8 199 0 0,-5-6-256 0 0,-2-1 0 0 0,1-1-11 0 0,-1 1-43 0 0,0 1-1 0 0,1-1 1 0 0,-1 0-1 0 0,0 0 0 0 0,0 0 1 0 0,0 0-1 0 0,0 0 1 0 0,0 0-1 0 0,0 0 0 0 0,0 0 1 0 0,0 1-1 0 0,0-1 0 0 0,0 0 1 0 0,-1 0-1 0 0,1 0 1 0 0,-1 1-1 0 0,1-1-22 0 0,-1 8 12 0 0,0-1-1 0 0,0 1 0 0 0,1-1 1 0 0,0 1-1 0 0,2 14 1 0 0,0-6-43 0 0,-2-14 34 0 0,0-1 0 0 0,0 1 0 0 0,0-1-1 0 0,0 1 1 0 0,0-1 0 0 0,-1 1 0 0 0,1-1 0 0 0,-2 4 0 0 0,1-5 104 0 0,0 0 0 0 0,1-1 0 0 0,-1 1 1 0 0,0 0-1 0 0,0-1 0 0 0,1 1 0 0 0,-1 0 0 0 0,0-1 0 0 0,0 1 0 0 0,0-1 0 0 0,0 0 0 0 0,0 1 0 0 0,0-1 0 0 0,0 0 1 0 0,0 1-1 0 0,0-1 0 0 0,0 0 0 0 0,0 0 0 0 0,0 0 0 0 0,0 0 0 0 0,0 0 0 0 0,0 0 0 0 0,-1 0 0 0 0,-6 1-805 0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49.469"/>
    </inkml:context>
    <inkml:brush xml:id="br0">
      <inkml:brushProperty name="width" value="0.035" units="cm"/>
      <inkml:brushProperty name="height" value="0.035" units="cm"/>
      <inkml:brushProperty name="color" value="#004F8B"/>
    </inkml:brush>
  </inkml:definitions>
  <inkml:trace contextRef="#ctx0" brushRef="#br0">0 4 2647 0 0,'0'0'5491'0'0,"8"-2"672"0"0,2 0-4218 0 0,-6 3-1650 0 0,0 0 0 0 0,0 0 0 0 0,-1 0 0 0 0,1 0 0 0 0,4 3 0 0 0,-4-2-47 0 0,0-1-1 0 0,-1 1 0 0 0,1-1 1 0 0,0 0-1 0 0,7 1 1 0 0,-8-1-153 0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49.849"/>
    </inkml:context>
    <inkml:brush xml:id="br0">
      <inkml:brushProperty name="width" value="0.035" units="cm"/>
      <inkml:brushProperty name="height" value="0.035" units="cm"/>
      <inkml:brushProperty name="color" value="#004F8B"/>
    </inkml:brush>
  </inkml:definitions>
  <inkml:trace contextRef="#ctx0" brushRef="#br0">0 0 5815 0 0,'0'0'527'0'0,"5"13"6241"0"0,-2-4-5407 0 0,1 1-603 0 0,-1 1-1 0 0,0 0 1 0 0,0-1-1 0 0,-1 1 0 0 0,-1 0 1 0 0,0 0-1 0 0,0 0 1 0 0,-2 16-1 0 0,1-24-646 0 0,0-2 399 0 0,5 0 35 0 0,5-1 160 0 0,-9-1-634 0 0,0 1-22 0 0,1-1 0 0 0,-1 0 0 0 0,1 1 0 0 0,0-1 1 0 0,-1 1-1 0 0,1 0 0 0 0,-1 0 0 0 0,1-1 0 0 0,0 1 0 0 0,-1 0 0 0 0,1 0 0 0 0,0 0 0 0 0,-1 1 0 0 0,3-1 0 0 0,-4 0-172 0 0,9 8-246 0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50.465"/>
    </inkml:context>
    <inkml:brush xml:id="br0">
      <inkml:brushProperty name="width" value="0.035" units="cm"/>
      <inkml:brushProperty name="height" value="0.035" units="cm"/>
      <inkml:brushProperty name="color" value="#004F8B"/>
    </inkml:brush>
  </inkml:definitions>
  <inkml:trace contextRef="#ctx0" brushRef="#br0">0 0 1839 0 0,'0'0'12079'0'0,"10"8"-6422"0"0,-8-8-5429 0 0,0 1 0 0 0,0 0-1 0 0,0 0 1 0 0,0 0 0 0 0,0 0 0 0 0,0 0-1 0 0,0 0 1 0 0,0 1 0 0 0,0-1-1 0 0,-1 1 1 0 0,1-1 0 0 0,-1 1 0 0 0,1 0-1 0 0,1 2 1 0 0,-3-4 27 0 0,3 8-19 0 0,-2-5-211 0 0,-1-1 3 0 0,1 1 1 0 0,-1 0-1 0 0,1-1 0 0 0,-1 1 0 0 0,0 0 0 0 0,0-1 1 0 0,0 1-1 0 0,0 0 0 0 0,-1-1 0 0 0,1 1 0 0 0,-2 3 1 0 0,-1 19-28 0 0,3-18-1 0 0,1-3 0 0 0,-1 0 0 0 0,1 1 0 0 0,-1-1 0 0 0,1 0 0 0 0,0 0 0 0 0,1 1 0 0 0,-1-1 0 0 0,1 0 0 0 0,2 5 0 0 0,-3-9 16 0 0,-1 1-1 0 0,0-1 1 0 0,1 1 0 0 0,-1-1-1 0 0,0 1 1 0 0,0-1 0 0 0,0 1-1 0 0,0 0 1 0 0,1-1-1 0 0,-1 1 1 0 0,0-1 0 0 0,0 1-1 0 0,0 0 1 0 0,0-1 0 0 0,0 1-1 0 0,0-1 1 0 0,0 1-1 0 0,-1-1 1 0 0,1 1 0 0 0,0 0-1 0 0,0-1 1 0 0,0 1 0 0 0,-1-1-1 0 0,1 1 1 0 0,0-1-1 0 0,0 1 1 0 0,-1-1 0 0 0,1 1-1 0 0,-1-1 1 0 0,1 1-1 0 0,0-1 1 0 0,-1 1 0 0 0,1-1-1 0 0,-1 0 1 0 0,0 1 0 0 0,-13 5 1627 0 0,14-6-1560 0 0,-7 0 934 0 0,-4 2-231 0 0,5 1-3061 0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52.544"/>
    </inkml:context>
    <inkml:brush xml:id="br0">
      <inkml:brushProperty name="width" value="0.035" units="cm"/>
      <inkml:brushProperty name="height" value="0.035" units="cm"/>
      <inkml:brushProperty name="color" value="#004F8B"/>
    </inkml:brush>
  </inkml:definitions>
  <inkml:trace contextRef="#ctx0" brushRef="#br0">1 88 1375 0 0,'1'-4'2243'0'0,"2"-15"11021"0"0,-1 11-12380 0 0,0 3-347 0 0,0 1 1 0 0,0 0 0 0 0,0 0-1 0 0,0 1 1 0 0,1-1-1 0 0,0 0 1 0 0,-1 1-1 0 0,1 0 1 0 0,4-4 0 0 0,-4 5-377 0 0,-1 0 1 0 0,1 1-1 0 0,0-1 1 0 0,0 1 0 0 0,-1-1-1 0 0,1 1 1 0 0,0 0-1 0 0,0 0 1 0 0,0 1 0 0 0,0-1-1 0 0,1 1 1 0 0,-1-1 0 0 0,0 1-1 0 0,3 0 1 0 0,-1 0-94 0 0,-1 0-1 0 0,1 0 1 0 0,-1 1 0 0 0,1-1 0 0 0,-1 1-1 0 0,0 0 1 0 0,1 0 0 0 0,-1 1 0 0 0,0-1-1 0 0,0 1 1 0 0,0 0 0 0 0,0 0 0 0 0,0 0-1 0 0,0 1 1 0 0,-1-1 0 0 0,1 1 0 0 0,-1 0-1 0 0,0 0 1 0 0,0 0 0 0 0,0 0 0 0 0,0 1-1 0 0,0-1 1 0 0,-1 1 0 0 0,1 0 0 0 0,-1 0-1 0 0,0 0 1 0 0,0 0 0 0 0,0 0 0 0 0,-1 0-1 0 0,0 0 1 0 0,0 1 0 0 0,1 6 0 0 0,-1-4-41 0 0,0 0 0 0 0,-1 0 0 0 0,-1 0 0 0 0,1 1 0 0 0,-1-1 1 0 0,0 0-1 0 0,0 0 0 0 0,-1 0 0 0 0,0 0 0 0 0,-1 0 0 0 0,1-1 0 0 0,-1 1 1 0 0,0-1-1 0 0,-1 0 0 0 0,0 1 0 0 0,-4 4 0 0 0,5-7-14 0 0,0 0-1 0 0,0-1 1 0 0,0 0 0 0 0,0 0 0 0 0,-1 0-1 0 0,1 0 1 0 0,-1 0 0 0 0,0-1-1 0 0,0 1 1 0 0,0-1 0 0 0,0 0 0 0 0,0 0-1 0 0,-1-1 1 0 0,1 1 0 0 0,-5 0-1 0 0,5-1-1 0 0,1-1 0 0 0,-1 0-1 0 0,1 1 1 0 0,0-1 0 0 0,-1 0-1 0 0,1-1 1 0 0,-1 1-1 0 0,1-1 1 0 0,0 0 0 0 0,-1 1-1 0 0,1-2 1 0 0,0 1 0 0 0,0 0-1 0 0,-1 0 1 0 0,1-1 0 0 0,0 0-1 0 0,1 0 1 0 0,-1 0-1 0 0,0 0 1 0 0,-4-4 0 0 0,6 5-10 0 0,0 0 0 0 0,0 1 0 0 0,0-1 1 0 0,0 1-1 0 0,1-1 0 0 0,-1 0 0 0 0,0 0 0 0 0,1 0 1 0 0,-1 1-1 0 0,1-1 0 0 0,-1 0 0 0 0,1 0 1 0 0,-1 0-1 0 0,1 0 0 0 0,-1 0 0 0 0,1 0 0 0 0,0 0 1 0 0,0 0-1 0 0,-1 0 0 0 0,1 0 0 0 0,0 0 0 0 0,0 0 1 0 0,0 0-1 0 0,0 0 0 0 0,0 0 0 0 0,0 0 1 0 0,1 0-1 0 0,-1 0 0 0 0,0 0 0 0 0,0 0 0 0 0,1 0 1 0 0,-1 0-1 0 0,1-1 0 0 0,1-1-6 0 0,-1 1 0 0 0,1 0 1 0 0,0-1-1 0 0,0 1 0 0 0,0 0 0 0 0,0 0 0 0 0,0 0 0 0 0,0 0 1 0 0,1 0-1 0 0,-1 0 0 0 0,1 1 0 0 0,-1-1 0 0 0,1 1 0 0 0,-1 0 1 0 0,1 0-1 0 0,0 0 0 0 0,0 0 0 0 0,0 0 0 0 0,-1 0 0 0 0,1 1 1 0 0,0-1-1 0 0,0 1 0 0 0,0 0 0 0 0,0 0 0 0 0,0 0 0 0 0,0 0 1 0 0,0 1-1 0 0,0-1 0 0 0,0 1 0 0 0,0 0 0 0 0,-1 0 0 0 0,1 0 1 0 0,0 0-1 0 0,0 0 0 0 0,-1 0 0 0 0,1 1 0 0 0,-1-1 0 0 0,1 1 1 0 0,2 2-1 0 0,9 10-338 0 0,-14-13 116 0 0,1 0 162 0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53.432"/>
    </inkml:context>
    <inkml:brush xml:id="br0">
      <inkml:brushProperty name="width" value="0.035" units="cm"/>
      <inkml:brushProperty name="height" value="0.035" units="cm"/>
      <inkml:brushProperty name="color" value="#004F8B"/>
    </inkml:brush>
  </inkml:definitions>
  <inkml:trace contextRef="#ctx0" brushRef="#br0">140 33 2759 0 0,'-1'-3'11616'0'0,"-4"-9"-7096"0"0,3 10-4206 0 0,0 1 1 0 0,1-1-1 0 0,-1 1 0 0 0,0-1 0 0 0,-1 1 1 0 0,1 0-1 0 0,0-1 0 0 0,0 1 0 0 0,0 0 0 0 0,-1 0 1 0 0,1 1-1 0 0,0-1 0 0 0,-1 0 0 0 0,1 1 0 0 0,-1 0 1 0 0,-3-1-1 0 0,2 1-166 0 0,1 1 1 0 0,0-1-1 0 0,0 1 1 0 0,-1 0 0 0 0,1 0-1 0 0,0 0 1 0 0,0 0-1 0 0,0 0 1 0 0,0 1-1 0 0,0-1 1 0 0,-4 4-1 0 0,3-3-119 0 0,0 2-1 0 0,0-1 1 0 0,0 0-1 0 0,1 1 1 0 0,-1 0-1 0 0,1 0 0 0 0,0 0 1 0 0,0 0-1 0 0,1 0 1 0 0,-1 1-1 0 0,1-1 1 0 0,0 1-1 0 0,0 0 1 0 0,0-1-1 0 0,0 1 1 0 0,0 5-1 0 0,1-1-24 0 0,1 0 1 0 0,-1 0-1 0 0,2 0 0 0 0,-1 0 0 0 0,1-1 0 0 0,3 11 1 0 0,-3-15-28 0 0,0 0 0 0 0,0 0 0 0 0,0 0 0 0 0,1 0 0 0 0,0 0 1 0 0,0 0-1 0 0,0-1 0 0 0,0 1 0 0 0,0-1 0 0 0,1 1 0 0 0,0-1 0 0 0,-1 0 1 0 0,1 0-1 0 0,0 0 0 0 0,5 3 0 0 0,-6-5 40 0 0,0 0-1 0 0,0 0 1 0 0,0 0-1 0 0,0 0 1 0 0,0-1 0 0 0,0 1-1 0 0,0-1 1 0 0,0 1-1 0 0,0-1 1 0 0,0 0-1 0 0,1 0 1 0 0,-1 1 0 0 0,0-2-1 0 0,0 1 1 0 0,0 0-1 0 0,0 0 1 0 0,0-1-1 0 0,0 1 1 0 0,0-1 0 0 0,0 0-1 0 0,0 1 1 0 0,0-1-1 0 0,3-2 1 0 0,-1 1 19 0 0,-1 0-1 0 0,1-1 1 0 0,0 0 0 0 0,-1 0 0 0 0,1 0 0 0 0,-1 0-1 0 0,0 0 1 0 0,5-7 0 0 0,-6 6-14 0 0,-1 0-1 0 0,1 1 1 0 0,-1-1-1 0 0,1 0 1 0 0,-1 0-1 0 0,0 0 1 0 0,-1 0-1 0 0,1-5 1 0 0,0-33 632 0 0,-1 38-511 0 0,-1 1 0 0 0,0 0 0 0 0,0-1 0 0 0,0 1 0 0 0,0 0 0 0 0,-1-1 0 0 0,-1-2 0 0 0,3 5-39 0 0,12 45 640 0 0,-6-21-734 0 0,-3-12 51 0 0,0-1 0 0 0,0 0 1 0 0,1 0-1 0 0,0 0 0 0 0,8 13 0 0 0,-11-22-67 0 0,0 0 0 0 0,0 0 0 0 0,-1 0-1 0 0,1 0 1 0 0,0-1 0 0 0,0 1 0 0 0,0 0-1 0 0,0-1 1 0 0,0 1 0 0 0,0-1 0 0 0,0 1 0 0 0,1-1-1 0 0,-1 0 1 0 0,0 1 0 0 0,0-1 0 0 0,0 0-1 0 0,0 0 1 0 0,3 0 0 0 0,6 1-2425 0 0,-10-1 2111 0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54.238"/>
    </inkml:context>
    <inkml:brush xml:id="br0">
      <inkml:brushProperty name="width" value="0.035" units="cm"/>
      <inkml:brushProperty name="height" value="0.035" units="cm"/>
      <inkml:brushProperty name="color" value="#004F8B"/>
    </inkml:brush>
  </inkml:definitions>
  <inkml:trace contextRef="#ctx0" brushRef="#br0">0 27 919 0 0,'1'-6'167'0'0,"0"-1"5437"0"0,1-1 4874 0 0,1 3-6479 0 0,8 54-63 0 0,-10-45-3695 0 0,1 12-3 0 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55.144"/>
    </inkml:context>
    <inkml:brush xml:id="br0">
      <inkml:brushProperty name="width" value="0.035" units="cm"/>
      <inkml:brushProperty name="height" value="0.035" units="cm"/>
      <inkml:brushProperty name="color" value="#004F8B"/>
    </inkml:brush>
  </inkml:definitions>
  <inkml:trace contextRef="#ctx0" brushRef="#br0">7 1 1839 0 0,'2'6'20713'0'0,"12"-6"-18063"0"0,8 5-2949 0 0,-21-5 324 0 0,0 1 0 0 0,-1-1 0 0 0,1 1-1 0 0,-1-1 1 0 0,1 1 0 0 0,-1-1 0 0 0,1 1 0 0 0,-1-1 0 0 0,1 1 0 0 0,-1-1-1 0 0,1 1 1 0 0,-1 0 0 0 0,0-1 0 0 0,1 1 0 0 0,-1 0 0 0 0,0-1-1 0 0,1 1 1 0 0,-1 0 0 0 0,0-1 0 0 0,0 1 0 0 0,0 0 0 0 0,0 0-1 0 0,0-1 1 0 0,0 1 0 0 0,0 1 0 0 0,0 0 24 0 0,-1 0 0 0 0,1 0 0 0 0,-1 0 1 0 0,0 1-1 0 0,0-1 0 0 0,1 0 0 0 0,-1 0 0 0 0,-3 3 0 0 0,-1 2 26 0 0,0-1 0 0 0,0 1-1 0 0,-11 9 1 0 0,16-16-59 0 0,0 0-13 0 0,-1 1 1 0 0,1-1-1 0 0,0 0 0 0 0,0 1 0 0 0,0-1 0 0 0,-1 0 0 0 0,1 1 0 0 0,0-1 0 0 0,0 0 0 0 0,-1 0 0 0 0,1 1 0 0 0,0-1 0 0 0,-1 0 0 0 0,1 0 0 0 0,0 1 0 0 0,-1-1 0 0 0,1 0 0 0 0,0 0 0 0 0,-1 0 1 0 0,1 0-1 0 0,-1 0 0 0 0,1 0 0 0 0,0 1 0 0 0,-1-1 0 0 0,1 0 0 0 0,-1 0 0 0 0,1 0 0 0 0,0 0 0 0 0,-1 0 0 0 0,1 0 0 0 0,0-1 0 0 0,-1 1 0 0 0,1 0 0 0 0,-1 0 0 0 0,1 0 0 0 0,-1-1 63 0 0,0-2-53 0 0,1 3-13 0 0,0 0 0 0 0,1 0 0 0 0,-1 0 0 0 0,0 0 0 0 0,0-1 0 0 0,0 1 0 0 0,0 0 0 0 0,0 0 0 0 0,1 0 0 0 0,-1 0 0 0 0,0 0 0 0 0,0 0 0 0 0,0 0 0 0 0,1 0 0 0 0,-1 0 0 0 0,0 0 0 0 0,0 0 0 0 0,0-1 0 0 0,0 1 0 0 0,1 0 0 0 0,-1 0 0 0 0,0 0 0 0 0,0 0 0 0 0,0 1 0 0 0,1-1 0 0 0,-1 0 0 0 0,0 0 0 0 0,0 0 0 0 0,0 0 0 0 0,1 0 0 0 0,-1 0 0 0 0,0 0 0 0 0,0 0 0 0 0,0 0 0 0 0,0 0 0 0 0,1 0 0 0 0,-1 1 0 0 0,0-1 0 0 0,6 3 0 0 0,-4 0 148 0 0,1-1-1 0 0,0 0 1 0 0,1 0 0 0 0,-1 0-1 0 0,0 0 1 0 0,1 0 0 0 0,-1-1-1 0 0,1 1 1 0 0,-1-1 0 0 0,1 0-1 0 0,0 0 1 0 0,0 0-1 0 0,-1-1 1 0 0,5 1 0 0 0,-5-3-39 0 0,-2-1-3921 0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55.870"/>
    </inkml:context>
    <inkml:brush xml:id="br0">
      <inkml:brushProperty name="width" value="0.035" units="cm"/>
      <inkml:brushProperty name="height" value="0.035" units="cm"/>
      <inkml:brushProperty name="color" value="#004F8B"/>
    </inkml:brush>
  </inkml:definitions>
  <inkml:trace contextRef="#ctx0" brushRef="#br0">116 11 2303 0 0,'10'1'1022'0'0,"-7"-1"403"0"0,-1-1-1 0 0,1 0 0 0 0,0 0 0 0 0,-1 0 1 0 0,1 0-1 0 0,-1 0 0 0 0,4-2 0 0 0,-6 3-1254 0 0,1-1 851 0 0,-1 1-850 0 0,0 0-1 0 0,0 0 0 0 0,0 0 0 0 0,0 0 0 0 0,1-1 0 0 0,-1 1 0 0 0,0 0 1 0 0,0 0-1 0 0,0 0 0 0 0,0 0 0 0 0,1 0 0 0 0,-1 0 0 0 0,0 0 1 0 0,0 0-1 0 0,0 0 0 0 0,0 0 0 0 0,1 0 0 0 0,-1 0 0 0 0,0 0 1 0 0,0 0-1 0 0,0 0 0 0 0,1 0 0 0 0,-1 0 0 0 0,0 0 0 0 0,0 0 0 0 0,0 0 1 0 0,0 0-1 0 0,1 1 0 0 0,-1-1 0 0 0,1 0 851 0 0,-1 1-851 0 0,0-1 0 0 0,0 0 1 0 0,0 0-1 0 0,0 0 0 0 0,-3 13 2680 0 0,-15 24-3752 0 0,12-26 1618 0 0,-20 45-113 0 0,-52 99 706 0 0,70-140-873 0 0,-9 22 0 0 0,17-36-372 0 0,-1 0-1972 0 0,1-6-3948 0 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57.348"/>
    </inkml:context>
    <inkml:brush xml:id="br0">
      <inkml:brushProperty name="width" value="0.035" units="cm"/>
      <inkml:brushProperty name="height" value="0.035" units="cm"/>
      <inkml:brushProperty name="color" value="#004F8B"/>
    </inkml:brush>
  </inkml:definitions>
  <inkml:trace contextRef="#ctx0" brushRef="#br0">64 83 9759 0 0,'-3'-23'3214'0'0,"3"21"-2689"0"0,0 0 1 0 0,1 0-1 0 0,-1 1 1 0 0,0-1-1 0 0,1 0 1 0 0,0 0-1 0 0,-1 0 1 0 0,1 1-1 0 0,0-1 0 0 0,0 0 1 0 0,1-2-1 0 0,1 1-115 0 0,-1 0-1 0 0,0 1 0 0 0,1-1 0 0 0,0 0 0 0 0,5-4 1 0 0,-6 6-247 0 0,0-1 0 0 0,1 1 0 0 0,-1-1 0 0 0,1 1 0 0 0,-1 0 0 0 0,1-1 0 0 0,-1 1 1 0 0,1 0-1 0 0,-1 1 0 0 0,1-1 0 0 0,0 1 0 0 0,0-1 0 0 0,-1 1 0 0 0,1 0 0 0 0,0 0 1 0 0,0 0-1 0 0,5 0 0 0 0,-4 2-45 0 0,0 0 1 0 0,0 0-1 0 0,0 1 1 0 0,-1-1-1 0 0,1 1 1 0 0,-1-1-1 0 0,1 1 0 0 0,-1 0 1 0 0,0 1-1 0 0,0-1 1 0 0,0 0-1 0 0,0 1 1 0 0,-1 0-1 0 0,1 0 1 0 0,-1-1-1 0 0,0 1 1 0 0,0 1-1 0 0,-1-1 1 0 0,1 0-1 0 0,-1 0 0 0 0,0 1 1 0 0,0-1-1 0 0,0 0 1 0 0,-1 1-1 0 0,1 4 1 0 0,-2-2-59 0 0,1 0 0 0 0,-1 0 0 0 0,0 0 0 0 0,0-1 0 0 0,-1 1 0 0 0,0-1 0 0 0,0 1 0 0 0,-6 9 0 0 0,2-3-10 0 0,-1-1 0 0 0,0 0 0 0 0,-11 13 0 0 0,15-22-7 0 0,1 1 1 0 0,-1-1-1 0 0,0 0 1 0 0,0 0 0 0 0,0-1-1 0 0,-1 1 1 0 0,1-1-1 0 0,-1 0 1 0 0,1 1 0 0 0,-1-2-1 0 0,0 1 1 0 0,0 0-1 0 0,0-1 1 0 0,0 1-1 0 0,0-1 1 0 0,0 0 0 0 0,-7 0-1 0 0,6-1-24 0 0,0 0-1 0 0,0 0 1 0 0,0-1 0 0 0,0 0-1 0 0,0 0 1 0 0,1 0 0 0 0,-1 0-1 0 0,0-1 1 0 0,0 0 0 0 0,1 0-1 0 0,-1 0 1 0 0,1-1-1 0 0,0 1 1 0 0,-5-5 0 0 0,8 7-20 0 0,1-1 0 0 0,-1 1 0 0 0,1-1 0 0 0,0 1 0 0 0,-1-1 0 0 0,1 1 0 0 0,0-1 1 0 0,0 1-1 0 0,-1-1 0 0 0,1 1 0 0 0,0-1 0 0 0,0 1 0 0 0,0-1 0 0 0,0 0 0 0 0,-1 1 0 0 0,1-1 0 0 0,0 1 1 0 0,0-1-1 0 0,0 0 0 0 0,1 1 0 0 0,-1-1 0 0 0,0 1 0 0 0,0-1 0 0 0,0 1 0 0 0,0-1 0 0 0,0 0 0 0 0,1 1 0 0 0,-1-1 1 0 0,0 1-1 0 0,0-1 0 0 0,1 1 0 0 0,-1-1 0 0 0,0 1 0 0 0,1-1 0 0 0,-1 1 0 0 0,1-1 0 0 0,15-15-48 0 0,-13 14 49 0 0,1 0 0 0 0,-1-1 0 0 0,1 2 0 0 0,-1-1 0 0 0,1 0 0 0 0,0 1 0 0 0,-1-1 0 0 0,1 1 0 0 0,5-1 0 0 0,-7 2 0 0 0,0 0 0 0 0,1 0 0 0 0,-1 0 0 0 0,0 0 0 0 0,0 0 0 0 0,1 0 0 0 0,-1 1 0 0 0,0-1 0 0 0,1 1 0 0 0,-1 0 0 0 0,0-1 0 0 0,0 1 0 0 0,0 0 0 0 0,0 0 0 0 0,0 1 0 0 0,0-1 0 0 0,2 2 0 0 0,38 29 140 0 0,-42-31-51 0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58.697"/>
    </inkml:context>
    <inkml:brush xml:id="br0">
      <inkml:brushProperty name="width" value="0.035" units="cm"/>
      <inkml:brushProperty name="height" value="0.035" units="cm"/>
      <inkml:brushProperty name="color" value="#004F8B"/>
    </inkml:brush>
  </inkml:definitions>
  <inkml:trace contextRef="#ctx0" brushRef="#br0">6 4 11399 0 0,'-5'-3'11711'0'0,"8"5"-11448"0"0,1-1 0 0 0,-1 0 0 0 0,1 0 0 0 0,-1 0 1 0 0,1-1-1 0 0,-1 1 0 0 0,1-1 0 0 0,0 0 0 0 0,3 0 0 0 0,36-5 1318 0 0,-30 3-1024 0 0,14 18-26 0 0,-26-15-413 0 0,-1-1-59 0 0,3 2-34 0 0,-3-2 170 0 0,-12 19-131 0 0,-7 4-64 0 0,-28 41 0 0 0,24-22 181 0 0,21-39-159 0 0,4 9 31 0 0,-2-10-49 0 0,1 0 0 0 0,-1 0 0 0 0,1 0 0 0 0,0-1-1 0 0,-1 1 1 0 0,1 0 0 0 0,0-1 0 0 0,0 1 0 0 0,1 0 0 0 0,-1-1 0 0 0,0 0 0 0 0,0 1-1 0 0,1-1 1 0 0,-1 0 0 0 0,1 1 0 0 0,2 1 0 0 0,-1-1 27 0 0,1 0 0 0 0,-1-1 1 0 0,1 1-1 0 0,0-1 0 0 0,6 2 0 0 0,7 1 79 0 0,0-2 0 0 0,0 0 0 0 0,20-1 0 0 0,-30-1-111 0 0,19-3-88 0 0,-23 1-3172 0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59.127"/>
    </inkml:context>
    <inkml:brush xml:id="br0">
      <inkml:brushProperty name="width" value="0.035" units="cm"/>
      <inkml:brushProperty name="height" value="0.035" units="cm"/>
      <inkml:brushProperty name="color" value="#004F8B"/>
    </inkml:brush>
  </inkml:definitions>
  <inkml:trace contextRef="#ctx0" brushRef="#br0">1 1 2303 0 0,'0'9'19565'0'0,"1"-6"-16341"0"0,5-1-2938 0 0,0 0-1 0 0,0-1 0 0 0,1 0 0 0 0,-1 0 0 0 0,1 0 1 0 0,-1-1-1 0 0,1 0 0 0 0,8-1 0 0 0,2 1-1232 0 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7:59.966"/>
    </inkml:context>
    <inkml:brush xml:id="br0">
      <inkml:brushProperty name="width" value="0.035" units="cm"/>
      <inkml:brushProperty name="height" value="0.035" units="cm"/>
      <inkml:brushProperty name="color" value="#004F8B"/>
    </inkml:brush>
  </inkml:definitions>
  <inkml:trace contextRef="#ctx0" brushRef="#br0">0 5 3223 0 0,'4'-4'20351'0'0,"-2"9"-19986"0"0,0 0 1 0 0,-1 1-1 0 0,1-1 1 0 0,-1 0-1 0 0,0 1 1 0 0,-1 0-1 0 0,1-1 1 0 0,-1 1-1 0 0,-1 9 1 0 0,1 6-345 0 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00.809"/>
    </inkml:context>
    <inkml:brush xml:id="br0">
      <inkml:brushProperty name="width" value="0.035" units="cm"/>
      <inkml:brushProperty name="height" value="0.035" units="cm"/>
      <inkml:brushProperty name="color" value="#004F8B"/>
    </inkml:brush>
  </inkml:definitions>
  <inkml:trace contextRef="#ctx0" brushRef="#br0">0 15 1375 0 0,'0'0'15695'0'0,"17"-10"-11818"0"0,-17 9-3761 0 0,1 1 0 0 0,-1 0 0 0 0,0-1 0 0 0,1 1 0 0 0,-1 0 0 0 0,1-1 1 0 0,-1 1-1 0 0,0 0 0 0 0,1 0 0 0 0,-1-1 0 0 0,1 1 0 0 0,-1 0 0 0 0,1 0 0 0 0,-1 0 0 0 0,1 0 0 0 0,-1 0 0 0 0,1 0 0 0 0,-1 0 0 0 0,1 0 0 0 0,-1 0 0 0 0,1 0 0 0 0,-1 0 0 0 0,1 0 0 0 0,-1 0 0 0 0,1 0 0 0 0,-1 0 1 0 0,1 0-1 0 0,-1 0 0 0 0,1 1 0 0 0,-1-1 0 0 0,1 0 0 0 0,-1 0 0 0 0,1 1 0 0 0,0 0-27 0 0,0 0 0 0 0,0 1 0 0 0,0-1 1 0 0,-1 0-1 0 0,1 0 0 0 0,-1 1 0 0 0,1-1 0 0 0,-1 0 1 0 0,0 1-1 0 0,1-1 0 0 0,-1 0 0 0 0,0 3 0 0 0,1-1-78 0 0,-1 0-1 0 0,0-1 1 0 0,0 1 0 0 0,0 0-1 0 0,0 0 1 0 0,-1-1-1 0 0,1 1 1 0 0,-1 0 0 0 0,0-1-1 0 0,1 1 1 0 0,-1 0-1 0 0,0-1 1 0 0,-1 1 0 0 0,-1 2-1 0 0,-2 1 41 0 0,-8 6 201 0 0,13-12 36 0 0,16 5 437 0 0,-5-1-36 0 0,-5-3-2498 0 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01.760"/>
    </inkml:context>
    <inkml:brush xml:id="br0">
      <inkml:brushProperty name="width" value="0.035" units="cm"/>
      <inkml:brushProperty name="height" value="0.035" units="cm"/>
      <inkml:brushProperty name="color" value="#004F8B"/>
    </inkml:brush>
  </inkml:definitions>
  <inkml:trace contextRef="#ctx0" brushRef="#br0">76 3 4975 0 0,'0'0'11640'0'0,"-19"-3"-11165"0"0,12 4 56 0 0,-1-1-1 0 0,1 2 1 0 0,0-1 0 0 0,-12 4 1887 0 0,18 7-1617 0 0,-5 81 262 0 0,6-92-1058 0 0,0 1 33 0 0,-1 1 0 0 0,1-1 0 0 0,0 1 0 0 0,0-1 0 0 0,0 0 0 0 0,0 1 0 0 0,0-1 0 0 0,0 1 0 0 0,1-1 0 0 0,-1 0 0 0 0,1 1 0 0 0,0-1 0 0 0,0 0 0 0 0,-1 0 0 0 0,3 4 0 0 0,17 8 1276 0 0,-19-13-1169 0 0,0-1-266 0 0,-1 0 0 0 0,1 0 0 0 0,0 0 0 0 0,0 0 0 0 0,0 0 0 0 0,0 0 0 0 0,0 0 0 0 0,-1-1 0 0 0,1 1 0 0 0,0 0 0 0 0,0 0 0 0 0,0-1 0 0 0,-1 1 0 0 0,2-1 0 0 0,0-2-2016 0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02.331"/>
    </inkml:context>
    <inkml:brush xml:id="br0">
      <inkml:brushProperty name="width" value="0.035" units="cm"/>
      <inkml:brushProperty name="height" value="0.035" units="cm"/>
      <inkml:brushProperty name="color" value="#004F8B"/>
    </inkml:brush>
  </inkml:definitions>
  <inkml:trace contextRef="#ctx0" brushRef="#br0">9 1 1375 0 0,'-9'-1'20368'0'0,"11"2"-20236"0"0,0-1 1 0 0,0 1-1 0 0,0-1 0 0 0,0 1 0 0 0,0 0 0 0 0,0 0 1 0 0,-1 0-1 0 0,1 0 0 0 0,0 0 0 0 0,-1 0 0 0 0,1 1 1 0 0,-1-1-1 0 0,1 1 0 0 0,-1-1 0 0 0,1 1 1 0 0,-1-1-1 0 0,0 1 0 0 0,0 0 0 0 0,0-1 0 0 0,0 1 1 0 0,0 0-1 0 0,0 0 0 0 0,-1 0 0 0 0,2 2 0 0 0,-2-3 23 0 0,0 1-84 0 0,-2 0-77 0 0,4 14 73 0 0,1 0-67 0 0,0-7 0 0 0,-2 0 0 0 0,1 0 0 0 0,-1 0 0 0 0,0 0 0 0 0,-1 10 0 0 0,-1-16 71 0 0,1 0 0 0 0,-1-1 0 0 0,1 1-1 0 0,-1 0 1 0 0,0-1 0 0 0,0 1 0 0 0,-2 3 0 0 0,3-5 26 0 0,0-1 1 0 0,-1 1-1 0 0,1 0 0 0 0,-1 0 1 0 0,1-1-1 0 0,-1 1 1 0 0,1 0-1 0 0,-1-1 1 0 0,0 1-1 0 0,1 0 1 0 0,-1-1-1 0 0,0 1 1 0 0,1-1-1 0 0,-1 1 1 0 0,0-1-1 0 0,0 0 0 0 0,1 1 1 0 0,-1-1-1 0 0,0 0 1 0 0,0 1-1 0 0,-1-1 1 0 0,1-1-221 0 0,0 0 1 0 0,-1 0 0 0 0,1 0 0 0 0,0-1-1 0 0,0 1 1 0 0,0 0 0 0 0,0-1 0 0 0,1 1-1 0 0,-2-3 1 0 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03.380"/>
    </inkml:context>
    <inkml:brush xml:id="br0">
      <inkml:brushProperty name="width" value="0.035" units="cm"/>
      <inkml:brushProperty name="height" value="0.035" units="cm"/>
      <inkml:brushProperty name="color" value="#004F8B"/>
    </inkml:brush>
  </inkml:definitions>
  <inkml:trace contextRef="#ctx0" brushRef="#br0">37 0 2447 0 0,'0'0'9570'0'0,"-18"12"-7636"0"0,5 0 1382 0 0,12-11-3285 0 0,0 1 0 0 0,1-1 0 0 0,-1 1 0 0 0,0-1 1 0 0,1 1-1 0 0,0 0 0 0 0,-1-1 0 0 0,1 1 0 0 0,0 0 0 0 0,0-1 1 0 0,0 1-1 0 0,0 0 0 0 0,0 2 0 0 0,7 43 925 0 0,0-8 200 0 0,-7-33-886 0 0,0-6-196 0 0,20 5 964 0 0,-9 2-4598 0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03.794"/>
    </inkml:context>
    <inkml:brush xml:id="br0">
      <inkml:brushProperty name="width" value="0.035" units="cm"/>
      <inkml:brushProperty name="height" value="0.035" units="cm"/>
      <inkml:brushProperty name="color" value="#004F8B"/>
    </inkml:brush>
  </inkml:definitions>
  <inkml:trace contextRef="#ctx0" brushRef="#br0">1 1 2303 0 0,'0'0'13027'0'0,"6"17"-10799"0"0,-3-10-2033 0 0,1-1 0 0 0,-1 0 0 0 0,1 0 0 0 0,1-1 0 0 0,-1 1 0 0 0,1-1 0 0 0,9 9 0 0 0,11 12 2025 0 0,-25-25-1983 0 0,1 2 15 0 0,0-2-215 0 0,-1-1 0 0 0,0 0 0 0 0,0 1 0 0 0,1-1 0 0 0,-1 0 0 0 0,0 0 0 0 0,0 1 0 0 0,0-1 0 0 0,0 0 0 0 0,0 1 0 0 0,1-1 0 0 0,-1 0 0 0 0,0 1 0 0 0,0-1 0 0 0,0 0 0 0 0,0 1 0 0 0,0-1 0 0 0,0 1 0 0 0,0-1 0 0 0,0 0 0 0 0,0 1 1 0 0,0-1-1 0 0,0 0 0 0 0,0 1 0 0 0,-1-1 0 0 0,1 0 0 0 0,0 1 0 0 0,0-1 0 0 0,0 0 0 0 0,0 1 0 0 0,0-1 0 0 0,-1 0 0 0 0,1 0 0 0 0,0 1 0 0 0,0-1 0 0 0,-1 0 0 0 0,1 0 0 0 0,0 1 0 0 0,0-1 0 0 0,-1 0 0 0 0,1 0 0 0 0,0 0 0 0 0,-1 1 0 0 0,1-1 0 0 0,0 0 0 0 0,-1 0 0 0 0,-29 13-549 0 0,27-11-320 0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16.434"/>
    </inkml:context>
    <inkml:brush xml:id="br0">
      <inkml:brushProperty name="width" value="0.035" units="cm"/>
      <inkml:brushProperty name="height" value="0.035" units="cm"/>
      <inkml:brushProperty name="color" value="#004F8B"/>
    </inkml:brush>
  </inkml:definitions>
  <inkml:trace contextRef="#ctx0" brushRef="#br0">37 106 1375 0 0,'-2'-7'1177'0'0,"-4"-6"6902"0"0,6 11-7345 0 0,-1 0-1 0 0,1 0 1 0 0,0 0-1 0 0,-1 0 1 0 0,1 1-1 0 0,0-1 1 0 0,0 0-1 0 0,0 0 0 0 0,0 0 1 0 0,0 0-1 0 0,1 0 1 0 0,0-2-1 0 0,-1 2-352 0 0,1-1 0 0 0,0 1-1 0 0,0 0 1 0 0,0 0-1 0 0,1 0 1 0 0,-1 0 0 0 0,1 0-1 0 0,2-3 1 0 0,0 1-147 0 0,0 1-1 0 0,0-1 1 0 0,0 1 0 0 0,1 0-1 0 0,-1 1 1 0 0,1-1 0 0 0,0 1-1 0 0,7-3 1 0 0,-7 3-142 0 0,0 1-1 0 0,0-1 1 0 0,0 1 0 0 0,0 0 0 0 0,0 1-1 0 0,0-1 1 0 0,0 1 0 0 0,0 0-1 0 0,0 0 1 0 0,0 1 0 0 0,0 0-1 0 0,0-1 1 0 0,0 2 0 0 0,9 2-1 0 0,-11-2-35 0 0,1-1 0 0 0,-1 1 0 0 0,0 0 1 0 0,1 1-1 0 0,-1-1 0 0 0,0 1 0 0 0,0-1 0 0 0,-1 1 0 0 0,1 0 0 0 0,-1 0 0 0 0,1 0 0 0 0,-1 0 0 0 0,0 0 0 0 0,0 1 0 0 0,0-1 0 0 0,0 1 0 0 0,-1-1 0 0 0,0 1 0 0 0,2 7 0 0 0,-2-5-6 0 0,0 0-1 0 0,0 0 1 0 0,-1 1-1 0 0,0-1 1 0 0,0 0-1 0 0,-1 0 1 0 0,0 1-1 0 0,0-1 1 0 0,0 0-1 0 0,-1 0 1 0 0,0 0 0 0 0,0 0-1 0 0,-1 0 1 0 0,1-1-1 0 0,-5 7 1 0 0,2-3-25 0 0,-1-1-1 0 0,0 1 1 0 0,0-1 0 0 0,-1 0 0 0 0,0-1 0 0 0,0 0-1 0 0,-1 0 1 0 0,-12 9 0 0 0,17-14-14 0 0,-1 0-1 0 0,1 0 1 0 0,-1-1-1 0 0,0 1 1 0 0,0-1-1 0 0,1 0 1 0 0,-1 0-1 0 0,0 0 1 0 0,0-1 0 0 0,0 1-1 0 0,0-1 1 0 0,0 0-1 0 0,0 0 1 0 0,0-1-1 0 0,-8 0 1 0 0,7 0-1 0 0,1-1 1 0 0,-1 1-1 0 0,0-1 0 0 0,1 0 1 0 0,-1 0-1 0 0,1 0 1 0 0,0 0-1 0 0,0-1 0 0 0,0 1 1 0 0,0-1-1 0 0,0 0 1 0 0,-6-7-1 0 0,10 9-12 0 0,0 0 0 0 0,-1 1 0 0 0,1-1 0 0 0,0 0 0 0 0,0 0-1 0 0,-1 1 1 0 0,1-1 0 0 0,0 0 0 0 0,0 0 0 0 0,0 0 0 0 0,0 1 0 0 0,0-1 0 0 0,0 0 0 0 0,0 0 0 0 0,1 0 0 0 0,-1 1-1 0 0,0-1 1 0 0,0 0 0 0 0,1 0 0 0 0,-1 1 0 0 0,0-1 0 0 0,1 0 0 0 0,-1 1 0 0 0,0-1 0 0 0,1 0 0 0 0,-1 1-1 0 0,1-1 1 0 0,0 1 0 0 0,-1-1 0 0 0,1 0 0 0 0,-1 1 0 0 0,1 0 0 0 0,1-1 0 0 0,-2 0 1 0 0,5-3-2 0 0,1 0 0 0 0,-1 0-1 0 0,1 1 1 0 0,0 0 0 0 0,0 0 0 0 0,0 1 0 0 0,0-1-1 0 0,1 1 1 0 0,8-2 0 0 0,-10 3 1 0 0,0 0-1 0 0,1 0 1 0 0,-1 1-1 0 0,0-1 1 0 0,1 1-1 0 0,-1 1 1 0 0,0-1-1 0 0,1 1 1 0 0,-1-1-1 0 0,0 1 1 0 0,0 1 0 0 0,7 1-1 0 0,-8-1-17 0 0,-3-1 10 0 0,1 0 0 0 0,0-1-1 0 0,0 1 1 0 0,0 0 0 0 0,-1 1-1 0 0,1-1 1 0 0,-1 0 0 0 0,1 0-1 0 0,-1 1 1 0 0,1-1-1 0 0,1 3 1 0 0,-2 2 795 0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17.323"/>
    </inkml:context>
    <inkml:brush xml:id="br0">
      <inkml:brushProperty name="width" value="0.035" units="cm"/>
      <inkml:brushProperty name="height" value="0.035" units="cm"/>
      <inkml:brushProperty name="color" value="#004F8B"/>
    </inkml:brush>
  </inkml:definitions>
  <inkml:trace contextRef="#ctx0" brushRef="#br0">177 24 15719 0 0,'0'0'1574'0'0,"-9"-12"2796"0"0,6 10-4046 0 0,0 0-1 0 0,-1 1 1 0 0,1 0-1 0 0,-1-1 0 0 0,1 1 1 0 0,-1 1-1 0 0,0-1 1 0 0,1 0-1 0 0,-1 1 1 0 0,0 0-1 0 0,1 0 1 0 0,-1 0-1 0 0,-7 1 1 0 0,6 0-220 0 0,0 0-1 0 0,1 1 1 0 0,-1 0 0 0 0,0 0 0 0 0,0 0 0 0 0,1 0 0 0 0,0 1 0 0 0,-1-1 0 0 0,-5 6 0 0 0,5-4-116 0 0,0 1 1 0 0,0 0-1 0 0,0 0 1 0 0,1 0-1 0 0,0 1 1 0 0,0-1-1 0 0,0 1 1 0 0,1 0-1 0 0,-1 0 1 0 0,1 0 0 0 0,1 1-1 0 0,-1-1 1 0 0,1 1-1 0 0,0-1 1 0 0,0 9-1 0 0,1-12 12 0 0,1 0 0 0 0,0 0 0 0 0,0 0 0 0 0,0 0 0 0 0,0 0 0 0 0,1 0 0 0 0,-1 0 0 0 0,1 0 0 0 0,0 0 0 0 0,-1 0 0 0 0,2 0 0 0 0,-1 0 0 0 0,0-1 0 0 0,0 1 0 0 0,1 0 0 0 0,0-1 0 0 0,-1 1 0 0 0,1-1 0 0 0,0 0 0 0 0,0 1 0 0 0,0-1 0 0 0,3 2 0 0 0,-1-2 0 0 0,-1 0 0 0 0,1 0 0 0 0,-1 0 0 0 0,1 0 0 0 0,-1-1 0 0 0,1 0 0 0 0,0 0 0 0 0,0 0 0 0 0,0 0 0 0 0,0 0 0 0 0,-1-1 0 0 0,1 0 0 0 0,0 0 0 0 0,0 0 0 0 0,0 0 0 0 0,7-1 0 0 0,-7 0 7 0 0,0-1-1 0 0,1 1 0 0 0,-1 0 1 0 0,0-1-1 0 0,0 0 1 0 0,0 0-1 0 0,0 0 1 0 0,0-1-1 0 0,0 1 0 0 0,0-1 1 0 0,-1 0-1 0 0,0 0 1 0 0,1 0-1 0 0,-1-1 1 0 0,0 1-1 0 0,-1-1 1 0 0,4-4-1 0 0,-3 3 80 0 0,0-1 0 0 0,0 1 0 0 0,-1-1-1 0 0,0 1 1 0 0,0-1 0 0 0,0 0 0 0 0,0 0 0 0 0,-1 0 0 0 0,0 0 0 0 0,-1-1-1 0 0,1 1 1 0 0,-1-7 0 0 0,-5-4 898 0 0,4 17-949 0 0,1-1 0 0 0,0 0-1 0 0,-1 1 1 0 0,1-1 0 0 0,-1 1 0 0 0,1-1-1 0 0,-1 1 1 0 0,1-1 0 0 0,-1 1 0 0 0,1-1 0 0 0,-1 1-1 0 0,0-1 1 0 0,1 1 0 0 0,-1 0 0 0 0,0-1-1 0 0,1 1 1 0 0,-1 0 0 0 0,0-1 0 0 0,1 1-1 0 0,-1 0 1 0 0,0 0 0 0 0,1 0 0 0 0,-1 0 0 0 0,0 0-1 0 0,-1 0 1 0 0,2 0-40 0 0,-1 0-1 0 0,1 0 1 0 0,-1 0 0 0 0,1 1-1 0 0,-1-1 1 0 0,1 0 0 0 0,0 0-1 0 0,-1 1 1 0 0,1-1 0 0 0,-1 0-1 0 0,1 1 1 0 0,0-1 0 0 0,-1 0-1 0 0,1 1 1 0 0,0-1 0 0 0,0 0-1 0 0,-1 1 1 0 0,1-1 0 0 0,0 1-1 0 0,0-1 1 0 0,0 1 0 0 0,-1-1-1 0 0,1 1 1 0 0,0-1 0 0 0,0 1-1 0 0,0-1 1 0 0,0 1 0 0 0,0-1-1 0 0,0 1 1 0 0,0 15-165 0 0,0-14 179 0 0,2 13-46 0 0,1 0 1 0 0,0 1-1 0 0,8 22 1 0 0,-2-9 471 0 0,-9-29-435 0 0,10 28 152 0 0,-9-26-148 0 0,-1-1 1 0 0,1 1-1 0 0,0-1 0 0 0,0 0 0 0 0,0 1 0 0 0,-1-1 1 0 0,1 0-1 0 0,0 0 0 0 0,1 1 0 0 0,-1-1 1 0 0,0 0-1 0 0,0 0 0 0 0,0 0 0 0 0,1-1 1 0 0,-1 1-1 0 0,3 1 0 0 0,-3-2-126 0 0,-1 1 0 0 0,1-1 1 0 0,0 0-1 0 0,-1 0 0 0 0,1 0 0 0 0,-1 0 1 0 0,1 0-1 0 0,0-1 0 0 0,-1 1 0 0 0,1 0 0 0 0,-1 0 1 0 0,1 0-1 0 0,0 0 0 0 0,-1-1 0 0 0,1 1 1 0 0,-1 0-1 0 0,1 0 0 0 0,-1-1 0 0 0,1 1 0 0 0,-1-1 1 0 0,1 1-1 0 0,-1 0 0 0 0,1-1 0 0 0,-1 1 0 0 0,0-1 1 0 0,1 1-1 0 0,-1-1 0 0 0,0 1 0 0 0,1-1 1 0 0,-1 1-1 0 0,1-1 0 0 0,-1 0-182 0 0,3-5-1199 0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17.594"/>
    </inkml:context>
    <inkml:brush xml:id="br0">
      <inkml:brushProperty name="width" value="0.035" units="cm"/>
      <inkml:brushProperty name="height" value="0.035" units="cm"/>
      <inkml:brushProperty name="color" value="#004F8B"/>
    </inkml:brush>
  </inkml:definitions>
  <inkml:trace contextRef="#ctx0" brushRef="#br0">0 0 1839 0 0,'2'6'16360'0'0,"0"8"-11396"0"0,-1 3-3211 0 0,1 22 181 0 0,4 0-3582 0 0,-5-34 725 0 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18.052"/>
    </inkml:context>
    <inkml:brush xml:id="br0">
      <inkml:brushProperty name="width" value="0.035" units="cm"/>
      <inkml:brushProperty name="height" value="0.035" units="cm"/>
      <inkml:brushProperty name="color" value="#004F8B"/>
    </inkml:brush>
  </inkml:definitions>
  <inkml:trace contextRef="#ctx0" brushRef="#br0">1 0 1375 0 0,'0'0'15847'0'0,"2"9"-10333"0"0,1 2-3766 0 0,-3-7-1119 0 0,1 16 57 0 0,-1-19-680 0 0,0-1 0 0 0,0 1 0 0 0,0 0 0 0 0,1 0 0 0 0,-1 0 0 0 0,0-1-1 0 0,1 1 1 0 0,-1 0 0 0 0,0 0 0 0 0,1-1 0 0 0,-1 1 0 0 0,1 0 0 0 0,0-1 0 0 0,-1 1 0 0 0,1-1-1 0 0,-1 1 1 0 0,1-1 0 0 0,0 1 0 0 0,-1-1 0 0 0,1 1 0 0 0,0-1 0 0 0,0 1 0 0 0,-1-1 0 0 0,1 0 0 0 0,1 1-1 0 0,0-1-4 0 0,1 0 0 0 0,-1 0 0 0 0,0 1-1 0 0,1-2 1 0 0,-1 1 0 0 0,0 0-1 0 0,1 0 1 0 0,3-2 0 0 0,1 1-2524 0 0,0-1-3323 0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18.289"/>
    </inkml:context>
    <inkml:brush xml:id="br0">
      <inkml:brushProperty name="width" value="0.035" units="cm"/>
      <inkml:brushProperty name="height" value="0.035" units="cm"/>
      <inkml:brushProperty name="color" value="#004F8B"/>
    </inkml:brush>
  </inkml:definitions>
  <inkml:trace contextRef="#ctx0" brushRef="#br0">7 0 12463 0 0,'0'0'1134'0'0,"-2"21"8235"0"0,-1 3-7787 0 0,1 44 0 0 0,3-63-1776 0 0,0 4-4162 0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19.079"/>
    </inkml:context>
    <inkml:brush xml:id="br0">
      <inkml:brushProperty name="width" value="0.035" units="cm"/>
      <inkml:brushProperty name="height" value="0.035" units="cm"/>
      <inkml:brushProperty name="color" value="#004F8B"/>
    </inkml:brush>
  </inkml:definitions>
  <inkml:trace contextRef="#ctx0" brushRef="#br0">285 25 9727 0 0,'6'-7'-1649'0'0,"12"-11"18932"0"0,-21 20-14038 0 0,-5 5-3684 0 0,-10 11 469 0 0,0 0 0 0 0,2 1 0 0 0,-18 25 0 0 0,10-12-22 0 0,-34 49 128 0 0,-40 47 733 0 0,91-120-804 0 0,4-4-17 0 0,0 0 0 0 0,-1-1 0 0 0,1 1 0 0 0,-6 2-1 0 0,8-6 9 0 0,0-1-206 0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20.189"/>
    </inkml:context>
    <inkml:brush xml:id="br0">
      <inkml:brushProperty name="width" value="0.035" units="cm"/>
      <inkml:brushProperty name="height" value="0.035" units="cm"/>
      <inkml:brushProperty name="color" value="#004F8B"/>
    </inkml:brush>
  </inkml:definitions>
  <inkml:trace contextRef="#ctx0" brushRef="#br0">63 66 1375 0 0,'1'-4'127'0'0,"0"-13"12549"0"0,-1 15-12195 0 0,0 0 1 0 0,1 0-1 0 0,-1 0 0 0 0,1 0 1 0 0,0 0-1 0 0,0 0 1 0 0,0 0-1 0 0,-1 0 0 0 0,2 0 1 0 0,-1 1-1 0 0,0-1 0 0 0,0 0 1 0 0,1 1-1 0 0,-1-1 0 0 0,1 1 1 0 0,-1-1-1 0 0,1 1 1 0 0,-1 0-1 0 0,3-2 0 0 0,-1 2-215 0 0,0-1-1 0 0,0 1 0 0 0,1 0 1 0 0,-1 0-1 0 0,0 0 1 0 0,0 1-1 0 0,0-1 0 0 0,1 1 1 0 0,-1 0-1 0 0,0 0 1 0 0,5 0-1 0 0,-1 1-187 0 0,-1 0 1 0 0,0 0 0 0 0,0 1-1 0 0,1-1 1 0 0,-1 2-1 0 0,0-1 1 0 0,-1 0-1 0 0,1 1 1 0 0,0 0-1 0 0,-1 0 1 0 0,0 1 0 0 0,8 6-1 0 0,-10-6-47 0 0,1 0 0 0 0,-2 0 0 0 0,1 0 0 0 0,0 0 0 0 0,-1 1 0 0 0,0-1 0 0 0,0 1 0 0 0,0-1 0 0 0,0 1 0 0 0,-1 0 0 0 0,0 0 0 0 0,1 9 0 0 0,-1-4 56 0 0,0 0 0 0 0,-1 0 0 0 0,0 0 0 0 0,-1 1 0 0 0,-3 12 0 0 0,1-12-18 0 0,0 0 0 0 0,-1-1 0 0 0,0 1-1 0 0,-1-1 1 0 0,0 0 0 0 0,-1 0-1 0 0,0-1 1 0 0,-1 0 0 0 0,0 0-1 0 0,0 0 1 0 0,-1-1 0 0 0,0 0 0 0 0,0 0-1 0 0,-14 9 1 0 0,19-15-56 0 0,0-1 0 0 0,-1 1 1 0 0,1-1-1 0 0,0 1 0 0 0,0-1 0 0 0,-1 0 0 0 0,1 0 0 0 0,0-1 1 0 0,-1 1-1 0 0,1-1 0 0 0,-1 1 0 0 0,1-1 0 0 0,-1 0 1 0 0,1 0-1 0 0,-1-1 0 0 0,1 1 0 0 0,-1-1 0 0 0,1 0 0 0 0,0 0 1 0 0,-1 0-1 0 0,-3-2 0 0 0,3 1 2 0 0,0 0 0 0 0,0 0 0 0 0,0 0 0 0 0,0 0 0 0 0,1-1 0 0 0,-1 0 0 0 0,1 0 0 0 0,0 0 0 0 0,-1 0-1 0 0,1 0 1 0 0,1-1 0 0 0,-1 0 0 0 0,0 1 0 0 0,1-1 0 0 0,0 0 0 0 0,-3-6 0 0 0,5 9-16 0 0,-1-1 0 0 0,1 1 0 0 0,0-1 0 0 0,-1 1 0 0 0,1-1 0 0 0,0 0 0 0 0,0 1 0 0 0,0-1 0 0 0,0 0 0 0 0,0 1-1 0 0,0-1 1 0 0,1 1 0 0 0,-1-1 0 0 0,0 0 0 0 0,1 1 0 0 0,-1-1 0 0 0,2-2 0 0 0,0 2-4 0 0,-1-1 0 0 0,1 1 0 0 0,0-1 0 0 0,0 1 0 0 0,0 0 1 0 0,0-1-1 0 0,1 1 0 0 0,4-3 0 0 0,0 1-8 0 0,0 0 0 0 0,0 0 0 0 0,0 0 0 0 0,1 1-1 0 0,0 1 1 0 0,10-4 0 0 0,-14 6 11 0 0,1-1 0 0 0,-1 1 0 0 0,1 0 0 0 0,-1 0-1 0 0,0 0 1 0 0,1 1 0 0 0,-1-1 0 0 0,0 1 0 0 0,1 0 0 0 0,-1 0-1 0 0,0 1 1 0 0,0-1 0 0 0,0 1 0 0 0,7 4 0 0 0,-5-3 1 0 0,-1 1 1 0 0,1 0-1 0 0,-1 0 1 0 0,0 0-1 0 0,-1 0 1 0 0,1 1-1 0 0,-1 0 1 0 0,0 0 0 0 0,5 8-1 0 0,-7-10 12 0 0,-2-3-59 0 0,0 3-810 0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21.314"/>
    </inkml:context>
    <inkml:brush xml:id="br0">
      <inkml:brushProperty name="width" value="0.035" units="cm"/>
      <inkml:brushProperty name="height" value="0.035" units="cm"/>
      <inkml:brushProperty name="color" value="#004F8B"/>
    </inkml:brush>
  </inkml:definitions>
  <inkml:trace contextRef="#ctx0" brushRef="#br0">37 0 1375 0 0,'-19'10'22976'0'0,"21"-9"-22845"0"0,-1-1 0 0 0,0 1 1 0 0,1-1-1 0 0,-1 1 0 0 0,1-1 0 0 0,-1 1 0 0 0,1-1 0 0 0,-1 0 1 0 0,1 1-1 0 0,-1-1 0 0 0,1 0 0 0 0,-1 0 0 0 0,3 0 0 0 0,24-4 401 0 0,-9 0-189 0 0,-9 4-188 0 0,26-2 472 0 0,-35 2-574 0 0,1 0 0 0 0,0 0 0 0 0,0 1 0 0 0,-1-1 0 0 0,1 1 0 0 0,0-1-1 0 0,-1 1 1 0 0,1-1 0 0 0,-1 1 0 0 0,1 0 0 0 0,-1 0 0 0 0,1 0 0 0 0,-1 0 0 0 0,1 0 0 0 0,-1 0 0 0 0,0 0 0 0 0,2 2-1 0 0,-3-3 30 0 0,0 3-47 0 0,0 0 1 0 0,-1-1-1 0 0,0 1 1 0 0,1-1 0 0 0,-1 1-1 0 0,0 0 1 0 0,0-1-1 0 0,0 1 1 0 0,-1-1-1 0 0,1 0 1 0 0,-2 3-1 0 0,-23 27-10 0 0,13-17-3 0 0,-21 25 31 0 0,22-28 101 0 0,0 1 0 0 0,2 1-1 0 0,-1 0 1 0 0,2 0 0 0 0,-12 25 0 0 0,20-39-152 0 0,1 1-1 0 0,0 0 1 0 0,-1-1 0 0 0,1 1 0 0 0,0 0-1 0 0,0-1 1 0 0,0 1 0 0 0,-1 0-1 0 0,1 0 1 0 0,0-1 0 0 0,0 1-1 0 0,0 0 1 0 0,0 0 0 0 0,1-1-1 0 0,-1 1 1 0 0,0 0 0 0 0,0 0 0 0 0,0-1-1 0 0,0 1 1 0 0,1 0 0 0 0,-1-1-1 0 0,0 1 1 0 0,1 0 0 0 0,-1-1-1 0 0,1 1 1 0 0,-1 0 0 0 0,0-1-1 0 0,1 1 1 0 0,0-1 0 0 0,-1 1 0 0 0,1-1-1 0 0,-1 1 1 0 0,2 0 0 0 0,0 0 1 0 0,0 0 0 0 0,0 0 0 0 0,1 0 0 0 0,-1 0 0 0 0,1 0 1 0 0,3 0-1 0 0,-5 0-3 0 0,22 2 91 0 0,43 3 1 0 0,-51-6-72 0 0,-5 0 29 0 0,-7 0-41 0 0,0 0 1 0 0,-1 0 0 0 0,1 0 0 0 0,-1 0 0 0 0,1 0-1 0 0,0 1 1 0 0,-1-1 0 0 0,5 2 0 0 0,-7-1-89 0 0,3-3-2279 0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21.588"/>
    </inkml:context>
    <inkml:brush xml:id="br0">
      <inkml:brushProperty name="width" value="0.035" units="cm"/>
      <inkml:brushProperty name="height" value="0.035" units="cm"/>
      <inkml:brushProperty name="color" value="#004F8B"/>
    </inkml:brush>
  </inkml:definitions>
  <inkml:trace contextRef="#ctx0" brushRef="#br0">1 3 1375 0 0,'5'-1'13014'0'0,"6"-1"-8802"0"0,-5 3-2400 0 0,37 2 4240 0 0,-28-1-5311 0 0,1 1-1 0 0,14 4 1 0 0,-18-2-2508 0 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22.409"/>
    </inkml:context>
    <inkml:brush xml:id="br0">
      <inkml:brushProperty name="width" value="0.035" units="cm"/>
      <inkml:brushProperty name="height" value="0.035" units="cm"/>
      <inkml:brushProperty name="color" value="#004F8B"/>
    </inkml:brush>
  </inkml:definitions>
  <inkml:trace contextRef="#ctx0" brushRef="#br0">1 1 919 0 0,'0'0'24584'0'0,"1"21"-23504"0"0,-1 11-195 0 0,1-29-874 0 0,1 1-11 0 0,-1-4-52 0 0,-1 0 1 0 0,1 1-1 0 0,-1-1 0 0 0,1 1 0 0 0,0-1 1 0 0,-1 0-1 0 0,1 1 0 0 0,0-1 0 0 0,-1 0 1 0 0,1 0-1 0 0,0 0 0 0 0,-1 1 1 0 0,1-1-1 0 0,0 0 0 0 0,0 0 0 0 0,-1 0 1 0 0,1 0-1 0 0,0 0 0 0 0,0 0 0 0 0,-1-1 1 0 0,1 1-1 0 0,0 0 0 0 0,-1 0 0 0 0,1 0 1 0 0,1-1-1 0 0,13-8-2432 0 0,-14 8 2276 0 0,3-2-2165 0 0,1-1-97 0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22.646"/>
    </inkml:context>
    <inkml:brush xml:id="br0">
      <inkml:brushProperty name="width" value="0.035" units="cm"/>
      <inkml:brushProperty name="height" value="0.035" units="cm"/>
      <inkml:brushProperty name="color" value="#004F8B"/>
    </inkml:brush>
  </inkml:definitions>
  <inkml:trace contextRef="#ctx0" brushRef="#br0">10 0 6391 0 0,'0'4'11446'0'0,"-3"14"-7810"0"0,1-2-1745 0 0,0-7-1598 0 0,1-1 0 0 0,0 0 0 0 0,1 1-1 0 0,-1-1 1 0 0,2 0 0 0 0,1 13 0 0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23.264"/>
    </inkml:context>
    <inkml:brush xml:id="br0">
      <inkml:brushProperty name="width" value="0.035" units="cm"/>
      <inkml:brushProperty name="height" value="0.035" units="cm"/>
      <inkml:brushProperty name="color" value="#004F8B"/>
    </inkml:brush>
  </inkml:definitions>
  <inkml:trace contextRef="#ctx0" brushRef="#br0">0 1 1375 0 0,'2'0'15630'0'0,"-1"0"-15368"0"0,0 1 0 0 0,0-1 1 0 0,0 0-1 0 0,0 0 1 0 0,0 0-1 0 0,0 1 1 0 0,1-1-1 0 0,-1 0 1 0 0,-1 1-1 0 0,1-1 1 0 0,0 1-1 0 0,0-1 1 0 0,0 1-1 0 0,0-1 0 0 0,0 1 1 0 0,0 0-1 0 0,0-1 1 0 0,-1 1-1 0 0,2 1 1 0 0,-1 0-85 0 0,1 0 1 0 0,-1 1-1 0 0,0-1 0 0 0,0 0 1 0 0,0 0-1 0 0,0 1 0 0 0,0-1 1 0 0,0 3-1 0 0,0 3-82 0 0,0 0 0 0 0,0 1-1 0 0,-1-1 1 0 0,0 10 0 0 0,-1-13-132 0 0,0 3 95 0 0,2-4-3066 0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23.898"/>
    </inkml:context>
    <inkml:brush xml:id="br0">
      <inkml:brushProperty name="width" value="0.035" units="cm"/>
      <inkml:brushProperty name="height" value="0.035" units="cm"/>
      <inkml:brushProperty name="color" value="#004F8B"/>
    </inkml:brush>
  </inkml:definitions>
  <inkml:trace contextRef="#ctx0" brushRef="#br0">90 0 1375 0 0,'0'0'14858'0'0,"-17"7"-13477"0"0,-46-5 316 0 0,65 21 231 0 0,-1-14-1890 0 0,0-1 0 0 0,-1 1 0 0 0,0 0 0 0 0,-1 0 0 0 0,0 0 0 0 0,-4 15 0 0 0,3-11 21 0 0,0-1 0 0 0,0 16 0 0 0,2-27-42 0 0,0 0 1 0 0,0-1-1 0 0,0 1 0 0 0,0 0 1 0 0,0 0-1 0 0,0-1 0 0 0,0 1 1 0 0,1 0-1 0 0,-1-1 0 0 0,0 1 1 0 0,0 0-1 0 0,1-1 0 0 0,-1 1 1 0 0,0 0-1 0 0,1-1 1 0 0,-1 1-1 0 0,1-1 0 0 0,-1 1 1 0 0,1-1-1 0 0,-1 1 0 0 0,1-1 1 0 0,-1 1-1 0 0,1-1 0 0 0,0 0 1 0 0,-1 1-1 0 0,1-1 0 0 0,0 0 1 0 0,-1 1-1 0 0,1-1 0 0 0,0 0 1 0 0,-1 0-1 0 0,1 1 1 0 0,0-1-1 0 0,-1 0 0 0 0,1 0 1 0 0,0 0-1 0 0,0 0 0 0 0,-1 0 1 0 0,1 0-1 0 0,1 0 0 0 0,1-1 167 0 0,0 1 0 0 0,0-1-1 0 0,0 1 1 0 0,0-1 0 0 0,-1 0-1 0 0,5-1 1 0 0,-6 1 271 0 0,0 1-374 0 0,1 0-1101 0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24.437"/>
    </inkml:context>
    <inkml:brush xml:id="br0">
      <inkml:brushProperty name="width" value="0.035" units="cm"/>
      <inkml:brushProperty name="height" value="0.035" units="cm"/>
      <inkml:brushProperty name="color" value="#004F8B"/>
    </inkml:brush>
  </inkml:definitions>
  <inkml:trace contextRef="#ctx0" brushRef="#br0">9 1 4831 0 0,'-2'3'12443'0'0,"-3"5"-9887"0"0,4-3-1922 0 0,1-4-595 0 0,0 0 0 0 0,-1 1 0 0 0,1-1 0 0 0,0 0 0 0 0,0 1 0 0 0,1-1 0 0 0,-1 0 0 0 0,0 0 0 0 0,0 1 0 0 0,1-1 0 0 0,-1 0 0 0 0,0 0 0 0 0,1 0 0 0 0,0 3 0 0 0,0-2-108 0 0,-1-1 62 0 0,9 6 9 0 0,0-2 520 0 0,-8-4-469 0 0,0-1 0 0 0,0 0 0 0 0,0 1 0 0 0,0-1 0 0 0,0 1 0 0 0,-1-1-1 0 0,1 1 1 0 0,0-1 0 0 0,0 1 0 0 0,0 0 0 0 0,-1-1 0 0 0,1 1 0 0 0,0 0-1 0 0,0 0 1 0 0,0 1 0 0 0,0 1 0 0 0,0-1-48 0 0,0 0 0 0 0,-1 0-1 0 0,1 1 1 0 0,-1-1-1 0 0,1 0 1 0 0,-1 1 0 0 0,0-1-1 0 0,0 0 1 0 0,0 0-1 0 0,-1 1 1 0 0,1-1 0 0 0,0 0-1 0 0,-1 1 1 0 0,0 2-1 0 0,0-4 2 0 0,-13 56 1119 0 0,14-56-1054 0 0,0-1 0 0 0,0 0-1 0 0,0 1 1 0 0,0-1 0 0 0,0 0-1 0 0,0 0 1 0 0,0 1 0 0 0,0-1-1 0 0,-1 0 1 0 0,1 0 0 0 0,0 1-1 0 0,0-1 1 0 0,0 0 0 0 0,0 0-1 0 0,0 1 1 0 0,-1-1 0 0 0,1 0-1 0 0,0 0 1 0 0,0 0 0 0 0,0 0-1 0 0,-1 1 1 0 0,1-1 0 0 0,0 0-1 0 0,0 0 1 0 0,-1 0 0 0 0,1 0-1 0 0,0 0 1 0 0,0 0 0 0 0,-1 1-1 0 0,1-1 1 0 0,0 0 0 0 0,-1 0-1 0 0,1 0 1 0 0,0 0 0 0 0,0 0-1 0 0,-1 0 1 0 0,1 0-1 0 0,0 0 1 0 0,-1 0 0 0 0,1 0-1 0 0,0 0 1 0 0,-1-1 0 0 0,-5-2-2722 0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25.420"/>
    </inkml:context>
    <inkml:brush xml:id="br0">
      <inkml:brushProperty name="width" value="0.035" units="cm"/>
      <inkml:brushProperty name="height" value="0.035" units="cm"/>
      <inkml:brushProperty name="color" value="#004F8B"/>
    </inkml:brush>
  </inkml:definitions>
  <inkml:trace contextRef="#ctx0" brushRef="#br0">22 1 1375 0 0,'0'0'1168'0'0,"-21"0"11963"0"0,23 2-12903 0 0,-1 1 0 0 0,0-1-1 0 0,-1 1 1 0 0,1 0 0 0 0,0-1 0 0 0,-1 1 0 0 0,1 0 0 0 0,-1 0 0 0 0,0-1-1 0 0,0 4 1 0 0,-4 33 527 0 0,2-17-827 0 0,1-17 72 0 0,1 15 0 0 0,0-20 27 0 0,0 1 1 0 0,0 0-1 0 0,0 0 0 0 0,0-1 0 0 0,0 1 1 0 0,1 0-1 0 0,-1 0 0 0 0,0-1 0 0 0,0 1 1 0 0,1 0-1 0 0,-1-1 0 0 0,1 1 0 0 0,-1 0 0 0 0,1-1 1 0 0,-1 1-1 0 0,1-1 0 0 0,-1 1 0 0 0,1-1 1 0 0,-1 1-1 0 0,1-1 0 0 0,-1 1 0 0 0,1-1 0 0 0,0 0 1 0 0,-1 1-1 0 0,1-1 0 0 0,0 0 0 0 0,0 0 1 0 0,0 1-1 0 0,6 3-526 0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25.862"/>
    </inkml:context>
    <inkml:brush xml:id="br0">
      <inkml:brushProperty name="width" value="0.035" units="cm"/>
      <inkml:brushProperty name="height" value="0.035" units="cm"/>
      <inkml:brushProperty name="color" value="#004F8B"/>
    </inkml:brush>
  </inkml:definitions>
  <inkml:trace contextRef="#ctx0" brushRef="#br0">1 1 1375 0 0,'3'3'10440'0'0,"9"9"-5790"0"0,-6-10-4459 0 0,-1 1 0 0 0,1 0 0 0 0,-1 0 0 0 0,8 6 1 0 0,-12-8-185 0 0,1 0 0 0 0,-1 1 0 0 0,1-1 0 0 0,-1 1 0 0 0,0-1 0 0 0,0 1 0 0 0,1-1 0 0 0,-1 1 0 0 0,0 0 0 0 0,-1-1 0 0 0,1 1 0 0 0,0 0 0 0 0,0 0 0 0 0,-1 0 0 0 0,1 0 0 0 0,-1 0 0 0 0,0 0 0 0 0,1 3 0 0 0,-1-1 766 0 0,0 0-1 0 0,0 0 1 0 0,-1 0 0 0 0,1 0-1 0 0,-1-1 1 0 0,0 1-1 0 0,-2 5 1 0 0,3-8-318 0 0,0-1-410 0 0,0 0-1 0 0,0 0 1 0 0,0 1 0 0 0,-1-1 0 0 0,1 0-1 0 0,0 0 1 0 0,0 1 0 0 0,0-1 0 0 0,0 0-1 0 0,-1 0 1 0 0,1 0 0 0 0,0 0 0 0 0,0 1 0 0 0,0-1-1 0 0,-1 0 1 0 0,1 0 0 0 0,0 0 0 0 0,0 0-1 0 0,0 1 1 0 0,-1-1 0 0 0,1 0 0 0 0,0 0-1 0 0,0 0 1 0 0,-1 0 0 0 0,1 0 0 0 0,0 0 0 0 0,-1 0-1 0 0,1 0 1 0 0,0 0 0 0 0,0 0 0 0 0,-1 0-1 0 0,1 0 1 0 0,0 0 0 0 0,-1 0 0 0 0,-6 0-1114 0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07.509"/>
    </inkml:context>
    <inkml:brush xml:id="br0">
      <inkml:brushProperty name="width" value="0.035" units="cm"/>
      <inkml:brushProperty name="height" value="0.035" units="cm"/>
      <inkml:brushProperty name="color" value="#004F8B"/>
    </inkml:brush>
  </inkml:definitions>
  <inkml:trace contextRef="#ctx0" brushRef="#br0">33 69 1375 0 0,'-4'1'11941'0'0,"-9"2"-1627"0"0,13-5-10217 0 0,0 0 0 0 0,-1 0 1 0 0,1 1-1 0 0,0-1 0 0 0,0 0 1 0 0,0 0-1 0 0,0 0 0 0 0,1 0 1 0 0,-1 1-1 0 0,0-1 0 0 0,1 0 1 0 0,-1 0-1 0 0,1 1 0 0 0,0-1 1 0 0,-1 0-1 0 0,1 1 0 0 0,0-1 1 0 0,0 1-1 0 0,0-1 0 0 0,0 1 1 0 0,2-2-1 0 0,0-1 24 0 0,0 1-1 0 0,0-1 1 0 0,1 1-1 0 0,0 0 1 0 0,0 0 0 0 0,6-4-1 0 0,-6 6-75 0 0,-1 0 0 0 0,0 0-1 0 0,0 0 1 0 0,1 0 0 0 0,-1 0 0 0 0,0 1 0 0 0,1 0-1 0 0,-1-1 1 0 0,0 1 0 0 0,1 1 0 0 0,-1-1-1 0 0,1 0 1 0 0,-1 1 0 0 0,0 0 0 0 0,1-1 0 0 0,3 3-1 0 0,-1-1 96 0 0,0 0-1 0 0,-1 1 1 0 0,1 0-1 0 0,-1 0 0 0 0,0 0 1 0 0,1 0-1 0 0,-1 1 1 0 0,5 4-1 0 0,-8-4-92 0 0,1-1-1 0 0,0 1 1 0 0,-1 0 0 0 0,0 0-1 0 0,0 0 1 0 0,0 0 0 0 0,0 0 0 0 0,-1 0-1 0 0,0 0 1 0 0,0 1 0 0 0,0-1-1 0 0,1 7 1 0 0,-1 2 26 0 0,0 1 0 0 0,-2 24 1 0 0,0-32-47 0 0,0 0 1 0 0,0 0-1 0 0,0 0 0 0 0,-1 0 1 0 0,0-1-1 0 0,-1 1 1 0 0,1 0-1 0 0,-1-1 0 0 0,0 0 1 0 0,0 1-1 0 0,0-1 1 0 0,-1 0-1 0 0,0-1 1 0 0,0 1-1 0 0,-9 7 0 0 0,9-9-3 0 0,0 1-1 0 0,-1-1 1 0 0,1 0-1 0 0,-1 0 1 0 0,0-1-1 0 0,0 1 1 0 0,0-1-1 0 0,0 0 1 0 0,0 0-1 0 0,0-1 1 0 0,-1 0-1 0 0,1 0 1 0 0,-1 0-1 0 0,1 0 1 0 0,-1-1-1 0 0,1 0 1 0 0,-11-1-1 0 0,14 0-21 0 0,-1 1 1 0 0,1-1-1 0 0,-1 0 1 0 0,1 0-1 0 0,-1-1 1 0 0,1 1-1 0 0,0 0 1 0 0,-1-1-1 0 0,1 1 1 0 0,0-1-1 0 0,0 0 1 0 0,-2-2-1 0 0,3 3 0 0 0,-1-1 0 0 0,1 1 0 0 0,0-1 0 0 0,-1 0-1 0 0,1 1 1 0 0,0-1 0 0 0,0 0 0 0 0,0 0 0 0 0,1 1 0 0 0,-1-1 0 0 0,0 0 0 0 0,1 0 0 0 0,-1 0-1 0 0,1 0 1 0 0,0 0 0 0 0,-1-4 0 0 0,2 3-4 0 0,0-1-1 0 0,0 1 1 0 0,0-1 0 0 0,0 1-1 0 0,0 0 1 0 0,1 0-1 0 0,-1-1 1 0 0,1 1 0 0 0,0 0-1 0 0,0 0 1 0 0,0 1 0 0 0,0-1-1 0 0,0 0 1 0 0,1 1-1 0 0,0-1 1 0 0,-1 1 0 0 0,1 0-1 0 0,0 0 1 0 0,0 0 0 0 0,0 0-1 0 0,0 0 1 0 0,0 1 0 0 0,0 0-1 0 0,1-1 1 0 0,-1 1-1 0 0,7-1 1 0 0,-3 2-3 0 0,-1 1-1 0 0,0 0 1 0 0,1 1 0 0 0,-1-1-1 0 0,0 1 1 0 0,0 1 0 0 0,0-1-1 0 0,0 1 1 0 0,0 0 0 0 0,-1 0-1 0 0,8 5 1 0 0,-4 1 5 0 0,-8-5 0 0 0,-1-2-55 0 0,0-1-231 0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08.650"/>
    </inkml:context>
    <inkml:brush xml:id="br0">
      <inkml:brushProperty name="width" value="0.035" units="cm"/>
      <inkml:brushProperty name="height" value="0.035" units="cm"/>
      <inkml:brushProperty name="color" value="#004F8B"/>
    </inkml:brush>
  </inkml:definitions>
  <inkml:trace contextRef="#ctx0" brushRef="#br0">149 21 919 0 0,'0'0'11903'0'0,"-1"-10"-2213"0"0,-1 7-8395 0 0,-1 2-1140 0 0,1-1 0 0 0,-1 1 0 0 0,0 0 0 0 0,0 1 0 0 0,1-1 0 0 0,-1 0 0 0 0,0 1 0 0 0,0 0 0 0 0,0-1 0 0 0,1 1 0 0 0,-1 0 0 0 0,0 0 0 0 0,0 1 0 0 0,0-1 0 0 0,0 1 0 0 0,1-1 0 0 0,-5 2 0 0 0,1 0-98 0 0,0 0-1 0 0,0 1 1 0 0,0-1 0 0 0,1 1-1 0 0,-1 0 1 0 0,-9 7 0 0 0,11-6-54 0 0,1-1 0 0 0,-1 1 0 0 0,1 0 1 0 0,-1 0-1 0 0,1 1 0 0 0,0-1 0 0 0,1 0 1 0 0,-1 1-1 0 0,1 0 0 0 0,0 0 0 0 0,0 0 0 0 0,0 0 1 0 0,1 0-1 0 0,0 0 0 0 0,0 0 0 0 0,0 0 1 0 0,0 8-1 0 0,1-8-3 0 0,0 0-1 0 0,0 0 1 0 0,1-1 0 0 0,0 1 0 0 0,-1 0-1 0 0,2 0 1 0 0,-1-1 0 0 0,0 1 0 0 0,1-1-1 0 0,0 1 1 0 0,0-1 0 0 0,0 0 0 0 0,1 0 0 0 0,-1 0-1 0 0,1 0 1 0 0,0 0 0 0 0,0 0 0 0 0,0-1-1 0 0,6 5 1 0 0,-7-7 0 0 0,0 1 0 0 0,0-1-1 0 0,1 1 1 0 0,-1-1 0 0 0,0 0-1 0 0,1 0 1 0 0,-1 0 0 0 0,1 0 0 0 0,0 0-1 0 0,-1-1 1 0 0,1 1 0 0 0,-1-1-1 0 0,1 1 1 0 0,0-1 0 0 0,-1 0 0 0 0,1 0-1 0 0,0-1 1 0 0,-1 1 0 0 0,1 0-1 0 0,0-1 1 0 0,-1 0 0 0 0,1 1 0 0 0,-1-1-1 0 0,1 0 1 0 0,-1 0 0 0 0,1-1-1 0 0,-1 1 1 0 0,3-2 0 0 0,-1 0 42 0 0,0 0-1 0 0,0 0 1 0 0,0-1 0 0 0,-1 1 0 0 0,1-1-1 0 0,-1 1 1 0 0,0-1 0 0 0,0 0-1 0 0,0-1 1 0 0,-1 1 0 0 0,1 0 0 0 0,-1-1-1 0 0,2-4 1 0 0,-2 2 157 0 0,0-1 0 0 0,0 1 0 0 0,0-1 0 0 0,-1 1 0 0 0,0-1 1 0 0,-1 1-1 0 0,1-1 0 0 0,-2 0 0 0 0,1 1 0 0 0,-1-1 0 0 0,0 1 0 0 0,-3-13 0 0 0,-1 10-162 0 0,4 9-47 0 0,2 6 3 0 0,9 53 25 0 0,-9-47-13 0 0,1 1 0 0 0,0-1 0 0 0,0 1 0 0 0,1-1 0 0 0,1 0 1 0 0,0 0-1 0 0,0 0 0 0 0,7 10 0 0 0,-1-10-4648 0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09.425"/>
    </inkml:context>
    <inkml:brush xml:id="br0">
      <inkml:brushProperty name="width" value="0.035" units="cm"/>
      <inkml:brushProperty name="height" value="0.035" units="cm"/>
      <inkml:brushProperty name="color" value="#004F8B"/>
    </inkml:brush>
  </inkml:definitions>
  <inkml:trace contextRef="#ctx0" brushRef="#br0">13 3 1375 0 0,'0'0'20576'0'0,"23"-3"-19072"0"0,-21 3-1400 0 0,-1 0 1 0 0,0 1-1 0 0,0-1 1 0 0,1 1-1 0 0,-1-1 0 0 0,0 1 1 0 0,0-1-1 0 0,0 1 0 0 0,0-1 1 0 0,1 1-1 0 0,0 1 0 0 0,-1-1-62 0 0,-1-1-1 0 0,0 0 1 0 0,0 1-1 0 0,0-1 1 0 0,1 0-1 0 0,-1 1 1 0 0,0-1-1 0 0,0 0 0 0 0,0 1 1 0 0,0-1-1 0 0,0 1 1 0 0,1-1-1 0 0,-1 0 1 0 0,0 1-1 0 0,0-1 1 0 0,0 1-1 0 0,0-1 1 0 0,0 0-1 0 0,0 1 0 0 0,0-1 1 0 0,-1 1-1 0 0,1-1 1 0 0,0 0-1 0 0,0 1 1 0 0,0-1-1 0 0,0 1 1 0 0,0-1-1 0 0,-1 0 1 0 0,1 1-1 0 0,0-1 1 0 0,0 0-1 0 0,-1 1 0 0 0,1-1 1 0 0,0 0-1 0 0,0 0 1 0 0,-1 1-1 0 0,1-1 1 0 0,0 0-1 0 0,-1 0 1 0 0,0 1-1 0 0,-6 7 407 0 0,6-5-448 0 0,2-2-2 0 0,-1 1-1 0 0,1-1 0 0 0,-1 0 1 0 0,1 0-1 0 0,0 1 1 0 0,0-1-1 0 0,0 0 0 0 0,-1 0 1 0 0,1 0-1 0 0,0 0 1 0 0,0 0-1 0 0,0 0 1 0 0,1 0-1 0 0,-1 0 0 0 0,0-1 1 0 0,0 1-1 0 0,0 0 1 0 0,1-1-1 0 0,-1 1 0 0 0,0-1 1 0 0,1 1-1 0 0,1 0 1 0 0,2 0-3 0 0,-1 1 5 0 0,-3-2 0 0 0,1 1 0 0 0,0 0 0 0 0,-1-1 0 0 0,1 1 0 0 0,-1 0 0 0 0,1 0 0 0 0,-1-1 0 0 0,0 1 0 0 0,1 0 0 0 0,-1 1 0 0 0,0-1 0 0 0,0 0 0 0 0,1 0 0 0 0,-1 0 0 0 0,0 1 0 0 0,0-1 0 0 0,-1 1 0 0 0,1-1 0 0 0,0 1 0 0 0,0-1 0 0 0,0 3 0 0 0,-1-3 28 0 0,0 0 0 0 0,0-1 0 0 0,0 1 0 0 0,0 0 0 0 0,0 0 0 0 0,0 0 0 0 0,0 0 0 0 0,0-1 0 0 0,-1 1 0 0 0,1 0 0 0 0,0 0 0 0 0,-1-1 0 0 0,1 1 0 0 0,-1 0 0 0 0,1 0 0 0 0,0-1 0 0 0,-1 1 0 0 0,0 0 0 0 0,1-1 0 0 0,-1 1 0 0 0,1-1 0 0 0,-1 1 0 0 0,0-1 0 0 0,1 1 0 0 0,-1-1 0 0 0,0 1 0 0 0,-1 0 0 0 0,-18 6 868 0 0,14-6-624 0 0,0-1-1 0 0,0 0 1 0 0,-1 0 0 0 0,1-1-1 0 0,-10-2 1 0 0,-3-2-4138 0 0,16 4 1638 0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10.011"/>
    </inkml:context>
    <inkml:brush xml:id="br0">
      <inkml:brushProperty name="width" value="0.035" units="cm"/>
      <inkml:brushProperty name="height" value="0.035" units="cm"/>
      <inkml:brushProperty name="color" value="#004F8B"/>
    </inkml:brush>
  </inkml:definitions>
  <inkml:trace contextRef="#ctx0" brushRef="#br0">1 1 8719 0 0,'0'0'14648'0'0,"11"13"-13129"0"0,-4 18 305 0 0,-7-30-1751 0 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10.915"/>
    </inkml:context>
    <inkml:brush xml:id="br0">
      <inkml:brushProperty name="width" value="0.035" units="cm"/>
      <inkml:brushProperty name="height" value="0.035" units="cm"/>
      <inkml:brushProperty name="color" value="#004F8B"/>
    </inkml:brush>
  </inkml:definitions>
  <inkml:trace contextRef="#ctx0" brushRef="#br0">162 1 3191 0 0,'10'1'18080'0'0,"-10"0"-17980"0"0,0 0 1 0 0,0-1-1 0 0,1 1 0 0 0,-1 0 0 0 0,0-1 1 0 0,0 1-1 0 0,0 0 0 0 0,0 0 0 0 0,0-1 1 0 0,0 1-1 0 0,0 0 0 0 0,0-1 0 0 0,-1 1 0 0 0,1 0 1 0 0,0 0-1 0 0,0-1 0 0 0,-1 1 0 0 0,1 0 1 0 0,0-1-1 0 0,-1 2 0 0 0,-9 15 242 0 0,7-12-144 0 0,-32 58 463 0 0,-21 34 768 0 0,40-75-934 0 0,6-7-97 0 0,-1 0 0 0 0,2 1-1 0 0,-8 17 1 0 0,15-29-360 0 0,2-2-13 0 0,0-1-114 0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12.136"/>
    </inkml:context>
    <inkml:brush xml:id="br0">
      <inkml:brushProperty name="width" value="0.035" units="cm"/>
      <inkml:brushProperty name="height" value="0.035" units="cm"/>
      <inkml:brushProperty name="color" value="#004F8B"/>
    </inkml:brush>
  </inkml:definitions>
  <inkml:trace contextRef="#ctx0" brushRef="#br0">53 73 10799 0 0,'-1'-1'513'0'0,"0"0"-1"0"0,1-1 1 0 0,-1 1-1 0 0,1-1 0 0 0,-1 1 1 0 0,1-1-1 0 0,0 1 1 0 0,0-1-1 0 0,0 1 0 0 0,0-1 1 0 0,0 1-1 0 0,0-1 1 0 0,0 0-1 0 0,0 1 1 0 0,0-1-1 0 0,1 1 0 0 0,-1-1 1 0 0,1 1-1 0 0,-1-1 1 0 0,1 1-1 0 0,0-2 0 0 0,1 1-191 0 0,0-1-1 0 0,0 1 1 0 0,0-1-1 0 0,0 1 0 0 0,0 0 1 0 0,0 0-1 0 0,0 0 1 0 0,1 0-1 0 0,-1 0 1 0 0,5-2-1 0 0,-4 2-253 0 0,0 0 0 0 0,0 1-1 0 0,0-1 1 0 0,0 1 0 0 0,1 0 0 0 0,-1 0-1 0 0,0 0 1 0 0,1 1 0 0 0,-1-1 0 0 0,0 1-1 0 0,1-1 1 0 0,-1 1 0 0 0,1 0 0 0 0,-1 0-1 0 0,0 1 1 0 0,1-1 0 0 0,-1 1 0 0 0,0 0 0 0 0,1 0-1 0 0,4 1 1 0 0,-6 0-26 0 0,0 0 0 0 0,1 1-1 0 0,-1-1 1 0 0,0 0 0 0 0,0 1-1 0 0,0-1 1 0 0,-1 1 0 0 0,1 0 0 0 0,0-1-1 0 0,-1 1 1 0 0,0 0 0 0 0,0 0-1 0 0,0 0 1 0 0,0 0 0 0 0,0 0 0 0 0,-1 0-1 0 0,1 0 1 0 0,-1 0 0 0 0,0 1-1 0 0,0 2 1 0 0,0 2 29 0 0,0 1 0 0 0,-1-1 0 0 0,0 0 0 0 0,0 0-1 0 0,-1 0 1 0 0,-4 12 0 0 0,2-11 1 0 0,1-1 1 0 0,-2 1-1 0 0,1-1 1 0 0,-1 0-1 0 0,-1 0 0 0 0,1-1 1 0 0,-1 0-1 0 0,0 0 0 0 0,-10 8 1 0 0,14-13-72 0 0,0 0 1 0 0,0 0 0 0 0,-1 0-1 0 0,1-1 1 0 0,-1 1 0 0 0,1-1-1 0 0,-1 0 1 0 0,1 1 0 0 0,-1-1-1 0 0,0 0 1 0 0,0 0 0 0 0,0-1-1 0 0,1 1 1 0 0,-1-1 0 0 0,0 1-1 0 0,0-1 1 0 0,0 0 0 0 0,0 0-1 0 0,0 0 1 0 0,0-1-1 0 0,0 1 1 0 0,0-1 0 0 0,0 1-1 0 0,1-1 1 0 0,-1 0 0 0 0,0 0-1 0 0,0 0 1 0 0,1-1 0 0 0,-1 1-1 0 0,1-1 1 0 0,-1 1 0 0 0,1-1-1 0 0,-4-3 1 0 0,5 4-3 0 0,0 0 0 0 0,-1 0 0 0 0,1 0 0 0 0,0 0 0 0 0,0 0 0 0 0,0 0 0 0 0,0-1 0 0 0,0 1 0 0 0,0 0 0 0 0,0-1 0 0 0,1 1 0 0 0,-1-1 0 0 0,0 1 0 0 0,1-1 0 0 0,-1 1 0 0 0,1-1 0 0 0,0 1 0 0 0,-1-1 0 0 0,1 0 0 0 0,0 1 0 0 0,0-1 0 0 0,0 1 0 0 0,0-1 0 0 0,0 0 0 0 0,0 1 0 0 0,1-1 0 0 0,-1 1 0 0 0,0-1 0 0 0,1 1 0 0 0,-1-1 0 0 0,1 1 1 0 0,0-1-1 0 0,-1 1 0 0 0,1-1 0 0 0,0 1 0 0 0,0 0 0 0 0,0-1 0 0 0,0 1 0 0 0,0 0 0 0 0,0 0 0 0 0,2-2 0 0 0,-1 1 13 0 0,0 0 0 0 0,1 1-1 0 0,-1-1 1 0 0,1 0 0 0 0,-1 1 0 0 0,1-1 0 0 0,0 1 0 0 0,-1 0 0 0 0,1 0 0 0 0,0 0 0 0 0,0 0 0 0 0,0 1 0 0 0,0-1 0 0 0,0 1 0 0 0,0-1 0 0 0,0 1-1 0 0,0 0 1 0 0,0 0 0 0 0,0 1 0 0 0,0-1 0 0 0,0 1 0 0 0,3 0 0 0 0,-3 0-11 0 0,0 1 0 0 0,-1 0 0 0 0,1-1 0 0 0,0 1 0 0 0,-1 0 0 0 0,1 0 0 0 0,-1 0 0 0 0,1 1 0 0 0,-1-1 0 0 0,0 1 0 0 0,0-1 0 0 0,0 1 0 0 0,0-1 0 0 0,-1 1 0 0 0,3 5 0 0 0,-4-7-66 0 0,1-1 0 0 0,-1 1 1 0 0,0-1-1 0 0,0 0 0 0 0,1 1 0 0 0,-1-1 1 0 0,0 1-1 0 0,1-1 0 0 0,-1 0 0 0 0,0 1 0 0 0,1-1 1 0 0,-1 0-1 0 0,1 1 0 0 0,-1-1 0 0 0,1 0 0 0 0,-1 0 1 0 0,0 1-1 0 0,1-1 0 0 0,0 0 0 0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12.854"/>
    </inkml:context>
    <inkml:brush xml:id="br0">
      <inkml:brushProperty name="width" value="0.035" units="cm"/>
      <inkml:brushProperty name="height" value="0.035" units="cm"/>
      <inkml:brushProperty name="color" value="#004F8B"/>
    </inkml:brush>
  </inkml:definitions>
  <inkml:trace contextRef="#ctx0" brushRef="#br0">1 7 1375 0 0,'0'0'22155'0'0,"17"-3"-19897"0"0,-10 2-2122 0 0,0 0 0 0 0,1 0-1 0 0,-1 1 1 0 0,0 0-1 0 0,1 0 1 0 0,-1 1 0 0 0,1 0-1 0 0,-1 1 1 0 0,7 1-1 0 0,-10-2-65 0 0,-4 0 235 0 0,0 1-281 0 0,0 1 1 0 0,-1 0-1 0 0,1-1 1 0 0,-1 1-1 0 0,0-1 0 0 0,0 1 1 0 0,0 0-1 0 0,0-1 1 0 0,0 0-1 0 0,-3 4 0 0 0,-18 24-3 0 0,9-14 42 0 0,4-3-57 0 0,1-2 192 0 0,-13 23 1 0 0,20-31-157 0 0,1 0-20 0 0,1-3 20 0 0,61 24 697 0 0,-59-23-758 0 0,0 1-1 0 0,0-1 1 0 0,0 0-1 0 0,1 0 1 0 0,-1 0-1 0 0,0-1 0 0 0,0 1 1 0 0,1-1-1 0 0,-1 1 1 0 0,0-1-1 0 0,1 0 1 0 0,-1-1-1 0 0,0 1 1 0 0,0-1-1 0 0,1 1 1 0 0,-1-1-1 0 0,0 0 1 0 0,5-2-1 0 0,-8 3-204 0 0,2-2-257 0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13.200"/>
    </inkml:context>
    <inkml:brush xml:id="br0">
      <inkml:brushProperty name="width" value="0.035" units="cm"/>
      <inkml:brushProperty name="height" value="0.035" units="cm"/>
      <inkml:brushProperty name="color" value="#004F8B"/>
    </inkml:brush>
  </inkml:definitions>
  <inkml:trace contextRef="#ctx0" brushRef="#br0">1 6 7687 0 0,'2'-1'12415'0'0,"11"-2"-10018"0"0,-2 2-1173 0 0,0 0-1 0 0,1 2 1 0 0,16 1-1 0 0,-8 0-3097 0 0,1-1-4760 0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14.454"/>
    </inkml:context>
    <inkml:brush xml:id="br0">
      <inkml:brushProperty name="width" value="0.035" units="cm"/>
      <inkml:brushProperty name="height" value="0.035" units="cm"/>
      <inkml:brushProperty name="color" value="#004F8B"/>
    </inkml:brush>
  </inkml:definitions>
  <inkml:trace contextRef="#ctx0" brushRef="#br0">17 0 919 0 0,'0'0'8692'0'0,"7"1"-1555"0"0,-2-1-5930 0 0,0 0-474 0 0,-1-1 1 0 0,1 1-1 0 0,0 0 0 0 0,-1 1 0 0 0,1-1 1 0 0,6 2-1 0 0,-10-2-694 0 0,0 1 0 0 0,-1-1 0 0 0,1 0 0 0 0,0 1 1 0 0,-1-1-1 0 0,1 0 0 0 0,0 1 0 0 0,-1-1 0 0 0,1 1 0 0 0,-1-1 0 0 0,1 1 0 0 0,0-1 1 0 0,-1 1-1 0 0,1 0 0 0 0,-1-1 0 0 0,0 1 0 0 0,1 0 0 0 0,0 0 0 0 0,-1 0-14 0 0,0 1 0 0 0,0-1 0 0 0,1 0 0 0 0,-1 0 0 0 0,0 1 0 0 0,0-1 0 0 0,0 0 0 0 0,-1 0 0 0 0,1 1 0 0 0,0-1 0 0 0,0 0 0 0 0,-1 0 0 0 0,1 0 0 0 0,0 0 0 0 0,-2 2 0 0 0,0 0 32 0 0,0 1 0 0 0,0-1 0 0 0,-1-1 0 0 0,1 1 0 0 0,-1 0 0 0 0,0 0 0 0 0,1-1 1 0 0,-1 0-1 0 0,0 0 0 0 0,-1 1 0 0 0,1-2 0 0 0,0 1 0 0 0,-7 3 0 0 0,9-5 504 0 0,10 0-546 0 0,0 0 0 0 0,0 1 0 0 0,9 1 0 0 0,-15-1-13 0 0,0 0-1 0 0,0 0 0 0 0,0 0 1 0 0,0 0-1 0 0,0 0 1 0 0,0 1-1 0 0,0-1 1 0 0,-1 1-1 0 0,1 0 0 0 0,0 0 1 0 0,-1 0-1 0 0,0 0 1 0 0,4 4-1 0 0,-5-5 36 0 0,-1-1-1 0 0,0 1 1 0 0,1-1 0 0 0,-1 1-1 0 0,0 0 1 0 0,1-1 0 0 0,-1 1-1 0 0,0 0 1 0 0,0-1-1 0 0,0 1 1 0 0,1 0 0 0 0,-1-1-1 0 0,0 1 1 0 0,0 0 0 0 0,0-1-1 0 0,0 1 1 0 0,0 0 0 0 0,0-1-1 0 0,-1 1 1 0 0,1 0-1 0 0,0-1 1 0 0,0 1 0 0 0,0-1-1 0 0,-1 1 1 0 0,1 0 0 0 0,0-1-1 0 0,-1 1 1 0 0,1-1-1 0 0,0 1 1 0 0,-1 0 0 0 0,1-1-1 0 0,-1 1 1 0 0,1-1 0 0 0,-1 1-1 0 0,1-1 1 0 0,-1 0 0 0 0,1 1-1 0 0,-1-1 1 0 0,1 0-1 0 0,-2 1 1 0 0,-1 1 197 0 0,0 0-1 0 0,0-1 0 0 0,0 1 1 0 0,0-1-1 0 0,0 0 1 0 0,-3 1-1 0 0,2-1-96 0 0,0-1 0 0 0,-1 0 0 0 0,1 1 0 0 0,0-1-1 0 0,0-1 1 0 0,0 1 0 0 0,0-1 0 0 0,0 1 0 0 0,0-1 0 0 0,1 0 0 0 0,-6-2 0 0 0,5 1-563 0 0,-1-1 1 0 0,1 1 0 0 0,0-1-1 0 0,-1 1 1 0 0,-3-5 0 0 0,4 4-2234 0 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14.929"/>
    </inkml:context>
    <inkml:brush xml:id="br0">
      <inkml:brushProperty name="width" value="0.035" units="cm"/>
      <inkml:brushProperty name="height" value="0.035" units="cm"/>
      <inkml:brushProperty name="color" value="#004F8B"/>
    </inkml:brush>
  </inkml:definitions>
  <inkml:trace contextRef="#ctx0" brushRef="#br0">1 7 4975 0 0,'7'-6'16368'0'0,"-5"10"-15872"0"0,0 0 1 0 0,-1 0-1 0 0,1 1 0 0 0,-1-1 0 0 0,0 1 0 0 0,1 7 0 0 0,-1-8-541 0 0,-1 1-1 0 0,2 0 1 0 0,-1-1-1 0 0,0 1 1 0 0,1-1-1 0 0,2 6 1 0 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26.858"/>
    </inkml:context>
    <inkml:brush xml:id="br0">
      <inkml:brushProperty name="width" value="0.035" units="cm"/>
      <inkml:brushProperty name="height" value="0.035" units="cm"/>
      <inkml:brushProperty name="color" value="#004F8B"/>
    </inkml:brush>
  </inkml:definitions>
  <inkml:trace contextRef="#ctx0" brushRef="#br0">59 0 1375 0 0,'0'0'66'0'0,"-14"11"4891"0"0,13-11-4813 0 0,-1 1 599 0 0,0 0 0 0 0,-1 0 0 0 0,1-1 0 0 0,0 1 0 0 0,-1-1 0 0 0,1 1 0 0 0,-4-1 0 0 0,6 0-568 0 0,-8 4 1075 0 0,3 17-1288 0 0,3-12-7 0 0,0 1 0 0 0,0 0-1 0 0,1 0 1 0 0,0 17 0 0 0,2-17 37 0 0,-1-3 0 0 0,1 0-1 0 0,-1 1 1 0 0,0-1-1 0 0,-3 12 1 0 0,3-18 358 0 0,0-1-301 0 0,0 1 0 0 0,0-1 0 0 0,1 0 0 0 0,-1 1 0 0 0,0-1 0 0 0,0 1 0 0 0,0-1 0 0 0,0 1 0 0 0,1-1 0 0 0,-1 0 0 0 0,0 1 0 0 0,0-1 0 0 0,1 1 0 0 0,-1-1 0 0 0,0 0 0 0 0,1 1 0 0 0,0-1 0 0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27.381"/>
    </inkml:context>
    <inkml:brush xml:id="br0">
      <inkml:brushProperty name="width" value="0.035" units="cm"/>
      <inkml:brushProperty name="height" value="0.035" units="cm"/>
      <inkml:brushProperty name="color" value="#004F8B"/>
    </inkml:brush>
  </inkml:definitions>
  <inkml:trace contextRef="#ctx0" brushRef="#br0">1 1 1375 0 0,'0'0'3506'0'0,"15"12"2659"0"0,-11-9-5550 0 0,1 0-1 0 0,0 0 1 0 0,0-1-1 0 0,7 3 1 0 0,12 6 1665 0 0,-23-11-1920 0 0,0 2-201 0 0,-1-1 0 0 0,1 1-1 0 0,0-1 1 0 0,-1 0 0 0 0,1 1-1 0 0,-1 0 1 0 0,1-1 0 0 0,-1 1-1 0 0,0-1 1 0 0,0 1 0 0 0,0 2-1 0 0,1-1 242 0 0,4 39-80 0 0,-7-12 726 0 0,-1-31-2261 0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28.457"/>
    </inkml:context>
    <inkml:brush xml:id="br0">
      <inkml:brushProperty name="width" value="0.035" units="cm"/>
      <inkml:brushProperty name="height" value="0.035" units="cm"/>
      <inkml:brushProperty name="color" value="#004F8B"/>
    </inkml:brush>
  </inkml:definitions>
  <inkml:trace contextRef="#ctx0" brushRef="#br0">54 3 8751 0 0,'0'0'674'0'0,"-16"-3"-1517"0"0,15 3 1017 0 0,0 0-1 0 0,0 0 1 0 0,1 0 0 0 0,-1 1-1 0 0,0-1 1 0 0,0 0 0 0 0,1 0-1 0 0,-1 0 1 0 0,0 1 0 0 0,0-1-1 0 0,1 0 1 0 0,-1 1 0 0 0,0-1-1 0 0,1 1 1 0 0,-1-1 0 0 0,0 1-1 0 0,1-1 1 0 0,-1 1 0 0 0,1-1-1 0 0,-1 1 1 0 0,1 0 0 0 0,-1-1-1 0 0,1 1 1 0 0,-1 1-1 0 0,-6 21 855 0 0,2 3-973 0 0,2-17-545 0 0,1 1-1 0 0,-1 18 1 0 0,3-27 250 0 0,0 0-153 0 0,1-1 388 0 0,0 1 0 0 0,-1 0 0 0 0,1-1 0 0 0,0 1 0 0 0,0-1 0 0 0,-1 0 0 0 0,1 1 0 0 0,0-1 0 0 0,0 0-1 0 0,0 1 1 0 0,0-1 0 0 0,-1 0 0 0 0,3 1 0 0 0,-3-1-3 0 0,8 0-764 0 0,-3 0-3168 0 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28.996"/>
    </inkml:context>
    <inkml:brush xml:id="br0">
      <inkml:brushProperty name="width" value="0.035" units="cm"/>
      <inkml:brushProperty name="height" value="0.035" units="cm"/>
      <inkml:brushProperty name="color" value="#004F8B"/>
    </inkml:brush>
  </inkml:definitions>
  <inkml:trace contextRef="#ctx0" brushRef="#br0">0 0 1375 0 0,'0'0'13070'0'0,"12"6"-12425"0"0,20 18-128 0 0,-30-23-505 0 0,0 0-1 0 0,0 1 0 0 0,0-1 1 0 0,-1 1-1 0 0,1-1 1 0 0,-1 1-1 0 0,1 0 0 0 0,-1 0 1 0 0,1-1-1 0 0,-1 1 1 0 0,0 0-1 0 0,0 0 0 0 0,0 0 1 0 0,0 1-1 0 0,0-1 1 0 0,-1 0-1 0 0,2 5 0 0 0,0-1 147 0 0,-2-6 45 0 0,0 2 25 0 0,0-1 1 0 0,0 0-1 0 0,0 1 1 0 0,0-1 0 0 0,0 0-1 0 0,0 1 1 0 0,-1-1 0 0 0,1 0-1 0 0,0 1 1 0 0,-1-1-1 0 0,1 0 1 0 0,-1 0 0 0 0,1 1-1 0 0,-1-1 1 0 0,0 0 0 0 0,-1 2-1 0 0,-9 2-1056 0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39.010"/>
    </inkml:context>
    <inkml:brush xml:id="br0">
      <inkml:brushProperty name="width" value="0.035" units="cm"/>
      <inkml:brushProperty name="height" value="0.035" units="cm"/>
      <inkml:brushProperty name="color" value="#004F8B"/>
    </inkml:brush>
  </inkml:definitions>
  <inkml:trace contextRef="#ctx0" brushRef="#br0">0 7 4175 0 0,'0'0'10786'0'0,"17"-5"-6930"0"0,-12 6-3179 0 0,1-1 1 0 0,-1 1-1 0 0,0 0 1 0 0,1 1 0 0 0,4 1-1 0 0,-4-1-354 0 0,0 0-1 0 0,-1-1 1 0 0,1 1 0 0 0,7-1-1 0 0,-4-1 2 0 0,0 0 0 0 0,0-1-1 0 0,1-1 1 0 0,-1 1 0 0 0,11-5 0 0 0,14-2 48 0 0,-34 8-350 0 0,1 0-1 0 0,-1 1 1 0 0,1-1 0 0 0,-1 0 0 0 0,1 0 0 0 0,-1 0 0 0 0,0 0-1 0 0,1 0 1 0 0,-1 1 0 0 0,1-1 0 0 0,-1 0 0 0 0,1 0 0 0 0,-1 1-1 0 0,0-1 1 0 0,1 0 0 0 0,-1 1 0 0 0,1-1 0 0 0,-1 0 0 0 0,0 1-1 0 0,0-1 1 0 0,1 1 0 0 0,-1-1 0 0 0,0 0 0 0 0,0 1-1 0 0,1-1 1 0 0,-1 1 0 0 0,0-1 0 0 0,0 1 0 0 0,0-1 0 0 0,0 1-1 0 0,0-1 1 0 0,0 1 0 0 0,1 0 0 0 0,0 12 124 0 0,1-6-110 0 0,-1 0 1 0 0,0 0 0 0 0,-1 0 0 0 0,0 0-1 0 0,-1 9 1 0 0,1 9 81 0 0,2 13 389 0 0,1 10-131 0 0,-5 59 0 0 0,1-78-268 0 0,5 48 1 0 0,0-3 154 0 0,1 6-212 0 0,0 1 26 0 0,5 41-17 0 0,-2-49 8 0 0,10 61 17 0 0,0 3-31 0 0,-3 36 63 0 0,-13-149-117 0 0,6 116 0 0 0,-3-59 46 0 0,-2-57-26 0 0,-1-1 1 0 0,-1 0-1 0 0,-3 27 1 0 0,1-32-39 0 0,1 30 0 0 0,0 7-10 0 0,-15 141-108 0 0,6-91-4 0 0,3-60 144 0 0,-6 148-212 0 0,12-114 109 0 0,1-12-26 0 0,-6-1 73 0 0,-1 17-24 0 0,-1 55-24 0 0,1-33 19 0 0,-7 34 4 0 0,9-106 71 0 0,-6 71 6 0 0,-9 64 0 0 0,0-9-193 0 0,10-59 98 0 0,-2 60 31 0 0,8-110 40 0 0,2-32-69 0 0,0 31-1 0 0,1-6 15 0 0,0-28 45 0 0,0-1 0 0 0,3 16 0 0 0,0 44 23 0 0,-2-66-24 0 0,0-3 11 0 0,0 0 0 0 0,-1 0-1 0 0,1 0 1 0 0,-1 0-1 0 0,-1 8 1 0 0,1-10 24 0 0,-1 0 0 0 0,0 0 2 0 0,0-3 3 0 0,1 1 0 0 0,0-1 0 0 0,0 1 1 0 0,-1 0-1 0 0,1-1 0 0 0,0 1 0 0 0,-1-1 1 0 0,1 1-1 0 0,-1 0 0 0 0,1-1 1 0 0,-1 1-1 0 0,1-1 0 0 0,-1 0 0 0 0,1 1 1 0 0,-1-1-1 0 0,1 1 0 0 0,-1-1 0 0 0,0 0 1 0 0,1 1-1 0 0,-1-1 0 0 0,0 0 0 0 0,-2 1 21 0 0,0-1 48 0 0,0 0-25 0 0,-1 1-1 0 0,0-1 0 0 0,0 1 0 0 0,1 0 0 0 0,-1 0 1 0 0,0 1-1 0 0,-6 2 0 0 0,3-1 58 0 0,6-3-107 0 0,1 0 0 0 0,-1 1-1 0 0,0-1 1 0 0,0 0-1 0 0,1 0 1 0 0,-1 0-1 0 0,0 0 1 0 0,0 0-1 0 0,0 0 1 0 0,1-1 0 0 0,-1 1-1 0 0,0 0 1 0 0,0 0-1 0 0,1 0 1 0 0,-1-1-1 0 0,0 1 1 0 0,1 0 0 0 0,-1-1-1 0 0,-1 0 1 0 0,-1-1-103 0 0,0 2 275 0 0,-5-2-5186 0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48.019"/>
    </inkml:context>
    <inkml:brush xml:id="br0">
      <inkml:brushProperty name="width" value="0.035" units="cm"/>
      <inkml:brushProperty name="height" value="0.035" units="cm"/>
      <inkml:brushProperty name="color" value="#004F8B"/>
    </inkml:brush>
  </inkml:definitions>
  <inkml:trace contextRef="#ctx0" brushRef="#br0">25 20 919 0 0,'-6'-10'7898'0'0,"5"10"-7012"0"0,0-1 1 0 0,1 1-1 0 0,-1 0 0 0 0,0-1 1 0 0,0 1-1 0 0,0 0 1 0 0,1 0-1 0 0,-1 0 0 0 0,0 0 1 0 0,0 0-1 0 0,0 0 1 0 0,1 0-1 0 0,-1 0 1 0 0,0 0-1 0 0,0 0 0 0 0,0 0 1 0 0,0 1-1 0 0,-2-1 2195 0 0,5-1-2295 0 0,25-3-503 0 0,0 2 0 0 0,44 0 0 0 0,-55 2-500 0 0,-12 3-580 0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48.320"/>
    </inkml:context>
    <inkml:brush xml:id="br0">
      <inkml:brushProperty name="width" value="0.035" units="cm"/>
      <inkml:brushProperty name="height" value="0.035" units="cm"/>
      <inkml:brushProperty name="color" value="#004F8B"/>
    </inkml:brush>
  </inkml:definitions>
  <inkml:trace contextRef="#ctx0" brushRef="#br0">0 1 15199 0 0,'0'0'7188'0'0,"18"2"-4976"0"0,15-1-1009 0 0,-27-2-1116 0 0,-1 1-1 0 0,1 0 1 0 0,0 0 0 0 0,0 1-1 0 0,-1-1 1 0 0,1 1 0 0 0,0 1-1 0 0,-1-1 1 0 0,10 4-1 0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49.829"/>
    </inkml:context>
    <inkml:brush xml:id="br0">
      <inkml:brushProperty name="width" value="0.035" units="cm"/>
      <inkml:brushProperty name="height" value="0.035" units="cm"/>
      <inkml:brushProperty name="color" value="#004F8B"/>
    </inkml:brush>
  </inkml:definitions>
  <inkml:trace contextRef="#ctx0" brushRef="#br0">201 61 14423 0 0,'5'-16'813'0'0,"-5"12"288"0"0,0 1 0 0 0,0-1 0 0 0,0 1-1 0 0,-1-1 1 0 0,1 1 0 0 0,-1-1 0 0 0,1 1-1 0 0,-4-7 1 0 0,4 9-782 0 0,-9-1 293 0 0,8 1-555 0 0,0 1 0 0 0,1-1 0 0 0,-1 1 0 0 0,0 0 1 0 0,0-1-1 0 0,0 1 0 0 0,0 0 0 0 0,0 0 0 0 0,0 0 0 0 0,0 0 0 0 0,-2 0 0 0 0,-1 0-18 0 0,1 1-1 0 0,0 0 1 0 0,0 0-1 0 0,0 0 0 0 0,1 1 1 0 0,-1-1-1 0 0,0 1 1 0 0,0-1-1 0 0,1 1 1 0 0,-1 0-1 0 0,1 0 1 0 0,-1 0-1 0 0,1 1 1 0 0,0-1-1 0 0,0 0 1 0 0,0 1-1 0 0,0-1 1 0 0,0 1-1 0 0,1 0 1 0 0,-1 0-1 0 0,1 0 1 0 0,0-1-1 0 0,-2 5 0 0 0,-1 5 58 0 0,1 1 0 0 0,0-1 0 0 0,1 1 0 0 0,-2 17 0 0 0,4-22-84 0 0,0 0 1 0 0,1-1 0 0 0,0 1-1 0 0,0 0 1 0 0,0 0-1 0 0,5 10 1 0 0,18 46 56 0 0,-20-52-57 0 0,13 27 17 0 0,21 60 679 0 0,-34-87-579 0 0,-1 1 0 0 0,0 0-1 0 0,-1-1 1 0 0,0 1 0 0 0,-1 26-1 0 0,-1-37-115 0 0,0-1-1 0 0,0 1 0 0 0,0 0 1 0 0,0-1-1 0 0,-1 1 0 0 0,1 0 0 0 0,0-1 1 0 0,-1 1-1 0 0,1 0 0 0 0,-1-1 1 0 0,0 1-1 0 0,0-1 0 0 0,1 1 1 0 0,-1-1-1 0 0,0 1 0 0 0,0-1 0 0 0,0 0 1 0 0,-1 0-1 0 0,1 1 0 0 0,0-1 1 0 0,0 0-1 0 0,-1 0 0 0 0,1 0 1 0 0,0 0-1 0 0,-2 0 0 0 0,0 0 1 0 0,0 0-1 0 0,1-1 1 0 0,-1 1 0 0 0,0-1-1 0 0,1 0 1 0 0,-1 0-1 0 0,0 0 1 0 0,1 0 0 0 0,-1 0-1 0 0,0 0 1 0 0,1-1-1 0 0,-1 1 1 0 0,0-1 0 0 0,1 0-1 0 0,-4-1 1 0 0,-10-5-15 0 0,0 0 1 0 0,0-1 0 0 0,-18-12-1 0 0,28 16 5 0 0,1 0-1 0 0,0 0 0 0 0,-1 0 0 0 0,2-1 0 0 0,-1 1 1 0 0,0-1-1 0 0,1 0 0 0 0,0-1 0 0 0,0 1 1 0 0,1-1-1 0 0,-6-11 0 0 0,8 16-6 0 0,1 0 1 0 0,-1 0-1 0 0,1-1 1 0 0,0 1-1 0 0,-1 0 1 0 0,1-1-1 0 0,0 1 0 0 0,0-1 1 0 0,-1 1-1 0 0,1 0 1 0 0,1-1-1 0 0,-1 1 0 0 0,0 0 1 0 0,0-1-1 0 0,0 1 1 0 0,1-1-1 0 0,-1 1 0 0 0,0 0 1 0 0,1-1-1 0 0,0 1 1 0 0,-1 0-1 0 0,1 0 1 0 0,0 0-1 0 0,-1-1 0 0 0,1 1 1 0 0,0 0-1 0 0,0 0 1 0 0,1-1-1 0 0,0 0-3 0 0,1 1-1 0 0,-1 0 1 0 0,0-1-1 0 0,1 1 1 0 0,-1 0-1 0 0,1 0 1 0 0,-1 0 0 0 0,1 1-1 0 0,0-1 1 0 0,-1 1-1 0 0,1-1 1 0 0,0 1-1 0 0,3 0 1 0 0,6 0-71 0 0,-1 1 0 0 0,0 1 0 0 0,17 3 0 0 0,-28-5-339 0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51.569"/>
    </inkml:context>
    <inkml:brush xml:id="br0">
      <inkml:brushProperty name="width" value="0.035" units="cm"/>
      <inkml:brushProperty name="height" value="0.035" units="cm"/>
      <inkml:brushProperty name="color" value="#004F8B"/>
    </inkml:brush>
  </inkml:definitions>
  <inkml:trace contextRef="#ctx0" brushRef="#br0">10 25 455 0 0,'-9'-14'21016'0'0,"13"13"-20725"0"0,0-1 0 0 0,0 0-1 0 0,0 1 1 0 0,0 0-1 0 0,0 0 1 0 0,0 0 0 0 0,0 0-1 0 0,1 1 1 0 0,-1-1 0 0 0,0 1-1 0 0,0 0 1 0 0,1 1 0 0 0,7 1-1 0 0,-9-3 317 0 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51.983"/>
    </inkml:context>
    <inkml:brush xml:id="br0">
      <inkml:brushProperty name="width" value="0.035" units="cm"/>
      <inkml:brushProperty name="height" value="0.035" units="cm"/>
      <inkml:brushProperty name="color" value="#004F8B"/>
    </inkml:brush>
  </inkml:definitions>
  <inkml:trace contextRef="#ctx0" brushRef="#br0">0 0 8983 0 0,'0'0'7315'0'0,"3"6"-2934"0"0,2 6-2857 0 0,-4 7-768 0 0,0 27 0 0 0,-2-29 161 0 0,4 34 1 0 0,-3-50-872 0 0,0-1 1 0 0,0 1 0 0 0,1 0 0 0 0,-1-1-1 0 0,0 1 1 0 0,0-1 0 0 0,0 1-1 0 0,0 0 1 0 0,1-1 0 0 0,-1 1-1 0 0,0-1 1 0 0,0 1 0 0 0,1-1-1 0 0,-1 1 1 0 0,0-1 0 0 0,1 1-1 0 0,-1-1 1 0 0,1 0 0 0 0,-1 1-1 0 0,1-1 1 0 0,-1 1 0 0 0,1-1 0 0 0,-1 0-1 0 0,1 1 1 0 0,-1-1 0 0 0,1 0-1 0 0,-1 0 1 0 0,1 0 0 0 0,-1 1-1 0 0,1-1 1 0 0,-1 0 0 0 0,1 0-1 0 0,1 0 1 0 0,1 0 124 0 0,0 0 0 0 0,0-1 0 0 0,0 1 0 0 0,0-1 0 0 0,5-2 0 0 0,12-2 488 0 0,-20 5-586 0 0,1 0-74 0 0,-1 0 1 0 0,0 0-1 0 0,1 0 0 0 0,-1 0 0 0 0,0 0 1 0 0,1 1-1 0 0,-1-1 0 0 0,0 0 0 0 0,1 0 1 0 0,-1 0-1 0 0,0 0 0 0 0,0 0 0 0 0,1 0 0 0 0,-1 1 1 0 0,0-1-1 0 0,1 0 0 0 0,-1 0 0 0 0,0 1 1 0 0,0-1-1 0 0,0 0 0 0 0,1 0 0 0 0,-1 1 1 0 0,0-1-1 0 0,0 0 0 0 0,0 0 0 0 0,1 1 1 0 0,-1-1-1 0 0,0 0 0 0 0,0 1 0 0 0,0 1-318 0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52.523"/>
    </inkml:context>
    <inkml:brush xml:id="br0">
      <inkml:brushProperty name="width" value="0.035" units="cm"/>
      <inkml:brushProperty name="height" value="0.035" units="cm"/>
      <inkml:brushProperty name="color" value="#004F8B"/>
    </inkml:brush>
  </inkml:definitions>
  <inkml:trace contextRef="#ctx0" brushRef="#br0">8 18 15951 0 0,'0'0'1598'0'0,"1"-7"-1289"0"0,-1 7-229 0 0,0-1-1 0 0,0 1 1 0 0,0-1 0 0 0,0 1-1 0 0,0 0 1 0 0,0-1 0 0 0,0 1-1 0 0,0 0 1 0 0,0-1 0 0 0,0 1-1 0 0,0 0 1 0 0,1-1 0 0 0,-1 1-1 0 0,0 0 1 0 0,0-1 0 0 0,0 1-1 0 0,0 0 1 0 0,1-1 0 0 0,-1 1-1 0 0,0 0 1 0 0,0-1 0 0 0,1 1-1 0 0,-1 0 1 0 0,0 0 0 0 0,0-1-1 0 0,1 1 1 0 0,-1 0 0 0 0,0 0-1 0 0,1 0 1 0 0,-1-1 0 0 0,0 1-1 0 0,1 0 1 0 0,-1 0 0 0 0,0 0-1 0 0,1 0 1 0 0,-1 0 0 0 0,0 0-1 0 0,1 0 1 0 0,-1 0 0 0 0,0 0-1 0 0,1 0 1 0 0,-1 0 0 0 0,1 0-1 0 0,-1 0 1 0 0,0 0 0 0 0,1 0-1 0 0,-1 0 1 0 0,0 0 0 0 0,1 0-1 0 0,-1 0 1 0 0,1 1-1 0 0,0-1 247 0 0,1 1 0 0 0,-1 0 0 0 0,0-1 0 0 0,1 1 0 0 0,-1 0 0 0 0,0 0 0 0 0,0 0 0 0 0,0 0-1 0 0,1 0 1 0 0,-1 0 0 0 0,1 1 0 0 0,-1 1-298 0 0,0-1 1 0 0,0 1-1 0 0,0 0 0 0 0,0 0 1 0 0,0-1-1 0 0,0 1 0 0 0,-1 0 1 0 0,1 0-1 0 0,-1 0 0 0 0,0 0 1 0 0,0 0-1 0 0,0 0 0 0 0,0 0 1 0 0,0-1-1 0 0,-1 1 0 0 0,1 0 1 0 0,-1 0-1 0 0,-1 4 0 0 0,-3 4 133 0 0,1-1 0 0 0,-2 0 1 0 0,-8 13-1 0 0,11-18-148 0 0,1-2 107 0 0,-6 10-59 0 0,8-13-49 0 0,0 0-1 0 0,1 0 0 0 0,-1 0 1 0 0,0 0-1 0 0,0 0 0 0 0,0 0 1 0 0,0 0-1 0 0,0 0 1 0 0,0 0-1 0 0,0 0 0 0 0,1 0 1 0 0,-1 0-1 0 0,0 0 0 0 0,0 0 1 0 0,0 0-1 0 0,0 0 0 0 0,0 0 1 0 0,0 0-1 0 0,0 0 0 0 0,1 0 1 0 0,-1 0-1 0 0,0 0 0 0 0,0 0 1 0 0,0 0-1 0 0,0 0 0 0 0,0 0 1 0 0,0 1-1 0 0,0-1 0 0 0,0 0 1 0 0,0 0-1 0 0,0 0 0 0 0,1 0 1 0 0,-1 0-1 0 0,0 0 0 0 0,0 0 1 0 0,0 1-1 0 0,0-1 0 0 0,0 0 1 0 0,0 0-1 0 0,0 0 0 0 0,0 0 1 0 0,0 0-1 0 0,0 0 1 0 0,0 0-1 0 0,0 1 0 0 0,0-1 1 0 0,0 0-1 0 0,0 0 0 0 0,0 0 1 0 0,0 0-1 0 0,0 0 0 0 0,0 0 1 0 0,0 0-1 0 0,-1 1 0 0 0,1-1 1 0 0,0 0-1 0 0,0 0 0 0 0,0 0 1 0 0,0 0-1 0 0,0 0 0 0 0,0 0 1 0 0,0 0-1 0 0,0 0 0 0 0,0 0 1 0 0,0 1-1 0 0,0-1 0 0 0,-1 0 1 0 0,1 0-1 0 0,2 0-13 0 0,-1 0 1 0 0,1 0-1 0 0,-1 0 1 0 0,0 0-1 0 0,1 0 1 0 0,-1 0-1 0 0,1 1 0 0 0,-1-1 1 0 0,0 0-1 0 0,1 1 1 0 0,-1-1-1 0 0,1 1 0 0 0,-1 0 1 0 0,0-1-1 0 0,0 1 1 0 0,0 0-1 0 0,1 0 0 0 0,-1 0 1 0 0,0 0-1 0 0,0 0 1 0 0,0 0-1 0 0,0 0 1 0 0,1 2-1 0 0,4 3 32 0 0,-6-6-2 0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53.157"/>
    </inkml:context>
    <inkml:brush xml:id="br0">
      <inkml:brushProperty name="width" value="0.035" units="cm"/>
      <inkml:brushProperty name="height" value="0.035" units="cm"/>
      <inkml:brushProperty name="color" value="#004F8B"/>
    </inkml:brush>
  </inkml:definitions>
  <inkml:trace contextRef="#ctx0" brushRef="#br0">1 1 8783 0 0,'0'0'1196'0'0,"6"1"4029"0"0,8 0-1779 0 0,21 2 951 0 0,-35-3-4126 0 0,10 5 2666 0 0,-12 0-2923 0 0,1 0 0 0 0,-1 0 0 0 0,1 0 0 0 0,1 0 0 0 0,-1 0 0 0 0,1 1 0 0 0,-1-1 0 0 0,2 0 0 0 0,-1 0 0 0 0,0 0 0 0 0,1 1 0 0 0,0-1 0 0 0,0 0 0 0 0,1 0 0 0 0,-1 0 0 0 0,1 0 0 0 0,0-1 0 0 0,1 1 0 0 0,4 7 0 0 0,-5-9-14 0 0,-1 0 0 0 0,1 1 0 0 0,-1-1 0 0 0,1 1 0 0 0,-1-1 0 0 0,0 1 0 0 0,0-1 0 0 0,-1 1 0 0 0,1 0 0 0 0,-1-1 0 0 0,0 1 0 0 0,0 0 0 0 0,0-1 0 0 0,-1 8 0 0 0,-1-7 0 0 0,2-4 36 0 0,0 1 0 0 0,-1 0 0 0 0,1 0 0 0 0,0 0 0 0 0,-1 0 0 0 0,1 0 0 0 0,-1 0 0 0 0,0-1 0 0 0,1 1-1 0 0,-1 0 1 0 0,0-1 0 0 0,1 1 0 0 0,-1 0 0 0 0,0-1 0 0 0,0 1 0 0 0,0-1 0 0 0,1 1 0 0 0,-1-1 0 0 0,0 1 0 0 0,0-1 0 0 0,0 1 0 0 0,0-1 0 0 0,0 0 0 0 0,0 0-1 0 0,0 0 1 0 0,-1 1 0 0 0,-1-2-186 0 0,1 1 1 0 0,-1 0-1 0 0,1-1 0 0 0,0 0 0 0 0,-1 0 0 0 0,1 1 0 0 0,-4-3 0 0 0,4 2-454 0 0,-2-1-603 0 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54.950"/>
    </inkml:context>
    <inkml:brush xml:id="br0">
      <inkml:brushProperty name="width" value="0.035" units="cm"/>
      <inkml:brushProperty name="height" value="0.035" units="cm"/>
      <inkml:brushProperty name="color" value="#004F8B"/>
    </inkml:brush>
  </inkml:definitions>
  <inkml:trace contextRef="#ctx0" brushRef="#br0">12 49 1375 0 0,'0'0'7226'0'0,"-12"-4"3291"0"0,27 0-6359 0 0,6-3-3634 0 0,0 2 0 0 0,32-5 0 0 0,-40 10-294 0 0,-1 0 0 0 0,1 1 0 0 0,17 4 0 0 0,20 1 377 0 0,-35-7-414 0 0,0 0 0 0 0,-1 0 1 0 0,1-2-1 0 0,22-6 0 0 0,-17 4-39 0 0,13-5 58 0 0,-33 10-209 0 0,0 0 0 0 0,0 0-1 0 0,0-1 1 0 0,1 1 0 0 0,-1 0 0 0 0,0 0-1 0 0,0 0 1 0 0,0 0 0 0 0,0 0 0 0 0,1 0-1 0 0,-1 0 1 0 0,0 0 0 0 0,0 0 0 0 0,0 0 0 0 0,0 0-1 0 0,1 0 1 0 0,-1 0 0 0 0,0 0 0 0 0,0 0-1 0 0,0 0 1 0 0,1 0 0 0 0,-1 1 0 0 0,0-1-1 0 0,0 0 1 0 0,0 0 0 0 0,0 0 0 0 0,0 0-1 0 0,1 0 1 0 0,-1 0 0 0 0,0 0 0 0 0,0 1-1 0 0,0-1 1 0 0,0 0 0 0 0,0 0 0 0 0,0 0-1 0 0,1 0 1 0 0,-1 0 0 0 0,0 1 0 0 0,0-1 0 0 0,0 0-1 0 0,0 0 1 0 0,0 0 0 0 0,0 0 0 0 0,0 1-1 0 0,0-1 1 0 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57.837"/>
    </inkml:context>
    <inkml:brush xml:id="br0">
      <inkml:brushProperty name="width" value="0.035" units="cm"/>
      <inkml:brushProperty name="height" value="0.035" units="cm"/>
      <inkml:brushProperty name="color" value="#004F8B"/>
    </inkml:brush>
  </inkml:definitions>
  <inkml:trace contextRef="#ctx0" brushRef="#br0">181 1 2759 0 0,'0'0'9700'0'0,"0"3"-6076"0"0,-3 13-1934 0 0,5 15-531 0 0,-2 0 1 0 0,-4 44-1 0 0,0-11-475 0 0,-2 15 113 0 0,2-47-449 0 0,1 42 0 0 0,5-30-235 0 0,0 57 305 0 0,-8-38 288 0 0,-1 13-383 0 0,6-46-227 0 0,-5 34 0 0 0,-2 27-65 0 0,2-4 13 0 0,2-20 7 0 0,1-16-38 0 0,-7 126 115 0 0,8-154-79 0 0,-8 35 0 0 0,6-38-18 0 0,0 1 1 0 0,0 30-1 0 0,2-14-4 0 0,-2 1 0 0 0,-11 50 0 0 0,-4 27 20 0 0,9-23 22 0 0,-5 50 62 0 0,8-68-64 0 0,-1 43 146 0 0,3 36-36 0 0,2-89-150 0 0,7 202 735 0 0,-4-250-739 0 0,0 49 17 0 0,-1-41 20 0 0,1 0 0 0 0,5 40-1 0 0,-2-38-28 0 0,-1 0 0 0 0,-1 0 0 0 0,-4 34-1 0 0,1-29-33 0 0,3 52 0 0 0,2 12 89 0 0,-2-32-82 0 0,1-12 101 0 0,3 127-209 0 0,2-43-205 0 0,-5-113 210 0 0,3 103 260 0 0,0 7-202 0 0,8 22 9 0 0,5 31-768 0 0,-16-131 360 0 0,-1-53 312 0 0,-1-1-272 0 0,0 1 400 0 0,0 0 0 0 0,0 0 0 0 0,0 0 1 0 0,0-1-1 0 0,0 1 0 0 0,0 0 0 0 0,0 0 0 0 0,1 0 0 0 0,-1-1 0 0 0,0 1 0 0 0,1 0 0 0 0,-1 0 0 0 0,0-1 0 0 0,2 2 1 0 0,-1 1 8 0 0,0-2-16 0 0,-1-1 0 0 0,0 0-1 0 0,1 0 1 0 0,-1 0 0 0 0,1 0 0 0 0,-1 0 0 0 0,1 0 0 0 0,-1 0 0 0 0,0 0 0 0 0,1 0-1 0 0,-1 0 1 0 0,1 0 0 0 0,-1 0 0 0 0,1 0 0 0 0,-1 0 0 0 0,0 0 0 0 0,1-1 0 0 0,-1 1-1 0 0,1 0 1 0 0,-1 0 0 0 0,0 0 0 0 0,1-1 0 0 0,-1 1 0 0 0,0 0 0 0 0,1 0 0 0 0,-1-1 0 0 0,0 1-1 0 0,1 0 1 0 0,-1-1 0 0 0,13-5-158 0 0,11 5 163 0 0,-17 1-14 0 0,0 0 1 0 0,0-1 0 0 0,9-1-1 0 0,-1-3-13 0 0,-13 4 24 0 0,0 0-1 0 0,0 0 1 0 0,0 1 0 0 0,0-1-1 0 0,0 1 1 0 0,0-1 0 0 0,0 1-1 0 0,0 0 1 0 0,0-1 0 0 0,0 1-1 0 0,0 0 1 0 0,0 1 0 0 0,0-1-1 0 0,0 0 1 0 0,0 0-1 0 0,0 1 1 0 0,0 0 0 0 0,0-1-1 0 0,2 2 1 0 0,21 1-2051 0 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8:59.627"/>
    </inkml:context>
    <inkml:brush xml:id="br0">
      <inkml:brushProperty name="width" value="0.035" units="cm"/>
      <inkml:brushProperty name="height" value="0.035" units="cm"/>
      <inkml:brushProperty name="color" value="#004F8B"/>
    </inkml:brush>
  </inkml:definitions>
  <inkml:trace contextRef="#ctx0" brushRef="#br0">1 26 1375 0 0,'0'0'66'0'0,"0"0"-8"0"0,3-20 20872 0 0,-2 14-17143 0 0,0 7-3682 0 0,1 0 0 0 0,-1-1 0 0 0,0 1-1 0 0,1 0 1 0 0,-1 0 0 0 0,0 0 0 0 0,0 0-1 0 0,2 2 1 0 0,12 19-5 0 0,-1 0 0 0 0,-1 0 0 0 0,14 34 0 0 0,-23-47-37 0 0,41 103 418 0 0,-37-81-374 0 0,-6-21-25 0 0,0 1-1 0 0,5 10 1 0 0,-6-20 139 0 0,8-13 166 0 0,11-38-151 0 0,37-82 696 0 0,-44 110-972 0 0,-6 11-3 0 0,-1 0 1 0 0,7-18-1 0 0,-13 26 43 0 0,0 1-11 0 0,-15 7-5014 0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00.214"/>
    </inkml:context>
    <inkml:brush xml:id="br0">
      <inkml:brushProperty name="width" value="0.035" units="cm"/>
      <inkml:brushProperty name="height" value="0.035" units="cm"/>
      <inkml:brushProperty name="color" value="#004F8B"/>
    </inkml:brush>
  </inkml:definitions>
  <inkml:trace contextRef="#ctx0" brushRef="#br0">0 1 10511 0 0,'5'3'11014'0'0,"0"3"-9536"0"0,6 12-458 0 0,0 1 1 0 0,13 37-1 0 0,-3-9-821 0 0,0 4-86 0 0,-12-29-29 0 0,1 0 0 0 0,19 30 0 0 0,-29-52-57 0 0,0 1 1 0 0,0-1-1 0 0,1 0 0 0 0,-1 1 0 0 0,0-1 0 0 0,0 0 0 0 0,0 1 0 0 0,1-1 0 0 0,-1 0 0 0 0,0 0 0 0 0,0 1 0 0 0,1-1 0 0 0,-1 0 0 0 0,0 0 0 0 0,1 1 0 0 0,-1-1 0 0 0,0 0 0 0 0,1 0 1 0 0,-1 0-1 0 0,0 1 0 0 0,1-1 0 0 0,-1 0 0 0 0,0 0 0 0 0,1 0 0 0 0,-1 0 0 0 0,1 0 0 0 0,-1 0 0 0 0,0 0 0 0 0,1 0 0 0 0,-1 0 0 0 0,1 0 0 0 0,-1 0 0 0 0,0 0 0 0 0,1 0 0 0 0,-1 0 1 0 0,0-1-1 0 0,1 1 0 0 0,-1 0 0 0 0,0 0 0 0 0,1 0 0 0 0,-1 0 0 0 0,0-1 0 0 0,1 1 0 0 0,-1 0 0 0 0,0 0 0 0 0,1-1 0 0 0,-1 1 0 0 0,0 0 0 0 0,0-1 0 0 0,1 1 0 0 0,-1 0 0 0 0,0 0 0 0 0,0-1 1 0 0,0 1-1 0 0,0-1 0 0 0,1 1 0 0 0,-1 0 0 0 0,0-1 0 0 0,11-27 689 0 0,-9 21-541 0 0,67-182 924 0 0,-67 183-1102 0 0,-1 3 0 0 0,0 0 1 0 0,0 0-1 0 0,0 0 0 0 0,0-1 0 0 0,-1 1 1 0 0,1 0-1 0 0,-1 0 0 0 0,0-1 0 0 0,0 1 0 0 0,-1-5 1 0 0,1 8-170 0 0,0 0-230 0 0,-1 0 0 0 0,0 0 0 0 0,1 0 1 0 0,-1 0-1 0 0,0 0 0 0 0,1 1 0 0 0,-1-1 1 0 0,0 0-1 0 0,1 1 0 0 0,-1-1 0 0 0,1 0 1 0 0,-1 1-1 0 0,1-1 0 0 0,-1 1 0 0 0,1-1 1 0 0,-1 1-1 0 0,1-1 0 0 0,-2 2 0 0 0,2-1 352 0 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01.277"/>
    </inkml:context>
    <inkml:brush xml:id="br0">
      <inkml:brushProperty name="width" value="0.035" units="cm"/>
      <inkml:brushProperty name="height" value="0.035" units="cm"/>
      <inkml:brushProperty name="color" value="#004F8B"/>
    </inkml:brush>
  </inkml:definitions>
  <inkml:trace contextRef="#ctx0" brushRef="#br0">1 1 1375 0 0,'0'0'504'0'0,"4"10"9149"0"0,-1-3-6563 0 0,-2 2-1069 0 0,1 0-1 0 0,-1 16 1 0 0,-1-9-513 0 0,-1 0 1 0 0,-3 17 0 0 0,4-30-1423 0 0,-4-5-4295 0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01.851"/>
    </inkml:context>
    <inkml:brush xml:id="br0">
      <inkml:brushProperty name="width" value="0.035" units="cm"/>
      <inkml:brushProperty name="height" value="0.035" units="cm"/>
      <inkml:brushProperty name="color" value="#004F8B"/>
    </inkml:brush>
  </inkml:definitions>
  <inkml:trace contextRef="#ctx0" brushRef="#br0">1 12 1375 0 0,'5'-2'8056'0'0,"8"-3"-1992"0"0,7 0-683 0 0,13 9-2333 0 0,-32-4-3009 0 0,0 0 36 0 0,1 1-211 0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02.211"/>
    </inkml:context>
    <inkml:brush xml:id="br0">
      <inkml:brushProperty name="width" value="0.035" units="cm"/>
      <inkml:brushProperty name="height" value="0.035" units="cm"/>
      <inkml:brushProperty name="color" value="#004F8B"/>
    </inkml:brush>
  </inkml:definitions>
  <inkml:trace contextRef="#ctx0" brushRef="#br0">0 1 4975 0 0,'2'3'11328'0'0,"5"12"-8796"0"0,-6-8-2079 0 0,1-1 1 0 0,-1 1-1 0 0,-1 0 0 0 0,1 0 1 0 0,-1 0-1 0 0,-1 9 0 0 0,1-7-212 0 0,-1-1-1 0 0,2 1 0 0 0,1 14 1 0 0,-2-22-167 0 0,0-1 0 0 0,0 1 0 0 0,1 0 0 0 0,-1 0 0 0 0,0 0 0 0 0,0 0 0 0 0,1 0 0 0 0,-1 0 0 0 0,0 0 0 0 0,1 0 0 0 0,-1-1 0 0 0,1 1 0 0 0,-1 0 0 0 0,1 0 0 0 0,0-1 0 0 0,-1 1 0 0 0,1 0 0 0 0,0-1 0 0 0,-1 1 0 0 0,1 0 0 0 0,1 0 0 0 0,0-1 41 0 0,0 0 0 0 0,-1 1 0 0 0,1-1 0 0 0,0 0 0 0 0,0 0 0 0 0,0 0 0 0 0,-1-1 0 0 0,1 1 0 0 0,0 0 0 0 0,2-2 0 0 0,2 0 83 0 0,-5 2-167 0 0,0-1 0 0 0,0 1 1 0 0,0 0-1 0 0,0-1 0 0 0,0 1 1 0 0,0 0-1 0 0,0 0 0 0 0,0-1 1 0 0,0 1-1 0 0,0 0 0 0 0,2 0 0 0 0,-2 0-16 0 0,5 1 76 0 0,-2 1-78 0 0,-4-1-73 0 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02.497"/>
    </inkml:context>
    <inkml:brush xml:id="br0">
      <inkml:brushProperty name="width" value="0.035" units="cm"/>
      <inkml:brushProperty name="height" value="0.035" units="cm"/>
      <inkml:brushProperty name="color" value="#004F8B"/>
    </inkml:brush>
  </inkml:definitions>
  <inkml:trace contextRef="#ctx0" brushRef="#br0">1 1 1375 0 0,'0'0'66'0'0,"1"0"-8"0"0,16 0 19290 0 0,-16 1-18427 0 0,1 2 1383 0 0,0 2-4314 0 0,0 3 2680 0 0,0 1 1 0 0,0-1-1 0 0,-1 0 1 0 0,-1 1-1 0 0,0 16 1 0 0,0-22-588 0 0,2 1-1868 0 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03.004"/>
    </inkml:context>
    <inkml:brush xml:id="br0">
      <inkml:brushProperty name="width" value="0.035" units="cm"/>
      <inkml:brushProperty name="height" value="0.035" units="cm"/>
      <inkml:brushProperty name="color" value="#004F8B"/>
    </inkml:brush>
  </inkml:definitions>
  <inkml:trace contextRef="#ctx0" brushRef="#br0">0 10 1375 0 0,'4'-1'834'0'0,"14"0"8135"0"0,23-6 1503 0 0,-40 6-9980 0 0,4 2 1576 0 0,-5-1-2036 0 0,0 0-1 0 0,0 0 0 0 0,0 0 1 0 0,1 0-1 0 0,-1 0 0 0 0,0 0 0 0 0,0 0 1 0 0,0 0-1 0 0,0 0 0 0 0,0 0 0 0 0,0 0 1 0 0,0 0-1 0 0,0 0 0 0 0,0 0 1 0 0,1 0-1 0 0,-1 0 0 0 0,0 0 0 0 0,0 1 1 0 0,0-1-1 0 0,0 0 0 0 0,0 0 0 0 0,0 0 1 0 0,0 0-1 0 0,0 0 0 0 0,0 0 1 0 0,0 0-1 0 0,0 0 0 0 0,0 0 0 0 0,0 0 1 0 0,0 0-1 0 0,0 1 0 0 0,0-1 0 0 0,0 0 1 0 0,0 0-1 0 0,1 0 0 0 0,-1 0 1 0 0,0 0-1 0 0,0 0 0 0 0,0 0 0 0 0,0 0 1 0 0,-1 0-1 0 0,1 1 0 0 0,0-1 0 0 0,0 0 1 0 0,0 0-1 0 0,0 0 0 0 0,0 0 1 0 0,0 0-1 0 0,0 0 0 0 0,0 0 0 0 0,0 0 1 0 0,0 0-1 0 0,0 1 0 0 0,0-1 0 0 0,0 0 1 0 0,0 0-1 0 0,0 0 0 0 0,0 0 1 0 0,0 0-1 0 0,-1 0 0 0 0,1 4-329 0 0,-2 8 307 0 0,1-3-2 0 0,0-1 1 0 0,0 0-1 0 0,0 1 0 0 0,1-1 1 0 0,0 0-1 0 0,1 1 0 0 0,0-1 1 0 0,4 16-1 0 0,-2-15-7 0 0,0 0 0 0 0,0 0 0 0 0,-1 0 0 0 0,3 17 0 0 0,-6-23 0 0 0,1-2 56 0 0,-1 0 0 0 0,1 0 0 0 0,-1 0 0 0 0,1 0 0 0 0,-1 0 0 0 0,1 0 0 0 0,-1 0 0 0 0,0 0 0 0 0,0 0 0 0 0,1 0 0 0 0,-1 0 0 0 0,0 0 0 0 0,0 0 0 0 0,0-1 0 0 0,0 1 0 0 0,0 0 0 0 0,0-1 0 0 0,0 1 0 0 0,0-1-1 0 0,0 1 1 0 0,0-1 0 0 0,0 1 0 0 0,-1-1 0 0 0,1 0 0 0 0,0 0 0 0 0,0 0 0 0 0,0 1 0 0 0,0-1 0 0 0,-1 0 0 0 0,1 0 0 0 0,0 0 0 0 0,0-1 0 0 0,0 1 0 0 0,-1 0 0 0 0,1 0 0 0 0,0-1 0 0 0,0 1 0 0 0,0-1 0 0 0,0 1 0 0 0,0-1 0 0 0,0 1 0 0 0,0-1 0 0 0,-2-1 0 0 0,2 2-530 0 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18.914"/>
    </inkml:context>
    <inkml:brush xml:id="br0">
      <inkml:brushProperty name="width" value="0.035" units="cm"/>
      <inkml:brushProperty name="height" value="0.035" units="cm"/>
      <inkml:brushProperty name="color" value="#004F8B"/>
    </inkml:brush>
  </inkml:definitions>
  <inkml:trace contextRef="#ctx0" brushRef="#br0">1 79 1375 0 0,'0'-5'19465'0'0,"3"-9"-12646"0"0,4 27-6777 0 0,-1 0-1 0 0,5 16 1 0 0,-1-1-7 0 0,74 205 914 0 0,-74-203-798 0 0,-2-16 251 0 0,-8-14-374 0 0,1 0-1 0 0,-1 0 0 0 0,0 1 1 0 0,1-1-1 0 0,-1 0 1 0 0,0 0-1 0 0,1 0 0 0 0,-1 1 1 0 0,0-1-1 0 0,1 0 1 0 0,-1 0-1 0 0,1 0 0 0 0,-1 0 1 0 0,0 0-1 0 0,1 0 1 0 0,-1 0-1 0 0,1 0 1 0 0,-1 0-1 0 0,0 0 0 0 0,1 0 1 0 0,0 0-1 0 0,1-1 34 0 0,1-1 0 0 0,-1 1-1 0 0,0 0 1 0 0,0-1 0 0 0,1 0 0 0 0,-1 1 0 0 0,0-1-1 0 0,2-3 1 0 0,2-1-21 0 0,-1-1 0 0 0,0 0 0 0 0,0 0 0 0 0,-1 0 0 0 0,1-1 0 0 0,-2 1 0 0 0,5-10 0 0 0,16-60 363 0 0,-17 53-366 0 0,10-63 32 0 0,-2 8-10 0 0,-12 66-59 0 0,11-44 0 0 0,-15 55-43 0 0,-3 5-58 0 0,-1 4-99 0 0,-4 13-1707 0 0,3-7-7036 0 0,3-6 241 0 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19.533"/>
    </inkml:context>
    <inkml:brush xml:id="br0">
      <inkml:brushProperty name="width" value="0.035" units="cm"/>
      <inkml:brushProperty name="height" value="0.035" units="cm"/>
      <inkml:brushProperty name="color" value="#004F8B"/>
    </inkml:brush>
  </inkml:definitions>
  <inkml:trace contextRef="#ctx0" brushRef="#br0">1 21 1375 0 0,'2'-5'21589'0'0,"2"6"-21372"0"0,-1 0 0 0 0,1 0-1 0 0,-1 0 1 0 0,1 0-1 0 0,-1 1 1 0 0,1 0-1 0 0,-1 0 1 0 0,0 0-1 0 0,0 0 1 0 0,0 0 0 0 0,0 0-1 0 0,0 1 1 0 0,-1-1-1 0 0,1 1 1 0 0,3 5-1 0 0,4 6-28 0 0,0 1 0 0 0,9 16 0 0 0,-10-14 77 0 0,29 51 137 0 0,17 28 289 0 0,-55-95-661 0 0,1 0-1 0 0,-1 0 1 0 0,1 0-1 0 0,-1 0 1 0 0,1 0 0 0 0,-1 0-1 0 0,1 0 1 0 0,0-1-1 0 0,-1 1 1 0 0,1 0 0 0 0,0 0-1 0 0,0-1 1 0 0,0 1-1 0 0,-1-1 1 0 0,1 1 0 0 0,0-1-1 0 0,0 1 1 0 0,0-1-1 0 0,0 1 1 0 0,0-1 0 0 0,0 0-1 0 0,0 0 1 0 0,0 1-1 0 0,0-1 1 0 0,0 0-1 0 0,2 0 1 0 0,-2-1 18 0 0,0 1 0 0 0,1-1 0 0 0,-1 0 0 0 0,0 1 0 0 0,0-1 0 0 0,0 0 0 0 0,0 0 0 0 0,0 0 1 0 0,-1 0-1 0 0,1 0 0 0 0,0 0 0 0 0,0 0 0 0 0,0 0 0 0 0,-1 0 0 0 0,1 0 0 0 0,-1-1 0 0 0,1 1 0 0 0,-1 0 0 0 0,1 0 0 0 0,0-3 0 0 0,18-78 1171 0 0,-14 54-1192 0 0,19-55-1 0 0,-19 71-42 0 0,-1 4 23 0 0,-1-1 0 0 0,1 1 0 0 0,-2-1 0 0 0,1 0 0 0 0,-2 0 0 0 0,3-18 0 0 0,-4 26-172 0 0,-1 2-423 0 0,1 0 248 0 0,-1 0 0 0 0,1 0 0 0 0,-1 0-1 0 0,1 0 1 0 0,0 0 0 0 0,0 0 0 0 0,-1 0 0 0 0,1 1 0 0 0,0 0 0 0 0,0 3-1411 0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20.277"/>
    </inkml:context>
    <inkml:brush xml:id="br0">
      <inkml:brushProperty name="width" value="0.035" units="cm"/>
      <inkml:brushProperty name="height" value="0.035" units="cm"/>
      <inkml:brushProperty name="color" value="#004F8B"/>
    </inkml:brush>
  </inkml:definitions>
  <inkml:trace contextRef="#ctx0" brushRef="#br0">16 1 1375 0 0,'0'0'23560'0'0,"-3"21"-20208"0"0,-3 0-2539 0 0,5-17-714 0 0,-1 1 1 0 0,1-1-1 0 0,0 1 0 0 0,0 0 1 0 0,1 0-1 0 0,-1-1 1 0 0,1 8-1 0 0,1-9-30 0 0,0-3 17 0 0,-2 0-85 0 0,1 1 0 0 0,0-1 0 0 0,0 0-1 0 0,0 0 1 0 0,0 1 0 0 0,0-1 0 0 0,0 0 0 0 0,0 1 0 0 0,0-1 0 0 0,0 0 0 0 0,0 0 0 0 0,1 1 0 0 0,-1-1 0 0 0,0 0 0 0 0,0 0 0 0 0,0 1 0 0 0,0-1 0 0 0,0 0 0 0 0,0 0 0 0 0,1 1-1 0 0,-1-1 1 0 0,0 0 0 0 0,0 0 0 0 0,0 1 0 0 0,1-1 0 0 0,-1 0 0 0 0,0 0 0 0 0,0 0 0 0 0,0 0 0 0 0,1 1 0 0 0,-1-1 0 0 0,0 0 0 0 0,0 0 0 0 0,1 0 0 0 0,-1 0 0 0 0,0 0 0 0 0,1 0-1 0 0,-1 0 1 0 0,0 0 0 0 0,0 0 0 0 0,1 0 0 0 0,14-1-8 0 0,-7-1 36 0 0,-7 2-99 0 0,0 0 0 0 0,0 0 0 0 0,0 1-1 0 0,0-1 1 0 0,0 0 0 0 0,-1 0 0 0 0,1 1 0 0 0,0-1 0 0 0,0 0 0 0 0,0 1 0 0 0,0-1-1 0 0,0 1 1 0 0,0-1 0 0 0,0 1 0 0 0,-1-1 0 0 0,1 1 0 0 0,0 0 0 0 0,-1-1-1 0 0,1 1 1 0 0,0 0 0 0 0,0 1 0 0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20.564"/>
    </inkml:context>
    <inkml:brush xml:id="br0">
      <inkml:brushProperty name="width" value="0.035" units="cm"/>
      <inkml:brushProperty name="height" value="0.035" units="cm"/>
      <inkml:brushProperty name="color" value="#004F8B"/>
    </inkml:brush>
  </inkml:definitions>
  <inkml:trace contextRef="#ctx0" brushRef="#br0">1 8 1375 0 0,'5'-5'20333'0'0,"-1"2"-17753"0"0,-4 3-2238 0 0,7 16 1059 0 0,-7-7-1032 0 0,1 0 0 0 0,-1 0 0 0 0,-1 0-1 0 0,0 0 1 0 0,-2 10 0 0 0,-1 9-1700 0 0,3-1-6255 0 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21.183"/>
    </inkml:context>
    <inkml:brush xml:id="br0">
      <inkml:brushProperty name="width" value="0.035" units="cm"/>
      <inkml:brushProperty name="height" value="0.035" units="cm"/>
      <inkml:brushProperty name="color" value="#004F8B"/>
    </inkml:brush>
  </inkml:definitions>
  <inkml:trace contextRef="#ctx0" brushRef="#br0">1 0 1375 0 0,'5'0'21587'0'0,"-1"2"-21198"0"0,-2 1-229 0 0,0 1-1 0 0,0-1 1 0 0,0 1 0 0 0,-1-1-1 0 0,1 1 1 0 0,-1 0-1 0 0,0-1 1 0 0,0 1 0 0 0,-1 0-1 0 0,1 0 1 0 0,-1 0-1 0 0,0 0 1 0 0,0 0 0 0 0,0 5-1 0 0,0-1-44 0 0,0-8-457 0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21.501"/>
    </inkml:context>
    <inkml:brush xml:id="br0">
      <inkml:brushProperty name="width" value="0.035" units="cm"/>
      <inkml:brushProperty name="height" value="0.035" units="cm"/>
      <inkml:brushProperty name="color" value="#004F8B"/>
    </inkml:brush>
  </inkml:definitions>
  <inkml:trace contextRef="#ctx0" brushRef="#br0">1 4 4111 0 0,'1'-1'191'0'0,"1"1"-11"0"0,14-3 18397 0 0,-16 7-19478 0 0,8 8 1235 0 0,-6-9-323 0 0,-1 0-194 0 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21.882"/>
    </inkml:context>
    <inkml:brush xml:id="br0">
      <inkml:brushProperty name="width" value="0.035" units="cm"/>
      <inkml:brushProperty name="height" value="0.035" units="cm"/>
      <inkml:brushProperty name="color" value="#004F8B"/>
    </inkml:brush>
  </inkml:definitions>
  <inkml:trace contextRef="#ctx0" brushRef="#br0">0 1 1375 0 0,'0'0'14374'0'0,"8"10"-10861"0"0,-7 5-2715 0 0,0 1-1 0 0,-2 17 1 0 0,1 8-622 0 0,1-26 434 0 0,0-1 1 0 0,6 26-1 0 0,-7-39-530 0 0,0-1-10 0 0,1 2 17 0 0,-1-2-12 0 0,1 0-7 0 0,5 2 122 0 0,-1 0 0 0 0,1 0-1 0 0,0-1 1 0 0,-1 0 0 0 0,1-1 0 0 0,0 1 0 0 0,0-1 0 0 0,6 0 0 0 0,-3 0-517 0 0,-4-3-3710 0 0,-2 0 1617 0 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22.390"/>
    </inkml:context>
    <inkml:brush xml:id="br0">
      <inkml:brushProperty name="width" value="0.035" units="cm"/>
      <inkml:brushProperty name="height" value="0.035" units="cm"/>
      <inkml:brushProperty name="color" value="#004F8B"/>
    </inkml:brush>
  </inkml:definitions>
  <inkml:trace contextRef="#ctx0" brushRef="#br0">1 3 1375 0 0,'2'-2'21215'0'0,"-2"4"-21076"0"0,1 0 1 0 0,0 0-1 0 0,0 0 1 0 0,1 0-1 0 0,-1 0 0 0 0,0 0 1 0 0,1 0-1 0 0,-1 0 1 0 0,1-1-1 0 0,-1 1 1 0 0,3 1-1 0 0,0 0-111 0 0,-1-1 1 0 0,1 0-1 0 0,0 0 0 0 0,6 3 1 0 0,-6-4-18 0 0,0 1 0 0 0,-1-1 0 0 0,1 1 0 0 0,-1 0 0 0 0,1 0 0 0 0,5 5 0 0 0,-8-5 3 0 0,0 0-1 0 0,0 0 1 0 0,0-1 0 0 0,0 1 0 0 0,-1 0-1 0 0,1 0 1 0 0,-1 0 0 0 0,1 0 0 0 0,-1 0 0 0 0,0 0-1 0 0,0 0 1 0 0,1 0 0 0 0,-1 0 0 0 0,-1 0-1 0 0,1 0 1 0 0,0 0 0 0 0,0 0 0 0 0,-2 2-1 0 0,1 9-13 0 0,-2 1 1066 0 0,-6-12 381 0 0,8-2-1480 0 0,0 0 289 0 0,1 0-219 0 0,-1-1-1 0 0,1 1 1 0 0,0 0-1 0 0,-1-1 1 0 0,1 1-1 0 0,0 0 1 0 0,-1-1-1 0 0,1 1 1 0 0,-1 0-1 0 0,1-1 1 0 0,0 1-1 0 0,-1 0 1 0 0,1 0 0 0 0,-1 0-1 0 0,1 0 1 0 0,-1-1-1 0 0,1 1 1 0 0,-1 0-1 0 0,1 0 1 0 0,-1 0-1 0 0,1 0 1 0 0,-1 0-1 0 0,-11-1-2340 0 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04.681"/>
    </inkml:context>
    <inkml:brush xml:id="br0">
      <inkml:brushProperty name="width" value="0.035" units="cm"/>
      <inkml:brushProperty name="height" value="0.035" units="cm"/>
      <inkml:brushProperty name="color" value="#004F8B"/>
    </inkml:brush>
  </inkml:definitions>
  <inkml:trace contextRef="#ctx0" brushRef="#br0">1 127 3855 0 0,'0'0'175'0'0,"0"0"-8"0"0,1-2 742 0 0,0 0 0 0 0,0 0 0 0 0,0 0 0 0 0,0 1 1 0 0,0-1-1 0 0,-1 0 0 0 0,1 0 0 0 0,-1 0 0 0 0,1 0 0 0 0,-1 0 1 0 0,0 0-1 0 0,0 0 0 0 0,0-3 0 0 0,1-7 1691 0 0,0 8-2213 0 0,1 0 0 0 0,0 0 0 0 0,0 0 0 0 0,0 0 0 0 0,0 0 0 0 0,1 0 1 0 0,-1 1-1 0 0,1-1 0 0 0,0 1 0 0 0,0 0 0 0 0,0 0 0 0 0,0 0 1 0 0,1 0-1 0 0,-1 1 0 0 0,5-3 0 0 0,-1 1-143 0 0,0 0 0 0 0,1 0 0 0 0,-1 1 0 0 0,1 0 0 0 0,0 0 0 0 0,-1 1 0 0 0,11-2 0 0 0,-12 4-206 0 0,0 0-1 0 0,0 1 1 0 0,0 0 0 0 0,0 0 0 0 0,0 0-1 0 0,0 1 1 0 0,0 0 0 0 0,-1 0-1 0 0,8 4 1 0 0,-5-3 1 0 0,-4-1-27 0 0,-1-1 0 0 0,1 1 0 0 0,0 0 0 0 0,-1 0 0 0 0,0 1 0 0 0,1-1 0 0 0,-1 1 0 0 0,0-1 0 0 0,0 1 0 0 0,-1 0 0 0 0,1 0 0 0 0,-1 1 0 0 0,1-1 0 0 0,-1 0 0 0 0,0 1 0 0 0,0-1 0 0 0,0 1 0 0 0,-1 0 0 0 0,0 0 0 0 0,1-1 0 0 0,-1 1 0 0 0,0 0 0 0 0,-1 0 0 0 0,1 5 0 0 0,0 0 18 0 0,-1 0 0 0 0,-1 0 0 0 0,0 0 0 0 0,0 0 0 0 0,0-1 0 0 0,-1 1 0 0 0,-1 0 0 0 0,1-1 0 0 0,-8 17 0 0 0,6-17-17 0 0,0 1 0 0 0,-1-1-1 0 0,0 0 1 0 0,0 0 0 0 0,-1 0 0 0 0,0-1 0 0 0,0 0-1 0 0,-1 0 1 0 0,0-1 0 0 0,0 1 0 0 0,0-2 0 0 0,-1 1-1 0 0,0-1 1 0 0,-16 8 0 0 0,22-12-5 0 0,-1 0 0 0 0,1-1 0 0 0,0 1 0 0 0,-1-1 0 0 0,1 1 0 0 0,-1-1-1 0 0,1 0 1 0 0,-1 0 0 0 0,1 0 0 0 0,-1-1 0 0 0,1 1 0 0 0,-1-1 0 0 0,-3 0 0 0 0,-34-15 78 0 0,22 9-91 0 0,17 6 3 0 0,-1 1-1 0 0,1-1 1 0 0,-1 1-1 0 0,1-1 1 0 0,-1 0 0 0 0,1 0-1 0 0,0 0 1 0 0,-1 0-1 0 0,1 0 1 0 0,0 0 0 0 0,0 0-1 0 0,0 0 1 0 0,0 0-1 0 0,0-1 1 0 0,0 1 0 0 0,0 0-1 0 0,0-1 1 0 0,0 1-1 0 0,0-1 1 0 0,1 1 0 0 0,-1-1-1 0 0,1 1 1 0 0,-1-1-1 0 0,1 0 1 0 0,0 1 0 0 0,-1-1-1 0 0,1 0 1 0 0,0 1-1 0 0,0-4 1 0 0,0 3-3 0 0,1 0 0 0 0,-1-1 0 0 0,1 1 1 0 0,-1 0-1 0 0,1-1 0 0 0,0 1 0 0 0,-1 0 0 0 0,1-1 0 0 0,1 1 0 0 0,-1 0 0 0 0,0 0 0 0 0,0 0 1 0 0,1 0-1 0 0,-1 0 0 0 0,1 1 0 0 0,0-1 0 0 0,-1 0 0 0 0,1 1 0 0 0,0-1 0 0 0,0 1 0 0 0,0-1 1 0 0,0 1-1 0 0,0 0 0 0 0,0 0 0 0 0,1 0 0 0 0,2-1 0 0 0,-1 1-4 0 0,1 0-1 0 0,-1 0 1 0 0,1 0-1 0 0,-1 0 1 0 0,1 1-1 0 0,-1 0 1 0 0,1 0 0 0 0,0 0-1 0 0,-1 1 1 0 0,1 0-1 0 0,-1-1 1 0 0,1 1-1 0 0,5 3 1 0 0,-9-4 12 0 0,1 1 1 0 0,0 0-1 0 0,-1 0 0 0 0,1 0 1 0 0,-1 0-1 0 0,1 0 0 0 0,-1 0 1 0 0,1 0-1 0 0,-1 0 0 0 0,0 1 1 0 0,1-1-1 0 0,-1 0 1 0 0,0 1-1 0 0,0-1 0 0 0,1 4 1 0 0,15 17-419 0 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05.775"/>
    </inkml:context>
    <inkml:brush xml:id="br0">
      <inkml:brushProperty name="width" value="0.035" units="cm"/>
      <inkml:brushProperty name="height" value="0.035" units="cm"/>
      <inkml:brushProperty name="color" value="#004F8B"/>
    </inkml:brush>
  </inkml:definitions>
  <inkml:trace contextRef="#ctx0" brushRef="#br0">191 24 1375 0 0,'-1'-2'3145'0'0,"-3"-9"9639"0"0,3 9-11662 0 0,-1 1-837 0 0,1 0 0 0 0,-1 0 0 0 0,1 0 0 0 0,-1 0 0 0 0,1 1 0 0 0,-1-1 0 0 0,1 1 0 0 0,-1-1 0 0 0,0 1 0 0 0,1-1 0 0 0,-1 1 0 0 0,0 0 0 0 0,1 0 0 0 0,-4 0 0 0 0,-25 3 422 0 0,18-1-492 0 0,6-1-199 0 0,1 1-1 0 0,0-1 1 0 0,0 1-1 0 0,0-1 0 0 0,1 2 1 0 0,-1-1-1 0 0,0 0 1 0 0,1 1-1 0 0,-1 0 1 0 0,1 0-1 0 0,0 0 1 0 0,0 1-1 0 0,0-1 1 0 0,0 1-1 0 0,1 0 0 0 0,0 0 1 0 0,-5 7-1 0 0,4-5-25 0 0,-1 2-1 0 0,2-1 0 0 0,-1 0 0 0 0,1 1 1 0 0,0 0-1 0 0,0-1 0 0 0,1 1 0 0 0,0 0 1 0 0,1 0-1 0 0,-1 12 0 0 0,1-14 11 0 0,1 0 0 0 0,1-1 0 0 0,-1 1 0 0 0,1-1 0 0 0,0 1 0 0 0,0-1 0 0 0,1 1 0 0 0,-1-1 0 0 0,1 1 0 0 0,5 9 0 0 0,-5-13 0 0 0,-1 1 0 0 0,1-1 0 0 0,0 0 0 0 0,0 1 0 0 0,0-1 0 0 0,0 0 0 0 0,0 0 0 0 0,0-1 0 0 0,1 1 0 0 0,-1 0 0 0 0,1-1 0 0 0,-1 1 0 0 0,1-1 0 0 0,0 0 0 0 0,-1 0 0 0 0,1 0 0 0 0,0 0 0 0 0,0 0 0 0 0,0-1 0 0 0,-1 1 0 0 0,1-1 0 0 0,6 0 0 0 0,-6 0 7 0 0,1 0 1 0 0,0 0-1 0 0,0 0 0 0 0,-1-1 1 0 0,1 1-1 0 0,-1-1 0 0 0,1 0 0 0 0,0 0 1 0 0,5-3-1 0 0,-4 0 20 0 0,-1 1 1 0 0,1 0-1 0 0,-1-1 1 0 0,0 1-1 0 0,7-9 0 0 0,-2 1 199 0 0,0 0 0 0 0,-1 0 0 0 0,-1-1 0 0 0,11-20 0 0 0,-14 25-10 0 0,-1-1 1 0 0,0 0 0 0 0,-1 0 0 0 0,1 0 0 0 0,-2 0 0 0 0,1 0-1 0 0,-1-1 1 0 0,0 1 0 0 0,-1-9 0 0 0,-5-14 157 0 0,5 30 130 0 0,6 20-373 0 0,0 1-131 0 0,-1 0 0 0 0,-1 1 0 0 0,2 36 0 0 0,-4-34 0 0 0,-1-17 21 0 0,0 3-5 0 0,0 1-1 0 0,0-1 1 0 0,6 17 0 0 0,-7-24-13 0 0,1-1 0 0 0,0 1 0 0 0,-1-1 0 0 0,1 1 0 0 0,0-1-1 0 0,0 0 1 0 0,0 1 0 0 0,0-1 0 0 0,0 0 0 0 0,0 0 0 0 0,0 1 0 0 0,3 0 0 0 0,-3-1 0 0 0,-1-1 1 0 0,1 1-1 0 0,0-1 1 0 0,0 0-1 0 0,0 0 1 0 0,0 1-1 0 0,0-1 1 0 0,0 0-1 0 0,0 0 1 0 0,0 0-1 0 0,0 0 1 0 0,0 0-1 0 0,0 0 1 0 0,0 0 0 0 0,0 0-1 0 0,0-1 1 0 0,0 1-1 0 0,0 0 1 0 0,0 0-1 0 0,0-1 1 0 0,0 1-1 0 0,1-1 1 0 0,6-3 15 0 0,3-3-1432 0 0,-6-3-4709 0 0,-4 5 3491 0 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06.316"/>
    </inkml:context>
    <inkml:brush xml:id="br0">
      <inkml:brushProperty name="width" value="0.035" units="cm"/>
      <inkml:brushProperty name="height" value="0.035" units="cm"/>
      <inkml:brushProperty name="color" value="#004F8B"/>
    </inkml:brush>
  </inkml:definitions>
  <inkml:trace contextRef="#ctx0" brushRef="#br0">0 7 3455 0 0,'0'0'158'0'0,"11"-2"464"0"0,-3 1 2617 0 0,7-1 4568 0 0,-12 1-7363 0 0,1 1 0 0 0,-1-1 1 0 0,0 1-1 0 0,1 0 1 0 0,-1 0-1 0 0,4 1 0 0 0,-6-1-373 0 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06.776"/>
    </inkml:context>
    <inkml:brush xml:id="br0">
      <inkml:brushProperty name="width" value="0.035" units="cm"/>
      <inkml:brushProperty name="height" value="0.035" units="cm"/>
      <inkml:brushProperty name="color" value="#004F8B"/>
    </inkml:brush>
  </inkml:definitions>
  <inkml:trace contextRef="#ctx0" brushRef="#br0">1 1 1375 0 0,'0'0'13279'0'0,"3"12"-8492"0"0,1 40-2058 0 0,-4-52-2143 0 0,13 8 1776 0 0,3-8-2106 0 0,-12 0-241 0 0,0-1 0 0 0,0 1 0 0 0,0 0 0 0 0,0 1 0 0 0,0-1 0 0 0,4 2 0 0 0,-7-2-36 0 0,0 0 1 0 0,0 1-1 0 0,0-1 0 0 0,0 0 1 0 0,1 0-1 0 0,-1 0 0 0 0,0 0 1 0 0,0 0-1 0 0,0 0 0 0 0,0 0 1 0 0,0-1-1 0 0,0 1 0 0 0,1-1 1 0 0,-1 1-548 0 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07.046"/>
    </inkml:context>
    <inkml:brush xml:id="br0">
      <inkml:brushProperty name="width" value="0.035" units="cm"/>
      <inkml:brushProperty name="height" value="0.035" units="cm"/>
      <inkml:brushProperty name="color" value="#004F8B"/>
    </inkml:brush>
  </inkml:definitions>
  <inkml:trace contextRef="#ctx0" brushRef="#br0">1 1 919 0 0,'4'1'13139'0'0,"5"2"-9655"0"0,-7-1-3005 0 0,0 1 1 0 0,0-1-1 0 0,-1 0 0 0 0,1 1 1 0 0,-1-1-1 0 0,0 1 0 0 0,0 0 1 0 0,0-1-1 0 0,1 5 0 0 0,6 13 212 0 0,-8-20-857 0 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07.571"/>
    </inkml:context>
    <inkml:brush xml:id="br0">
      <inkml:brushProperty name="width" value="0.035" units="cm"/>
      <inkml:brushProperty name="height" value="0.035" units="cm"/>
      <inkml:brushProperty name="color" value="#004F8B"/>
    </inkml:brush>
  </inkml:definitions>
  <inkml:trace contextRef="#ctx0" brushRef="#br0">1 1 455 0 0,'12'6'2932'0'0,"7"-6"6841"0"0,-5 0-2888 0 0,-28 28-4891 0 0,15-22-1994 0 0,-1-1 0 0 0,0 1 0 0 0,1 0 0 0 0,0-1 0 0 0,0 1 0 0 0,1-1 0 0 0,-1 0 0 0 0,1 1 0 0 0,4 6 0 0 0,-6-12 0 0 0,11 34 20 0 0,-11-34 75 0 0,-6 11 2109 0 0,5-11-2042 0 0,0 0-1 0 0,0 0 1 0 0,0 0 0 0 0,0 0 0 0 0,1 0 0 0 0,-1 0-1 0 0,0 0 1 0 0,0 0 0 0 0,0 0 0 0 0,0 0-1 0 0,0 0 1 0 0,0 0 0 0 0,1-1 0 0 0,-3 0 0 0 0,-1 0-2037 0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08.317"/>
    </inkml:context>
    <inkml:brush xml:id="br0">
      <inkml:brushProperty name="width" value="0.035" units="cm"/>
      <inkml:brushProperty name="height" value="0.035" units="cm"/>
      <inkml:brushProperty name="color" value="#004F8B"/>
    </inkml:brush>
  </inkml:definitions>
  <inkml:trace contextRef="#ctx0" brushRef="#br0">1 76 919 0 0,'15'-10'6003'0'0,"-6"-3"2326"0"0,-8 11-7718 0 0,0 0 1 0 0,0 0 0 0 0,0 0 0 0 0,-1 0-1 0 0,1 0 1 0 0,-1 0 0 0 0,0 0 0 0 0,1-4 0 0 0,0-2 651 0 0,-1-14 1175 0 0,0 22-1913 0 0,0 1 0 0 0,4 7-522 0 0,0 1 0 0 0,-1-1-1 0 0,3 13 1 0 0,-6-21-3 0 0,18 58-139 0 0,-18-57 138 0 0,0-1 0 0 0,0 1-1 0 0,0-1 1 0 0,0 1 0 0 0,0-1-1 0 0,0 1 1 0 0,0-1 0 0 0,0 1-1 0 0,0-1 1 0 0,-1 1 0 0 0,1-1-1 0 0,0 0 1 0 0,0 1 0 0 0,0-1-1 0 0,-1 1 1 0 0,1-1 0 0 0,0 1-1 0 0,0-1 1 0 0,-1 0-1 0 0,1 1 1 0 0,0-1 0 0 0,-1 0-1 0 0,1 1 1 0 0,-1-1 0 0 0,1 0-1 0 0,0 0 1 0 0,-1 1 0 0 0,1-1-1 0 0,-1 0 1 0 0,1 0 0 0 0,-1 0-1 0 0,1 1 1 0 0,0-1 0 0 0,-1 0-1 0 0,1 0 1 0 0,-1 0 0 0 0,1 0-1 0 0,-1 0 1 0 0,1 0-1 0 0,-1 0 1 0 0,1 0 0 0 0,-1 0-1 0 0,-13-1 7 0 0,11 0-5 0 0,0 1-11 0 0,3 0-42 0 0,20-2-203 0 0,-13 2-1419 0 0,5-2-4150 0 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09.826"/>
    </inkml:context>
    <inkml:brush xml:id="br0">
      <inkml:brushProperty name="width" value="0.035" units="cm"/>
      <inkml:brushProperty name="height" value="0.035" units="cm"/>
      <inkml:brushProperty name="color" value="#004F8B"/>
    </inkml:brush>
  </inkml:definitions>
  <inkml:trace contextRef="#ctx0" brushRef="#br0">1 34 1375 0 0,'0'0'262'0'0,"18"-6"6695"0"0,-13 5-6000 0 0,-1 0 0 0 0,0 1 0 0 0,1 0-1 0 0,-1 0 1 0 0,0 0 0 0 0,1 0 0 0 0,4 2 0 0 0,15 0-71 0 0,2 1-484 0 0,-21-2-344 0 0,0-1 0 0 0,1 1 0 0 0,-1-1 0 0 0,1 0 0 0 0,7-1 0 0 0,6-2 355 0 0,-3-1 23 0 0,1 1-1 0 0,-1 1 1 0 0,0 1-1 0 0,1 0 1 0 0,25 2-1 0 0,-21 2-172 0 0,1-1-1 0 0,-1-1 0 0 0,1-1 0 0 0,-1-1 1 0 0,1-1-1 0 0,-1-1 0 0 0,21-6 1 0 0,-21 5 59 0 0,0 1-1 0 0,0 1 1 0 0,0 1 0 0 0,0 1-1 0 0,22 3 1 0 0,-18-2-164 0 0,1 0 1 0 0,46-5-1 0 0,-53 2-152 0 0,0 1-1 0 0,0 2 0 0 0,0 0 1 0 0,0 0-1 0 0,0 2 1 0 0,19 5-1 0 0,17 1 8 0 0,-42-8 44 0 0,1 0-1 0 0,0-2 1 0 0,24-2 0 0 0,15-2 49 0 0,-48 5-58 0 0,5 0 91 0 0,0 0-1 0 0,0 0 1 0 0,-1 1 0 0 0,1 1-1 0 0,15 3 1 0 0,-22-2 153 0 0,2-1-2875 0 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11.029"/>
    </inkml:context>
    <inkml:brush xml:id="br0">
      <inkml:brushProperty name="width" value="0.035" units="cm"/>
      <inkml:brushProperty name="height" value="0.035" units="cm"/>
      <inkml:brushProperty name="color" value="#004F8B"/>
    </inkml:brush>
  </inkml:definitions>
  <inkml:trace contextRef="#ctx0" brushRef="#br0">46 51 1375 0 0,'1'-2'167'0'0,"5"-14"13025"0"0,-4 12-11611 0 0,1 2-874 0 0,0-1 0 0 0,0 1 0 0 0,-1 0 0 0 0,2 0-1 0 0,-1 0 1 0 0,0 0 0 0 0,0 0 0 0 0,7-2 0 0 0,-6 3-407 0 0,1-1 1 0 0,-1 1 0 0 0,1 0 0 0 0,-1 0-1 0 0,1 0 1 0 0,-1 1 0 0 0,1 0 0 0 0,-1 0-1 0 0,1 0 1 0 0,0 0 0 0 0,7 2 0 0 0,-8-1-274 0 0,0 1 0 0 0,0 0 1 0 0,0-1-1 0 0,0 1 0 0 0,0 1 0 0 0,0-1 1 0 0,-1 1-1 0 0,1-1 0 0 0,-1 1 0 0 0,1 0 1 0 0,-1 0-1 0 0,0 1 0 0 0,0-1 0 0 0,0 1 1 0 0,-1-1-1 0 0,0 1 0 0 0,1 0 0 0 0,1 4 0 0 0,-2-2-11 0 0,0-1-1 0 0,-1 1 0 0 0,1-1 0 0 0,-1 1 0 0 0,0 0 0 0 0,-1 0 0 0 0,0 0 0 0 0,1-1 1 0 0,-2 1-1 0 0,1 0 0 0 0,-1 0 0 0 0,0-1 0 0 0,-2 10 0 0 0,0-5 10 0 0,-1-1 0 0 0,0 0-1 0 0,0 0 1 0 0,-1 0 0 0 0,0 0 0 0 0,-1-1-1 0 0,0 0 1 0 0,0 0 0 0 0,0 0 0 0 0,-1-1-1 0 0,0 0 1 0 0,-1 0 0 0 0,0-1 0 0 0,0 0-1 0 0,-14 8 1 0 0,19-12-13 0 0,-1-1-1 0 0,1 0 0 0 0,-1 0 1 0 0,0 0-1 0 0,1-1 1 0 0,-1 1-1 0 0,0-1 1 0 0,1 0-1 0 0,-1 0 0 0 0,0 0 1 0 0,0 0-1 0 0,1-1 1 0 0,-1 1-1 0 0,0-1 1 0 0,-5-2-1 0 0,6 2-3 0 0,1 0 0 0 0,-1 0 0 0 0,0 0 0 0 0,1 0-1 0 0,-1-1 1 0 0,1 1 0 0 0,-1-1 0 0 0,1 1 0 0 0,0-1 0 0 0,-1 0 0 0 0,1 0-1 0 0,0 0 1 0 0,0 0 0 0 0,1 0 0 0 0,-1-1 0 0 0,0 1 0 0 0,1-1 0 0 0,-1 1-1 0 0,1-1 1 0 0,-2-4 0 0 0,3 5-10 0 0,-1 0 0 0 0,1 0-1 0 0,0 1 1 0 0,0-1 0 0 0,0 0 0 0 0,0 0 0 0 0,1 0-1 0 0,-1 0 1 0 0,0 0 0 0 0,1 0 0 0 0,-1 1 0 0 0,1-1-1 0 0,0 0 1 0 0,-1 0 0 0 0,1 1 0 0 0,0-1 0 0 0,0 1-1 0 0,0-1 1 0 0,0 0 0 0 0,1 1 0 0 0,-1 0 0 0 0,0-1-1 0 0,1 1 1 0 0,-1 0 0 0 0,1 0 0 0 0,-1-1-1 0 0,1 1 1 0 0,3-1 0 0 0,0-1-6 0 0,1 0 0 0 0,-1 1 0 0 0,1-1 0 0 0,0 1 0 0 0,0 0 0 0 0,0 1 0 0 0,10-2 0 0 0,-12 3 20 0 0,1 1-1 0 0,0-1 1 0 0,-1 0 0 0 0,1 1 0 0 0,-1 0-1 0 0,1 0 1 0 0,-1 0 0 0 0,1 1-1 0 0,-1 0 1 0 0,0 0 0 0 0,6 3-1 0 0,0 1 36 0 0,0 0 0 0 0,0 1-1 0 0,11 10 1 0 0,-21-16-71 0 0,1-1 17 0 0,0 1 1 0 0,-1-1 0 0 0,1 1-1 0 0,-1-1 1 0 0,1 1-1 0 0,-1 0 1 0 0,1-1-1 0 0,-1 1 1 0 0,1 0 0 0 0,-1-1-1 0 0,0 1 1 0 0,1 0-1 0 0,-1 0 1 0 0,0-1 0 0 0,1 2-1 0 0,-4-1-3238 0 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11.821"/>
    </inkml:context>
    <inkml:brush xml:id="br0">
      <inkml:brushProperty name="width" value="0.035" units="cm"/>
      <inkml:brushProperty name="height" value="0.035" units="cm"/>
      <inkml:brushProperty name="color" value="#004F8B"/>
    </inkml:brush>
  </inkml:definitions>
  <inkml:trace contextRef="#ctx0" brushRef="#br0">18 9 1375 0 0,'0'0'19424'0'0,"21"-4"-15713"0"0,-13 2-3425 0 0,0 1-1 0 0,0 0 1 0 0,1 0 0 0 0,-1 1-1 0 0,0 0 1 0 0,0 1 0 0 0,0-1 0 0 0,0 1-1 0 0,14 4 1 0 0,-18-4-188 0 0,-3 0-71 0 0,0-1-1 0 0,0 0 1 0 0,0 0 0 0 0,0 1 0 0 0,0-1 0 0 0,0 0 0 0 0,0 1 0 0 0,0-1-1 0 0,0 1 1 0 0,0 0 0 0 0,0-1 0 0 0,0 1 0 0 0,0 0 0 0 0,0-1 0 0 0,0 1-1 0 0,0 0 1 0 0,-1 0 0 0 0,1 0 0 0 0,1 2 0 0 0,-2-2-9 0 0,-1 1 0 0 0,1 0 0 0 0,-1 0 0 0 0,1 0 0 0 0,-1-1 1 0 0,0 1-1 0 0,0 0 0 0 0,0-1 0 0 0,0 1 0 0 0,0 0 0 0 0,0-1 0 0 0,0 1 1 0 0,0-1-1 0 0,-1 0 0 0 0,0 2 0 0 0,-3 2-7 0 0,-42 50 58 0 0,33-40-41 0 0,0 1 0 0 0,1 0 0 0 0,-11 19 0 0 0,17-25 41 0 0,-7 13 74 0 0,14-22-130 0 0,-1 0 0 0 0,0 1 0 0 0,1-1 0 0 0,-1 1 1 0 0,1-1-1 0 0,-1 1 0 0 0,1-1 0 0 0,0 1 0 0 0,0-1 0 0 0,-1 1 1 0 0,1-1-1 0 0,0 4 0 0 0,1-5-9 0 0,-1 1 1 0 0,0 0-1 0 0,1-1 0 0 0,-1 1 1 0 0,1 0-1 0 0,-1-1 0 0 0,1 1 1 0 0,-1 0-1 0 0,1-1 0 0 0,-1 1 1 0 0,1-1-1 0 0,-1 1 0 0 0,1-1 1 0 0,0 1-1 0 0,-1-1 0 0 0,1 1 0 0 0,0-1 1 0 0,0 0-1 0 0,-1 1 0 0 0,2-1 1 0 0,14 4 51 0 0,-15-4-52 0 0,65 4 252 0 0,-34-3-51 0 0,19 3 275 0 0,-50-4-552 0 0,-1 0 1 0 0,0 0-1 0 0,0 0 0 0 0,1 0 0 0 0,-1 0 1 0 0,0 0-1 0 0,0 0 0 0 0,1 0 1 0 0,-1 0-1 0 0,0 0 0 0 0,0 0 0 0 0,1-1 1 0 0,-1 1-1 0 0,0 0 0 0 0,0 0 0 0 0,0 0 1 0 0,1 0-1 0 0,-1 0 0 0 0,0-1 1 0 0,0 1-1 0 0,0 0 0 0 0,1 0 0 0 0,-1 0 1 0 0,0-1-1 0 0,0 1 0 0 0,0 0 0 0 0,0 0 1 0 0,0-1-1 0 0,0 1 0 0 0,0 0 1 0 0,0 0-1 0 0,1-1 0 0 0,-1 1 0 0 0,0 0 1 0 0,0 0-1 0 0,0-1 0 0 0,0 1 0 0 0,0 0 1 0 0,0 0-1 0 0,0-1 0 0 0,0 1 1 0 0,-1-1-1 0 0,-2-9-7158 0 0,1 7 4384 0 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12.123"/>
    </inkml:context>
    <inkml:brush xml:id="br0">
      <inkml:brushProperty name="width" value="0.035" units="cm"/>
      <inkml:brushProperty name="height" value="0.035" units="cm"/>
      <inkml:brushProperty name="color" value="#004F8B"/>
    </inkml:brush>
  </inkml:definitions>
  <inkml:trace contextRef="#ctx0" brushRef="#br0">4 13 1375 0 0,'-3'-6'22512'0'0,"8"5"-22083"0"0,1-1 0 0 0,0 1 0 0 0,-1 0 0 0 0,1 0 0 0 0,0 0 0 0 0,7 1 0 0 0,-8 0-637 0 0,1 1-1 0 0,-1 0 1 0 0,1 0 0 0 0,7 3-1 0 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12.707"/>
    </inkml:context>
    <inkml:brush xml:id="br0">
      <inkml:brushProperty name="width" value="0.035" units="cm"/>
      <inkml:brushProperty name="height" value="0.035" units="cm"/>
      <inkml:brushProperty name="color" value="#004F8B"/>
    </inkml:brush>
  </inkml:definitions>
  <inkml:trace contextRef="#ctx0" brushRef="#br0">1 4 1375 0 0,'1'2'13562'0'0,"20"-4"-8676"0"0,-6 0-3183 0 0,-12 1-1412 0 0,1 1 0 0 0,-1 0 0 0 0,0-1 0 0 0,1 1 0 0 0,-1 0 0 0 0,1 0 0 0 0,-1 1 0 0 0,0-1 0 0 0,1 1 0 0 0,5 1 0 0 0,-9-1-51 0 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13.104"/>
    </inkml:context>
    <inkml:brush xml:id="br0">
      <inkml:brushProperty name="width" value="0.035" units="cm"/>
      <inkml:brushProperty name="height" value="0.035" units="cm"/>
      <inkml:brushProperty name="color" value="#004F8B"/>
    </inkml:brush>
  </inkml:definitions>
  <inkml:trace contextRef="#ctx0" brushRef="#br0">0 1 2759 0 0,'1'3'13007'0'0,"1"11"-10386"0"0,1 2-521 0 0,-1-7-1042 0 0,-1 1 0 0 0,0-1 0 0 0,-1 17 0 0 0,0-25-1007 0 0,0-1-1 0 0,0 0 1 0 0,0 1-1 0 0,0-1 1 0 0,0 0-1 0 0,0 0 1 0 0,0 1-1 0 0,0-1 1 0 0,0 0-1 0 0,0 0 1 0 0,0 1-1 0 0,0-1 1 0 0,0 0-1 0 0,0 1 1 0 0,0-1-1 0 0,0 0 1 0 0,1 0-1 0 0,-1 1 1 0 0,0-1-1 0 0,0 0 1 0 0,0 0-1 0 0,0 1 1 0 0,1-1-1 0 0,-1 0 1 0 0,0 0-1 0 0,0 0 1 0 0,0 1 0 0 0,1-1-1 0 0,-1 0 1 0 0,0 0-1 0 0,0 0 1 0 0,1 0-1 0 0,-1 0 1 0 0,0 0-1 0 0,0 1 1 0 0,1-1-1 0 0,-1 0 1 0 0,0 0-1 0 0,1 0 1 0 0,-1 0-1 0 0,18-3 311 0 0,-15 3-362 0 0,0-1 0 0 0,0 0 0 0 0,0 1 1 0 0,0-1-1 0 0,0 1 0 0 0,0 0 0 0 0,0 0 1 0 0,0 0-1 0 0,5 2 0 0 0,-5-1-175 0 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13.391"/>
    </inkml:context>
    <inkml:brush xml:id="br0">
      <inkml:brushProperty name="width" value="0.035" units="cm"/>
      <inkml:brushProperty name="height" value="0.035" units="cm"/>
      <inkml:brushProperty name="color" value="#004F8B"/>
    </inkml:brush>
  </inkml:definitions>
  <inkml:trace contextRef="#ctx0" brushRef="#br0">1 12 3223 0 0,'2'-2'11156'0'0,"6"-7"-4384"0"0,-7 8-6638 0 0,-1 1 0 0 0,1 0 0 0 0,-1 0 0 0 0,0 0 0 0 0,1 0 0 0 0,-1 0 1 0 0,1 0-1 0 0,-1 0 0 0 0,1 1 0 0 0,-1-1 0 0 0,1 0 0 0 0,-1 0 0 0 0,0 0 0 0 0,1 0 0 0 0,-1 0 0 0 0,1 1 0 0 0,-1-1 0 0 0,0 0 0 0 0,1 0 0 0 0,-1 1 0 0 0,1-1 0 0 0,-1 0 0 0 0,0 1 0 0 0,0-1 0 0 0,1 0 0 0 0,-1 1 0 0 0,0-1 1 0 0,1 1-1 0 0,3 16 1152 0 0,-7 18-834 0 0,3-34-342 0 0,-1 11-42 0 0,2-7-4725 0 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13.802"/>
    </inkml:context>
    <inkml:brush xml:id="br0">
      <inkml:brushProperty name="width" value="0.035" units="cm"/>
      <inkml:brushProperty name="height" value="0.035" units="cm"/>
      <inkml:brushProperty name="color" value="#004F8B"/>
    </inkml:brush>
  </inkml:definitions>
  <inkml:trace contextRef="#ctx0" brushRef="#br0">1 17 1375 0 0,'0'0'6583'0'0,"17"-7"1461"0"0,-14 6-7237 0 0,0 1-1 0 0,0-1 1 0 0,0 0 0 0 0,-1 0-1 0 0,1 0 1 0 0,0 0 0 0 0,2-3 1122 0 0,1 8 799 0 0,-5-3-2720 0 0,-1 1 0 0 0,0-1 1 0 0,1 1-1 0 0,-1 0 0 0 0,0-1 1 0 0,0 1-1 0 0,0 0 0 0 0,0-1 1 0 0,0 1-1 0 0,0 0 0 0 0,0-1 1 0 0,0 1-1 0 0,-2 2 0 0 0,1 6-7 0 0,6 52-61 0 0,-5-59 48 0 0,-1 1 12 0 0,0-4 29 0 0,1 1 0 0 0,-1-1 0 0 0,0 1 1 0 0,1-1-1 0 0,-1 1 0 0 0,1-1 0 0 0,-1 0 0 0 0,0 1 0 0 0,1-1 0 0 0,-1 0 0 0 0,0 0 0 0 0,1 1 0 0 0,-1-1 1 0 0,0 0-1 0 0,0 0 0 0 0,1 0 0 0 0,-1 0 0 0 0,0 0 0 0 0,0 0 0 0 0,0 0 0 0 0,-6 1-2243 0 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14.227"/>
    </inkml:context>
    <inkml:brush xml:id="br0">
      <inkml:brushProperty name="width" value="0.035" units="cm"/>
      <inkml:brushProperty name="height" value="0.035" units="cm"/>
      <inkml:brushProperty name="color" value="#004F8B"/>
    </inkml:brush>
  </inkml:definitions>
  <inkml:trace contextRef="#ctx0" brushRef="#br0">1 1 1375 0 0,'13'-1'20977'0'0,"-7"18"-16762"0"0,-2 12-6636 0 0,-4-21 4351 0 0,0 2-1824 0 0,1 16-1641 0 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15.683"/>
    </inkml:context>
    <inkml:brush xml:id="br0">
      <inkml:brushProperty name="width" value="0.035" units="cm"/>
      <inkml:brushProperty name="height" value="0.035" units="cm"/>
      <inkml:brushProperty name="color" value="#004F8B"/>
    </inkml:brush>
  </inkml:definitions>
  <inkml:trace contextRef="#ctx0" brushRef="#br0">1 1 1375 0 0,'0'0'22409'0'0,"-1"22"-19898"0"0,2-15-3241 0 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15.871"/>
    </inkml:context>
    <inkml:brush xml:id="br0">
      <inkml:brushProperty name="width" value="0.035" units="cm"/>
      <inkml:brushProperty name="height" value="0.035" units="cm"/>
      <inkml:brushProperty name="color" value="#004F8B"/>
    </inkml:brush>
  </inkml:definitions>
  <inkml:trace contextRef="#ctx0" brushRef="#br0">7 1 3223 0 0,'0'0'21237'0'0,"-7"17"-20534"0"0,7-12-1315 0 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16.062"/>
    </inkml:context>
    <inkml:brush xml:id="br0">
      <inkml:brushProperty name="width" value="0.035" units="cm"/>
      <inkml:brushProperty name="height" value="0.035" units="cm"/>
      <inkml:brushProperty name="color" value="#004F8B"/>
    </inkml:brush>
  </inkml:definitions>
  <inkml:trace contextRef="#ctx0" brushRef="#br0">0 0 1839 0 0,'0'0'19218'0'0,"3"8"-17222"0"0,-1-2-7508 0 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16.252"/>
    </inkml:context>
    <inkml:brush xml:id="br0">
      <inkml:brushProperty name="width" value="0.035" units="cm"/>
      <inkml:brushProperty name="height" value="0.035" units="cm"/>
      <inkml:brushProperty name="color" value="#004F8B"/>
    </inkml:brush>
  </inkml:definitions>
  <inkml:trace contextRef="#ctx0" brushRef="#br0">9 0 919 0 0,'0'5'80'0'0,"0"-2"-80"0"0,0 0 0 0 0,-1 0 3272 0 0,0 8 8744 0 0,-1-7-7264 0 0,1-1-3384 0 0,0 1-920 0 0,0 0-176 0 0,0-2-40 0 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16.440"/>
    </inkml:context>
    <inkml:brush xml:id="br0">
      <inkml:brushProperty name="width" value="0.035" units="cm"/>
      <inkml:brushProperty name="height" value="0.035" units="cm"/>
      <inkml:brushProperty name="color" value="#004F8B"/>
    </inkml:brush>
  </inkml:definitions>
  <inkml:trace contextRef="#ctx0" brushRef="#br0">21 0 19207 0 0,'0'0'848'0'0,"-2"4"176"0"0,0 1-816 0 0,0-2-208 0 0,1 1 0 0 0,0-1 0 0 0,-1 0 992 0 0,0 0 152 0 0,-1 0 1216 0 0,1 0-1232 0 0,1 0-824 0 0,0 1-752 0 0,0 0-792 0 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23.835"/>
    </inkml:context>
    <inkml:brush xml:id="br0">
      <inkml:brushProperty name="width" value="0.035" units="cm"/>
      <inkml:brushProperty name="height" value="0.035" units="cm"/>
      <inkml:brushProperty name="color" value="#004F8B"/>
    </inkml:brush>
  </inkml:definitions>
  <inkml:trace contextRef="#ctx0" brushRef="#br0">1 155 7687 0 0,'0'0'696'0'0,"0"-20"7043"0"0,1 15-6919 0 0,1 0 1 0 0,-1 0-1 0 0,1 0 0 0 0,0 0 1 0 0,0 0-1 0 0,1 0 0 0 0,4-7 0 0 0,-2 5-191 0 0,1 1 0 0 0,-1-1-1 0 0,1 1 1 0 0,10-8-1 0 0,-8 8-369 0 0,0 0 0 0 0,0 1 0 0 0,1 0 0 0 0,0 0 0 0 0,0 1 0 0 0,0 0 0 0 0,0 0 0 0 0,17-3 0 0 0,-21 6-234 0 0,1 0 1 0 0,0 1-1 0 0,-1 0 0 0 0,1 0 1 0 0,-1 1-1 0 0,1 0 1 0 0,-1 0-1 0 0,1 0 1 0 0,-1 0-1 0 0,1 1 1 0 0,-1 0-1 0 0,0 0 0 0 0,0 0 1 0 0,0 1-1 0 0,0 0 1 0 0,0 0-1 0 0,-1 0 1 0 0,1 0-1 0 0,-1 1 0 0 0,0 0 1 0 0,0 0-1 0 0,0 0 1 0 0,-1 0-1 0 0,7 9 1 0 0,-6-7-7 0 0,-1-1 0 0 0,1 1-1 0 0,-1 0 1 0 0,0 0 0 0 0,-1 0 0 0 0,1 1 0 0 0,-1-1 0 0 0,-1 0 0 0 0,1 1 0 0 0,-1 0 0 0 0,0-1 0 0 0,0 1 0 0 0,-1 0 0 0 0,0-1 0 0 0,0 1-1 0 0,-1 0 1 0 0,1-1 0 0 0,-1 1 0 0 0,-1-1 0 0 0,-3 11 0 0 0,2-11 27 0 0,0 1-1 0 0,-1 0 1 0 0,0-1-1 0 0,0 0 1 0 0,-1 0 0 0 0,0 0-1 0 0,0 0 1 0 0,0-1-1 0 0,-1 0 1 0 0,0 0 0 0 0,0 0-1 0 0,-13 7 1 0 0,14-9-7 0 0,0-1 1 0 0,-1 1 0 0 0,0-1-1 0 0,1 0 1 0 0,-1 0 0 0 0,0-1-1 0 0,0 1 1 0 0,0-1 0 0 0,0-1-1 0 0,0 1 1 0 0,0-1-1 0 0,0 0 1 0 0,0-1 0 0 0,0 1-1 0 0,0-1 1 0 0,-11-3 0 0 0,14 3-33 0 0,0 0 1 0 0,0-1-1 0 0,0 1 0 0 0,1-1 1 0 0,-1 1-1 0 0,0-1 1 0 0,1 0-1 0 0,-1 0 1 0 0,1 0-1 0 0,-1 0 1 0 0,1-1-1 0 0,0 1 0 0 0,0-1 1 0 0,0 1-1 0 0,0-1 1 0 0,1 0-1 0 0,-1 0 1 0 0,-1-5-1 0 0,2 7-7 0 0,1 0 0 0 0,0 0 0 0 0,0 0 0 0 0,0-1 0 0 0,0 1 0 0 0,0 0 0 0 0,0 0 0 0 0,0 0 0 0 0,1 0 0 0 0,-1 0 0 0 0,0 0 0 0 0,1 0 0 0 0,-1 0 0 0 0,0 0 0 0 0,1 0 0 0 0,-1 0 0 0 0,1 0 0 0 0,0 0 0 0 0,-1 0 0 0 0,1 0 0 0 0,0 0 0 0 0,-1 0 0 0 0,1 0 0 0 0,0 1 0 0 0,0-1 0 0 0,2-1 0 0 0,0 0 0 0 0,0 0 0 0 0,1 0 0 0 0,0 0 0 0 0,-1 1 0 0 0,5-2 0 0 0,-3 1 0 0 0,-1 1 0 0 0,1 0 0 0 0,-1 0 0 0 0,1 0 0 0 0,0 0 0 0 0,0 1 0 0 0,-1 0 0 0 0,1 0 0 0 0,8 1 0 0 0,-10 0 0 0 0,-1-1 0 0 0,1 1 0 0 0,-1 0 0 0 0,0 0 0 0 0,1 0 0 0 0,-1 0 0 0 0,0 0 0 0 0,0 1 0 0 0,0-1 0 0 0,0 1 0 0 0,0 0 0 0 0,0-1 0 0 0,0 1 0 0 0,0 0 0 0 0,-1 0 0 0 0,1 0 0 0 0,-1 0 0 0 0,1 0 0 0 0,1 5 0 0 0,4 9-49 0 0,-6-15-202 0 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25.168"/>
    </inkml:context>
    <inkml:brush xml:id="br0">
      <inkml:brushProperty name="width" value="0.035" units="cm"/>
      <inkml:brushProperty name="height" value="0.035" units="cm"/>
      <inkml:brushProperty name="color" value="#004F8B"/>
    </inkml:brush>
  </inkml:definitions>
  <inkml:trace contextRef="#ctx0" brushRef="#br0">187 47 8263 0 0,'-3'-7'1275'0'0,"1"5"314"0"0,0-1-1 0 0,0 1 1 0 0,0 0 0 0 0,-1 0-1 0 0,1 0 1 0 0,0 0 0 0 0,-6-3-1 0 0,3 2-668 0 0,-1 1-1 0 0,0-1 1 0 0,-9-2-1 0 0,9 3-908 0 0,0 1 0 0 0,1 0 1 0 0,-1 0-1 0 0,0 0 0 0 0,0 1 0 0 0,0 0 0 0 0,0 0 0 0 0,0 1 0 0 0,-6 0 0 0 0,9 0-10 0 0,0 1-1 0 0,0-1 0 0 0,0 1 0 0 0,0-1 1 0 0,1 1-1 0 0,-1 0 0 0 0,0 0 0 0 0,1 0 1 0 0,-1 1-1 0 0,1-1 0 0 0,0 1 1 0 0,0-1-1 0 0,0 1 0 0 0,0 0 0 0 0,0-1 1 0 0,-1 5-1 0 0,-1-1 13 0 0,1 1-1 0 0,0 0 1 0 0,1 0 0 0 0,0 0-1 0 0,0 0 1 0 0,-2 9 0 0 0,4-8 4 0 0,0 0 0 0 0,0 0-1 0 0,0 0 1 0 0,1-1 0 0 0,0 1 0 0 0,1 0 0 0 0,3 12 0 0 0,-4-17-17 0 0,0 1 0 0 0,0-1 0 0 0,1 0 0 0 0,-1 0 0 0 0,1 1 1 0 0,-1-1-1 0 0,1 0 0 0 0,0 0 0 0 0,0-1 0 0 0,1 1 0 0 0,-1 0 0 0 0,0-1 0 0 0,1 1 0 0 0,0-1 1 0 0,0 0-1 0 0,-1 0 0 0 0,1 0 0 0 0,0 0 0 0 0,4 1 0 0 0,-4-2 16 0 0,1-1 1 0 0,-1 1-1 0 0,0-1 0 0 0,1 0 1 0 0,-1 0-1 0 0,0 0 0 0 0,0-1 1 0 0,1 1-1 0 0,-1-1 0 0 0,0 0 0 0 0,0 1 1 0 0,0-2-1 0 0,0 1 0 0 0,4-2 1 0 0,4-2 32 0 0,0-1 0 0 0,13-10 0 0 0,-19 12 70 0 0,-1 0-1 0 0,1 0 1 0 0,-1 0-1 0 0,0-1 1 0 0,0 0-1 0 0,0 0 1 0 0,-1 0 0 0 0,0 0-1 0 0,0-1 1 0 0,0 1-1 0 0,0-1 1 0 0,-1 0-1 0 0,0 1 1 0 0,0-1-1 0 0,-1 0 1 0 0,0 0 0 0 0,0-1-1 0 0,0 1 1 0 0,0 0-1 0 0,-1 0 1 0 0,0 0-1 0 0,-1 0 1 0 0,1-1 0 0 0,-3-9-1 0 0,0 6 14 0 0,4 23 110 0 0,0 2-120 0 0,0 27-122 0 0,-1-22 0 0 0,0-1 0 0 0,2 1 0 0 0,6 32 0 0 0,-7-49-99 0 0,0 0-1 0 0,0 1 1 0 0,0-1 0 0 0,0 0-1 0 0,1 0 1 0 0,-1 0-1 0 0,1 0 1 0 0,0 0 0 0 0,0 0-1 0 0,0 0 1 0 0,0-1 0 0 0,1 1-1 0 0,-1-1 1 0 0,1 1-1 0 0,-1-1 1 0 0,7 4 0 0 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33.065"/>
    </inkml:context>
    <inkml:brush xml:id="br0">
      <inkml:brushProperty name="width" value="0.035" units="cm"/>
      <inkml:brushProperty name="height" value="0.035" units="cm"/>
      <inkml:brushProperty name="color" value="#004F8B"/>
    </inkml:brush>
  </inkml:definitions>
  <inkml:trace contextRef="#ctx0" brushRef="#br0">1 14 919 0 0,'2'0'17355'0'0,"3"-1"-14000"0"0,9-3-713 0 0,8 0-653 0 0,-19 3-1870 0 0,0 0-1 0 0,0 0 1 0 0,0 0 0 0 0,1 1-1 0 0,-1 0 1 0 0,0-1-1 0 0,0 1 1 0 0,0 0-1 0 0,0 1 1 0 0,0-1 0 0 0,6 2-1 0 0,4 0 728 0 0,-3 0-2350 0 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33.699"/>
    </inkml:context>
    <inkml:brush xml:id="br0">
      <inkml:brushProperty name="width" value="0.035" units="cm"/>
      <inkml:brushProperty name="height" value="0.035" units="cm"/>
      <inkml:brushProperty name="color" value="#004F8B"/>
    </inkml:brush>
  </inkml:definitions>
  <inkml:trace contextRef="#ctx0" brushRef="#br0">1 0 919 0 0,'0'0'20056'0'0,"5"14"-18112"0"0,1 70 336 0 0,-6-83-2265 0 0,0-1 0 0 0,1 1 1 0 0,-1-1-1 0 0,0 1 0 0 0,0-1 0 0 0,0 1 0 0 0,0-1 1 0 0,1 0-1 0 0,-1 1 0 0 0,0-1 0 0 0,1 1 0 0 0,-1-1 1 0 0,0 0-1 0 0,1 1 0 0 0,-1-1 0 0 0,0 0 0 0 0,1 1 0 0 0,-1-1 1 0 0,0 0-1 0 0,1 0 0 0 0,-1 1 0 0 0,1-1 0 0 0,-1 0 1 0 0,1 0-1 0 0,-1 0 0 0 0,0 0 0 0 0,1 0 0 0 0,-1 1 0 0 0,1-1 1 0 0,-1 0-1 0 0,1 0 0 0 0,-1 0 0 0 0,1 0 0 0 0,-1 0 1 0 0,1 0-1 0 0,-1 0 0 0 0,1-1 0 0 0,0 1 0 0 0,19-2 449 0 0,-17 1-407 0 0,0 0-1 0 0,1 1 1 0 0,-1-1-1 0 0,1 1 1 0 0,-1 0 0 0 0,1 0-1 0 0,0 0 1 0 0,-1 0-1 0 0,1 1 1 0 0,-1-1-1 0 0,0 1 1 0 0,1 0 0 0 0,5 2-1 0 0,-6-1-45 0 0,-3-2-79 0 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34.142"/>
    </inkml:context>
    <inkml:brush xml:id="br0">
      <inkml:brushProperty name="width" value="0.035" units="cm"/>
      <inkml:brushProperty name="height" value="0.035" units="cm"/>
      <inkml:brushProperty name="color" value="#004F8B"/>
    </inkml:brush>
  </inkml:definitions>
  <inkml:trace contextRef="#ctx0" brushRef="#br0">1 0 9071 0 0,'0'0'14080'0'0,"10"15"-12184"0"0,-8-11-1740 0 0,-1 0 1 0 0,0-1-1 0 0,0 1 0 0 0,0 0 0 0 0,-1 0 0 0 0,1 0 0 0 0,-1 0 1 0 0,0 0-1 0 0,0 0 0 0 0,-1 5 0 0 0,1 7 74 0 0,0-15-50 0 0,7-6-9126 0 0,-4 2 5780 0 0</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34.807"/>
    </inkml:context>
    <inkml:brush xml:id="br0">
      <inkml:brushProperty name="width" value="0.035" units="cm"/>
      <inkml:brushProperty name="height" value="0.035" units="cm"/>
      <inkml:brushProperty name="color" value="#004F8B"/>
    </inkml:brush>
  </inkml:definitions>
  <inkml:trace contextRef="#ctx0" brushRef="#br0">1 1 919 0 0,'1'4'23437'0'0,"19"1"-22466"0"0,14-1-282 0 0,-33-4-434 0 0,0 2 77 0 0,0 0 42 0 0,-4 5-400 0 0,2-3 28 0 0,0-1 1 0 0,0 0-1 0 0,0 1 0 0 0,1-1 1 0 0,-1 0-1 0 0,1 1 0 0 0,0-1 1 0 0,0 1-1 0 0,0-1 0 0 0,0 1 1 0 0,1-1-1 0 0,-1 1 0 0 0,1-1 1 0 0,0 0-1 0 0,0 1 0 0 0,0-1 0 0 0,0 0 1 0 0,1 0-1 0 0,-1 0 0 0 0,1 0 1 0 0,0 0-1 0 0,3 4 0 0 0,-4-6 3 0 0,0 0-1 0 0,0 0 0 0 0,-1 1 0 0 0,1-1 1 0 0,0 0-1 0 0,-1 0 0 0 0,1 0 0 0 0,-1 1 0 0 0,1-1 1 0 0,-1 0-1 0 0,0 1 0 0 0,1-1 0 0 0,-1 0 1 0 0,0 1-1 0 0,0-1 0 0 0,0 0 0 0 0,0 1 0 0 0,0-1 1 0 0,0 0-1 0 0,-1 1 0 0 0,1-1 0 0 0,0 0 1 0 0,-1 1-1 0 0,1-1 0 0 0,-1 0 0 0 0,1 1 0 0 0,-1-1 1 0 0,0 0-1 0 0,1 0 0 0 0,-1 0 0 0 0,0 0 1 0 0,0 0-1 0 0,0 0 0 0 0,-1 2 0 0 0,1-2 85 0 0,0 0-1 0 0,0-1 1 0 0,0 1-1 0 0,0 0 1 0 0,0 0-1 0 0,0-1 1 0 0,-1 1-1 0 0,1-1 1 0 0,0 1-1 0 0,0-1 1 0 0,0 1-1 0 0,-1-1 1 0 0,1 0-1 0 0,0 1 0 0 0,0-1 1 0 0,-1 0-1 0 0,1 0 1 0 0,0 0-1 0 0,-1 0 1 0 0,1 0-1 0 0,0 0 1 0 0,0-1-1 0 0,-1 1 1 0 0,1 0-1 0 0,0-1 1 0 0,0 1-1 0 0,-3-1 1 0 0,-2-7-27 0 0</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35.584"/>
    </inkml:context>
    <inkml:brush xml:id="br0">
      <inkml:brushProperty name="width" value="0.035" units="cm"/>
      <inkml:brushProperty name="height" value="0.035" units="cm"/>
      <inkml:brushProperty name="color" value="#004F8B"/>
    </inkml:brush>
  </inkml:definitions>
  <inkml:trace contextRef="#ctx0" brushRef="#br0">1 5 919 0 0,'9'-5'19826'0'0,"-7"5"-17295"0"0,-1 1-2429 0 0,0-1-1 0 0,-1 0 0 0 0,1 1 0 0 0,0-1 0 0 0,-1 1 1 0 0,1 0-1 0 0,-1-1 0 0 0,1 1 0 0 0,-1-1 0 0 0,1 1 0 0 0,-1 0 1 0 0,1-1-1 0 0,-1 1 0 0 0,1 0 0 0 0,-1 0 0 0 0,0-1 1 0 0,0 1-1 0 0,1 0 0 0 0,-1 0 0 0 0,0-1 0 0 0,0 1 1 0 0,0 0-1 0 0,0 0 0 0 0,0 1 0 0 0,-1 25 330 0 0,-1-10-146 0 0,2-14-261 0 0,0-2 18 0 0,0 2-20 0 0,1-3-13 0 0,-1 1 1 0 0,1-1 0 0 0,0 1-1 0 0,-1 0 1 0 0,1-1 0 0 0,0 1-1 0 0,0-1 1 0 0,-1 0 0 0 0,1 1-1 0 0,0-1 1 0 0,0 0 0 0 0,0 1-1 0 0,0-1 1 0 0,0 0 0 0 0,-1 0-1 0 0,1 0 1 0 0,0 0 0 0 0,0 0-1 0 0,0 0 1 0 0,0 0 0 0 0,1 0-1 0 0,1 0 5 0 0,0 1 1 0 0,0-1-1 0 0,0 1 0 0 0,0-1 0 0 0,5 3 0 0 0,-5-1 193 0 0,1 0-3586 0 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35.886"/>
    </inkml:context>
    <inkml:brush xml:id="br0">
      <inkml:brushProperty name="width" value="0.035" units="cm"/>
      <inkml:brushProperty name="height" value="0.035" units="cm"/>
      <inkml:brushProperty name="color" value="#004F8B"/>
    </inkml:brush>
  </inkml:definitions>
  <inkml:trace contextRef="#ctx0" brushRef="#br0">2 12 8719 0 0,'7'-11'15496'0'0,"-6"12"-15419"0"0,0 1 0 0 0,0-1 1 0 0,-1 1-1 0 0,1-1 0 0 0,-1 1 0 0 0,1-1 0 0 0,-1 1 1 0 0,0-1-1 0 0,1 1 0 0 0,-1 0 0 0 0,0-1 0 0 0,0 1 1 0 0,0-1-1 0 0,0 1 0 0 0,-1 1 0 0 0,-6 30 324 0 0,3-13 75 0 0,3-13-214 0 0,-1 0-813 0 0</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37.443"/>
    </inkml:context>
    <inkml:brush xml:id="br0">
      <inkml:brushProperty name="width" value="0.035" units="cm"/>
      <inkml:brushProperty name="height" value="0.035" units="cm"/>
      <inkml:brushProperty name="color" value="#004F8B"/>
    </inkml:brush>
  </inkml:definitions>
  <inkml:trace contextRef="#ctx0" brushRef="#br0">8 46 3247 0 0,'0'0'64'0'0,"-8"-13"13264"0"0,24 13-10033 0 0,14 0-174 0 0,-7 0-2337 0 0,25-4-1 0 0,11-3-201 0 0,1 2 1 0 0,88 6 0 0 0,-103-1-40 0 0,86-10 0 0 0,-70 4-35 0 0,-34 4-415 0 0,36 4 0 0 0,-37-1-20 0 0,43-2-1 0 0,-38-1 199 0 0,54 4-1 0 0,-52-1-256 0 0,46-2 513 0 0,11 0-65 0 0,-48 1 109 0 0,3 0-3078 0 0</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38.760"/>
    </inkml:context>
    <inkml:brush xml:id="br0">
      <inkml:brushProperty name="width" value="0.035" units="cm"/>
      <inkml:brushProperty name="height" value="0.035" units="cm"/>
      <inkml:brushProperty name="color" value="#004F8B"/>
    </inkml:brush>
  </inkml:definitions>
  <inkml:trace contextRef="#ctx0" brushRef="#br0">6 96 9647 0 0,'0'0'216'0'0,"-5"-15"792"0"0,5 12 127 0 0,0 0-1 0 0,0 0 1 0 0,0 0-1 0 0,0 0 1 0 0,1 0-1 0 0,0-4 1 0 0,0 4-573 0 0,0 0 0 0 0,0 1 0 0 0,0-1 0 0 0,0 0-1 0 0,1 1 1 0 0,1-3 0 0 0,-1 2-388 0 0,0 0 1 0 0,1 1-1 0 0,-1-1 0 0 0,1 1 0 0 0,-1-1 0 0 0,1 1 0 0 0,0 0 0 0 0,0 0 1 0 0,0 1-1 0 0,0-1 0 0 0,0 1 0 0 0,1-1 0 0 0,-1 1 0 0 0,0 0 1 0 0,1 0-1 0 0,-1 0 0 0 0,0 1 0 0 0,6-1 0 0 0,-1 0 112 0 0,1 0 0 0 0,0 1-1 0 0,0 1 1 0 0,0-1 0 0 0,13 4 0 0 0,-18-3-275 0 0,-1 0 0 0 0,0 0 0 0 0,0 0 0 0 0,0 1 0 0 0,0 0 0 0 0,0-1 0 0 0,0 1 0 0 0,0 0-1 0 0,0 1 1 0 0,-1-1 0 0 0,1 0 0 0 0,-1 1 0 0 0,1-1 0 0 0,-1 1 0 0 0,0 0 0 0 0,0 0 0 0 0,2 4 0 0 0,-1 0 13 0 0,0 0-1 0 0,-1 0 1 0 0,1 0 0 0 0,-1 0-1 0 0,-1 1 1 0 0,1-1-1 0 0,-1 1 1 0 0,-1-1 0 0 0,1 1-1 0 0,-1-1 1 0 0,-1 1-1 0 0,1-1 1 0 0,-3 10 0 0 0,1-6-8 0 0,-1 0 0 0 0,0 0 0 0 0,0 0 0 0 0,-1-1 0 0 0,-1 1 1 0 0,0-1-1 0 0,0 0 0 0 0,-9 12 0 0 0,11-18 4 0 0,0 0 0 0 0,0 1-1 0 0,-1-1 1 0 0,0 0 0 0 0,0-1 0 0 0,0 1 0 0 0,0-1-1 0 0,-1 0 1 0 0,-5 4 0 0 0,7-6-11 0 0,1 0-1 0 0,0-1 1 0 0,0 1 0 0 0,-1 0-1 0 0,1-1 1 0 0,0 1 0 0 0,-1-1 0 0 0,1 0-1 0 0,0 0 1 0 0,-1 0 0 0 0,1 0-1 0 0,0 0 1 0 0,-1 0 0 0 0,1-1-1 0 0,-1 1 1 0 0,1-1 0 0 0,0 0 0 0 0,0 0-1 0 0,-1 1 1 0 0,1-1 0 0 0,0-1-1 0 0,0 1 1 0 0,-2-2 0 0 0,-14-6 74 0 0,15 8-71 0 0,-1-1 0 0 0,1 1-1 0 0,-1-1 1 0 0,1 0 0 0 0,0 0 0 0 0,0-1 0 0 0,0 1-1 0 0,-4-5 1 0 0,6 7-13 0 0,1-1-1 0 0,-1 0 1 0 0,1 1 0 0 0,-1-1 0 0 0,1 0-1 0 0,0 0 1 0 0,-1 1 0 0 0,1-1-1 0 0,0 0 1 0 0,0 0 0 0 0,0 0-1 0 0,0 1 1 0 0,0-1 0 0 0,0 0-1 0 0,0 0 1 0 0,0 0 0 0 0,0 0 0 0 0,0 1-1 0 0,0-1 1 0 0,0 0 0 0 0,0 0-1 0 0,1 0 1 0 0,-1 1 0 0 0,0-1-1 0 0,1 0 1 0 0,-1 0 0 0 0,0 1-1 0 0,1-1 1 0 0,-1 0 0 0 0,1 1 0 0 0,-1-1-1 0 0,1 1 1 0 0,-1-1 0 0 0,1 0-1 0 0,1 0 1 0 0,0-1-1 0 0,1 0-1 0 0,-1 0 1 0 0,1 0-1 0 0,0 0 1 0 0,0 0-1 0 0,3-1 1 0 0,15-7 4 0 0,-17 7-4 0 0,0 1 0 0 0,0 0 0 0 0,1 0 0 0 0,-1 0 0 0 0,0 1 0 0 0,1 0 0 0 0,-1-1 0 0 0,1 2 0 0 0,5-2 0 0 0,-7 3-7 0 0,1-1 0 0 0,0 1-1 0 0,0-1 1 0 0,-1 1-1 0 0,1 0 1 0 0,0 1 0 0 0,-1-1-1 0 0,1 1 1 0 0,-1-1 0 0 0,0 1-1 0 0,1 0 1 0 0,-1 0-1 0 0,0 1 1 0 0,0-1 0 0 0,0 1-1 0 0,-1-1 1 0 0,4 4-1 0 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39.980"/>
    </inkml:context>
    <inkml:brush xml:id="br0">
      <inkml:brushProperty name="width" value="0.035" units="cm"/>
      <inkml:brushProperty name="height" value="0.035" units="cm"/>
      <inkml:brushProperty name="color" value="#004F8B"/>
    </inkml:brush>
  </inkml:definitions>
  <inkml:trace contextRef="#ctx0" brushRef="#br0">23 4 919 0 0,'-23'-3'23720'0'0,"24"4"-23658"0"0,0 0 0 0 0,1 0 1 0 0,-1 1-1 0 0,0-1 0 0 0,0 0 0 0 0,0 0 0 0 0,1 0 0 0 0,-1 0 1 0 0,1 0-1 0 0,-1-1 0 0 0,0 1 0 0 0,1 0 0 0 0,0-1 0 0 0,-1 1 0 0 0,1-1 1 0 0,-1 1-1 0 0,1-1 0 0 0,0 0 0 0 0,-1 0 0 0 0,3 0 0 0 0,36 1 949 0 0,-32-2-767 0 0,12 1 452 0 0,1 1 0 0 0,31 6 0 0 0,-51-7-616 0 0,11 2 60 0 0,-10-1-117 0 0,-1-1 94 0 0,-1 3-100 0 0,-1-1 0 0 0,1 1 0 0 0,-1 0-1 0 0,1-1 1 0 0,-1 1 0 0 0,0 0 0 0 0,-2 3 0 0 0,3-5-24 0 0,-6 8 20 0 0,0-1 0 0 0,0 0 0 0 0,-1 0 0 0 0,-12 12 0 0 0,15-16-14 0 0,-4 4 1 0 0,0 0 0 0 0,0 1 0 0 0,1 0 0 0 0,1 0 0 0 0,0 1 0 0 0,0-1 0 0 0,0 1 0 0 0,2 1 0 0 0,-1-1 0 0 0,-5 20 0 0 0,10-29 0 0 0,0 1 0 0 0,0-1 0 0 0,0 0 0 0 0,0 1 0 0 0,0-1 0 0 0,0 0 0 0 0,0 1 0 0 0,0-1 0 0 0,0 0 0 0 0,1 1 0 0 0,-1-1 0 0 0,1 0 0 0 0,-1 1 0 0 0,1-1 0 0 0,-1 0 0 0 0,1 0 0 0 0,0 0 0 0 0,0 1 0 0 0,-1-1 0 0 0,1 0 0 0 0,0 0 0 0 0,0 0 0 0 0,0 0 0 0 0,0 0 0 0 0,0-1 0 0 0,0 1 0 0 0,0 0 0 0 0,3 1 0 0 0,2 1 0 0 0,0 0 0 0 0,1 0 0 0 0,-1-1 0 0 0,9 2 0 0 0,-8-1 0 0 0,7 0 45 0 0,-1 0 0 0 0,1-1 1 0 0,18 1-1 0 0,-15-2 106 0 0,25 5 0 0 0,-22 2-154 0 0,-20-8-290 0 0,-9-4-2711 0 0,4 0-1974 0 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40.344"/>
    </inkml:context>
    <inkml:brush xml:id="br0">
      <inkml:brushProperty name="width" value="0.035" units="cm"/>
      <inkml:brushProperty name="height" value="0.035" units="cm"/>
      <inkml:brushProperty name="color" value="#004F8B"/>
    </inkml:brush>
  </inkml:definitions>
  <inkml:trace contextRef="#ctx0" brushRef="#br0">3 3 919 0 0,'-2'2'19687'0'0,"20"-2"-15959"0"0,23-2-1274 0 0,-31 1-2255 0 0,1 0 1 0 0,-1 1 0 0 0,1 0-1 0 0,0 0 1 0 0,13 4 0 0 0,-15-3-3894 0 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41.104"/>
    </inkml:context>
    <inkml:brush xml:id="br0">
      <inkml:brushProperty name="width" value="0.035" units="cm"/>
      <inkml:brushProperty name="height" value="0.035" units="cm"/>
      <inkml:brushProperty name="color" value="#004F8B"/>
    </inkml:brush>
  </inkml:definitions>
  <inkml:trace contextRef="#ctx0" brushRef="#br0">0 1 919 0 0,'2'1'24200'0'0,"1"1"-22213"0"0,3 5-4633 0 0,-4-3 4420 0 0,-2-1-1735 0 0,0-1 1 0 0,0 1 0 0 0,0 0 0 0 0,0 0-1 0 0,-1-1 1 0 0,0 5 0 0 0,-4 23 143 0 0,5-27-172 0 0,0-2-8 0 0,0-1 0 0 0,0 1 0 0 0,1-1 0 0 0,-1 1-1 0 0,0-1 1 0 0,0 0 0 0 0,0 1 0 0 0,1-1 0 0 0,-1 1 0 0 0,0-1 0 0 0,1 0 0 0 0,-1 1 0 0 0,0-1 0 0 0,1 0 0 0 0,-1 0 0 0 0,0 1 0 0 0,1-1 0 0 0,-1 0 0 0 0,1 0 0 0 0,-1 1 0 0 0,0-1 0 0 0,1 0 0 0 0,-1 0-1 0 0,1 0 1 0 0,-1 0 0 0 0,1 0 0 0 0,-1 0 0 0 0,1 1 0 0 0,-1-1 0 0 0,1 0 0 0 0,-1 0 0 0 0,1-1 0 0 0,17 1 24 0 0,-15-1-34 0 0,4 2-1013 0 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41.404"/>
    </inkml:context>
    <inkml:brush xml:id="br0">
      <inkml:brushProperty name="width" value="0.035" units="cm"/>
      <inkml:brushProperty name="height" value="0.035" units="cm"/>
      <inkml:brushProperty name="color" value="#004F8B"/>
    </inkml:brush>
  </inkml:definitions>
  <inkml:trace contextRef="#ctx0" brushRef="#br0">3 1 919 0 0,'0'0'17539'0'0,"5"16"-14314"0"0,-4-10-2681 0 0,-1 0-1 0 0,0 0 1 0 0,-1 1-1 0 0,-2 9 1 0 0,2-7-1460 0 0,-1 0 0 0 0,1 16 0 0 0</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42.149"/>
    </inkml:context>
    <inkml:brush xml:id="br0">
      <inkml:brushProperty name="width" value="0.035" units="cm"/>
      <inkml:brushProperty name="height" value="0.035" units="cm"/>
      <inkml:brushProperty name="color" value="#004F8B"/>
    </inkml:brush>
  </inkml:definitions>
  <inkml:trace contextRef="#ctx0" brushRef="#br0">1 1 919 0 0,'0'0'17460'0'0,"20"0"-13625"0"0,-16 0-3466 0 0,0 1 0 0 0,0-1 0 0 0,0 0 0 0 0,-1 0 1 0 0,5 0-1 0 0,13-1-4463 0 0</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42.543"/>
    </inkml:context>
    <inkml:brush xml:id="br0">
      <inkml:brushProperty name="width" value="0.035" units="cm"/>
      <inkml:brushProperty name="height" value="0.035" units="cm"/>
      <inkml:brushProperty name="color" value="#004F8B"/>
    </inkml:brush>
  </inkml:definitions>
  <inkml:trace contextRef="#ctx0" brushRef="#br0">1 0 1375 0 0,'2'4'21495'0'0,"1"0"-19276"0"0,4 11-4821 0 0,-5-10 4202 0 0,1 11-1004 0 0,-1 0 0 0 0,-1 0 0 0 0,0 18 0 0 0,-1-33-433 0 0,3 2 222 0 0,-3-3-365 0 0,0 1-1 0 0,1-1 1 0 0,-1 1 0 0 0,0-1-1 0 0,1 1 1 0 0,-1-1-1 0 0,0 0 1 0 0,1 1-1 0 0,-1-1 1 0 0,1 1 0 0 0,-1-1-1 0 0,1 0 1 0 0,-1 0-1 0 0,1 1 1 0 0,-1-1-1 0 0,1 0 1 0 0,-1 0 0 0 0,2 1-1 0 0,17-4 270 0 0,-16 2-277 0 0,0 0 1 0 0,0 1 0 0 0,0-1-1 0 0,0 1 1 0 0,0 0-1 0 0,0-1 1 0 0,0 2-1 0 0,0-1 1 0 0,-1 0 0 0 0,1 0-1 0 0,0 1 1 0 0,0 0-1 0 0,0 0 1 0 0,3 1-1 0 0,-5-2-76 0 0,3 1-161 0 0</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42.845"/>
    </inkml:context>
    <inkml:brush xml:id="br0">
      <inkml:brushProperty name="width" value="0.035" units="cm"/>
      <inkml:brushProperty name="height" value="0.035" units="cm"/>
      <inkml:brushProperty name="color" value="#004F8B"/>
    </inkml:brush>
  </inkml:definitions>
  <inkml:trace contextRef="#ctx0" brushRef="#br0">0 20 1375 0 0,'2'-3'12535'0'0,"9"-11"-5535"0"0,-11 14-6893 0 0,1-1 0 0 0,-1 1 0 0 0,0 0-1 0 0,1 0 1 0 0,-1 0 0 0 0,1-1 0 0 0,-1 1 0 0 0,0 0 0 0 0,1 0 0 0 0,-1 0 0 0 0,1 0 0 0 0,-1 0 0 0 0,1 0 0 0 0,-1 0 0 0 0,0 0-1 0 0,1 0 1 0 0,-1 0 0 0 0,1 0 0 0 0,-1 0 0 0 0,0 0 0 0 0,1 0 0 0 0,-1 0 0 0 0,1 1 0 0 0,-1-1 0 0 0,0 0 0 0 0,1 0-1 0 0,-1 0 1 0 0,1 1 0 0 0,-1-1 0 0 0,0 0 0 0 0,1 0 0 0 0,-1 1 0 0 0,0-1 0 0 0,0 0 0 0 0,1 1 0 0 0,-1 0 0 0 0,1 0 57 0 0,0 1-1 0 0,0 0 1 0 0,-1 0 0 0 0,1 0 0 0 0,-1 0 0 0 0,1 0 0 0 0,-1 0 0 0 0,0 3-1 0 0,0 5 153 0 0,0-1 0 0 0,-3 16 0 0 0,2-15-186 0 0,1-10-494 0 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43.383"/>
    </inkml:context>
    <inkml:brush xml:id="br0">
      <inkml:brushProperty name="width" value="0.035" units="cm"/>
      <inkml:brushProperty name="height" value="0.035" units="cm"/>
      <inkml:brushProperty name="color" value="#004F8B"/>
    </inkml:brush>
  </inkml:definitions>
  <inkml:trace contextRef="#ctx0" brushRef="#br0">1 17 1375 0 0,'0'0'66'0'0,"12"-8"506"0"0,-7 5 4168 0 0,-3 2-3903 0 0,0 1-140 0 0,-1-1 0 0 0,0 0 1 0 0,0 1-1 0 0,1-1 0 0 0,-1 1 1 0 0,0-1-1 0 0,1 1 1 0 0,-1 0-1 0 0,0 0 0 0 0,3-1 883 0 0,18 11 7039 0 0,-22-9-8486 0 0,1 0 0 0 0,-1 0 0 0 0,1-1 1 0 0,-1 1-1 0 0,0 0 0 0 0,1 0 0 0 0,-1 0 0 0 0,0 0 0 0 0,0 0 1 0 0,1 0-1 0 0,-1 0 0 0 0,0 0 0 0 0,0 0 0 0 0,0 0 1 0 0,0 0-1 0 0,0-1 0 0 0,0 1 0 0 0,-1 0 0 0 0,1 0 1 0 0,0 1-1 0 0,-1 2-161 0 0,1 0 0 0 0,0-1 0 0 0,0 1 0 0 0,0 0 0 0 0,0-1 0 0 0,1 1 0 0 0,0 0 0 0 0,1 6 0 0 0,-1-9 44 0 0,3 6-135 0 0,-1 0-1 0 0,0 0 1 0 0,0 0-1 0 0,-1 0 1 0 0,0 0-1 0 0,0 0 1 0 0,1 9-1 0 0,-3-15 135 0 0,0 0 1 0 0,0 0-1 0 0,0 0 0 0 0,0 0 0 0 0,0-1 1 0 0,0 1-1 0 0,0 0 0 0 0,0 0 0 0 0,0 0 0 0 0,0 0 1 0 0,0 0-1 0 0,-1 0 0 0 0,1-1 0 0 0,0 1 1 0 0,-1 0-1 0 0,1 0 0 0 0,0 0 0 0 0,-1 0 1 0 0,1-1-1 0 0,-1 1 0 0 0,0 0 0 0 0,1-1 1 0 0,-1 1-1 0 0,1 0 0 0 0,-1-1 0 0 0,0 1 1 0 0,0-1-1 0 0,1 1 0 0 0,-1-1 0 0 0,0 1 0 0 0,-1 0 1 0 0,0-1 28 0 0,-1 1 0 0 0,1-1 0 0 0,-1 0 0 0 0,0 1 0 0 0,1-1 0 0 0,-1 0 0 0 0,-4-1 0 0 0,0 0-1551 0 0,3 1-882 0 0</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47.423"/>
    </inkml:context>
    <inkml:brush xml:id="br0">
      <inkml:brushProperty name="width" value="0.035" units="cm"/>
      <inkml:brushProperty name="height" value="0.035" units="cm"/>
      <inkml:brushProperty name="color" value="#004F8B"/>
    </inkml:brush>
  </inkml:definitions>
  <inkml:trace contextRef="#ctx0" brushRef="#br0">27 11 919 0 0,'-18'-10'19486'0'0,"27"10"-17575"0"0,16 2-1660 0 0,-14 2-40 0 0,-1 1 1 0 0,12 6-1 0 0,24 10 38 0 0,-43-20-163 0 0,1 1 0 0 0,-1-2-1 0 0,1 1 1 0 0,-1 0 0 0 0,0-1 0 0 0,1 1-1 0 0,-1-1 1 0 0,1 0 0 0 0,0 0 0 0 0,-1-1-1 0 0,5 0 1 0 0,-8 1 234 0 0,-6 16 469 0 0,2-10-779 0 0,1-1-1 0 0,1 1 0 0 0,-1 0 0 0 0,1-1 0 0 0,0 1 0 0 0,0 0 0 0 0,1 0 0 0 0,-1 1 0 0 0,1-1 0 0 0,1 0 0 0 0,-1 0 0 0 0,1 0 0 0 0,0 1 0 0 0,1 6 0 0 0,0 7 2 0 0,0 11 0 0 0,0-21-3 0 0,-1 0 0 0 0,0 1-1 0 0,0-1 1 0 0,-1 0-1 0 0,-1 0 1 0 0,-2 11-1 0 0,0-6 15 0 0,1 0 0 0 0,1 0-1 0 0,-1 18 1 0 0,-1 15 19 0 0,3-42-39 0 0,-2 13 40 0 0,0 0 0 0 0,1 36 0 0 0,3 46-42 0 0,-1-60 0 0 0,2 41 0 0 0,-2 58 0 0 0,-1-118 0 0 0,2 27 0 0 0,-1 24 0 0 0,0-49 0 0 0,3 46 0 0 0,-2-63 0 0 0,-1 0 0 0 0,0 0 0 0 0,-1 0 0 0 0,-1 12 0 0 0,1-13 0 0 0,0-1 0 0 0,0 1 0 0 0,1 0 0 0 0,0 0 0 0 0,0 0 0 0 0,0 0 0 0 0,2 7 0 0 0,0-2-16 0 0,-1 1-1 0 0,0-1 1 0 0,-1 1-1 0 0,0 0 1 0 0,-3 16 0 0 0,0 17-22 0 0,4 1 20 0 0,0-22-5 0 0,-2 39 0 0 0,-3-13-17 0 0,5 58-1 0 0,0-37 5 0 0,0-8-5 0 0,0 37-4 0 0,-2-53-75 0 0,-4 52-5 0 0,3-73 125 0 0,2 36 0 0 0,1 6 0 0 0,-4 22 0 0 0,2-64 0 0 0,3 32 0 0 0,-1-49 0 0 0,-1 58-70 0 0,0 6 76 0 0,0-34-6 0 0,0-27 0 0 0,0 0 0 0 0,2 13 0 0 0,0-1-6 0 0,-1 0-1 0 0,-2 31 1 0 0,-1-30-16 0 0,5 47-1 0 0,-2-55 23 0 0,0 0 0 0 0,-3 21 0 0 0,1-19 0 0 0,1 26 0 0 0,6 112 0 0 0,-3-64 0 0 0,-7 300 0 0 0,3-287 0 0 0,-1 14 0 0 0,-3-66 0 0 0,-1 27 0 0 0,6-45-3 0 0,-2 67-58 0 0,1-17 61 0 0,-1 18 0 0 0,-2-47 0 0 0,5 111 0 0 0,0-155 0 0 0,-2-10 0 0 0,-1 1 0 0 0,1-3 42 0 0,0 0 0 0 0,-1 0 1 0 0,1 0-1 0 0,-1 0 0 0 0,1 0 0 0 0,-1 0 0 0 0,1 0 0 0 0,-1 0 1 0 0,1 0-1 0 0,-1-1 0 0 0,0 1 0 0 0,0-1 0 0 0,1 1 1 0 0,-1-1-1 0 0,0 0 0 0 0,-2 1 0 0 0,-25-4 587 0 0,28 2-615 0 0,-6 0-29 0 0,-20-6-797 0 0,20 4-305 0 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49.089"/>
    </inkml:context>
    <inkml:brush xml:id="br0">
      <inkml:brushProperty name="width" value="0.035" units="cm"/>
      <inkml:brushProperty name="height" value="0.035" units="cm"/>
      <inkml:brushProperty name="color" value="#004F8B"/>
    </inkml:brush>
  </inkml:definitions>
  <inkml:trace contextRef="#ctx0" brushRef="#br0">138 28 1375 0 0,'6'-9'794'0'0,"-2"2"3227"0"0,3-4 9301 0 0,-16 17-8459 0 0,9-6-4880 0 0,-14 11 93 0 0,0 0-1 0 0,1 1 1 0 0,0 1 0 0 0,1 0 0 0 0,1 0-1 0 0,0 1 1 0 0,1 1 0 0 0,0 0 0 0 0,2 0-1 0 0,-13 27 1 0 0,19-35 44 0 0,0-1 1 0 0,1 1-1 0 0,0 0 0 0 0,0-1 0 0 0,0 13 0 0 0,1-17-211 0 0,0 0 1 0 0,0 0-1 0 0,0 0 0 0 0,1 0 0 0 0,-1 0 1 0 0,1 0-1 0 0,-1 0 0 0 0,1 0 0 0 0,0 0 0 0 0,1 2 1 0 0,-1-3-182 0 0,-1 0 0 0 0,1-1 1 0 0,-1 1-1 0 0,1 0 1 0 0,0-1-1 0 0,-1 1 0 0 0,1-1 1 0 0,0 1-1 0 0,0 0 1 0 0,0-1-1 0 0,-1 0 0 0 0,1 1 1 0 0,0-1-1 0 0,0 1 1 0 0,0-1-1 0 0,0 0 0 0 0,0 0 1 0 0,0 0-1 0 0,0 1 1 0 0,0-1-1 0 0,-1 0 0 0 0,1 0 1 0 0,2 0-1 0 0</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49.469"/>
    </inkml:context>
    <inkml:brush xml:id="br0">
      <inkml:brushProperty name="width" value="0.035" units="cm"/>
      <inkml:brushProperty name="height" value="0.035" units="cm"/>
      <inkml:brushProperty name="color" value="#004F8B"/>
    </inkml:brush>
  </inkml:definitions>
  <inkml:trace contextRef="#ctx0" brushRef="#br0">1 54 5439 0 0,'0'0'491'0'0,"0"-1"-400"0"0,0 1 370 0 0,0-1-1 0 0,0 0 1 0 0,0 1 0 0 0,0-1 0 0 0,0 0 0 0 0,0 1-1 0 0,0-1 1 0 0,0 1 0 0 0,0-1 0 0 0,0 0 0 0 0,0 1 0 0 0,0-1-1 0 0,0 1 1 0 0,1-1 0 0 0,-1 0 0 0 0,0 1 0 0 0,0-1-1 0 0,1 1 1 0 0,-1-1 0 0 0,1 0 0 0 0,12-8 3235 0 0,-5 6-3654 0 0,0 1 1 0 0,14-3-1 0 0,-9 2 1372 0 0,-1 0-864 0 0,0-1 12 0 0,0 1 0 0 0,0 0 0 0 0,22-1 0 0 0,-32 4-497 0 0,0 0-1 0 0,0 0 1 0 0,0 0 0 0 0,1 0-1 0 0,-1 0 1 0 0,0 0 0 0 0,0 1-1 0 0,0-1 1 0 0,1 1-1 0 0,-1 0 1 0 0,0-1 0 0 0,0 1-1 0 0,0 0 1 0 0,0 0 0 0 0,0 0-1 0 0,0 1 1 0 0,-1-1 0 0 0,1 0-1 0 0,0 1 1 0 0,0-1 0 0 0,-1 1-1 0 0,1 0 1 0 0,-1-1 0 0 0,0 1-1 0 0,1 0 1 0 0,-1 0-1 0 0,1 3 1 0 0,-1-3 35 0 0,0 0 0 0 0,-1 1 0 0 0,1 0 1 0 0,-1-1-1 0 0,0 1 0 0 0,0-1 0 0 0,0 1 0 0 0,0-1 0 0 0,0 1 0 0 0,-1-1 0 0 0,1 1 0 0 0,-1-1 0 0 0,-1 4 1 0 0,0 6 296 0 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58.744"/>
    </inkml:context>
    <inkml:brush xml:id="br0">
      <inkml:brushProperty name="width" value="0.035" units="cm"/>
      <inkml:brushProperty name="height" value="0.035" units="cm"/>
      <inkml:brushProperty name="color" value="#004F8B"/>
    </inkml:brush>
  </inkml:definitions>
  <inkml:trace contextRef="#ctx0" brushRef="#br0">2 7 11719 0 0,'0'0'7114'0'0,"-2"-6"-1347"0"0,7 11-5602 0 0,0 1 0 0 0,0 0 0 0 0,-1 0 0 0 0,0 0 0 0 0,5 13 0 0 0,14 37 613 0 0,-12-23-284 0 0,21 45 622 0 0,-32-77-1116 0 0</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59.158"/>
    </inkml:context>
    <inkml:brush xml:id="br0">
      <inkml:brushProperty name="width" value="0.035" units="cm"/>
      <inkml:brushProperty name="height" value="0.035" units="cm"/>
      <inkml:brushProperty name="color" value="#004F8B"/>
    </inkml:brush>
  </inkml:definitions>
  <inkml:trace contextRef="#ctx0" brushRef="#br0">1 39 1839 0 0,'0'0'83'0'0,"3"-5"1379"0"0,6-4 7855 0 0,-6 6-8347 0 0,0 1 1 0 0,1-1 0 0 0,-1 1-1 0 0,0 0 1 0 0,1 0 0 0 0,-1 0-1 0 0,1 1 1 0 0,0 0 0 0 0,7-2 0 0 0,-7 2-631 0 0,1 0 0 0 0,0 0 0 0 0,-1 1 0 0 0,1 0 0 0 0,0 0 0 0 0,-1 0 0 0 0,1 1 0 0 0,5 1 0 0 0,-7-2-284 0 0,1 1-1 0 0,-1 0 1 0 0,0 0-1 0 0,0 0 0 0 0,0 1 1 0 0,0-1-1 0 0,0 1 1 0 0,0 0-1 0 0,0 0 0 0 0,0 0 1 0 0,-1 0-1 0 0,1 0 0 0 0,-1 0 1 0 0,1 1-1 0 0,-1-1 1 0 0,0 1-1 0 0,0 0 0 0 0,0 0 1 0 0,0-1-1 0 0,-1 1 1 0 0,1 0-1 0 0,-1 1 0 0 0,0-1 1 0 0,0 0-1 0 0,2 7 0 0 0,-3-9-17 0 0,1 0 0 0 0,-1 1 0 0 0,0-1 0 0 0,0 0 0 0 0,0 1-1 0 0,0-1 1 0 0,0 1 0 0 0,0-1 0 0 0,0 0 0 0 0,0 1 0 0 0,0-1-1 0 0,-1 1 1 0 0,1-1 0 0 0,-1 0 0 0 0,1 1 0 0 0,-1-1 0 0 0,1 0-1 0 0,-1 0 1 0 0,0 1 0 0 0,1-1 0 0 0,-1 0 0 0 0,0 0-1 0 0,0 0 1 0 0,0 0 0 0 0,0 0 0 0 0,0 0 0 0 0,0 0 0 0 0,0 0-1 0 0,-1 0 1 0 0,1-1 0 0 0,0 1 0 0 0,0 0 0 0 0,-1-1 0 0 0,1 1-1 0 0,0-1 1 0 0,-3 1 0 0 0,-1 0-35 0 0,0 0 0 0 0,0-1 1 0 0,0 0-1 0 0,-1 0 0 0 0,1 0 0 0 0,0 0 0 0 0,0-1 0 0 0,-8-2 0 0 0</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19:59.663"/>
    </inkml:context>
    <inkml:brush xml:id="br0">
      <inkml:brushProperty name="width" value="0.035" units="cm"/>
      <inkml:brushProperty name="height" value="0.035" units="cm"/>
      <inkml:brushProperty name="color" value="#004F8B"/>
    </inkml:brush>
  </inkml:definitions>
  <inkml:trace contextRef="#ctx0" brushRef="#br0">1 30 1839 0 0,'0'2'20173'0'0,"1"1"-16562"0"0,7 14-3608 0 0,-2-9 335 0 0,0 0 1 0 0,-1 1 0 0 0,5 12 809 0 0,-10-21-1136 0 0,0 0 0 0 0,0 0 0 0 0,0 0 0 0 0,0 0 0 0 0,0 0 0 0 0,0 0 0 0 0,0 0 0 0 0,0 0 0 0 0,0 0 0 0 0,0 0 0 0 0,0 0 1 0 0,0 0-1 0 0,0 0 0 0 0,0 0 0 0 0,0 0 0 0 0,0 0 0 0 0,0 0 0 0 0,0 0 0 0 0,0 0 0 0 0,0 0 0 0 0,0 0 0 0 0,0 0 0 0 0,0 0 0 0 0,-1 0 0 0 0,1 0 0 0 0,0 0 1 0 0,0 0-1 0 0,0 0 0 0 0,0 0 0 0 0,0 0 0 0 0,0 0 0 0 0,0 0 0 0 0,0 0 0 0 0,0 0 0 0 0,0 0 0 0 0,0 0 0 0 0,0 1 0 0 0,0-1 0 0 0,0 0 0 0 0,0 0 0 0 0,0 0 1 0 0,0 0-1 0 0,0 0 0 0 0,0 0 0 0 0,0 0 0 0 0,0 0 0 0 0,0 0 0 0 0,0 0 0 0 0,0 0 0 0 0,0 0 0 0 0,0 0 0 0 0,0 0 0 0 0,0 0 0 0 0,0 0 0 0 0,0 0 0 0 0,0 0 1 0 0,0 0-1 0 0,0 0 0 0 0,0 0 0 0 0,0 0 0 0 0,-4-5 64 0 0,-1-1 1 0 0,2-1 0 0 0,-1 1 0 0 0,-3-8-1 0 0,6 11-47 0 0,-1 0 0 0 0,1 0 0 0 0,0-1 0 0 0,1 1-1 0 0,-1 0 1 0 0,0 0 0 0 0,1-1 0 0 0,0 1 0 0 0,0 0-1 0 0,0-1 1 0 0,0-3 0 0 0,1 6-29 0 0,-1 0 0 0 0,0 0 0 0 0,1 0 0 0 0,-1 0 0 0 0,1 0 0 0 0,-1 0 0 0 0,1 0 0 0 0,0 0 0 0 0,-1 1 0 0 0,1-1 0 0 0,0 0 0 0 0,0 0 0 0 0,-1 1 0 0 0,1-1 0 0 0,0 1 0 0 0,0-1 0 0 0,0 1 0 0 0,0-1 0 0 0,0 1 0 0 0,0-1 0 0 0,0 1 0 0 0,0 0 0 0 0,0-1 0 0 0,0 1 0 0 0,0 0 0 0 0,0 0 0 0 0,0 0 0 0 0,0 0 0 0 0,0 0 0 0 0,0 0 0 0 0,0 0 0 0 0,1 0 0 0 0,0 0 0 0 0,-1 0-115 0 0,1 0 0 0 0,-1 0 0 0 0,1 0 1 0 0,-1 0-1 0 0,0 0 0 0 0,1 1 0 0 0,-1-1 0 0 0,1 0 0 0 0,-1 1 0 0 0,0-1 0 0 0,0 1 0 0 0,1-1 1 0 0,-1 1-1 0 0,0-1 0 0 0,2 2 0 0 0,-1 0-359 0 0,2 0-1846 0 0</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00.092"/>
    </inkml:context>
    <inkml:brush xml:id="br0">
      <inkml:brushProperty name="width" value="0.035" units="cm"/>
      <inkml:brushProperty name="height" value="0.035" units="cm"/>
      <inkml:brushProperty name="color" value="#004F8B"/>
    </inkml:brush>
  </inkml:definitions>
  <inkml:trace contextRef="#ctx0" brushRef="#br0">71 0 1375 0 0,'0'0'66'0'0,"-11"2"466"0"0,3-1 7809 0 0,-4 0 1407 0 0,2 3-4790 0 0,8-3-4919 0 0,0 0-1 0 0,0 0 1 0 0,0 0 0 0 0,1 0 0 0 0,-1 1 0 0 0,1-1 0 0 0,-1 1-1 0 0,1-1 1 0 0,-1 1 0 0 0,1 0 0 0 0,0 0 0 0 0,0-1 0 0 0,0 1-1 0 0,0 0 1 0 0,0 0 0 0 0,0 0 0 0 0,0 0 0 0 0,1 0-1 0 0,-1 0 1 0 0,0 4 0 0 0,0-1-35 0 0,1 0 0 0 0,-1 0 0 0 0,1 0 0 0 0,0 0 0 0 0,0 1 0 0 0,0-1-1 0 0,1 0 1 0 0,0 0 0 0 0,1 7 0 0 0,-1-11-3 0 0,-1 0-1 0 0,0 0 1 0 0,1 1-1 0 0,-1-1 1 0 0,1 0-1 0 0,-1 0 1 0 0,1 0-1 0 0,0 0 1 0 0,-1 1-1 0 0,1-1 1 0 0,0 0-1 0 0,0 0 1 0 0,0 0-1 0 0,0-1 1 0 0,-1 1-1 0 0,2 0 1 0 0,-1 0-1 0 0,0 0 1 0 0,0-1-1 0 0,0 1 1 0 0,0-1-1 0 0,0 1 1 0 0,0-1-1 0 0,1 1 1 0 0,-1-1-1 0 0,0 1 1 0 0,0-1-1 0 0,1 0 1 0 0,-1 0-1 0 0,0 0 1 0 0,1 0-1 0 0,-1 0 1 0 0,0 0-1 0 0,1 0 1 0 0,-1 0-1 0 0,0 0 1 0 0,0-1-1 0 0,1 1 1 0 0,-1 0-1 0 0,0-1 1 0 0,2 0-1 0 0,0-1 104 0 0,0 1 0 0 0,0 0-1 0 0,0-1 1 0 0,-1 1 0 0 0,1-1-1 0 0,-1 0 1 0 0,1 0 0 0 0,-1 0-1 0 0,0 0 1 0 0,1-1 0 0 0,-1 1-1 0 0,0 0 1 0 0,-1-1 0 0 0,1 0 0 0 0,0 1-1 0 0,-1-1 1 0 0,1 0 0 0 0,-1 0-1 0 0,2-5 1 0 0,-3 6-37 0 0,0 1-1 0 0,0-1 0 0 0,1 0 1 0 0,-1 0-1 0 0,-1 0 1 0 0,1 0-1 0 0,0 0 1 0 0,0 0-1 0 0,-1 0 0 0 0,1 0 1 0 0,-1 0-1 0 0,1 0 1 0 0,-1 0-1 0 0,0 0 1 0 0,0 0-1 0 0,0 1 1 0 0,0-1-1 0 0,0 0 0 0 0,0 1 1 0 0,0-1-1 0 0,-1 1 1 0 0,1-1-1 0 0,-1 1 1 0 0,1-1-1 0 0,-1 1 0 0 0,1 0 1 0 0,-1 0-1 0 0,0 0 1 0 0,1 0-1 0 0,-1 0 1 0 0,-3-1-1 0 0,3 1-42 0 0,0 1 0 0 0,0-1 0 0 0,0 0 0 0 0,0 1 0 0 0,0 0 0 0 0,-1-1 0 0 0,1 1 0 0 0,0 0 0 0 0,0 0 0 0 0,-1 0-1 0 0,1 0 1 0 0,-4 1 0 0 0,4 0-40 0 0,1-1 0 0 0,0 0 0 0 0,0 1-1 0 0,0-1 1 0 0,0 1 0 0 0,0-1 0 0 0,0 1 0 0 0,0-1-1 0 0,0 1 1 0 0,0 0 0 0 0,0 0 0 0 0,0-1-1 0 0,0 1 1 0 0,0 0 0 0 0,0 0 0 0 0,0 0-1 0 0,1 0 1 0 0,-1 0 0 0 0,0 0 0 0 0,1 0 0 0 0,-1 0-1 0 0,1 0 1 0 0,-1 1 0 0 0,1-1 0 0 0,-1 2-1 0 0,3 3-2816 0 0</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00.427"/>
    </inkml:context>
    <inkml:brush xml:id="br0">
      <inkml:brushProperty name="width" value="0.035" units="cm"/>
      <inkml:brushProperty name="height" value="0.035" units="cm"/>
      <inkml:brushProperty name="color" value="#004F8B"/>
    </inkml:brush>
  </inkml:definitions>
  <inkml:trace contextRef="#ctx0" brushRef="#br0">68 11 1839 0 0,'0'0'83'0'0,"0"-1"-6"0"0,-12-6 13619 0 0,-2 4-5747 0 0,-2 6-3832 0 0,15-2-4075 0 0,-1-1-1 0 0,1 1 0 0 0,0 0 0 0 0,0-1 1 0 0,0 1-1 0 0,0 0 0 0 0,0 0 0 0 0,0-1 1 0 0,0 1-1 0 0,0 0 0 0 0,0 0 1 0 0,0 0-1 0 0,0 0 0 0 0,-1 2 0 0 0,0 2-40 0 0,1-1 0 0 0,-1 1 0 0 0,1 0 0 0 0,0 0 0 0 0,0-1 0 0 0,1 1 0 0 0,-1 0 0 0 0,1 0-1 0 0,0 0 1 0 0,1 0 0 0 0,-1 0 0 0 0,1-1 0 0 0,0 1 0 0 0,2 7 0 0 0,-3-10-1 0 0,1 0 0 0 0,-1 0 0 0 0,1 0-1 0 0,0 0 1 0 0,0-1 0 0 0,0 1 0 0 0,0 0 0 0 0,0 0 0 0 0,0 0 0 0 0,0-1 0 0 0,1 1 0 0 0,-1-1 0 0 0,1 1 0 0 0,-1-1 0 0 0,1 1 0 0 0,-1-1-1 0 0,1 0 1 0 0,0 0 0 0 0,0 0 0 0 0,0 0 0 0 0,-1 0 0 0 0,1 0 0 0 0,0-1 0 0 0,0 1 0 0 0,0 0 0 0 0,0-1 0 0 0,0 0 0 0 0,0 1 0 0 0,1-1 0 0 0,-1 0-1 0 0,0 0 1 0 0,0 0 0 0 0,0 0 0 0 0,0-1 0 0 0,3 0 0 0 0,16-6-2638 0 0,-19 6 2016 0 0,-1 0 1 0 0,1 0 0 0 0,0 0-1 0 0,0 0 1 0 0,-1-1 0 0 0,1 1-1 0 0,0 0 1 0 0,-1-1 0 0 0,1 1-1 0 0,-1-1 1 0 0,0 0 0 0 0,0 1-1 0 0,2-4 1 0 0</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00.696"/>
    </inkml:context>
    <inkml:brush xml:id="br0">
      <inkml:brushProperty name="width" value="0.035" units="cm"/>
      <inkml:brushProperty name="height" value="0.035" units="cm"/>
      <inkml:brushProperty name="color" value="#004F8B"/>
    </inkml:brush>
  </inkml:definitions>
  <inkml:trace contextRef="#ctx0" brushRef="#br0">15 11 1375 0 0,'-14'-10'22663'0'0,"15"13"-18948"0"0,2 3-4166 0 0,10 17 813 0 0,-2 0 0 0 0,-1 1 0 0 0,0 0 0 0 0,8 37 0 0 0,-17-59-347 0 0,0 1-67 0 0,0 1 0 0 0,0-1-1 0 0,0 0 1 0 0,1 0 0 0 0,-1 0 0 0 0,1 0-1 0 0,3 4 1 0 0,-4-6-169 0 0,0 0 1 0 0,-1-1-1 0 0,1 1 0 0 0,0 0 1 0 0,0 0-1 0 0,0-1 0 0 0,0 1 1 0 0,0-1-1 0 0,0 1 0 0 0,0-1 1 0 0,1 1-1 0 0,-1-1-284 0 0,0 0 0 0 0,0 1 1 0 0,0-1-1 0 0,0 0 0 0 0,1 0 1 0 0,-1 0-1 0 0,0 0 0 0 0,0 0 1 0 0,0-1-1 0 0,0 1 0 0 0,0 0 1 0 0,0 0-1 0 0,1-1 0 0 0,5-2-2435 0 0</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01.030"/>
    </inkml:context>
    <inkml:brush xml:id="br0">
      <inkml:brushProperty name="width" value="0.035" units="cm"/>
      <inkml:brushProperty name="height" value="0.035" units="cm"/>
      <inkml:brushProperty name="color" value="#004F8B"/>
    </inkml:brush>
  </inkml:definitions>
  <inkml:trace contextRef="#ctx0" brushRef="#br0">21 72 1375 0 0,'-4'-12'-1270'0'0,"-3"-7"8249"0"0,-2 1 14544 0 0,10 22-21471 0 0,1 0 0 0 0,-1 0 0 0 0,1 0 0 0 0,0 0 0 0 0,1 0 0 0 0,4 6 0 0 0,-3-5-61 0 0,-1-1 1 0 0,1 1-1 0 0,0-1 0 0 0,0 0 0 0 0,1 0 0 0 0,-1-1 1 0 0,1 1-1 0 0,9 4 0 0 0,-13-7 5 0 0,1 0 0 0 0,0-1 0 0 0,-1 1 0 0 0,1-1 0 0 0,0 1 1 0 0,-1-1-1 0 0,1 0 0 0 0,0 0 0 0 0,-1 1 0 0 0,1-1 0 0 0,0-1 0 0 0,0 1 0 0 0,-1 0 0 0 0,1 0 0 0 0,0-1 0 0 0,0 1 1 0 0,-1 0-1 0 0,1-1 0 0 0,0 0 0 0 0,-1 1 0 0 0,1-1 0 0 0,-1 0 0 0 0,1 0 0 0 0,-1 0 0 0 0,0 0 0 0 0,1 0 0 0 0,-1 0 1 0 0,0-1-1 0 0,1 1 0 0 0,-1 0 0 0 0,0-1 0 0 0,0 1 0 0 0,1-2 0 0 0,-1 0 63 0 0,1 0 0 0 0,-1 0 0 0 0,0 0 1 0 0,0 0-1 0 0,0 0 0 0 0,0-1 0 0 0,-1 1 0 0 0,1 0 0 0 0,-1 0 0 0 0,0 0 0 0 0,0-1 1 0 0,0-2-1 0 0,0 4-26 0 0,0 0 1 0 0,0 1-1 0 0,0-1 1 0 0,-1 0-1 0 0,1 0 1 0 0,0 1-1 0 0,-1-1 1 0 0,1 0-1 0 0,-1 1 1 0 0,0-1 0 0 0,1 0-1 0 0,-1 1 1 0 0,0-1-1 0 0,0 1 1 0 0,0-1-1 0 0,0 1 1 0 0,0 0-1 0 0,0-1 1 0 0,-1 1-1 0 0,1 0 1 0 0,0 0-1 0 0,-1 0 1 0 0,-2-2-1 0 0,3 3-24 0 0,0 0-1 0 0,0 0 0 0 0,0 0 1 0 0,0 0-1 0 0,0 0 0 0 0,0 0 0 0 0,0 0 1 0 0,0 1-1 0 0,0-1 0 0 0,0 0 1 0 0,0 1-1 0 0,0-1 0 0 0,0 1 0 0 0,0-1 1 0 0,0 1-1 0 0,0-1 0 0 0,0 1 1 0 0,0-1-1 0 0,0 1 0 0 0,0 0 0 0 0,1 0 1 0 0,-2 1-1 0 0,-2 8-3681 0 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01.346"/>
    </inkml:context>
    <inkml:brush xml:id="br0">
      <inkml:brushProperty name="width" value="0.035" units="cm"/>
      <inkml:brushProperty name="height" value="0.035" units="cm"/>
      <inkml:brushProperty name="color" value="#004F8B"/>
    </inkml:brush>
  </inkml:definitions>
  <inkml:trace contextRef="#ctx0" brushRef="#br0">57 12 15695 0 0,'0'0'719'0'0,"-13"-8"3716"0"0,11 7-4010 0 0,1 1 0 0 0,0-1 0 0 0,-1 1 0 0 0,1-1 1 0 0,-1 1-1 0 0,1 0 0 0 0,0 0 0 0 0,-1 0 1 0 0,1 0-1 0 0,-1 0 0 0 0,1 0 0 0 0,-1 0 0 0 0,1 0 1 0 0,-1 0-1 0 0,1 1 0 0 0,-2 0 0 0 0,2-1-330 0 0,0 1 1 0 0,0-1-1 0 0,0 1 0 0 0,0-1 0 0 0,0 1 0 0 0,0 0 0 0 0,0 0 1 0 0,0 0-1 0 0,1-1 0 0 0,-1 1 0 0 0,0 0 0 0 0,0 0 0 0 0,1 0 1 0 0,-1 0-1 0 0,1 0 0 0 0,-1 2 0 0 0,0-1-101 0 0,0 0 0 0 0,1 0-1 0 0,-1 0 1 0 0,1 0 0 0 0,0 1 0 0 0,0-1-1 0 0,0 0 1 0 0,0 0 0 0 0,0 0 0 0 0,0 0 0 0 0,1 1-1 0 0,-1-1 1 0 0,1 0 0 0 0,-1 0 0 0 0,1 0-1 0 0,0 0 1 0 0,0 0 0 0 0,0 0 0 0 0,0 0 0 0 0,2 3-1 0 0,1-1 12 0 0,1 1 0 0 0,-1-1 0 0 0,1 0 0 0 0,0 0 0 0 0,0-1 0 0 0,0 1 0 0 0,1-1 0 0 0,-1 0-1 0 0,1-1 1 0 0,0 1 0 0 0,6 1 0 0 0,-11-4-72 0 0,0 0-1 0 0,1 0 1 0 0,-1 0-1 0 0,1 0 1 0 0,-1 0-1 0 0,1 0 1 0 0,-1 0 0 0 0,0-1-1 0 0,1 1 1 0 0,-1 0-1 0 0,0-1 1 0 0,1 1-1 0 0,-1-1 1 0 0,2-1-1 0 0,4-3-2842 0 0,-1 0-3653 0 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01.647"/>
    </inkml:context>
    <inkml:brush xml:id="br0">
      <inkml:brushProperty name="width" value="0.035" units="cm"/>
      <inkml:brushProperty name="height" value="0.035" units="cm"/>
      <inkml:brushProperty name="color" value="#004F8B"/>
    </inkml:brush>
  </inkml:definitions>
  <inkml:trace contextRef="#ctx0" brushRef="#br0">0 0 1375 0 0,'0'0'22913'0'0,"11"13"-20751"0"0,-4-5-1958 0 0,-1-1 0 0 0,0 1 0 0 0,0 0 0 0 0,0 1 0 0 0,4 10 1 0 0,19 48-40 0 0,-9-18-22 0 0,-13-34-238 0 0,2 4 81 0 0,-3-6-6055 0 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01.789"/>
    </inkml:context>
    <inkml:brush xml:id="br0">
      <inkml:brushProperty name="width" value="0.035" units="cm"/>
      <inkml:brushProperty name="height" value="0.035" units="cm"/>
      <inkml:brushProperty name="color" value="#004F8B"/>
    </inkml:brush>
  </inkml:definitions>
  <inkml:trace contextRef="#ctx0" brushRef="#br0">22 15 1375 0 0,'-21'-12'20804'0'0,"34"9"-19184"0"0,0 5-3374 0 0,0 1-1286 0 0,-4-3 1322 0 0</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02.122"/>
    </inkml:context>
    <inkml:brush xml:id="br0">
      <inkml:brushProperty name="width" value="0.035" units="cm"/>
      <inkml:brushProperty name="height" value="0.035" units="cm"/>
      <inkml:brushProperty name="color" value="#004F8B"/>
    </inkml:brush>
  </inkml:definitions>
  <inkml:trace contextRef="#ctx0" brushRef="#br0">49 23 1839 0 0,'0'0'83'0'0,"-13"-14"746"0"0,0 6 12082 0 0,4 8-5135 0 0,8 0-7548 0 0,1 0 0 0 0,-1 1-1 0 0,0-1 1 0 0,1 1 0 0 0,-1-1 0 0 0,0 1 0 0 0,1-1 0 0 0,-1 1-1 0 0,1 0 1 0 0,-1-1 0 0 0,1 1 0 0 0,-1 0 0 0 0,1-1 0 0 0,-1 1-1 0 0,1 0 1 0 0,-1 0 0 0 0,1 0 0 0 0,0-1 0 0 0,0 1 0 0 0,-1 1-1 0 0,1 2-322 0 0,-1-1-1 0 0,0 1 0 0 0,1-1 0 0 0,0 1 0 0 0,0 0 0 0 0,0-1 0 0 0,0 1 0 0 0,1 0 0 0 0,-1-1 0 0 0,3 8 0 0 0,-1-8 91 0 0,-1 0 0 0 0,1 0 0 0 0,0 0 0 0 0,0 0 0 0 0,0 0 0 0 0,1-1 0 0 0,-1 1-1 0 0,1 0 1 0 0,-1-1 0 0 0,1 0 0 0 0,0 0 0 0 0,0 0 0 0 0,0 0 0 0 0,0 0 0 0 0,0 0 0 0 0,1-1 0 0 0,4 2 0 0 0,-6-2 27 0 0,1 0 0 0 0,-1-1 0 0 0,1 1 1 0 0,0-1-1 0 0,-1 0 0 0 0,1 1 0 0 0,0-1 0 0 0,0 0 0 0 0,-1-1 1 0 0,1 1-1 0 0,0 0 0 0 0,-1-1 0 0 0,1 0 0 0 0,0 1 1 0 0,-1-1-1 0 0,1 0 0 0 0,-1 0 0 0 0,1 0 0 0 0,-1-1 1 0 0,0 1-1 0 0,0-1 0 0 0,1 1 0 0 0,2-4 0 0 0,-4 4 63 0 0,0 0-1 0 0,0 0 0 0 0,-1 0 0 0 0,1 0 1 0 0,0 0-1 0 0,-1 0 0 0 0,1 0 0 0 0,0 0 1 0 0,-1-1-1 0 0,1 1 0 0 0,-1 0 0 0 0,0 0 1 0 0,1 0-1 0 0,-1-1 0 0 0,0 1 0 0 0,0 0 1 0 0,0-1-1 0 0,0 1 0 0 0,0-2 1 0 0,0 1 29 0 0,-1-1 1 0 0,0 1-1 0 0,1 0 1 0 0,-1-1 0 0 0,0 1-1 0 0,0 0 1 0 0,0 0 0 0 0,0-1-1 0 0,-3-2 1 0 0,1 1-47 0 0,0 0 0 0 0,0 1-1 0 0,-1 0 1 0 0,1-1 0 0 0,-1 1 0 0 0,1 1 0 0 0,-1-1-1 0 0,0 0 1 0 0,0 1 0 0 0,-6-3 0 0 0,9 5-141 0 0,-1-1 0 0 0,1 1 0 0 0,0-1 1 0 0,-1 1-1 0 0,1 0 0 0 0,-1-1 0 0 0,1 1 1 0 0,-1 0-1 0 0,1 0 0 0 0,-1 0 0 0 0,1 0 0 0 0,0 1 1 0 0,-1-1-1 0 0,1 0 0 0 0,-1 0 0 0 0,1 1 1 0 0,0-1-1 0 0,-1 1 0 0 0,1-1 0 0 0,0 1 1 0 0,-1 0-1 0 0,1 0 0 0 0,0-1 0 0 0,0 1 1 0 0,-2 1-1 0 0,0 3-1966 0 0</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03.071"/>
    </inkml:context>
    <inkml:brush xml:id="br0">
      <inkml:brushProperty name="width" value="0.035" units="cm"/>
      <inkml:brushProperty name="height" value="0.035" units="cm"/>
      <inkml:brushProperty name="color" value="#004F8B"/>
    </inkml:brush>
  </inkml:definitions>
  <inkml:trace contextRef="#ctx0" brushRef="#br0">76 33 919 0 0,'0'-3'2035'0'0,"0"-11"10649"0"0,0 13-12280 0 0,0 0 0 0 0,-1 0 0 0 0,1 1 0 0 0,0-1 0 0 0,-1 0 0 0 0,1 0 0 0 0,-1 0 0 0 0,1 1 0 0 0,-1-1 1 0 0,1 0-1 0 0,-1 1 0 0 0,1-1 0 0 0,-1 0 0 0 0,0 1 0 0 0,1-1 0 0 0,-1 1 0 0 0,0-1 0 0 0,1 1 0 0 0,-1-1 0 0 0,0 1 0 0 0,0-1 0 0 0,0 1 0 0 0,0 0 0 0 0,-1-1-249 0 0,1 1 0 0 0,0 0-1 0 0,0 0 1 0 0,-1 0-1 0 0,1 1 1 0 0,0-1 0 0 0,0 0-1 0 0,-1 0 1 0 0,1 1 0 0 0,0-1-1 0 0,0 1 1 0 0,-1-1-1 0 0,1 1 1 0 0,-1 0 0 0 0,-1 1-186 0 0,0 0 0 0 0,1 0 1 0 0,-1 0-1 0 0,1 0 1 0 0,-1 0-1 0 0,1 1 0 0 0,0-1 1 0 0,0 1-1 0 0,0-1 0 0 0,0 1 1 0 0,-2 5-1 0 0,1 0 29 0 0,1 0 1 0 0,0-1-1 0 0,1 1 0 0 0,-1 0 1 0 0,2 1-1 0 0,-1 7 0 0 0,1-13-2 0 0,0-1 0 0 0,0 0-1 0 0,0 1 1 0 0,0-1 0 0 0,1 0-1 0 0,-1 0 1 0 0,1 1 0 0 0,-1-1 0 0 0,1 0-1 0 0,0 0 1 0 0,0 0 0 0 0,0 0-1 0 0,0 0 1 0 0,0 0 0 0 0,0 0-1 0 0,1 0 1 0 0,-1 0 0 0 0,1 0-1 0 0,-1-1 1 0 0,1 1 0 0 0,0-1-1 0 0,-1 1 1 0 0,1-1 0 0 0,0 0-1 0 0,4 3 1 0 0,-3-3 70 0 0,1-1-1 0 0,-1 1 1 0 0,0-1-1 0 0,1 0 1 0 0,-1 1-1 0 0,1-2 1 0 0,-1 1-1 0 0,0 0 1 0 0,1-1-1 0 0,-1 1 1 0 0,5-2-1 0 0,-6 1-298 0 0,1 0-1 0 0,-1 0 1 0 0,1 0-1 0 0,-1 0 1 0 0,1-1-1 0 0,3-2 1 0 0,-5 4-407 0 0,0-1 0 0 0,-1 0-1 0 0,1 0 1 0 0,0 0 0 0 0,0 0-1 0 0,0 0 1 0 0,-1 0 0 0 0,1 0 0 0 0,0 0-1 0 0,-1 0 1 0 0,1 0 0 0 0,-1 0 0 0 0,1 0-1 0 0,0-3 1 0 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03.576"/>
    </inkml:context>
    <inkml:brush xml:id="br0">
      <inkml:brushProperty name="width" value="0.035" units="cm"/>
      <inkml:brushProperty name="height" value="0.035" units="cm"/>
      <inkml:brushProperty name="color" value="#004F8B"/>
    </inkml:brush>
  </inkml:definitions>
  <inkml:trace contextRef="#ctx0" brushRef="#br0">0 0 13415 0 0,'0'0'7702'0'0,"17"11"-4863"0"0,-11-3-2751 0 0,1-1 0 0 0,-1 1 0 0 0,-1 0 0 0 0,1 1 0 0 0,-1-1 0 0 0,-1 1 0 0 0,0 0-1 0 0,0 0 1 0 0,0 0 0 0 0,2 13 0 0 0,10 21 9 0 0,-15-40-99 0 0,0-1-1 0 0,0 1 1 0 0,0-1-1 0 0,0 0 0 0 0,1 1 1 0 0,-1-1-1 0 0,1 0 0 0 0,0 0 1 0 0,0 0-1 0 0,0 0 0 0 0,0-1 1 0 0,0 1-1 0 0,0 0 0 0 0,4 1 1 0 0,-5-2 1 0 0,1 0 1 0 0,-1-1-1 0 0,1 0 0 0 0,0 1 1 0 0,-1-1-1 0 0,1 0 1 0 0,0 0-1 0 0,-1 1 0 0 0,1-1 1 0 0,0-1-1 0 0,-1 1 1 0 0,1 0-1 0 0,0 0 0 0 0,-1-1 1 0 0,1 1-1 0 0,0-1 1 0 0,-1 1-1 0 0,1-1 0 0 0,-1 1 1 0 0,1-1-1 0 0,-1 0 1 0 0,1 0-1 0 0,-1 0 0 0 0,2-2 1 0 0,2-1 32 0 0,0-1 0 0 0,0 0 0 0 0,0 0 0 0 0,-1 0 1 0 0,0-1-1 0 0,0 0 0 0 0,0 1 0 0 0,3-10 0 0 0,-5 12 50 0 0,-1 1 0 0 0,0-1 0 0 0,0 0 0 0 0,0 1 0 0 0,0-1 0 0 0,0 0 0 0 0,-1 0 0 0 0,1 0 0 0 0,-1 1 0 0 0,0-1 0 0 0,1 0 0 0 0,-1 0 0 0 0,-1 0 0 0 0,1 0 0 0 0,0 0 0 0 0,-1 0 0 0 0,1 1 0 0 0,-1-1 0 0 0,0 0-1 0 0,0 0 1 0 0,0 1 0 0 0,-2-4 0 0 0,1 4-49 0 0,1 1 0 0 0,0 0-1 0 0,-1 0 1 0 0,1 0 0 0 0,-1 0-1 0 0,1 0 1 0 0,-1 0 0 0 0,1 0-1 0 0,-1 0 1 0 0,0 0-1 0 0,1 1 1 0 0,-1-1 0 0 0,0 1-1 0 0,1-1 1 0 0,-1 1 0 0 0,0 0-1 0 0,0 0 1 0 0,0 0 0 0 0,1 0-1 0 0,-1 0 1 0 0,0 0-1 0 0,0 0 1 0 0,1 0 0 0 0,-1 1-1 0 0,0-1 1 0 0,0 1 0 0 0,1-1-1 0 0,-3 2 1 0 0,3-2-40 0 0,-1 1 1 0 0,0 0-1 0 0,1 0 1 0 0,-1-1-1 0 0,1 1 1 0 0,-1 0-1 0 0,1 0 1 0 0,0 0-1 0 0,-1 0 1 0 0,1 0-1 0 0,0 1 1 0 0,0-1-1 0 0,0 0 1 0 0,0 1-1 0 0,0-1 0 0 0,0 1 1 0 0,0-1-1 0 0,0 1 1 0 0,1-1-1 0 0,-1 1 1 0 0,1-1-1 0 0,-1 1 1 0 0,1 0-1 0 0,-1-1 1 0 0,1 1-1 0 0,0 0 1 0 0,0-1-1 0 0,0 1 1 0 0,0 2-1 0 0,1-1 11 0 0,-1 0-1 0 0,1 0 1 0 0,1 0-1 0 0,-1 0 1 0 0,0 0-1 0 0,1 0 1 0 0,-1 0-1 0 0,1-1 1 0 0,0 1-1 0 0,0-1 1 0 0,0 1-1 0 0,0-1 1 0 0,0 0 0 0 0,1 0-1 0 0,-1 0 1 0 0,1 0-1 0 0,-1 0 1 0 0,1 0-1 0 0,0-1 1 0 0,0 1-1 0 0,0-1 1 0 0,5 2-1 0 0,1 0-424 0 0,0 0 0 0 0,1-1-1 0 0,0-1 1 0 0,-1 1 0 0 0,1-1-1 0 0,11-1 1 0 0</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04.196"/>
    </inkml:context>
    <inkml:brush xml:id="br0">
      <inkml:brushProperty name="width" value="0.035" units="cm"/>
      <inkml:brushProperty name="height" value="0.035" units="cm"/>
      <inkml:brushProperty name="color" value="#004F8B"/>
    </inkml:brush>
  </inkml:definitions>
  <inkml:trace contextRef="#ctx0" brushRef="#br0">4 3 8751 0 0,'-4'-3'15316'0'0,"5"3"-15182"0"0,1 0-1 0 0,-1 0 1 0 0,0 1-1 0 0,0-1 1 0 0,0 0-1 0 0,0 0 1 0 0,0 1 0 0 0,0-1-1 0 0,0 1 1 0 0,0-1-1 0 0,0 1 1 0 0,0-1-1 0 0,0 1 1 0 0,0 0-1 0 0,0 0 1 0 0,-1-1-1 0 0,2 3 1 0 0,1-1-23 0 0,-2 1-1 0 0,1-1 1 0 0,0 1-1 0 0,0 0 1 0 0,-1 0-1 0 0,2 3 1 0 0,0 4 242 0 0,0 0 0 0 0,3 19 0 0 0,-4-3-108 0 0,4 15-454 0 0,-6-38 194 0 0,1 1 1 0 0,0-1 0 0 0,0 0 0 0 0,0 0 0 0 0,1 0 0 0 0,-1 0 0 0 0,1 0 0 0 0,-1 0 0 0 0,4 4 0 0 0,-4-7-4 0 0,-1 1 0 0 0,0-1 1 0 0,1 1-1 0 0,-1-1 0 0 0,1 0 0 0 0,-1 1 0 0 0,1-1 1 0 0,-1 0-1 0 0,0 1 0 0 0,1-1 0 0 0,-1 0 0 0 0,1 0 1 0 0,-1 0-1 0 0,1 1 0 0 0,0-1 0 0 0,-1 0 0 0 0,1 0 1 0 0,-1 0-1 0 0,1 0 0 0 0,-1 0 0 0 0,1 0 0 0 0,-1 0 1 0 0,1 0-1 0 0,-1 0 0 0 0,1 0 0 0 0,0 0 0 0 0,-1 0 1 0 0,1 0-1 0 0,-1 0 0 0 0,1-1 0 0 0,-1 1 0 0 0,1 0 1 0 0,-1 0-1 0 0,1-1 0 0 0,-1 1 0 0 0,1 0 0 0 0,-1-1 1 0 0,1 1-1 0 0,3-5-2895 0 0</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04.431"/>
    </inkml:context>
    <inkml:brush xml:id="br0">
      <inkml:brushProperty name="width" value="0.035" units="cm"/>
      <inkml:brushProperty name="height" value="0.035" units="cm"/>
      <inkml:brushProperty name="color" value="#004F8B"/>
    </inkml:brush>
  </inkml:definitions>
  <inkml:trace contextRef="#ctx0" brushRef="#br0">0 22 455 0 0,'7'-7'2597'0'0,"-5"5"-715"0"0,0 0 0 0 0,0 1-1 0 0,0 0 1 0 0,0-1 0 0 0,0 1 0 0 0,0 0-1 0 0,0 0 1 0 0,0 0 0 0 0,5-1 0 0 0,5 1 1844 0 0,6 2-3070 0 0,5 1-435 0 0,-8-2-3804 0 0</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04.700"/>
    </inkml:context>
    <inkml:brush xml:id="br0">
      <inkml:brushProperty name="width" value="0.035" units="cm"/>
      <inkml:brushProperty name="height" value="0.035" units="cm"/>
      <inkml:brushProperty name="color" value="#004F8B"/>
    </inkml:brush>
  </inkml:definitions>
  <inkml:trace contextRef="#ctx0" brushRef="#br0">0 1 16583 0 0,'0'0'5809'0'0,"2"15"-2587"0"0,-1-10-3005 0 0,1 1 1 0 0,0 0 0 0 0,1 0-1 0 0,-1-1 1 0 0,1 1 0 0 0,4 5-1 0 0,6 14-2 0 0,-2 0-230 0 0,5 12 309 0 0,-5-13-3825 0 0</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05.127"/>
    </inkml:context>
    <inkml:brush xml:id="br0">
      <inkml:brushProperty name="width" value="0.035" units="cm"/>
      <inkml:brushProperty name="height" value="0.035" units="cm"/>
      <inkml:brushProperty name="color" value="#004F8B"/>
    </inkml:brush>
  </inkml:definitions>
  <inkml:trace contextRef="#ctx0" brushRef="#br0">70 21 16639 0 0,'-17'-5'2063'0'0,"15"4"-1354"0"0,-1 0 0 0 0,0 0 0 0 0,1 0 0 0 0,-1 1 1 0 0,0-1-1 0 0,0 1 0 0 0,-4 0 0 0 0,6 0-658 0 0,0 0 1 0 0,0 1-1 0 0,-1-1 0 0 0,1 1 0 0 0,0-1 0 0 0,0 1 0 0 0,0-1 0 0 0,0 1 0 0 0,0-1 1 0 0,0 1-1 0 0,0 0 0 0 0,0 0 0 0 0,1-1 0 0 0,-1 1 0 0 0,0 0 0 0 0,0 0 0 0 0,0 0 0 0 0,1 0 1 0 0,-1 0-1 0 0,1 0 0 0 0,-1 0 0 0 0,0 2 0 0 0,0 0-52 0 0,0-1 0 0 0,0 1 0 0 0,0 0 1 0 0,0-1-1 0 0,1 1 0 0 0,0 0 0 0 0,-1 0 0 0 0,1-1 0 0 0,0 1 0 0 0,0 0 0 0 0,0 0 1 0 0,1-1-1 0 0,-1 1 0 0 0,1 0 0 0 0,-1-1 0 0 0,1 1 0 0 0,0 0 0 0 0,0-1 0 0 0,0 1 1 0 0,0-1-1 0 0,1 1 0 0 0,1 2 0 0 0,-2-4-2 0 0,1 1-1 0 0,-1-1 1 0 0,0 0 0 0 0,0 0-1 0 0,0 0 1 0 0,1 0 0 0 0,-1 0-1 0 0,1 0 1 0 0,-1 0-1 0 0,1 0 1 0 0,-1-1 0 0 0,1 1-1 0 0,-1 0 1 0 0,1-1 0 0 0,0 1-1 0 0,-1-1 1 0 0,1 0 0 0 0,0 0-1 0 0,-1 1 1 0 0,1-1 0 0 0,0 0-1 0 0,-1 0 1 0 0,1-1 0 0 0,0 1-1 0 0,-1 0 1 0 0,1-1 0 0 0,0 1-1 0 0,-1 0 1 0 0,1-1 0 0 0,-1 0-1 0 0,1 1 1 0 0,-1-1-1 0 0,1 0 1 0 0,-1 0 0 0 0,1 0-1 0 0,1-2 1 0 0,-1 1 47 0 0,0 1 0 0 0,0-1 0 0 0,0 0 0 0 0,0 0 0 0 0,0 0 0 0 0,-1 0 0 0 0,1 0 0 0 0,-1 0 0 0 0,1 0 0 0 0,-1-1 0 0 0,0 1 0 0 0,0 0 0 0 0,0-1 0 0 0,0 1 0 0 0,0-1 0 0 0,-1 1 0 0 0,1-1 0 0 0,0-3 0 0 0,-1-1 363 0 0,0-1-1 0 0,-1 0 1 0 0,1 0 0 0 0,-4-13-1 0 0,3 20-147 0 0,-5 28 101 0 0,5-20-360 0 0,1 0 1 0 0,1 0-1 0 0,-1 0 0 0 0,3 8 1 0 0,-3-11-3 0 0,1-1 0 0 0,0 1 0 0 0,0-1 1 0 0,0 1-1 0 0,0-1 0 0 0,1 0 1 0 0,-1 0-1 0 0,1 0 0 0 0,0 0 0 0 0,2 4 1 0 0,7-1-645 0 0,-9-5 40 0 0,-1-1 0 0 0,0 0 0 0 0,1 0 0 0 0,-1 0 0 0 0,0 0 0 0 0,1 0 1 0 0,-1 0-1 0 0,0 0 0 0 0,1 0 0 0 0,-1 0 0 0 0,0-1 0 0 0,2 0 0 0 0,7-3-2398 0 0</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05.365"/>
    </inkml:context>
    <inkml:brush xml:id="br0">
      <inkml:brushProperty name="width" value="0.035" units="cm"/>
      <inkml:brushProperty name="height" value="0.035" units="cm"/>
      <inkml:brushProperty name="color" value="#004F8B"/>
    </inkml:brush>
  </inkml:definitions>
  <inkml:trace contextRef="#ctx0" brushRef="#br0">69 1 1839 0 0,'-15'4'822'0'0,"1"0"10383"0"0,1 2-4277 0 0,10-4-6398 0 0,1-1 1 0 0,0 1-1 0 0,0-1 0 0 0,0 1 1 0 0,1 0-1 0 0,-1 0 0 0 0,0 0 0 0 0,-2 3 1 0 0,3-3-552 0 0,0 0 0 0 0,0 0 0 0 0,1 0 1 0 0,-1 0-1 0 0,0 0 0 0 0,1 0 0 0 0,-1 0 0 0 0,1 0 1 0 0,-1 0-1 0 0,1 0 0 0 0,0 0 0 0 0,0 0 1 0 0,0 1-1 0 0,0-1 0 0 0,1 0 0 0 0,-1 0 0 0 0,1 0 1 0 0,-1 0-1 0 0,1 0 0 0 0,0 0 0 0 0,-1 0 0 0 0,1 0 1 0 0,0 0-1 0 0,2 3 0 0 0,-2-3-8 0 0,1 0 1 0 0,-1-1-1 0 0,1 1 0 0 0,-1 0 0 0 0,1 0 1 0 0,0-1-1 0 0,-1 1 0 0 0,1-1 1 0 0,0 0-1 0 0,0 1 0 0 0,0-1 0 0 0,0 0 1 0 0,0 0-1 0 0,0 0 0 0 0,1-1 0 0 0,-1 1 1 0 0,0 0-1 0 0,0-1 0 0 0,1 1 0 0 0,-1-1 1 0 0,0 0-1 0 0,0 0 0 0 0,1 0 1 0 0,-1 0-1 0 0,3-1 0 0 0,-3 1-432 0 0,0 0 1 0 0,-1-1-1 0 0,1 0 0 0 0,0 1 1 0 0,0-1-1 0 0,0 0 0 0 0,-1 0 1 0 0,1 0-1 0 0,0 0 0 0 0,-1 0 1 0 0,1 0-1 0 0,0-2 0 0 0</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05.604"/>
    </inkml:context>
    <inkml:brush xml:id="br0">
      <inkml:brushProperty name="width" value="0.035" units="cm"/>
      <inkml:brushProperty name="height" value="0.035" units="cm"/>
      <inkml:brushProperty name="color" value="#004F8B"/>
    </inkml:brush>
  </inkml:definitions>
  <inkml:trace contextRef="#ctx0" brushRef="#br0">40 23 1375 0 0,'-18'-15'1153'0'0,"7"9"3500"0"0,1 5 8147 0 0,10 17-8206 0 0,4-3-3917 0 0,1 0 0 0 0,1 0 0 0 0,9 15-1 0 0,8 20 201 0 0,-10-10-317 0 0,2 4-421 0 0,-3-16-3402 0 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06"/>
    </inkml:context>
    <inkml:brush xml:id="br0">
      <inkml:brushProperty name="width" value="0.035" units="cm"/>
      <inkml:brushProperty name="height" value="0.035" units="cm"/>
      <inkml:brushProperty name="color" value="#004F8B"/>
    </inkml:brush>
  </inkml:definitions>
  <inkml:trace contextRef="#ctx0" brushRef="#br0">62 23 1839 0 0,'-4'-1'4002'0'0,"-14"-4"12520"0"0,17 5-16467 0 0,0-1 0 0 0,0 1 0 0 0,-1 0 0 0 0,1-1 0 0 0,0 1 0 0 0,0 0 0 0 0,-1 0 0 0 0,1 0 0 0 0,0 0-1 0 0,0 0 1 0 0,-1 0 0 0 0,1 1 0 0 0,0-1 0 0 0,0 0 0 0 0,0 0 0 0 0,-1 1 0 0 0,1-1 0 0 0,0 1 0 0 0,0-1 0 0 0,0 1 0 0 0,0 0 0 0 0,0-1 0 0 0,0 1 0 0 0,0 0 0 0 0,0 0-1 0 0,0 0 1 0 0,0 0 0 0 0,1 0 0 0 0,-1 0 0 0 0,0 0 0 0 0,0 0 0 0 0,1 0 0 0 0,-1 0 0 0 0,1 0 0 0 0,-1 0 0 0 0,1 0 0 0 0,-1 0 0 0 0,1 1 0 0 0,0-1 0 0 0,0 0-1 0 0,-1 0 1 0 0,1 0 0 0 0,0 1 0 0 0,0-1 0 0 0,0 2 0 0 0,0-2 0 0 0,0 1 0 0 0,0 0 1 0 0,0 0-1 0 0,0 0 0 0 0,0 0 0 0 0,1-1 0 0 0,-1 1 1 0 0,0 0-1 0 0,1 0 0 0 0,0 0 0 0 0,-1-1 0 0 0,1 1 0 0 0,0 0 1 0 0,0-1-1 0 0,0 1 0 0 0,0-1 0 0 0,0 1 0 0 0,0-1 1 0 0,0 1-1 0 0,0-1 0 0 0,1 0 0 0 0,-1 0 0 0 0,0 0 0 0 0,1 1 1 0 0,-1-1-1 0 0,1 0 0 0 0,0-1 0 0 0,-1 1 0 0 0,1 0 1 0 0,0 0-1 0 0,-1-1 0 0 0,4 1 0 0 0,-4 0-27 0 0,1-1-1 0 0,-1 0 0 0 0,1 0 1 0 0,-1 0-1 0 0,1 0 1 0 0,-1 0-1 0 0,1-1 0 0 0,0 1 1 0 0,-1 0-1 0 0,1-1 1 0 0,-1 1-1 0 0,1-1 0 0 0,-1 1 1 0 0,0-1-1 0 0,1 0 1 0 0,-1 1-1 0 0,0-1 1 0 0,1 0-1 0 0,-1 0 0 0 0,0 0 1 0 0,0 0-1 0 0,0 0 1 0 0,0-1-1 0 0,0 1 0 0 0,0 0 1 0 0,0 0-1 0 0,0-1 1 0 0,0 1-1 0 0,0 0 0 0 0,-1-1 1 0 0,1 1-1 0 0,-1-1 1 0 0,1 1-1 0 0,0-2 0 0 0,0-6 207 0 0,1 1 0 0 0,-1-1 0 0 0,0 0 0 0 0,-1-15 0 0 0,0 19-203 0 0,0 4 320 0 0,4 14-190 0 0,-3-4-180 0 0,11 40-705 0 0,-12-46 535 0 0,1 0 0 0 0,1 0 0 0 0,-1 0 0 0 0,0 0 1 0 0,1 0-1 0 0,0 0 0 0 0,-1 0 0 0 0,1-1 0 0 0,0 1 0 0 0,1 0 0 0 0,-1-1 0 0 0,3 3 0 0 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06.602"/>
    </inkml:context>
    <inkml:brush xml:id="br0">
      <inkml:brushProperty name="width" value="0.035" units="cm"/>
      <inkml:brushProperty name="height" value="0.035" units="cm"/>
      <inkml:brushProperty name="color" value="#004F8B"/>
    </inkml:brush>
  </inkml:definitions>
  <inkml:trace contextRef="#ctx0" brushRef="#br0">1 20 1839 0 0,'2'3'16185'0'0,"5"12"-12532"0"0,-2-5-2088 0 0,-1 1 0 0 0,5 18 0 0 0,3 5 1851 0 0,-13-55-2969 0 0,1 15-439 0 0,0-35 75 0 0,0 39-79 0 0,0-1 0 0 0,0 1 0 0 0,1 0-1 0 0,-1 0 1 0 0,1-1 0 0 0,0 1 0 0 0,-1 0 0 0 0,1 0-1 0 0,0 0 1 0 0,0 0 0 0 0,1 0 0 0 0,-1 0-1 0 0,0 0 1 0 0,3-3 0 0 0,-3 5-4 0 0,-1 0 0 0 0,0-1 0 0 0,1 1 0 0 0,-1 0 0 0 0,1 0 0 0 0,-1-1 0 0 0,0 1 0 0 0,1 0 0 0 0,-1 0 0 0 0,1 0 0 0 0,-1 0 0 0 0,1 0 0 0 0,-1 0 0 0 0,1 0 0 0 0,-1 0 0 0 0,1 0 0 0 0,-1 0 0 0 0,1 0 0 0 0,-1 0 0 0 0,0 0 0 0 0,1 0 0 0 0,-1 0 0 0 0,1 0 0 0 0,-1 0 0 0 0,1 1 0 0 0,-1-1 0 0 0,1 0 0 0 0,-1 0 0 0 0,0 1 0 0 0,1-1 0 0 0,-1 0 0 0 0,0 0 0 0 0,1 1 0 0 0,-1-1 0 0 0,0 0 0 0 0,1 2 0 0 0,8 11 0 0 0,14 36 227 0 0,-22-49-218 0 0,0-1 0 0 0,0 1 0 0 0,0 0 0 0 0,0-1 0 0 0,0 1 0 0 0,0-1 0 0 0,0 1 0 0 0,0-1 0 0 0,0 1 0 0 0,0-1 0 0 0,0 0 1 0 0,0 1-1 0 0,0-1 0 0 0,1-1 0 0 0,13-24 177 0 0,-14 22-162 0 0,1 1-1 0 0,0-1 1 0 0,-1 1 0 0 0,1-1-1 0 0,1 1 1 0 0,-1 0 0 0 0,0 0-1 0 0,1 0 1 0 0,0 0-1 0 0,-1 0 1 0 0,1 1 0 0 0,0-1-1 0 0,6-3 1 0 0,-8 6-24 0 0,-1 0 0 0 0,1 0 0 0 0,-1-1 0 0 0,1 1 0 0 0,-1 0-1 0 0,1 0 1 0 0,0 0 0 0 0,-1 0 0 0 0,1 0 0 0 0,-1 0 0 0 0,1 0 0 0 0,-1 0 0 0 0,1 0 0 0 0,0 0 0 0 0,-1 0 0 0 0,1 0 0 0 0,-1 1-1 0 0,1-1 1 0 0,-1 0 0 0 0,1 0 0 0 0,-1 1 0 0 0,1-1 0 0 0,-1 0 0 0 0,1 0 0 0 0,-1 1 0 0 0,1-1 0 0 0,-1 1 0 0 0,0-1-1 0 0,1 0 1 0 0,-1 1 0 0 0,0-1 0 0 0,1 1 0 0 0,-1-1 0 0 0,0 1 0 0 0,1-1 0 0 0,-1 2 0 0 0,6 17 36 0 0,-6-17-16 0 0,1 3-402 0 0,0 0 564 0 0,0 0 1 0 0,0 0 0 0 0,4 9 0 0 0,-5-13-317 0 0,0 0-1 0 0,1 0 1 0 0,-1 0 0 0 0,1-1 0 0 0,-1 1 0 0 0,1 0 0 0 0,-1-1 0 0 0,1 1-1 0 0,-1 0 1 0 0,1-1 0 0 0,0 1 0 0 0,0-1 0 0 0,0 1 0 0 0,0 0-146 0 0,-1-1 0 0 0,1 0 0 0 0,-1 0 0 0 0,1 0 0 0 0,-1 0 1 0 0,1 0-1 0 0,-1 0 0 0 0,1 0 0 0 0,0 0 0 0 0,-1 0 0 0 0,1 0 0 0 0,-1 0 1 0 0,1 0-1 0 0,-1 0 0 0 0,1 0 0 0 0,-1 0 0 0 0,1-1 0 0 0,-1 1 0 0 0,1 0 0 0 0,-1 0 1 0 0,1-1-1 0 0,0 1 0 0 0</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06.967"/>
    </inkml:context>
    <inkml:brush xml:id="br0">
      <inkml:brushProperty name="width" value="0.035" units="cm"/>
      <inkml:brushProperty name="height" value="0.035" units="cm"/>
      <inkml:brushProperty name="color" value="#004F8B"/>
    </inkml:brush>
  </inkml:definitions>
  <inkml:trace contextRef="#ctx0" brushRef="#br0">50 30 12295 0 0,'0'-1'197'0'0,"0"1"0"0"0,0-1 0 0 0,0 1 0 0 0,0-1 0 0 0,-1 0 0 0 0,1 1 0 0 0,0-1 1 0 0,0 1-1 0 0,0-1 0 0 0,0 1 0 0 0,-1-1 0 0 0,1 0 0 0 0,0 1 0 0 0,-1-1 0 0 0,1 1 0 0 0,0-1 0 0 0,-1 1 0 0 0,1 0 0 0 0,0-1 0 0 0,-1 1 0 0 0,1-1 0 0 0,-1 1 0 0 0,1 0 0 0 0,-1-1 0 0 0,1 1 0 0 0,-1 0 0 0 0,1-1 0 0 0,-1 1 0 0 0,0 0 0 0 0,1 0 0 0 0,-1 0 0 0 0,1 0 0 0 0,-1-1 0 0 0,1 1 0 0 0,-1 0 0 0 0,0 0 0 0 0,1 0 0 0 0,-1 0 0 0 0,1 0 0 0 0,-1 0 0 0 0,0 1 0 0 0,1-1 0 0 0,-1 0 0 0 0,1 0 1 0 0,-1 0-1 0 0,1 0 0 0 0,-1 1 0 0 0,0-1 0 0 0,1 0 0 0 0,-1 1 0 0 0,1-1 0 0 0,-1 0 0 0 0,1 1 0 0 0,0-1 0 0 0,-1 0 0 0 0,0 2 0 0 0,-1 0 665 0 0,-1 0 0 0 0,1 0 0 0 0,-1 0 1 0 0,1 1-1 0 0,-3 4 0 0 0,-1 5-2141 0 0,5-9 1281 0 0,1 1-1 0 0,-1 0 0 0 0,1-1 1 0 0,0 1-1 0 0,0 0 0 0 0,0-1 0 0 0,1 1 1 0 0,1 7-1 0 0,-2-11-1 0 0,0 1 0 0 0,0 0 0 0 0,0 0 0 0 0,1 0 0 0 0,-1 0 0 0 0,0 0 0 0 0,1 0 0 0 0,-1 0 0 0 0,0 0 0 0 0,1-1 0 0 0,-1 1 0 0 0,1 0 0 0 0,-1 0 0 0 0,1 0 0 0 0,0-1 0 0 0,-1 1 0 0 0,1 0 0 0 0,0-1 0 0 0,-1 1 0 0 0,1-1 0 0 0,0 1-1 0 0,0-1 1 0 0,0 1 0 0 0,-1-1 0 0 0,1 1 0 0 0,0-1 0 0 0,0 0 0 0 0,0 1 0 0 0,0-1 0 0 0,0 0 0 0 0,0 0 0 0 0,0 0 0 0 0,0 0 0 0 0,0 0 0 0 0,0 0 0 0 0,-1 0 0 0 0,1 0 0 0 0,0 0 0 0 0,1 0 0 0 0,0-1 0 0 0,0 0 0 0 0,0-1 1 0 0,0 1-1 0 0,0 0 0 0 0,-1 0 0 0 0,1-1 0 0 0,0 1 1 0 0,-1-1-1 0 0,1 1 0 0 0,-1-1 0 0 0,1 0 1 0 0,-1 0-1 0 0,0 0 0 0 0,0 0 0 0 0,0 1 0 0 0,0-1 1 0 0,1-5-1 0 0,0 2 30 0 0,0 0 0 0 0,-1 0 1 0 0,0-1-1 0 0,0 1 0 0 0,0-1 1 0 0,0-5-1 0 0,-1 9 51 0 0,0-2 154 0 0,0 1 0 0 0,0 0-1 0 0,0-1 1 0 0,-1 1 0 0 0,1 0 0 0 0,-1 0 0 0 0,-1-6 0 0 0,1 9-63 0 0,-1 1-79 0 0,2 0-88 0 0,0-1-1 0 0,-1 1 1 0 0,1-1 0 0 0,0 1-1 0 0,-1-1 1 0 0,1 1-1 0 0,0 0 1 0 0,0-1-1 0 0,0 1 1 0 0,-1 0-1 0 0,1-1 1 0 0,0 1-1 0 0,0 0 1 0 0,0-1 0 0 0,0 1-1 0 0,0 0 1 0 0,0-1-1 0 0,0 2 1 0 0,2 14-19 0 0,-1-14 20 0 0,-1 2-91 0 0,1 1-1 0 0,0-1 1 0 0,0 0-1 0 0,1 0 1 0 0,-1 0-1 0 0,4 6 1 0 0,7 5-2566 0 0,3-6-4200 0 0</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07.285"/>
    </inkml:context>
    <inkml:brush xml:id="br0">
      <inkml:brushProperty name="width" value="0.035" units="cm"/>
      <inkml:brushProperty name="height" value="0.035" units="cm"/>
      <inkml:brushProperty name="color" value="#004F8B"/>
    </inkml:brush>
  </inkml:definitions>
  <inkml:trace contextRef="#ctx0" brushRef="#br0">0 97 5527 0 0,'2'-21'16671'0'0,"-2"20"-16566"0"0,1 0 0 0 0,-1 1 1 0 0,0-1-1 0 0,1 1 0 0 0,-1-1 0 0 0,0 1 1 0 0,1-1-1 0 0,-1 1 0 0 0,1-1 0 0 0,-1 1 0 0 0,0 0 1 0 0,1-1-1 0 0,-1 1 0 0 0,1-1 0 0 0,-1 1 1 0 0,1 0-1 0 0,0 0 0 0 0,-1-1 0 0 0,1 1 1 0 0,-1 0-1 0 0,1 0 0 0 0,-1 0 0 0 0,1-1 1 0 0,0 1-1 0 0,-1 0 0 0 0,1 0 0 0 0,0 0 1 0 0,-1 0-1 0 0,1 0 0 0 0,-1 0 0 0 0,1 0 0 0 0,0 0 1 0 0,-1 1-1 0 0,1-1 0 0 0,-1 0 0 0 0,1 0 1 0 0,0 0-1 0 0,-1 1 0 0 0,1-1 0 0 0,-1 0 1 0 0,1 1-1 0 0,2 1 2788 0 0,-6-5-2309 0 0,-1-6-400 0 0,2 6-168 0 0,1 1-1 0 0,-1-1 1 0 0,1 0-1 0 0,0 0 0 0 0,0 1 1 0 0,0-1-1 0 0,0 0 1 0 0,0 0-1 0 0,1 0 1 0 0,-1 0-1 0 0,1 0 1 0 0,0 0-1 0 0,0 0 1 0 0,0 0-1 0 0,0 0 1 0 0,1 0-1 0 0,0-5 1 0 0,0 7-99 0 0,4 1-77 0 0,6 0 317 0 0,5 9 65 0 0,-1 0-6178 0 0</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07.549"/>
    </inkml:context>
    <inkml:brush xml:id="br0">
      <inkml:brushProperty name="width" value="0.035" units="cm"/>
      <inkml:brushProperty name="height" value="0.035" units="cm"/>
      <inkml:brushProperty name="color" value="#004F8B"/>
    </inkml:brush>
  </inkml:definitions>
  <inkml:trace contextRef="#ctx0" brushRef="#br0">56 5 12671 0 0,'0'0'1143'0'0,"-11"-4"3110"0"0,-2 4 1617 0 0,0 2-3484 0 0,12-1-2358 0 0,0 0 0 0 0,0-1 1 0 0,-1 1-1 0 0,1-1 0 0 0,0 1 0 0 0,0 0 0 0 0,0 0 1 0 0,0 0-1 0 0,1-1 0 0 0,-1 1 0 0 0,0 0 0 0 0,0 0 1 0 0,0 0-1 0 0,1 0 0 0 0,-1 1 0 0 0,1-1 0 0 0,-1 0 1 0 0,0 0-1 0 0,0 3 0 0 0,1-2-11 0 0,0 1 1 0 0,0 0-1 0 0,0 0 1 0 0,0-1-1 0 0,0 1 0 0 0,0 0 1 0 0,1 0-1 0 0,-1-1 1 0 0,1 1-1 0 0,0 0 0 0 0,0-1 1 0 0,0 1-1 0 0,0-1 1 0 0,0 1-1 0 0,1-1 0 0 0,-1 1 1 0 0,1-1-1 0 0,3 4 1 0 0,-4-5-86 0 0,0 1 1 0 0,1-1 0 0 0,-1 1-1 0 0,1-1 1 0 0,-1 0 0 0 0,1 0 0 0 0,-1 0-1 0 0,1 0 1 0 0,0 0 0 0 0,-1 0-1 0 0,1 0 1 0 0,3 0 0 0 0,-4-1-156 0 0,0 0-1 0 0,0 1 1 0 0,1-1 0 0 0,-1 0-1 0 0,0 0 1 0 0,0-1 0 0 0,1 1 0 0 0,-1 0-1 0 0,0 0 1 0 0,0 0 0 0 0,0-1-1 0 0,0 1 1 0 0,1-1 0 0 0,-1 1 0 0 0,0-1-1 0 0,0 1 1 0 0,0-1 0 0 0,0 0-1 0 0,0 0 1 0 0,2-1 0 0 0,3-6-4640 0 0,-3 3 1335 0 0</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07.779"/>
    </inkml:context>
    <inkml:brush xml:id="br0">
      <inkml:brushProperty name="width" value="0.035" units="cm"/>
      <inkml:brushProperty name="height" value="0.035" units="cm"/>
      <inkml:brushProperty name="color" value="#004F8B"/>
    </inkml:brush>
  </inkml:definitions>
  <inkml:trace contextRef="#ctx0" brushRef="#br0">17 30 1375 0 0,'-17'-28'19678'0'0,"18"28"-19500"0"0,-1-1 0 0 0,1 1 0 0 0,0 0 0 0 0,0 0 0 0 0,-1 0 0 0 0,1-1 0 0 0,0 1 0 0 0,-1 0 0 0 0,1 0 0 0 0,0 0 0 0 0,-1 0 0 0 0,1 0 0 0 0,0 1 0 0 0,0-1 0 0 0,-1 0 0 0 0,1 0 0 0 0,0 0 0 0 0,-1 1 0 0 0,1-1 0 0 0,0 0 0 0 0,-1 0 1 0 0,1 1-1 0 0,-1-1 0 0 0,1 1 0 0 0,0-1 0 0 0,-1 1 0 0 0,1-1 0 0 0,-1 1 0 0 0,1 0 0 0 0,17 15 825 0 0,-18-16-998 0 0,5 6 225 0 0,-1 1-1 0 0,1-1 1 0 0,-1 1 0 0 0,0 0 0 0 0,0-1 0 0 0,4 15-1 0 0,11 47 863 0 0,-14-49-842 0 0,0 0 0 0 0,10 24 0 0 0,-7-29-1860 0 0</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09.923"/>
    </inkml:context>
    <inkml:brush xml:id="br0">
      <inkml:brushProperty name="width" value="0.035" units="cm"/>
      <inkml:brushProperty name="height" value="0.035" units="cm"/>
      <inkml:brushProperty name="color" value="#004F8B"/>
    </inkml:brush>
  </inkml:definitions>
  <inkml:trace contextRef="#ctx0" brushRef="#br0">17 95 11631 0 0,'0'0'12268'0'0,"14"-3"-11147"0"0,-9 1-1010 0 0,0 0-1 0 0,-1 0 1 0 0,1 0-1 0 0,-1-1 1 0 0,0 0-1 0 0,0 0 1 0 0,0 0-1 0 0,0 0 1 0 0,0-1-1 0 0,-1 1 1 0 0,0-1-1 0 0,1 0 1 0 0,-1 0-1 0 0,4-8 1 0 0,-7 11-99 0 0,1 0 1 0 0,-1 0 0 0 0,0 0-1 0 0,0-1 1 0 0,0 1 0 0 0,0 0-1 0 0,0 0 1 0 0,0 0 0 0 0,0 0-1 0 0,0 0 1 0 0,0 0 0 0 0,-1 0-1 0 0,1 0 1 0 0,0 0 0 0 0,-1-1-1 0 0,1 1 1 0 0,0 0 0 0 0,-1 0-1 0 0,0 1 1 0 0,1-1 0 0 0,-1 0-1 0 0,0 0 1 0 0,1 0 0 0 0,-1 0-1 0 0,0 0 1 0 0,0 1 0 0 0,1-1-1 0 0,-1 0 1 0 0,0 1 0 0 0,0-1-1 0 0,0 1 1 0 0,0-1 0 0 0,0 1-1 0 0,0-1 1 0 0,0 1 0 0 0,0-1-1 0 0,-2 1 1 0 0,2-1 0 0 0,-1 0-1 0 0,0 1 1 0 0,0-1-1 0 0,0 1 1 0 0,0 0 0 0 0,0-1-1 0 0,0 1 1 0 0,0 0-1 0 0,0 0 1 0 0,0 0-1 0 0,1 0 1 0 0,-1 0 0 0 0,0 1-1 0 0,0-1 1 0 0,0 1-1 0 0,0-1 1 0 0,0 1-1 0 0,0 0 1 0 0,0-1 0 0 0,-3 3-1 0 0,2 0-23 0 0,0 0 0 0 0,1 1 0 0 0,-1-1 0 0 0,0 1 0 0 0,1-1 0 0 0,0 1 0 0 0,0 0-1 0 0,0 0 1 0 0,0 0 0 0 0,1 0 0 0 0,-1 0 0 0 0,1 0 0 0 0,0 1 0 0 0,0-1 0 0 0,1 0 0 0 0,-1 0 0 0 0,1 1 0 0 0,0-1 0 0 0,0 1-1 0 0,1-1 1 0 0,0 5 0 0 0,-1-6 7 0 0,1 0-1 0 0,0-1 1 0 0,0 1-1 0 0,0-1 0 0 0,0 1 1 0 0,0-1-1 0 0,0 1 1 0 0,1-1-1 0 0,-1 1 0 0 0,1-1 1 0 0,0 0-1 0 0,-1 0 1 0 0,1 0-1 0 0,0 0 0 0 0,0 0 1 0 0,1-1-1 0 0,-1 1 1 0 0,0 0-1 0 0,0-1 0 0 0,1 0 1 0 0,-1 1-1 0 0,1-1 1 0 0,-1 0-1 0 0,1 0 0 0 0,0 0 1 0 0,-1-1-1 0 0,1 1 1 0 0,0-1-1 0 0,0 0 0 0 0,-1 1 1 0 0,1-1-1 0 0,0 0 1 0 0,4-1-1 0 0,1 0-27 0 0,0 0 0 0 0,0 0 0 0 0,-1-1 0 0 0,13-4 0 0 0,0-4-8536 0 0</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10.210"/>
    </inkml:context>
    <inkml:brush xml:id="br0">
      <inkml:brushProperty name="width" value="0.035" units="cm"/>
      <inkml:brushProperty name="height" value="0.035" units="cm"/>
      <inkml:brushProperty name="color" value="#004F8B"/>
    </inkml:brush>
  </inkml:definitions>
  <inkml:trace contextRef="#ctx0" brushRef="#br0">0 1 2303 0 0,'0'0'17768'0'0,"9"8"-13251"0"0,2 8-3598 0 0,0 1-1 0 0,-1 0 1 0 0,10 23-1 0 0,18 57-533 0 0,-27-73-467 0 0,-4-15-2404 0 0,-4-5 974 0 0</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10.621"/>
    </inkml:context>
    <inkml:brush xml:id="br0">
      <inkml:brushProperty name="width" value="0.035" units="cm"/>
      <inkml:brushProperty name="height" value="0.035" units="cm"/>
      <inkml:brushProperty name="color" value="#004F8B"/>
    </inkml:brush>
  </inkml:definitions>
  <inkml:trace contextRef="#ctx0" brushRef="#br0">0 118 1839 0 0,'5'-2'16198'0'0,"7"-4"-12773"0"0,-6 2-2778 0 0,0 0 0 0 0,0 0 0 0 0,0-1 0 0 0,-1 0 0 0 0,0 0 1 0 0,0 0-1 0 0,7-10 0 0 0,-11 14-609 0 0,0-1 1 0 0,0 0 0 0 0,0 0-1 0 0,0 0 1 0 0,0 0 0 0 0,0 0-1 0 0,0 0 1 0 0,-1 0-1 0 0,1-1 1 0 0,-1 1 0 0 0,0 0-1 0 0,1-4 1 0 0,-1 4-12 0 0,-1 1 0 0 0,1-1 0 0 0,0 1 0 0 0,-1 0 0 0 0,1-1 0 0 0,-1 1 0 0 0,0-1 0 0 0,1 1 0 0 0,-1 0 0 0 0,0 0 0 0 0,0-1 0 0 0,0 1 0 0 0,0 0 0 0 0,0 0 0 0 0,0 0 0 0 0,0 0 0 0 0,0 0 0 0 0,0 0 0 0 0,-1 0 0 0 0,1 1 0 0 0,-2-2 0 0 0,2 1-27 0 0,0 1-1 0 0,0-1 1 0 0,-1 0-1 0 0,1 1 0 0 0,-1-1 1 0 0,1 1-1 0 0,0-1 1 0 0,-1 1-1 0 0,1 0 1 0 0,-1-1-1 0 0,1 1 1 0 0,-1 0-1 0 0,1 0 1 0 0,-1 0-1 0 0,1 0 1 0 0,-1 1-1 0 0,1-1 1 0 0,-1 0-1 0 0,1 0 1 0 0,-1 1-1 0 0,1-1 1 0 0,0 1-1 0 0,-1 0 0 0 0,1-1 1 0 0,0 1-1 0 0,-1 0 1 0 0,1 0-1 0 0,0 0 1 0 0,0 0-1 0 0,0 0 1 0 0,0 0-1 0 0,-1 0 1 0 0,2 0-1 0 0,-1 0 1 0 0,0 0-1 0 0,0 0 1 0 0,0 1-1 0 0,0-1 1 0 0,1 0-1 0 0,-1 1 1 0 0,1-1-1 0 0,-1 1 0 0 0,1-1 1 0 0,0 1-1 0 0,-1-1 1 0 0,1 1-1 0 0,0-1 1 0 0,0 0-1 0 0,0 1 1 0 0,0-1-1 0 0,0 1 1 0 0,0-1-1 0 0,0 1 1 0 0,1-1-1 0 0,-1 1 1 0 0,1-1-1 0 0,-1 1 1 0 0,1-1-1 0 0,-1 0 1 0 0,2 3-1 0 0,2 1-151 0 0,-1 1 0 0 0,1-1 0 0 0,0-1 0 0 0,0 1 0 0 0,0 0 0 0 0,0-1 0 0 0,1 0 0 0 0,7 5 0 0 0,-9-7 52 0 0,-1 0-1 0 0,1-1 1 0 0,-1 1 0 0 0,1-1-1 0 0,0 0 1 0 0,-1 0-1 0 0,1 0 1 0 0,0 0-1 0 0,0 0 1 0 0,0-1-1 0 0,0 1 1 0 0,-1-1-1 0 0,1 0 1 0 0,0 0-1 0 0,0 0 1 0 0,0 0-1 0 0,0 0 1 0 0,0-1-1 0 0,6-1 1 0 0,-5 0-1187 0 0</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11.177"/>
    </inkml:context>
    <inkml:brush xml:id="br0">
      <inkml:brushProperty name="width" value="0.035" units="cm"/>
      <inkml:brushProperty name="height" value="0.035" units="cm"/>
      <inkml:brushProperty name="color" value="#004F8B"/>
    </inkml:brush>
  </inkml:definitions>
  <inkml:trace contextRef="#ctx0" brushRef="#br0">0 14 10567 0 0,'0'0'11319'0'0,"13"13"-6978"0"0,-3-3-3975 0 0,-1 0 0 0 0,0 1-1 0 0,-1 0 1 0 0,0 0 0 0 0,-1 1-1 0 0,9 20 1 0 0,-15-31-42 0 0,4-17-207 0 0,-3-18-30 0 0,3-14 845 0 0,-5 47-890 0 0,0 1-39 0 0,0 0-1 0 0,0 0 0 0 0,0-1 1 0 0,0 1-1 0 0,0 0 1 0 0,0 0-1 0 0,0-1 1 0 0,0 1-1 0 0,0 0 0 0 0,0 0 1 0 0,1 0-1 0 0,-1-1 1 0 0,0 1-1 0 0,0 0 1 0 0,0 0-1 0 0,0 0 1 0 0,0-1-1 0 0,0 1 0 0 0,0 0 1 0 0,1 0-1 0 0,-1 0 1 0 0,0 0-1 0 0,0-1 1 0 0,0 1-1 0 0,0 0 0 0 0,1 0 1 0 0,-1 0-1 0 0,0 0 1 0 0,0 0-1 0 0,0 0 1 0 0,1-1-1 0 0,-1 1-2 0 0,0 0 0 0 0,1 0 0 0 0,-1 0 0 0 0,1 0 0 0 0,-1-1 0 0 0,0 1 0 0 0,1 0 0 0 0,-1 0 0 0 0,0 0 0 0 0,1 0 0 0 0,-1 0 0 0 0,1 0 0 0 0,-1 0 0 0 0,0 0 0 0 0,1 0 0 0 0,-1 0 0 0 0,0 0 0 0 0,1 0 0 0 0,-1 0 0 0 0,0 1 0 0 0,1-1 0 0 0,-1 0 0 0 0,1 0 0 0 0,-1 0 0 0 0,0 0 0 0 0,0 1 0 0 0,1-1 0 0 0,-1 0 0 0 0,0 0 0 0 0,1 1 0 0 0,-1-1 0 0 0,0 0 0 0 0,0 0 0 0 0,1 1 0 0 0,-1 0 0 0 0,7 10 0 0 0,-7-10 0 0 0,13 40-416 0 0,-12-41 414 0 0,-1 1 1 0 0,0-1-1 0 0,0 0 0 0 0,0 0 0 0 0,0 0 1 0 0,0 0-1 0 0,0 1 0 0 0,0-1 0 0 0,0 0 1 0 0,0 0-1 0 0,0 0 0 0 0,1 0 0 0 0,-1 0 1 0 0,0 0-1 0 0,0 1 0 0 0,0-1 0 0 0,0 0 1 0 0,0 0-1 0 0,1 0 0 0 0,-1 0 1 0 0,0 0-1 0 0,0 0 0 0 0,0 0 0 0 0,0 0 1 0 0,1 0-1 0 0,-1 0 0 0 0,0 0 0 0 0,0 0 1 0 0,0 0-1 0 0,1 0 0 0 0,-1 0 0 0 0,0 0 1 0 0,0 0-1 0 0,0 0 0 0 0,0 0 0 0 0,1 0 1 0 0,-1 0-1 0 0,0 0 0 0 0,0 0 0 0 0,0 0 1 0 0,1 0-1 0 0,-1 0 0 0 0,0 0 0 0 0,0 0 1 0 0,0 0-1 0 0,0 0 0 0 0,0-1 1 0 0,1 1-1 0 0,-1 0 0 0 0,0 0 0 0 0,0 0 1 0 0,0 0-1 0 0,0 0 0 0 0,0-1 0 0 0,0 1 1 0 0,0 0-1 0 0,0 0 0 0 0,1 0 0 0 0,-1-1 1 0 0,5-7 9 0 0,5-16-8 0 0,-9 21 0 0 0,0-1 0 0 0,1 0 0 0 0,-1 0 0 0 0,1 1 0 0 0,0-1 0 0 0,0 1 0 0 0,0 0 0 0 0,0-1 0 0 0,1 1 0 0 0,3-3 0 0 0,-6 5 3 0 0,0 1 1 0 0,1 0-1 0 0,-1-1 0 0 0,1 1 1 0 0,-1 0-1 0 0,1 0 0 0 0,-1 0 0 0 0,0-1 1 0 0,1 1-1 0 0,-1 0 0 0 0,1 0 1 0 0,-1 0-1 0 0,1 0 0 0 0,-1 0 0 0 0,1 0 1 0 0,-1 0-1 0 0,1 0 0 0 0,-1 0 1 0 0,1 0-1 0 0,-1 0 0 0 0,1 0 1 0 0,-1 0-1 0 0,1 0 0 0 0,-1 1 0 0 0,1-1 1 0 0,-1 0-1 0 0,0 0 0 0 0,1 0 1 0 0,-1 1-1 0 0,1-1 0 0 0,-1 0 0 0 0,0 0 1 0 0,1 1-1 0 0,-1-1 0 0 0,0 0 1 0 0,1 1-1 0 0,-1-1 0 0 0,0 1 1 0 0,1-1-1 0 0,-1 0 0 0 0,0 1 0 0 0,0-1 1 0 0,1 1-1 0 0,9 26 254 0 0,-4-10-2475 0 0</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11.512"/>
    </inkml:context>
    <inkml:brush xml:id="br0">
      <inkml:brushProperty name="width" value="0.035" units="cm"/>
      <inkml:brushProperty name="height" value="0.035" units="cm"/>
      <inkml:brushProperty name="color" value="#004F8B"/>
    </inkml:brush>
  </inkml:definitions>
  <inkml:trace contextRef="#ctx0" brushRef="#br0">1 114 1839 0 0,'1'-1'15066'0'0,"3"1"-11574"0"0,8-3-982 0 0,-8 0-2238 0 0,0 1 0 0 0,0-1 0 0 0,0 0 0 0 0,-1 0 0 0 0,1 0 0 0 0,-1 0 0 0 0,0 0 0 0 0,0-1 0 0 0,0 0 1 0 0,0 1-1 0 0,4-9 0 0 0,-6 10-221 0 0,-1 0 0 0 0,1 0 0 0 0,0 1 0 0 0,0-1 0 0 0,-1 0 0 0 0,1 0 0 0 0,-1 0 0 0 0,1 0 0 0 0,-1 0 0 0 0,0 0 0 0 0,0 0 0 0 0,0 0 0 0 0,0 0 0 0 0,0 0 0 0 0,0 0 0 0 0,0 0 0 0 0,-1 0 0 0 0,1 0 1 0 0,-1 0-1 0 0,0 0 0 0 0,1 0 0 0 0,-1 0 0 0 0,0 0 0 0 0,0 0 0 0 0,0 1 0 0 0,0-1 0 0 0,-1 0 0 0 0,1 1 0 0 0,-3-3 0 0 0,4 4-47 0 0,0-1-1 0 0,-1 1 1 0 0,1-1 0 0 0,-1 1 0 0 0,1 0-1 0 0,-1-1 1 0 0,1 1 0 0 0,-1 0-1 0 0,1 0 1 0 0,-1-1 0 0 0,1 1-1 0 0,-1 0 1 0 0,1 0 0 0 0,-1 0 0 0 0,1 0-1 0 0,-1 0 1 0 0,1-1 0 0 0,-1 1-1 0 0,0 0 1 0 0,1 0 0 0 0,-1 0-1 0 0,1 1 1 0 0,-1-1 0 0 0,1 0 0 0 0,-1 0-1 0 0,1 0 1 0 0,-1 0 0 0 0,0 0-1 0 0,1 1 1 0 0,-1-1 0 0 0,1 0 0 0 0,-1 0-1 0 0,1 1 1 0 0,-1-1 0 0 0,1 0-1 0 0,0 1 1 0 0,-1-1 0 0 0,1 1-1 0 0,-1-1 1 0 0,1 1 0 0 0,0-1 0 0 0,-1 0-1 0 0,1 1 1 0 0,0-1 0 0 0,-1 2-1 0 0,-9 22-137 0 0,10-23 130 0 0,-1 4 24 0 0,0-1-1 0 0,0 1 1 0 0,1-1-1 0 0,-1 1 1 0 0,1-1 0 0 0,0 1-1 0 0,0-1 1 0 0,1 1-1 0 0,-1-1 1 0 0,1 1 0 0 0,2 6-1 0 0,-2-9-152 0 0,-1 0 0 0 0,1 0 0 0 0,0 0-1 0 0,1 0 1 0 0,-1 0 0 0 0,0 0 0 0 0,1 0 0 0 0,-1 0 0 0 0,1 0-1 0 0,2 2 1 0 0,-2-3-337 0 0,-1 0 1 0 0,1 0-1 0 0,0 1 0 0 0,0-1 0 0 0,0-1 0 0 0,0 1 1 0 0,0 0-1 0 0,0 0 0 0 0,1-1 0 0 0,-1 1 0 0 0,0-1 1 0 0,4 1-1 0 0,-1-1-1313 0 0</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11.831"/>
    </inkml:context>
    <inkml:brush xml:id="br0">
      <inkml:brushProperty name="width" value="0.035" units="cm"/>
      <inkml:brushProperty name="height" value="0.035" units="cm"/>
      <inkml:brushProperty name="color" value="#004F8B"/>
    </inkml:brush>
  </inkml:definitions>
  <inkml:trace contextRef="#ctx0" brushRef="#br0">3 44 9703 0 0,'0'0'875'0'0,"0"1"-719"0"0,-1 1 730 0 0,1-1 0 0 0,-1 1 0 0 0,1 0 0 0 0,0-1 0 0 0,-1 1-1 0 0,1 0 1 0 0,0 0 0 0 0,0-1 0 0 0,0 1 0 0 0,0 0 0 0 0,0 0 0 0 0,1-1 0 0 0,-1 1 0 0 0,2 3 0 0 0,0 9 3543 0 0,-1-14-4342 0 0,0 0 0 0 0,1 0 1 0 0,-1-1-1 0 0,0 1 0 0 0,0 0 0 0 0,0-1 0 0 0,0 1 0 0 0,0-1 0 0 0,0 1 0 0 0,0-1 0 0 0,0 0 0 0 0,0 1 0 0 0,2-3 0 0 0,0-1 65 0 0,0-1 1 0 0,-1 0-1 0 0,1 0 1 0 0,2-9-1 0 0,-4 11-72 0 0,0-1-1 0 0,0 1 1 0 0,1-1 0 0 0,-1 1-1 0 0,1-1 1 0 0,0 1-1 0 0,0 0 1 0 0,0 0 0 0 0,1 0-1 0 0,-1 0 1 0 0,6-5-1 0 0,-8 8-78 0 0,0 0-1 0 0,1-1 1 0 0,-1 1-1 0 0,1 0 0 0 0,-1-1 1 0 0,1 1-1 0 0,-1 0 0 0 0,1 0 1 0 0,-1 0-1 0 0,1 0 1 0 0,0-1-1 0 0,-1 1 0 0 0,1 0 1 0 0,-1 0-1 0 0,1 0 1 0 0,-1 0-1 0 0,1 0 0 0 0,-1 0 1 0 0,1 0-1 0 0,0 1 0 0 0,-1-1 1 0 0,1 0-1 0 0,-1 0 1 0 0,1 0-1 0 0,0 1 0 0 0,0-1 1 0 0,0 1-1 0 0,0 0 0 0 0,0 0 1 0 0,0 0-1 0 0,-1 0 0 0 0,1 0 0 0 0,0 0 1 0 0,0 0-1 0 0,0 0 0 0 0,0 2 1 0 0,2 3-2 0 0,0 1 0 0 0,-1 0 1 0 0,2 8-1 0 0,-2-10 1 0 0,1 9-234 0 0,-3-11 108 0 0,0 0 0 0 0,1 0 0 0 0,-1 0 0 0 0,1-1 0 0 0,0 1 1 0 0,0 0-1 0 0,0-1 0 0 0,0 1 0 0 0,0-1 0 0 0,1 1 1 0 0,-1-1-1 0 0,1 1 0 0 0,3 3 0 0 0</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12.101"/>
    </inkml:context>
    <inkml:brush xml:id="br0">
      <inkml:brushProperty name="width" value="0.035" units="cm"/>
      <inkml:brushProperty name="height" value="0.035" units="cm"/>
      <inkml:brushProperty name="color" value="#004F8B"/>
    </inkml:brush>
  </inkml:definitions>
  <inkml:trace contextRef="#ctx0" brushRef="#br0">2 3 1375 0 0,'-2'-3'25208'0'0,"3"4"-25108"0"0,0-1 0 0 0,0 0 0 0 0,0 1 0 0 0,0-1 0 0 0,0 1 0 0 0,0-1 0 0 0,0 1 0 0 0,0 0 0 0 0,0-1 0 0 0,0 1 0 0 0,0 0 0 0 0,-1 0 0 0 0,1-1 0 0 0,0 1 0 0 0,0 1 0 0 0,10 14 315 0 0,-3-2-159 0 0,-1 1 0 0 0,-1 0 1 0 0,-1 1-1 0 0,5 17 0 0 0,4 14-1650 0 0,-10-37-1533 0 0,0 0-1 0 0,8 15 1 0 0</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12.275"/>
    </inkml:context>
    <inkml:brush xml:id="br0">
      <inkml:brushProperty name="width" value="0.035" units="cm"/>
      <inkml:brushProperty name="height" value="0.035" units="cm"/>
      <inkml:brushProperty name="color" value="#004F8B"/>
    </inkml:brush>
  </inkml:definitions>
  <inkml:trace contextRef="#ctx0" brushRef="#br0">11 10 1375 0 0,'-10'-3'17948'0'0,"10"2"-17560"0"0,1 1-1 0 0,0-1 1 0 0,-1 1-1 0 0,1-1 0 0 0,0 1 1 0 0,-1-1-1 0 0,1 1 1 0 0,0-1-1 0 0,0 1 1 0 0,0 0-1 0 0,-1-1 0 0 0,1 1 1 0 0,0 0-1 0 0,0 0 1 0 0,1-1-1 0 0,19 2 1644 0 0,-14 0-2358 0 0,0 0 0 0 0,0 1 0 0 0,8 3-1 0 0</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12.593"/>
    </inkml:context>
    <inkml:brush xml:id="br0">
      <inkml:brushProperty name="width" value="0.035" units="cm"/>
      <inkml:brushProperty name="height" value="0.035" units="cm"/>
      <inkml:brushProperty name="color" value="#004F8B"/>
    </inkml:brush>
  </inkml:definitions>
  <inkml:trace contextRef="#ctx0" brushRef="#br0">1 11 18111 0 0,'0'0'2131'0'0,"11"-3"3929"0"0,-7 2-5833 0 0,-1-1 1 0 0,0 1 0 0 0,1 0 0 0 0,-1 0-1 0 0,0 1 1 0 0,1-1 0 0 0,-1 1-1 0 0,6 0 1 0 0,7 1-8145 0 0</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13.054"/>
    </inkml:context>
    <inkml:brush xml:id="br0">
      <inkml:brushProperty name="width" value="0.035" units="cm"/>
      <inkml:brushProperty name="height" value="0.035" units="cm"/>
      <inkml:brushProperty name="color" value="#004F8B"/>
    </inkml:brush>
  </inkml:definitions>
  <inkml:trace contextRef="#ctx0" brushRef="#br0">1 34 1839 0 0,'0'0'20688'0'0,"15"13"-16849"0"0,1 6-3229 0 0,-10-10-536 0 0,1 0 0 0 0,1-1 0 0 0,14 13 0 0 0,-22-21-43 0 0,1 1 0 0 0,-1-1 0 0 0,1 1-1 0 0,-1-1 1 0 0,1 0 0 0 0,0 1 0 0 0,-1-1-1 0 0,1 0 1 0 0,0 0 0 0 0,-1 0 0 0 0,1 1-1 0 0,-1-1 1 0 0,1 0 0 0 0,0 0 0 0 0,0 0 0 0 0,-1 0-1 0 0,1 0 1 0 0,0 0 0 0 0,-1 0 0 0 0,1 0-1 0 0,0 0 1 0 0,-1-1 0 0 0,1 1 0 0 0,0 0-1 0 0,-1 0 1 0 0,1 0 0 0 0,-1-1 0 0 0,1 1-1 0 0,0 0 1 0 0,-1-1 0 0 0,1 1 0 0 0,-1-1-1 0 0,1 1 1 0 0,-1-1 0 0 0,1 1 0 0 0,-1-1-1 0 0,1 1 1 0 0,-1-1 0 0 0,0 1 0 0 0,1-1-1 0 0,-1 1 1 0 0,0-1 0 0 0,1 0 0 0 0,-1 1-1 0 0,0-2 1 0 0,3-5 131 0 0,0 1 0 0 0,-1-1 0 0 0,3-10 0 0 0,-3 10 53 0 0,2-10 29 0 0,-3 12-178 0 0,0-1 0 0 0,0 1 1 0 0,1 0-1 0 0,0 0 0 0 0,0 0 0 0 0,4-7 1 0 0,-6 12-243 0 0</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13.452"/>
    </inkml:context>
    <inkml:brush xml:id="br0">
      <inkml:brushProperty name="width" value="0.035" units="cm"/>
      <inkml:brushProperty name="height" value="0.035" units="cm"/>
      <inkml:brushProperty name="color" value="#004F8B"/>
    </inkml:brush>
  </inkml:definitions>
  <inkml:trace contextRef="#ctx0" brushRef="#br0">1 45 1375 0 0,'0'-3'20035'0'0,"23"18"-16481"0"0,-15-11-3307 0 0,0 1-1 0 0,0 1 1 0 0,9 8-1 0 0,-4-3-13 0 0,-13-11-169 0 0,2 2 11 0 0,1-1-1 0 0,-1 0 1 0 0,1 1 0 0 0,-1-1-1 0 0,1 0 1 0 0,3 1-1 0 0,-4-2 45 0 0,-1 0-78 0 0,-1 0 0 0 0,1 1 0 0 0,0-1-1 0 0,0-1 1 0 0,0 1 0 0 0,0 0-1 0 0,0 0 1 0 0,0 0 0 0 0,-1 0 0 0 0,1-1-1 0 0,0 1 1 0 0,0 0 0 0 0,0-1-1 0 0,-1 1 1 0 0,1 0 0 0 0,0-1 0 0 0,0 1-1 0 0,-1-1 1 0 0,1 1 0 0 0,0-1-1 0 0,-1 0 1 0 0,1 1 0 0 0,-1-1 0 0 0,1 0-1 0 0,-1 1 1 0 0,1-1 0 0 0,-1 0-1 0 0,1 0 1 0 0,-1 1 0 0 0,0-1-1 0 0,1 0 1 0 0,-1-1 0 0 0,11-30 661 0 0,-10 30-621 0 0,12-55 472 0 0,-13 56-882 0 0</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13.689"/>
    </inkml:context>
    <inkml:brush xml:id="br0">
      <inkml:brushProperty name="width" value="0.035" units="cm"/>
      <inkml:brushProperty name="height" value="0.035" units="cm"/>
      <inkml:brushProperty name="color" value="#004F8B"/>
    </inkml:brush>
  </inkml:definitions>
  <inkml:trace contextRef="#ctx0" brushRef="#br0">1 9 1839 0 0,'0'-9'25016'0'0,"1"10"-24902"0"0,0 0-1 0 0,1-1 0 0 0,-1 1 1 0 0,0 0-1 0 0,1 0 1 0 0,-1 0-1 0 0,0 0 1 0 0,0 0-1 0 0,0 0 0 0 0,0 0 1 0 0,0 1-1 0 0,0-1 1 0 0,0 0-1 0 0,0 1 1 0 0,0 1-1 0 0,12 29-65 0 0,-4-10 41 0 0,-8-20-107 0 0,1 1-1 0 0,-1-1 1 0 0,1 0 0 0 0,-1 0-1 0 0,1 1 1 0 0,0-1 0 0 0,2 2-1 0 0</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13.848"/>
    </inkml:context>
    <inkml:brush xml:id="br0">
      <inkml:brushProperty name="width" value="0.035" units="cm"/>
      <inkml:brushProperty name="height" value="0.035" units="cm"/>
      <inkml:brushProperty name="color" value="#004F8B"/>
    </inkml:brush>
  </inkml:definitions>
  <inkml:trace contextRef="#ctx0" brushRef="#br0">17 0 1839 0 0,'-16'4'25147'0'0,"17"-1"-23308"0"0,1-1-4758 0 0</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14.229"/>
    </inkml:context>
    <inkml:brush xml:id="br0">
      <inkml:brushProperty name="width" value="0.035" units="cm"/>
      <inkml:brushProperty name="height" value="0.035" units="cm"/>
      <inkml:brushProperty name="color" value="#004F8B"/>
    </inkml:brush>
  </inkml:definitions>
  <inkml:trace contextRef="#ctx0" brushRef="#br0">37 8 2303 0 0,'-6'-3'15415'0'0,"-7"-1"-8913"0"0,12 4-6403 0 0,1 0 0 0 0,-1 0-1 0 0,1-1 1 0 0,-1 1 0 0 0,1 0-1 0 0,-1 0 1 0 0,0 0 0 0 0,1 0 0 0 0,-1 0-1 0 0,1 0 1 0 0,-1 0 0 0 0,0 0-1 0 0,1 1 1 0 0,-1-1 0 0 0,1 0-1 0 0,-1 0 1 0 0,1 0 0 0 0,-1 1-1 0 0,1-1 1 0 0,-1 0 0 0 0,1 0-1 0 0,-1 1 1 0 0,1-1 0 0 0,-1 0-1 0 0,1 1 1 0 0,-1-1 0 0 0,0 1-1 0 0,1 0-67 0 0,0 0 0 0 0,-1 0 0 0 0,1 0 0 0 0,0 0 0 0 0,0 0 0 0 0,-1 0 0 0 0,1 0 0 0 0,0 0 0 0 0,0 1 0 0 0,0-1 0 0 0,0 0 0 0 0,0 0-1 0 0,1 2 1 0 0,0 1-67 0 0,0 0-1 0 0,0 0 0 0 0,1 0 0 0 0,-1 0 1 0 0,1 0-1 0 0,4 6 0 0 0,-1-3 26 0 0,1-1-1 0 0,1 1 1 0 0,10 7-1 0 0,-11-9 8 0 0,1 1 1 0 0,-2 0-1 0 0,1-1 1 0 0,5 8-1 0 0,-11-13 27 0 0,0 1-1 0 0,1-1 1 0 0,-1 0 0 0 0,0 0-1 0 0,0 1 1 0 0,0-1 0 0 0,0 0-1 0 0,1 1 1 0 0,-1-1 0 0 0,0 0-1 0 0,0 1 1 0 0,0-1 0 0 0,0 0-1 0 0,0 0 1 0 0,0 1 0 0 0,0-1-1 0 0,0 0 1 0 0,0 1 0 0 0,0-1-1 0 0,0 0 1 0 0,0 1 0 0 0,0-1-1 0 0,0 0 1 0 0,0 1 0 0 0,0-1-1 0 0,0 0 1 0 0,-1 1 0 0 0,1-1-1 0 0,0 0 1 0 0,0 0 0 0 0,0 1-1 0 0,0-1 1 0 0,-1 0 0 0 0,1 0-1 0 0,0 1 1 0 0,0-1 0 0 0,-1 0-1 0 0,1 0 1 0 0,0 1 0 0 0,0-1-1 0 0,-1 0 1 0 0,1 0 0 0 0,0 0-1 0 0,-1 0 1 0 0,1 0 0 0 0,0 1-1 0 0,0-1 1 0 0,-1 0 0 0 0,1 0-1 0 0,0 0 1 0 0,-1 0-1 0 0,1 0 1 0 0,0 0 0 0 0,-1 0-1 0 0,1 0 1 0 0,-17 1 1040 0 0,-20-11 664 0 0,36 9-1794 0 0,8-2-4177 0 0,-3 3 1968 0 0</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8-21T11:20:14.658"/>
    </inkml:context>
    <inkml:brush xml:id="br0">
      <inkml:brushProperty name="width" value="0.035" units="cm"/>
      <inkml:brushProperty name="height" value="0.035" units="cm"/>
      <inkml:brushProperty name="color" value="#004F8B"/>
    </inkml:brush>
  </inkml:definitions>
  <inkml:trace contextRef="#ctx0" brushRef="#br0">5 91 1839 0 0,'3'13'17139'0'0,"1"-8"-14723"0"0,-3-5-2332 0 0,1 1 0 0 0,-1-1 0 0 0,1 1 0 0 0,-1-1 0 0 0,1 0 1 0 0,0 0-1 0 0,-1 1 0 0 0,1-1 0 0 0,-1 0 0 0 0,1-1 0 0 0,-1 1 0 0 0,1 0 0 0 0,0 0 1 0 0,-1-1-1 0 0,1 1 0 0 0,-1 0 0 0 0,1-1 0 0 0,-1 0 0 0 0,1 1 0 0 0,-1-1 1 0 0,0 0-1 0 0,1 0 0 0 0,-1 0 0 0 0,0 0 0 0 0,0 0 0 0 0,1 0 0 0 0,-1 0 0 0 0,0 0 1 0 0,0 0-1 0 0,0-1 0 0 0,1-1 0 0 0,0 0 93 0 0,-1 1-1 0 0,1-1 1 0 0,-1 1 0 0 0,0-1 0 0 0,0 0 0 0 0,1 1-1 0 0,-2-1 1 0 0,1 0 0 0 0,0 0 0 0 0,-1 0-1 0 0,1 1 1 0 0,-1-1 0 0 0,0 0 0 0 0,0 0 0 0 0,0 0-1 0 0,-1-5 1 0 0,0 5-7 0 0,0 0 0 0 0,0 0 0 0 0,0-1 0 0 0,-1 2 0 0 0,1-1 0 0 0,-1 0 0 0 0,0 0-1 0 0,0 0 1 0 0,0 1 0 0 0,-4-5 0 0 0,5 6-143 0 0,0 1 0 0 0,1-1 0 0 0,-1 1 0 0 0,0 0 0 0 0,1-1 0 0 0,-1 1 0 0 0,0-1-1 0 0,1 1 1 0 0,-1 0 0 0 0,0 0 0 0 0,0-1 0 0 0,0 1 0 0 0,1 0 0 0 0,-1 0 0 0 0,0 0 0 0 0,0 0-1 0 0,0 0 1 0 0,1 0 0 0 0,-2 0 0 0 0,1 1-19 0 0,-1-1 1 0 0,1 1-1 0 0,0 0 0 0 0,0-1 1 0 0,0 1-1 0 0,0 0 0 0 0,0-1 0 0 0,0 1 1 0 0,0 0-1 0 0,0 0 0 0 0,0 0 1 0 0,0 0-1 0 0,1 0 0 0 0,-1 0 1 0 0,0 0-1 0 0,0 2 0 0 0,-2 1-8 0 0,1 1 0 0 0,0 0 0 0 0,0 0 0 0 0,1 0 0 0 0,-1 0 0 0 0,1 0 0 0 0,0 0 0 0 0,0 0 0 0 0,1 1 0 0 0,0-1 0 0 0,0 0 0 0 0,0 0 0 0 0,0 1 0 0 0,1-1 0 0 0,0 0 0 0 0,2 7 0 0 0,-3-9 0 0 0,1-1 0 0 0,0 1 0 0 0,0-1 0 0 0,1 1 0 0 0,-1-1 0 0 0,0 1 0 0 0,1-1 0 0 0,-1 0 0 0 0,1 0 0 0 0,0 0 0 0 0,0 0 0 0 0,0 0 0 0 0,0 0 0 0 0,0 0 0 0 0,0-1 0 0 0,0 1 0 0 0,1-1 0 0 0,-1 1 0 0 0,0-1 0 0 0,1 0 0 0 0,-1 0 0 0 0,1 0 0 0 0,-1-1 0 0 0,1 1 0 0 0,0 0 0 0 0,-1-1 0 0 0,1 0 0 0 0,0 1 0 0 0,0-1 0 0 0,-1 0 0 0 0,1-1 0 0 0,4 0 0 0 0,34-8-142 0 0,-21 3-3009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6347" cy="498215"/>
          </a:xfrm>
          <a:prstGeom prst="rect">
            <a:avLst/>
          </a:prstGeom>
        </p:spPr>
        <p:txBody>
          <a:bodyPr vert="horz" lIns="91431" tIns="45715" rIns="91431" bIns="45715" rtlCol="0"/>
          <a:lstStyle>
            <a:lvl1pPr algn="l">
              <a:defRPr sz="1200"/>
            </a:lvl1pPr>
          </a:lstStyle>
          <a:p>
            <a:endParaRPr lang="es-ES"/>
          </a:p>
        </p:txBody>
      </p:sp>
      <p:sp>
        <p:nvSpPr>
          <p:cNvPr id="3" name="Date Placeholder 2"/>
          <p:cNvSpPr>
            <a:spLocks noGrp="1"/>
          </p:cNvSpPr>
          <p:nvPr>
            <p:ph type="dt" idx="1"/>
          </p:nvPr>
        </p:nvSpPr>
        <p:spPr>
          <a:xfrm>
            <a:off x="3851343" y="1"/>
            <a:ext cx="2946347" cy="498215"/>
          </a:xfrm>
          <a:prstGeom prst="rect">
            <a:avLst/>
          </a:prstGeom>
        </p:spPr>
        <p:txBody>
          <a:bodyPr vert="horz" lIns="91431" tIns="45715" rIns="91431" bIns="45715" rtlCol="0"/>
          <a:lstStyle>
            <a:lvl1pPr algn="r">
              <a:defRPr sz="1200"/>
            </a:lvl1pPr>
          </a:lstStyle>
          <a:p>
            <a:fld id="{A93DBFC0-00FC-4C8F-976D-30EC62A610F5}" type="datetimeFigureOut">
              <a:rPr lang="es-ES" smtClean="0"/>
              <a:t>05/03/2026</a:t>
            </a:fld>
            <a:endParaRPr lang="es-ES"/>
          </a:p>
        </p:txBody>
      </p:sp>
      <p:sp>
        <p:nvSpPr>
          <p:cNvPr id="4" name="Slide Image Placeholder 3"/>
          <p:cNvSpPr>
            <a:spLocks noGrp="1" noRot="1" noChangeAspect="1"/>
          </p:cNvSpPr>
          <p:nvPr>
            <p:ph type="sldImg" idx="2"/>
          </p:nvPr>
        </p:nvSpPr>
        <p:spPr>
          <a:xfrm>
            <a:off x="420688" y="1241425"/>
            <a:ext cx="5957887" cy="3351213"/>
          </a:xfrm>
          <a:prstGeom prst="rect">
            <a:avLst/>
          </a:prstGeom>
          <a:noFill/>
          <a:ln w="12700">
            <a:solidFill>
              <a:prstClr val="black"/>
            </a:solidFill>
          </a:ln>
        </p:spPr>
        <p:txBody>
          <a:bodyPr vert="horz" lIns="91431" tIns="45715" rIns="91431" bIns="45715" rtlCol="0" anchor="ctr"/>
          <a:lstStyle/>
          <a:p>
            <a:endParaRPr lang="es-ES"/>
          </a:p>
        </p:txBody>
      </p:sp>
      <p:sp>
        <p:nvSpPr>
          <p:cNvPr id="5" name="Notes Placeholder 4"/>
          <p:cNvSpPr>
            <a:spLocks noGrp="1"/>
          </p:cNvSpPr>
          <p:nvPr>
            <p:ph type="body" sz="quarter" idx="3"/>
          </p:nvPr>
        </p:nvSpPr>
        <p:spPr>
          <a:xfrm>
            <a:off x="679927" y="4778723"/>
            <a:ext cx="5439410" cy="3909864"/>
          </a:xfrm>
          <a:prstGeom prst="rect">
            <a:avLst/>
          </a:prstGeom>
        </p:spPr>
        <p:txBody>
          <a:bodyPr vert="horz" lIns="91431" tIns="45715" rIns="91431" bIns="457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6" name="Footer Placeholder 5"/>
          <p:cNvSpPr>
            <a:spLocks noGrp="1"/>
          </p:cNvSpPr>
          <p:nvPr>
            <p:ph type="ftr" sz="quarter" idx="4"/>
          </p:nvPr>
        </p:nvSpPr>
        <p:spPr>
          <a:xfrm>
            <a:off x="1" y="9431601"/>
            <a:ext cx="2946347" cy="498214"/>
          </a:xfrm>
          <a:prstGeom prst="rect">
            <a:avLst/>
          </a:prstGeom>
        </p:spPr>
        <p:txBody>
          <a:bodyPr vert="horz" lIns="91431" tIns="45715" rIns="91431" bIns="45715" rtlCol="0" anchor="b"/>
          <a:lstStyle>
            <a:lvl1pPr algn="l">
              <a:defRPr sz="1200"/>
            </a:lvl1pPr>
          </a:lstStyle>
          <a:p>
            <a:endParaRPr lang="es-ES"/>
          </a:p>
        </p:txBody>
      </p:sp>
      <p:sp>
        <p:nvSpPr>
          <p:cNvPr id="7" name="Slide Number Placeholder 6"/>
          <p:cNvSpPr>
            <a:spLocks noGrp="1"/>
          </p:cNvSpPr>
          <p:nvPr>
            <p:ph type="sldNum" sz="quarter" idx="5"/>
          </p:nvPr>
        </p:nvSpPr>
        <p:spPr>
          <a:xfrm>
            <a:off x="3851343" y="9431601"/>
            <a:ext cx="2946347" cy="498214"/>
          </a:xfrm>
          <a:prstGeom prst="rect">
            <a:avLst/>
          </a:prstGeom>
        </p:spPr>
        <p:txBody>
          <a:bodyPr vert="horz" lIns="91431" tIns="45715" rIns="91431" bIns="45715" rtlCol="0" anchor="b"/>
          <a:lstStyle>
            <a:lvl1pPr algn="r">
              <a:defRPr sz="1200"/>
            </a:lvl1pPr>
          </a:lstStyle>
          <a:p>
            <a:fld id="{1291E284-FB0A-4E60-AB2F-C5EDB034FEA6}" type="slidenum">
              <a:rPr lang="es-ES" smtClean="0"/>
              <a:t>‹Nº›</a:t>
            </a:fld>
            <a:endParaRPr lang="es-ES"/>
          </a:p>
        </p:txBody>
      </p:sp>
    </p:spTree>
    <p:extLst>
      <p:ext uri="{BB962C8B-B14F-4D97-AF65-F5344CB8AC3E}">
        <p14:creationId xmlns:p14="http://schemas.microsoft.com/office/powerpoint/2010/main" val="344639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1291E284-FB0A-4E60-AB2F-C5EDB034FEA6}" type="slidenum">
              <a:rPr lang="es-ES" smtClean="0"/>
              <a:t>8</a:t>
            </a:fld>
            <a:endParaRPr lang="es-ES"/>
          </a:p>
        </p:txBody>
      </p:sp>
    </p:spTree>
    <p:extLst>
      <p:ext uri="{BB962C8B-B14F-4D97-AF65-F5344CB8AC3E}">
        <p14:creationId xmlns:p14="http://schemas.microsoft.com/office/powerpoint/2010/main" val="1633003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1291E284-FB0A-4E60-AB2F-C5EDB034FEA6}" type="slidenum">
              <a:rPr lang="es-ES" smtClean="0"/>
              <a:t>16</a:t>
            </a:fld>
            <a:endParaRPr lang="es-ES"/>
          </a:p>
        </p:txBody>
      </p:sp>
    </p:spTree>
    <p:extLst>
      <p:ext uri="{BB962C8B-B14F-4D97-AF65-F5344CB8AC3E}">
        <p14:creationId xmlns:p14="http://schemas.microsoft.com/office/powerpoint/2010/main" val="13202347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C62E8-EDCE-71B4-9C8A-65101724B48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B2CC0D3-7422-A747-2442-67D97EFD50F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263B2F7-6982-91E4-BD6D-A929A438025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CBC5A33-F23A-410A-4E90-BC91BF25459A}"/>
              </a:ext>
            </a:extLst>
          </p:cNvPr>
          <p:cNvSpPr>
            <a:spLocks noGrp="1"/>
          </p:cNvSpPr>
          <p:nvPr>
            <p:ph type="sldNum" sz="quarter" idx="5"/>
          </p:nvPr>
        </p:nvSpPr>
        <p:spPr/>
        <p:txBody>
          <a:bodyPr/>
          <a:lstStyle/>
          <a:p>
            <a:fld id="{1291E284-FB0A-4E60-AB2F-C5EDB034FEA6}" type="slidenum">
              <a:rPr lang="es-ES" smtClean="0"/>
              <a:t>35</a:t>
            </a:fld>
            <a:endParaRPr lang="es-ES"/>
          </a:p>
        </p:txBody>
      </p:sp>
    </p:spTree>
    <p:extLst>
      <p:ext uri="{BB962C8B-B14F-4D97-AF65-F5344CB8AC3E}">
        <p14:creationId xmlns:p14="http://schemas.microsoft.com/office/powerpoint/2010/main" val="94875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FEE9F-5AD2-2002-8DBC-7FC99266CBD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556380F-58C6-3225-8E0A-BB29CA7638D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5C1C5DC-6285-0387-C66C-534592F328F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0E0F12E-0219-AFA9-4861-DE59440A60FD}"/>
              </a:ext>
            </a:extLst>
          </p:cNvPr>
          <p:cNvSpPr>
            <a:spLocks noGrp="1"/>
          </p:cNvSpPr>
          <p:nvPr>
            <p:ph type="sldNum" sz="quarter" idx="5"/>
          </p:nvPr>
        </p:nvSpPr>
        <p:spPr/>
        <p:txBody>
          <a:bodyPr/>
          <a:lstStyle/>
          <a:p>
            <a:fld id="{1291E284-FB0A-4E60-AB2F-C5EDB034FEA6}" type="slidenum">
              <a:rPr lang="es-ES" smtClean="0"/>
              <a:t>36</a:t>
            </a:fld>
            <a:endParaRPr lang="es-ES"/>
          </a:p>
        </p:txBody>
      </p:sp>
    </p:spTree>
    <p:extLst>
      <p:ext uri="{BB962C8B-B14F-4D97-AF65-F5344CB8AC3E}">
        <p14:creationId xmlns:p14="http://schemas.microsoft.com/office/powerpoint/2010/main" val="1798540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8AF2C-4466-537D-CC87-3B648C0E63D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D5D983F-9715-17E3-8DC8-41041821217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EAC9435-89E2-9437-F942-2902F6037E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6CE9ECE-404D-3CB2-D175-59CC1CFB97E3}"/>
              </a:ext>
            </a:extLst>
          </p:cNvPr>
          <p:cNvSpPr>
            <a:spLocks noGrp="1"/>
          </p:cNvSpPr>
          <p:nvPr>
            <p:ph type="sldNum" sz="quarter" idx="5"/>
          </p:nvPr>
        </p:nvSpPr>
        <p:spPr/>
        <p:txBody>
          <a:bodyPr/>
          <a:lstStyle/>
          <a:p>
            <a:fld id="{1291E284-FB0A-4E60-AB2F-C5EDB034FEA6}" type="slidenum">
              <a:rPr lang="es-ES" smtClean="0"/>
              <a:t>37</a:t>
            </a:fld>
            <a:endParaRPr lang="es-ES"/>
          </a:p>
        </p:txBody>
      </p:sp>
    </p:spTree>
    <p:extLst>
      <p:ext uri="{BB962C8B-B14F-4D97-AF65-F5344CB8AC3E}">
        <p14:creationId xmlns:p14="http://schemas.microsoft.com/office/powerpoint/2010/main" val="10059776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655C2-E4DF-64ED-DF14-CC00F929700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C1FD69-E318-C9BF-A06B-BD096649B1F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D037D51-DA1C-933A-A9F2-37A9D1428B0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EDE6C37-CB87-23DB-2B4D-76FB33A29E48}"/>
              </a:ext>
            </a:extLst>
          </p:cNvPr>
          <p:cNvSpPr>
            <a:spLocks noGrp="1"/>
          </p:cNvSpPr>
          <p:nvPr>
            <p:ph type="sldNum" sz="quarter" idx="5"/>
          </p:nvPr>
        </p:nvSpPr>
        <p:spPr/>
        <p:txBody>
          <a:bodyPr/>
          <a:lstStyle/>
          <a:p>
            <a:fld id="{1291E284-FB0A-4E60-AB2F-C5EDB034FEA6}" type="slidenum">
              <a:rPr lang="es-ES" smtClean="0"/>
              <a:t>38</a:t>
            </a:fld>
            <a:endParaRPr lang="es-ES"/>
          </a:p>
        </p:txBody>
      </p:sp>
    </p:spTree>
    <p:extLst>
      <p:ext uri="{BB962C8B-B14F-4D97-AF65-F5344CB8AC3E}">
        <p14:creationId xmlns:p14="http://schemas.microsoft.com/office/powerpoint/2010/main" val="1652967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60855-81A9-B0B4-19F5-F7BD64EF7AA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1CDED7E-8499-50E9-1E66-CA4FFE3F866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9A0AE8A-D393-16ED-5D67-20DE4A66C3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F82786F-13C1-F8C1-BF55-AA32A0D530DF}"/>
              </a:ext>
            </a:extLst>
          </p:cNvPr>
          <p:cNvSpPr>
            <a:spLocks noGrp="1"/>
          </p:cNvSpPr>
          <p:nvPr>
            <p:ph type="sldNum" sz="quarter" idx="5"/>
          </p:nvPr>
        </p:nvSpPr>
        <p:spPr/>
        <p:txBody>
          <a:bodyPr/>
          <a:lstStyle/>
          <a:p>
            <a:fld id="{1291E284-FB0A-4E60-AB2F-C5EDB034FEA6}" type="slidenum">
              <a:rPr lang="es-ES" smtClean="0"/>
              <a:t>39</a:t>
            </a:fld>
            <a:endParaRPr lang="es-ES"/>
          </a:p>
        </p:txBody>
      </p:sp>
    </p:spTree>
    <p:extLst>
      <p:ext uri="{BB962C8B-B14F-4D97-AF65-F5344CB8AC3E}">
        <p14:creationId xmlns:p14="http://schemas.microsoft.com/office/powerpoint/2010/main" val="34770098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63765-1CF7-E304-167B-E16A4D44FD6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28327-8C9E-8C40-C387-D04D3FEBFF0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2732582-0E5D-CDBE-F027-8533C7990E3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1E349D2-14EE-9E9B-5A77-C57FEAAC6260}"/>
              </a:ext>
            </a:extLst>
          </p:cNvPr>
          <p:cNvSpPr>
            <a:spLocks noGrp="1"/>
          </p:cNvSpPr>
          <p:nvPr>
            <p:ph type="sldNum" sz="quarter" idx="5"/>
          </p:nvPr>
        </p:nvSpPr>
        <p:spPr/>
        <p:txBody>
          <a:bodyPr/>
          <a:lstStyle/>
          <a:p>
            <a:fld id="{1291E284-FB0A-4E60-AB2F-C5EDB034FEA6}" type="slidenum">
              <a:rPr lang="es-ES" smtClean="0"/>
              <a:t>40</a:t>
            </a:fld>
            <a:endParaRPr lang="es-ES"/>
          </a:p>
        </p:txBody>
      </p:sp>
    </p:spTree>
    <p:extLst>
      <p:ext uri="{BB962C8B-B14F-4D97-AF65-F5344CB8AC3E}">
        <p14:creationId xmlns:p14="http://schemas.microsoft.com/office/powerpoint/2010/main" val="23973269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D4E94-C8B0-8FF2-2C18-04EC05D2C4F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F242DBE-A69A-66CA-4F8A-3565976A4BB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1B11167-1389-03B8-7492-3EC231BBB35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5ABCE51-C0AF-C460-89D2-D4F6B0626BA5}"/>
              </a:ext>
            </a:extLst>
          </p:cNvPr>
          <p:cNvSpPr>
            <a:spLocks noGrp="1"/>
          </p:cNvSpPr>
          <p:nvPr>
            <p:ph type="sldNum" sz="quarter" idx="5"/>
          </p:nvPr>
        </p:nvSpPr>
        <p:spPr/>
        <p:txBody>
          <a:bodyPr/>
          <a:lstStyle/>
          <a:p>
            <a:fld id="{1291E284-FB0A-4E60-AB2F-C5EDB034FEA6}" type="slidenum">
              <a:rPr lang="es-ES" smtClean="0"/>
              <a:t>41</a:t>
            </a:fld>
            <a:endParaRPr lang="es-ES"/>
          </a:p>
        </p:txBody>
      </p:sp>
    </p:spTree>
    <p:extLst>
      <p:ext uri="{BB962C8B-B14F-4D97-AF65-F5344CB8AC3E}">
        <p14:creationId xmlns:p14="http://schemas.microsoft.com/office/powerpoint/2010/main" val="34418561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8BF8C-CF28-E2EC-A899-D039EE71E3C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3307A2D-2B6C-6F2C-943A-02266850FC4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334AF76-EFAF-C0E2-D915-FD7AE72CC08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12A1453-0164-6753-0605-CD9745E37A26}"/>
              </a:ext>
            </a:extLst>
          </p:cNvPr>
          <p:cNvSpPr>
            <a:spLocks noGrp="1"/>
          </p:cNvSpPr>
          <p:nvPr>
            <p:ph type="sldNum" sz="quarter" idx="5"/>
          </p:nvPr>
        </p:nvSpPr>
        <p:spPr/>
        <p:txBody>
          <a:bodyPr/>
          <a:lstStyle/>
          <a:p>
            <a:fld id="{1291E284-FB0A-4E60-AB2F-C5EDB034FEA6}" type="slidenum">
              <a:rPr lang="es-ES" smtClean="0"/>
              <a:t>42</a:t>
            </a:fld>
            <a:endParaRPr lang="es-ES"/>
          </a:p>
        </p:txBody>
      </p:sp>
    </p:spTree>
    <p:extLst>
      <p:ext uri="{BB962C8B-B14F-4D97-AF65-F5344CB8AC3E}">
        <p14:creationId xmlns:p14="http://schemas.microsoft.com/office/powerpoint/2010/main" val="35693188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56670-B076-0267-ECEE-D97802B7E43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E97B620-47F7-F728-2B2C-A416FEEE528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9B23694-4C17-74C2-7075-2B0BAFA42F4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5DDEE93-74BF-CE67-39BE-84357E534BF8}"/>
              </a:ext>
            </a:extLst>
          </p:cNvPr>
          <p:cNvSpPr>
            <a:spLocks noGrp="1"/>
          </p:cNvSpPr>
          <p:nvPr>
            <p:ph type="sldNum" sz="quarter" idx="5"/>
          </p:nvPr>
        </p:nvSpPr>
        <p:spPr/>
        <p:txBody>
          <a:bodyPr/>
          <a:lstStyle/>
          <a:p>
            <a:fld id="{1291E284-FB0A-4E60-AB2F-C5EDB034FEA6}" type="slidenum">
              <a:rPr lang="es-ES" smtClean="0"/>
              <a:t>43</a:t>
            </a:fld>
            <a:endParaRPr lang="es-ES"/>
          </a:p>
        </p:txBody>
      </p:sp>
    </p:spTree>
    <p:extLst>
      <p:ext uri="{BB962C8B-B14F-4D97-AF65-F5344CB8AC3E}">
        <p14:creationId xmlns:p14="http://schemas.microsoft.com/office/powerpoint/2010/main" val="30967633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61240-BC7C-7518-E5CA-09D7FA26767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9D500D6-F7E9-9C48-D550-84E4080FA1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2F3185B-455C-2B7D-DB49-4E6D2403526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0B43CE2-B080-7D8C-103A-3BFDE59BD5CC}"/>
              </a:ext>
            </a:extLst>
          </p:cNvPr>
          <p:cNvSpPr>
            <a:spLocks noGrp="1"/>
          </p:cNvSpPr>
          <p:nvPr>
            <p:ph type="sldNum" sz="quarter" idx="5"/>
          </p:nvPr>
        </p:nvSpPr>
        <p:spPr/>
        <p:txBody>
          <a:bodyPr/>
          <a:lstStyle/>
          <a:p>
            <a:fld id="{1291E284-FB0A-4E60-AB2F-C5EDB034FEA6}" type="slidenum">
              <a:rPr lang="es-ES" smtClean="0"/>
              <a:t>44</a:t>
            </a:fld>
            <a:endParaRPr lang="es-ES"/>
          </a:p>
        </p:txBody>
      </p:sp>
    </p:spTree>
    <p:extLst>
      <p:ext uri="{BB962C8B-B14F-4D97-AF65-F5344CB8AC3E}">
        <p14:creationId xmlns:p14="http://schemas.microsoft.com/office/powerpoint/2010/main" val="26206998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DEB8A-FE4C-A476-51FD-140DBBF18FB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C154B74-71B4-B4B6-6B31-97110EB41E2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44CE455-BF97-8828-2272-1C5B854CBFE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2B74895-2388-F031-9756-7728D1DF876B}"/>
              </a:ext>
            </a:extLst>
          </p:cNvPr>
          <p:cNvSpPr>
            <a:spLocks noGrp="1"/>
          </p:cNvSpPr>
          <p:nvPr>
            <p:ph type="sldNum" sz="quarter" idx="5"/>
          </p:nvPr>
        </p:nvSpPr>
        <p:spPr/>
        <p:txBody>
          <a:bodyPr/>
          <a:lstStyle/>
          <a:p>
            <a:fld id="{1291E284-FB0A-4E60-AB2F-C5EDB034FEA6}" type="slidenum">
              <a:rPr lang="es-ES" smtClean="0"/>
              <a:t>45</a:t>
            </a:fld>
            <a:endParaRPr lang="es-ES"/>
          </a:p>
        </p:txBody>
      </p:sp>
    </p:spTree>
    <p:extLst>
      <p:ext uri="{BB962C8B-B14F-4D97-AF65-F5344CB8AC3E}">
        <p14:creationId xmlns:p14="http://schemas.microsoft.com/office/powerpoint/2010/main" val="31011698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D72A9-ECD9-5BEF-FD2F-A56F7DD9A29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0DB0637-1F38-D283-419D-4AA1C543262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83C6A04-340E-780E-70B4-56249BBA441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F5D1EFA-845C-50D1-0340-0FC52659D069}"/>
              </a:ext>
            </a:extLst>
          </p:cNvPr>
          <p:cNvSpPr>
            <a:spLocks noGrp="1"/>
          </p:cNvSpPr>
          <p:nvPr>
            <p:ph type="sldNum" sz="quarter" idx="5"/>
          </p:nvPr>
        </p:nvSpPr>
        <p:spPr/>
        <p:txBody>
          <a:bodyPr/>
          <a:lstStyle/>
          <a:p>
            <a:fld id="{1291E284-FB0A-4E60-AB2F-C5EDB034FEA6}" type="slidenum">
              <a:rPr lang="es-ES" smtClean="0"/>
              <a:t>46</a:t>
            </a:fld>
            <a:endParaRPr lang="es-ES"/>
          </a:p>
        </p:txBody>
      </p:sp>
    </p:spTree>
    <p:extLst>
      <p:ext uri="{BB962C8B-B14F-4D97-AF65-F5344CB8AC3E}">
        <p14:creationId xmlns:p14="http://schemas.microsoft.com/office/powerpoint/2010/main" val="39296205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F4349-21D8-41CC-AF4A-50A4FC2125E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3914775-F42D-187A-6E1E-2E77701746A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8E577AC-48E2-F88A-94F2-F84152FF1B9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6E0A71E-6B50-C8ED-CC6E-C9B27162FD79}"/>
              </a:ext>
            </a:extLst>
          </p:cNvPr>
          <p:cNvSpPr>
            <a:spLocks noGrp="1"/>
          </p:cNvSpPr>
          <p:nvPr>
            <p:ph type="sldNum" sz="quarter" idx="5"/>
          </p:nvPr>
        </p:nvSpPr>
        <p:spPr/>
        <p:txBody>
          <a:bodyPr/>
          <a:lstStyle/>
          <a:p>
            <a:fld id="{1291E284-FB0A-4E60-AB2F-C5EDB034FEA6}" type="slidenum">
              <a:rPr lang="es-ES" smtClean="0"/>
              <a:t>47</a:t>
            </a:fld>
            <a:endParaRPr lang="es-ES"/>
          </a:p>
        </p:txBody>
      </p:sp>
    </p:spTree>
    <p:extLst>
      <p:ext uri="{BB962C8B-B14F-4D97-AF65-F5344CB8AC3E}">
        <p14:creationId xmlns:p14="http://schemas.microsoft.com/office/powerpoint/2010/main" val="25693874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AB691-0563-2DFE-3D45-17CE17EEB8B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52CC9AB-DCEC-7DF2-BCCE-396AC987F75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9208752-8F57-9231-5773-33AF9A9731B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C4ECB3A-6159-42E2-49B3-F41B9F2085FD}"/>
              </a:ext>
            </a:extLst>
          </p:cNvPr>
          <p:cNvSpPr>
            <a:spLocks noGrp="1"/>
          </p:cNvSpPr>
          <p:nvPr>
            <p:ph type="sldNum" sz="quarter" idx="5"/>
          </p:nvPr>
        </p:nvSpPr>
        <p:spPr/>
        <p:txBody>
          <a:bodyPr/>
          <a:lstStyle/>
          <a:p>
            <a:fld id="{1291E284-FB0A-4E60-AB2F-C5EDB034FEA6}" type="slidenum">
              <a:rPr lang="es-ES" smtClean="0"/>
              <a:t>48</a:t>
            </a:fld>
            <a:endParaRPr lang="es-ES"/>
          </a:p>
        </p:txBody>
      </p:sp>
    </p:spTree>
    <p:extLst>
      <p:ext uri="{BB962C8B-B14F-4D97-AF65-F5344CB8AC3E}">
        <p14:creationId xmlns:p14="http://schemas.microsoft.com/office/powerpoint/2010/main" val="23804730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08D66-6D49-9681-2D2F-648E6B1C399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286E7D-CAD6-FA0D-DE71-C97F5762CB1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02AF7E3-7AE0-6919-86DF-D49853E47A9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7706177-8006-0AA6-73CE-AA6880FB884F}"/>
              </a:ext>
            </a:extLst>
          </p:cNvPr>
          <p:cNvSpPr>
            <a:spLocks noGrp="1"/>
          </p:cNvSpPr>
          <p:nvPr>
            <p:ph type="sldNum" sz="quarter" idx="5"/>
          </p:nvPr>
        </p:nvSpPr>
        <p:spPr/>
        <p:txBody>
          <a:bodyPr/>
          <a:lstStyle/>
          <a:p>
            <a:fld id="{1291E284-FB0A-4E60-AB2F-C5EDB034FEA6}" type="slidenum">
              <a:rPr lang="es-ES" smtClean="0"/>
              <a:t>49</a:t>
            </a:fld>
            <a:endParaRPr lang="es-ES"/>
          </a:p>
        </p:txBody>
      </p:sp>
    </p:spTree>
    <p:extLst>
      <p:ext uri="{BB962C8B-B14F-4D97-AF65-F5344CB8AC3E}">
        <p14:creationId xmlns:p14="http://schemas.microsoft.com/office/powerpoint/2010/main" val="13610553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A9F13-8B65-B287-1EB5-B081E7B1C3C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53F5EC5-6ABF-926C-20E7-00B8400A8CB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78F3438-AC80-C3CE-4146-551B490DAAF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149F201-5DC5-F1F0-4FB4-4AE5F1ED86F4}"/>
              </a:ext>
            </a:extLst>
          </p:cNvPr>
          <p:cNvSpPr>
            <a:spLocks noGrp="1"/>
          </p:cNvSpPr>
          <p:nvPr>
            <p:ph type="sldNum" sz="quarter" idx="5"/>
          </p:nvPr>
        </p:nvSpPr>
        <p:spPr/>
        <p:txBody>
          <a:bodyPr/>
          <a:lstStyle/>
          <a:p>
            <a:fld id="{1291E284-FB0A-4E60-AB2F-C5EDB034FEA6}" type="slidenum">
              <a:rPr lang="es-ES" smtClean="0"/>
              <a:t>50</a:t>
            </a:fld>
            <a:endParaRPr lang="es-ES"/>
          </a:p>
        </p:txBody>
      </p:sp>
    </p:spTree>
    <p:extLst>
      <p:ext uri="{BB962C8B-B14F-4D97-AF65-F5344CB8AC3E}">
        <p14:creationId xmlns:p14="http://schemas.microsoft.com/office/powerpoint/2010/main" val="4033946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DDEC2-0C3C-0DB3-43F7-2B836ACCB7C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2D0C89A-E6FC-DB74-4336-13CAD135547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D270B3-8116-CAA8-13E2-7FC4E201873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0287B09-6B26-5A9C-72DE-6E84560F65F4}"/>
              </a:ext>
            </a:extLst>
          </p:cNvPr>
          <p:cNvSpPr>
            <a:spLocks noGrp="1"/>
          </p:cNvSpPr>
          <p:nvPr>
            <p:ph type="sldNum" sz="quarter" idx="5"/>
          </p:nvPr>
        </p:nvSpPr>
        <p:spPr/>
        <p:txBody>
          <a:bodyPr/>
          <a:lstStyle/>
          <a:p>
            <a:fld id="{1291E284-FB0A-4E60-AB2F-C5EDB034FEA6}" type="slidenum">
              <a:rPr lang="es-ES" smtClean="0"/>
              <a:t>51</a:t>
            </a:fld>
            <a:endParaRPr lang="es-ES"/>
          </a:p>
        </p:txBody>
      </p:sp>
    </p:spTree>
    <p:extLst>
      <p:ext uri="{BB962C8B-B14F-4D97-AF65-F5344CB8AC3E}">
        <p14:creationId xmlns:p14="http://schemas.microsoft.com/office/powerpoint/2010/main" val="12904501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B2D68-36FD-430A-E4D0-2DF98C29F81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B28B576-F547-92BE-07F3-7D1D5B345E5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C8DC3B0-F19D-4D9F-C05C-4073C2B98CF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344D3DB-2F02-298A-4A1B-8EEAB1795592}"/>
              </a:ext>
            </a:extLst>
          </p:cNvPr>
          <p:cNvSpPr>
            <a:spLocks noGrp="1"/>
          </p:cNvSpPr>
          <p:nvPr>
            <p:ph type="sldNum" sz="quarter" idx="5"/>
          </p:nvPr>
        </p:nvSpPr>
        <p:spPr/>
        <p:txBody>
          <a:bodyPr/>
          <a:lstStyle/>
          <a:p>
            <a:fld id="{1291E284-FB0A-4E60-AB2F-C5EDB034FEA6}" type="slidenum">
              <a:rPr lang="es-ES" smtClean="0"/>
              <a:t>52</a:t>
            </a:fld>
            <a:endParaRPr lang="es-ES"/>
          </a:p>
        </p:txBody>
      </p:sp>
    </p:spTree>
    <p:extLst>
      <p:ext uri="{BB962C8B-B14F-4D97-AF65-F5344CB8AC3E}">
        <p14:creationId xmlns:p14="http://schemas.microsoft.com/office/powerpoint/2010/main" val="8501862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1291E284-FB0A-4E60-AB2F-C5EDB034FEA6}" type="slidenum">
              <a:rPr lang="es-ES" smtClean="0"/>
              <a:t>53</a:t>
            </a:fld>
            <a:endParaRPr lang="es-ES"/>
          </a:p>
        </p:txBody>
      </p:sp>
    </p:spTree>
    <p:extLst>
      <p:ext uri="{BB962C8B-B14F-4D97-AF65-F5344CB8AC3E}">
        <p14:creationId xmlns:p14="http://schemas.microsoft.com/office/powerpoint/2010/main" val="13231366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1291E284-FB0A-4E60-AB2F-C5EDB034FEA6}" type="slidenum">
              <a:rPr lang="es-ES" smtClean="0"/>
              <a:t>54</a:t>
            </a:fld>
            <a:endParaRPr lang="es-ES"/>
          </a:p>
        </p:txBody>
      </p:sp>
    </p:spTree>
    <p:extLst>
      <p:ext uri="{BB962C8B-B14F-4D97-AF65-F5344CB8AC3E}">
        <p14:creationId xmlns:p14="http://schemas.microsoft.com/office/powerpoint/2010/main" val="38800185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1291E284-FB0A-4E60-AB2F-C5EDB034FEA6}" type="slidenum">
              <a:rPr lang="es-ES" smtClean="0"/>
              <a:t>55</a:t>
            </a:fld>
            <a:endParaRPr lang="es-ES"/>
          </a:p>
        </p:txBody>
      </p:sp>
    </p:spTree>
    <p:extLst>
      <p:ext uri="{BB962C8B-B14F-4D97-AF65-F5344CB8AC3E}">
        <p14:creationId xmlns:p14="http://schemas.microsoft.com/office/powerpoint/2010/main" val="2315670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1291E284-FB0A-4E60-AB2F-C5EDB034FEA6}" type="slidenum">
              <a:rPr lang="es-ES" smtClean="0"/>
              <a:t>56</a:t>
            </a:fld>
            <a:endParaRPr lang="es-ES"/>
          </a:p>
        </p:txBody>
      </p:sp>
    </p:spTree>
    <p:extLst>
      <p:ext uri="{BB962C8B-B14F-4D97-AF65-F5344CB8AC3E}">
        <p14:creationId xmlns:p14="http://schemas.microsoft.com/office/powerpoint/2010/main" val="16077122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1291E284-FB0A-4E60-AB2F-C5EDB034FEA6}" type="slidenum">
              <a:rPr lang="es-ES" smtClean="0"/>
              <a:t>58</a:t>
            </a:fld>
            <a:endParaRPr lang="es-ES"/>
          </a:p>
        </p:txBody>
      </p:sp>
    </p:spTree>
    <p:extLst>
      <p:ext uri="{BB962C8B-B14F-4D97-AF65-F5344CB8AC3E}">
        <p14:creationId xmlns:p14="http://schemas.microsoft.com/office/powerpoint/2010/main" val="14685591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D04ED-2D80-5912-05B1-A60FF051CFC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F194BE8-3F84-E3E2-B099-CC416A769A2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B0C47CB-D4E4-2443-EA1B-B0CD8A151C9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F74B091-06D5-71D7-76F9-509E5F4EC347}"/>
              </a:ext>
            </a:extLst>
          </p:cNvPr>
          <p:cNvSpPr>
            <a:spLocks noGrp="1"/>
          </p:cNvSpPr>
          <p:nvPr>
            <p:ph type="sldNum" sz="quarter" idx="5"/>
          </p:nvPr>
        </p:nvSpPr>
        <p:spPr/>
        <p:txBody>
          <a:bodyPr/>
          <a:lstStyle/>
          <a:p>
            <a:fld id="{1291E284-FB0A-4E60-AB2F-C5EDB034FEA6}" type="slidenum">
              <a:rPr lang="es-ES" smtClean="0"/>
              <a:t>59</a:t>
            </a:fld>
            <a:endParaRPr lang="es-ES"/>
          </a:p>
        </p:txBody>
      </p:sp>
    </p:spTree>
    <p:extLst>
      <p:ext uri="{BB962C8B-B14F-4D97-AF65-F5344CB8AC3E}">
        <p14:creationId xmlns:p14="http://schemas.microsoft.com/office/powerpoint/2010/main" val="16395527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D04ED-2D80-5912-05B1-A60FF051CFC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F194BE8-3F84-E3E2-B099-CC416A769A2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B0C47CB-D4E4-2443-EA1B-B0CD8A151C9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F74B091-06D5-71D7-76F9-509E5F4EC347}"/>
              </a:ext>
            </a:extLst>
          </p:cNvPr>
          <p:cNvSpPr>
            <a:spLocks noGrp="1"/>
          </p:cNvSpPr>
          <p:nvPr>
            <p:ph type="sldNum" sz="quarter" idx="5"/>
          </p:nvPr>
        </p:nvSpPr>
        <p:spPr/>
        <p:txBody>
          <a:bodyPr/>
          <a:lstStyle/>
          <a:p>
            <a:fld id="{1291E284-FB0A-4E60-AB2F-C5EDB034FEA6}" type="slidenum">
              <a:rPr lang="es-ES" smtClean="0"/>
              <a:t>60</a:t>
            </a:fld>
            <a:endParaRPr lang="es-ES"/>
          </a:p>
        </p:txBody>
      </p:sp>
    </p:spTree>
    <p:extLst>
      <p:ext uri="{BB962C8B-B14F-4D97-AF65-F5344CB8AC3E}">
        <p14:creationId xmlns:p14="http://schemas.microsoft.com/office/powerpoint/2010/main" val="32300658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D04ED-2D80-5912-05B1-A60FF051CFC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F194BE8-3F84-E3E2-B099-CC416A769A2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B0C47CB-D4E4-2443-EA1B-B0CD8A151C9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F74B091-06D5-71D7-76F9-509E5F4EC347}"/>
              </a:ext>
            </a:extLst>
          </p:cNvPr>
          <p:cNvSpPr>
            <a:spLocks noGrp="1"/>
          </p:cNvSpPr>
          <p:nvPr>
            <p:ph type="sldNum" sz="quarter" idx="5"/>
          </p:nvPr>
        </p:nvSpPr>
        <p:spPr/>
        <p:txBody>
          <a:bodyPr/>
          <a:lstStyle/>
          <a:p>
            <a:fld id="{1291E284-FB0A-4E60-AB2F-C5EDB034FEA6}" type="slidenum">
              <a:rPr lang="es-ES" smtClean="0"/>
              <a:t>61</a:t>
            </a:fld>
            <a:endParaRPr lang="es-ES"/>
          </a:p>
        </p:txBody>
      </p:sp>
    </p:spTree>
    <p:extLst>
      <p:ext uri="{BB962C8B-B14F-4D97-AF65-F5344CB8AC3E}">
        <p14:creationId xmlns:p14="http://schemas.microsoft.com/office/powerpoint/2010/main" val="13502643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D04ED-2D80-5912-05B1-A60FF051CFC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F194BE8-3F84-E3E2-B099-CC416A769A2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B0C47CB-D4E4-2443-EA1B-B0CD8A151C9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F74B091-06D5-71D7-76F9-509E5F4EC347}"/>
              </a:ext>
            </a:extLst>
          </p:cNvPr>
          <p:cNvSpPr>
            <a:spLocks noGrp="1"/>
          </p:cNvSpPr>
          <p:nvPr>
            <p:ph type="sldNum" sz="quarter" idx="5"/>
          </p:nvPr>
        </p:nvSpPr>
        <p:spPr/>
        <p:txBody>
          <a:bodyPr/>
          <a:lstStyle/>
          <a:p>
            <a:fld id="{1291E284-FB0A-4E60-AB2F-C5EDB034FEA6}" type="slidenum">
              <a:rPr lang="es-ES" smtClean="0"/>
              <a:t>62</a:t>
            </a:fld>
            <a:endParaRPr lang="es-ES"/>
          </a:p>
        </p:txBody>
      </p:sp>
    </p:spTree>
    <p:extLst>
      <p:ext uri="{BB962C8B-B14F-4D97-AF65-F5344CB8AC3E}">
        <p14:creationId xmlns:p14="http://schemas.microsoft.com/office/powerpoint/2010/main" val="24898493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1291E284-FB0A-4E60-AB2F-C5EDB034FEA6}" type="slidenum">
              <a:rPr lang="es-ES" smtClean="0"/>
              <a:t>63</a:t>
            </a:fld>
            <a:endParaRPr lang="es-ES"/>
          </a:p>
        </p:txBody>
      </p:sp>
    </p:spTree>
    <p:extLst>
      <p:ext uri="{BB962C8B-B14F-4D97-AF65-F5344CB8AC3E}">
        <p14:creationId xmlns:p14="http://schemas.microsoft.com/office/powerpoint/2010/main" val="2697842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802CFDE-017E-4AD7-A9BB-7B1F29A37D24}" type="datetime1">
              <a:rPr lang="es-ES" smtClean="0">
                <a:solidFill>
                  <a:prstClr val="black">
                    <a:tint val="75000"/>
                  </a:prstClr>
                </a:solidFill>
              </a:rPr>
              <a:t>05/03/2026</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2218266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2E1F2C-7E5A-49FE-A1F2-F40A05FDB0B5}" type="datetime1">
              <a:rPr lang="es-ES" smtClean="0">
                <a:solidFill>
                  <a:prstClr val="black">
                    <a:tint val="75000"/>
                  </a:prstClr>
                </a:solidFill>
              </a:rPr>
              <a:t>05/03/2026</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2589913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2"/>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7"/>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3871F2-06CA-41C0-9642-AE98CE2819D8}" type="datetime1">
              <a:rPr lang="es-ES" smtClean="0">
                <a:solidFill>
                  <a:prstClr val="black">
                    <a:tint val="75000"/>
                  </a:prstClr>
                </a:solidFill>
              </a:rPr>
              <a:t>05/03/2026</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1001378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3B12E0E-DEA5-4CB4-AC89-9E0A85102633}" type="datetime1">
              <a:rPr lang="es-ES" smtClean="0">
                <a:solidFill>
                  <a:prstClr val="black">
                    <a:tint val="75000"/>
                  </a:prstClr>
                </a:solidFill>
              </a:rPr>
              <a:t>05/03/2026</a:t>
            </a:fld>
            <a:endParaRPr lang="es-ES">
              <a:solidFill>
                <a:prstClr val="black">
                  <a:tint val="75000"/>
                </a:prstClr>
              </a:solidFill>
            </a:endParaRPr>
          </a:p>
        </p:txBody>
      </p:sp>
      <p:sp>
        <p:nvSpPr>
          <p:cNvPr id="6" name="Footer Placeholder 5"/>
          <p:cNvSpPr>
            <a:spLocks noGrp="1"/>
          </p:cNvSpPr>
          <p:nvPr>
            <p:ph type="ftr" sz="quarter" idx="11"/>
          </p:nvPr>
        </p:nvSpPr>
        <p:spPr/>
        <p:txBody>
          <a:bodyPr/>
          <a:lstStyle/>
          <a:p>
            <a:r>
              <a:rPr lang="es-ES">
                <a:solidFill>
                  <a:prstClr val="black">
                    <a:tint val="75000"/>
                  </a:prstClr>
                </a:solidFill>
              </a:rPr>
              <a:t>Prueba 1: Historial Académico</a:t>
            </a:r>
          </a:p>
        </p:txBody>
      </p:sp>
      <p:sp>
        <p:nvSpPr>
          <p:cNvPr id="7" name="Slide Number Placeholder 6"/>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1628808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9"/>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2"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00C19A-912B-4F6B-86F6-DEDA20743EE6}" type="datetime1">
              <a:rPr lang="es-ES" smtClean="0">
                <a:solidFill>
                  <a:prstClr val="black">
                    <a:tint val="75000"/>
                  </a:prstClr>
                </a:solidFill>
              </a:rPr>
              <a:t>05/03/2026</a:t>
            </a:fld>
            <a:endParaRPr lang="es-ES">
              <a:solidFill>
                <a:prstClr val="black">
                  <a:tint val="75000"/>
                </a:prstClr>
              </a:solidFill>
            </a:endParaRPr>
          </a:p>
        </p:txBody>
      </p:sp>
      <p:sp>
        <p:nvSpPr>
          <p:cNvPr id="8" name="Footer Placeholder 7"/>
          <p:cNvSpPr>
            <a:spLocks noGrp="1"/>
          </p:cNvSpPr>
          <p:nvPr>
            <p:ph type="ftr" sz="quarter" idx="11"/>
          </p:nvPr>
        </p:nvSpPr>
        <p:spPr/>
        <p:txBody>
          <a:bodyPr/>
          <a:lstStyle/>
          <a:p>
            <a:r>
              <a:rPr lang="es-ES">
                <a:solidFill>
                  <a:prstClr val="black">
                    <a:tint val="75000"/>
                  </a:prstClr>
                </a:solidFill>
              </a:rPr>
              <a:t>Prueba 1: Historial Académico</a:t>
            </a:r>
          </a:p>
        </p:txBody>
      </p:sp>
      <p:sp>
        <p:nvSpPr>
          <p:cNvPr id="9" name="Slide Number Placeholder 8"/>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466742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3166311-CFD3-4432-B35D-98BDF232EF61}" type="datetime1">
              <a:rPr lang="es-ES" smtClean="0">
                <a:solidFill>
                  <a:prstClr val="black">
                    <a:tint val="75000"/>
                  </a:prstClr>
                </a:solidFill>
              </a:rPr>
              <a:t>05/03/2026</a:t>
            </a:fld>
            <a:endParaRPr lang="es-ES">
              <a:solidFill>
                <a:prstClr val="black">
                  <a:tint val="75000"/>
                </a:prstClr>
              </a:solidFill>
            </a:endParaRPr>
          </a:p>
        </p:txBody>
      </p:sp>
      <p:sp>
        <p:nvSpPr>
          <p:cNvPr id="4" name="Footer Placeholder 3"/>
          <p:cNvSpPr>
            <a:spLocks noGrp="1"/>
          </p:cNvSpPr>
          <p:nvPr>
            <p:ph type="ftr" sz="quarter" idx="11"/>
          </p:nvPr>
        </p:nvSpPr>
        <p:spPr/>
        <p:txBody>
          <a:bodyPr/>
          <a:lstStyle/>
          <a:p>
            <a:r>
              <a:rPr lang="es-ES">
                <a:solidFill>
                  <a:prstClr val="black">
                    <a:tint val="75000"/>
                  </a:prstClr>
                </a:solidFill>
              </a:rPr>
              <a:t>Prueba 1: Historial Académico</a:t>
            </a:r>
          </a:p>
        </p:txBody>
      </p:sp>
      <p:sp>
        <p:nvSpPr>
          <p:cNvPr id="5" name="Slide Number Placeholder 4"/>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1993535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06593B-9F2E-4895-86C9-25023821CF63}" type="datetime1">
              <a:rPr lang="es-ES" smtClean="0">
                <a:solidFill>
                  <a:prstClr val="black">
                    <a:tint val="75000"/>
                  </a:prstClr>
                </a:solidFill>
              </a:rPr>
              <a:t>05/03/2026</a:t>
            </a:fld>
            <a:endParaRPr lang="es-ES">
              <a:solidFill>
                <a:prstClr val="black">
                  <a:tint val="75000"/>
                </a:prstClr>
              </a:solidFill>
            </a:endParaRPr>
          </a:p>
        </p:txBody>
      </p:sp>
      <p:sp>
        <p:nvSpPr>
          <p:cNvPr id="3" name="Footer Placeholder 2"/>
          <p:cNvSpPr>
            <a:spLocks noGrp="1"/>
          </p:cNvSpPr>
          <p:nvPr>
            <p:ph type="ftr" sz="quarter" idx="11"/>
          </p:nvPr>
        </p:nvSpPr>
        <p:spPr/>
        <p:txBody>
          <a:bodyPr/>
          <a:lstStyle/>
          <a:p>
            <a:r>
              <a:rPr lang="es-ES">
                <a:solidFill>
                  <a:prstClr val="black">
                    <a:tint val="75000"/>
                  </a:prstClr>
                </a:solidFill>
              </a:rPr>
              <a:t>Prueba 1: Historial Académico</a:t>
            </a:r>
          </a:p>
        </p:txBody>
      </p:sp>
      <p:sp>
        <p:nvSpPr>
          <p:cNvPr id="4" name="Slide Number Placeholder 3"/>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958680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9"/>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B891AE6-93D3-4168-BBC8-6F74CA69BEA7}" type="datetime1">
              <a:rPr lang="es-ES" smtClean="0">
                <a:solidFill>
                  <a:prstClr val="black">
                    <a:tint val="75000"/>
                  </a:prstClr>
                </a:solidFill>
              </a:rPr>
              <a:t>05/03/2026</a:t>
            </a:fld>
            <a:endParaRPr lang="es-ES">
              <a:solidFill>
                <a:prstClr val="black">
                  <a:tint val="75000"/>
                </a:prstClr>
              </a:solidFill>
            </a:endParaRPr>
          </a:p>
        </p:txBody>
      </p:sp>
      <p:sp>
        <p:nvSpPr>
          <p:cNvPr id="6" name="Footer Placeholder 5"/>
          <p:cNvSpPr>
            <a:spLocks noGrp="1"/>
          </p:cNvSpPr>
          <p:nvPr>
            <p:ph type="ftr" sz="quarter" idx="11"/>
          </p:nvPr>
        </p:nvSpPr>
        <p:spPr/>
        <p:txBody>
          <a:bodyPr/>
          <a:lstStyle/>
          <a:p>
            <a:r>
              <a:rPr lang="es-ES">
                <a:solidFill>
                  <a:prstClr val="black">
                    <a:tint val="75000"/>
                  </a:prstClr>
                </a:solidFill>
              </a:rPr>
              <a:t>Prueba 1: Historial Académico</a:t>
            </a:r>
          </a:p>
        </p:txBody>
      </p:sp>
      <p:sp>
        <p:nvSpPr>
          <p:cNvPr id="7" name="Slide Number Placeholder 6"/>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240042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9"/>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2E1819-C8BA-416C-A0D6-7F83F1E7162D}" type="datetime1">
              <a:rPr lang="es-ES" smtClean="0">
                <a:solidFill>
                  <a:prstClr val="black">
                    <a:tint val="75000"/>
                  </a:prstClr>
                </a:solidFill>
              </a:rPr>
              <a:t>05/03/2026</a:t>
            </a:fld>
            <a:endParaRPr lang="es-ES">
              <a:solidFill>
                <a:prstClr val="black">
                  <a:tint val="75000"/>
                </a:prstClr>
              </a:solidFill>
            </a:endParaRPr>
          </a:p>
        </p:txBody>
      </p:sp>
      <p:sp>
        <p:nvSpPr>
          <p:cNvPr id="6" name="Footer Placeholder 5"/>
          <p:cNvSpPr>
            <a:spLocks noGrp="1"/>
          </p:cNvSpPr>
          <p:nvPr>
            <p:ph type="ftr" sz="quarter" idx="11"/>
          </p:nvPr>
        </p:nvSpPr>
        <p:spPr/>
        <p:txBody>
          <a:bodyPr/>
          <a:lstStyle/>
          <a:p>
            <a:r>
              <a:rPr lang="es-ES">
                <a:solidFill>
                  <a:prstClr val="black">
                    <a:tint val="75000"/>
                  </a:prstClr>
                </a:solidFill>
              </a:rPr>
              <a:t>Prueba 1: Historial Académico</a:t>
            </a:r>
          </a:p>
        </p:txBody>
      </p:sp>
      <p:sp>
        <p:nvSpPr>
          <p:cNvPr id="7" name="Slide Number Placeholder 6"/>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4064165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35970D-F9C1-4F49-9439-476E50F8F0A3}" type="datetime1">
              <a:rPr lang="es-ES" smtClean="0">
                <a:solidFill>
                  <a:prstClr val="black">
                    <a:tint val="75000"/>
                  </a:prstClr>
                </a:solidFill>
              </a:rPr>
              <a:t>05/03/2026</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66933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2"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E5CB60-6850-4C7F-8AD0-135AE019E640}" type="datetime1">
              <a:rPr lang="es-ES" smtClean="0">
                <a:solidFill>
                  <a:prstClr val="black">
                    <a:tint val="75000"/>
                  </a:prstClr>
                </a:solidFill>
              </a:rPr>
              <a:t>05/03/2026</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2177764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0832A6-0A32-4744-B7B2-240034DF923D}" type="datetime1">
              <a:rPr lang="es-ES" smtClean="0">
                <a:solidFill>
                  <a:prstClr val="black">
                    <a:tint val="75000"/>
                  </a:prstClr>
                </a:solidFill>
              </a:rPr>
              <a:t>05/03/2026</a:t>
            </a:fld>
            <a:endParaRPr lang="es-ES">
              <a:solidFill>
                <a:prstClr val="black">
                  <a:tint val="75000"/>
                </a:prstClr>
              </a:solidFill>
            </a:endParaRPr>
          </a:p>
        </p:txBody>
      </p:sp>
      <p:sp>
        <p:nvSpPr>
          <p:cNvPr id="5" name="Footer Placeholder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ES">
                <a:solidFill>
                  <a:prstClr val="black">
                    <a:tint val="75000"/>
                  </a:prstClr>
                </a:solidFill>
              </a:rPr>
              <a:t>Prueba 1: Historial Académico</a:t>
            </a:r>
          </a:p>
        </p:txBody>
      </p:sp>
      <p:sp>
        <p:nvSpPr>
          <p:cNvPr id="6" name="Slide Number Placeholder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1610080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futurespace.es/redes-neuronales-y-deep-learning-capitulo-1-preludio/"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13" Type="http://schemas.openxmlformats.org/officeDocument/2006/relationships/image" Target="../media/image60.png"/><Relationship Id="rId18" Type="http://schemas.openxmlformats.org/officeDocument/2006/relationships/image" Target="../media/image65.png"/><Relationship Id="rId26" Type="http://schemas.openxmlformats.org/officeDocument/2006/relationships/image" Target="../media/image73.png"/><Relationship Id="rId3" Type="http://schemas.openxmlformats.org/officeDocument/2006/relationships/image" Target="../media/image50.png"/><Relationship Id="rId21" Type="http://schemas.openxmlformats.org/officeDocument/2006/relationships/image" Target="../media/image68.png"/><Relationship Id="rId34" Type="http://schemas.openxmlformats.org/officeDocument/2006/relationships/image" Target="../media/image25.png"/><Relationship Id="rId7" Type="http://schemas.openxmlformats.org/officeDocument/2006/relationships/image" Target="../media/image54.png"/><Relationship Id="rId12" Type="http://schemas.openxmlformats.org/officeDocument/2006/relationships/image" Target="../media/image59.png"/><Relationship Id="rId17" Type="http://schemas.openxmlformats.org/officeDocument/2006/relationships/image" Target="../media/image64.png"/><Relationship Id="rId25" Type="http://schemas.openxmlformats.org/officeDocument/2006/relationships/image" Target="../media/image72.png"/><Relationship Id="rId33" Type="http://schemas.openxmlformats.org/officeDocument/2006/relationships/image" Target="../media/image80.png"/><Relationship Id="rId2" Type="http://schemas.openxmlformats.org/officeDocument/2006/relationships/image" Target="../media/image49.png"/><Relationship Id="rId16" Type="http://schemas.openxmlformats.org/officeDocument/2006/relationships/image" Target="../media/image63.png"/><Relationship Id="rId20" Type="http://schemas.openxmlformats.org/officeDocument/2006/relationships/image" Target="../media/image67.png"/><Relationship Id="rId29" Type="http://schemas.openxmlformats.org/officeDocument/2006/relationships/image" Target="../media/image76.png"/><Relationship Id="rId1" Type="http://schemas.openxmlformats.org/officeDocument/2006/relationships/slideLayout" Target="../slideLayouts/slideLayout7.xml"/><Relationship Id="rId6" Type="http://schemas.openxmlformats.org/officeDocument/2006/relationships/image" Target="../media/image53.png"/><Relationship Id="rId11" Type="http://schemas.openxmlformats.org/officeDocument/2006/relationships/image" Target="../media/image58.png"/><Relationship Id="rId24" Type="http://schemas.openxmlformats.org/officeDocument/2006/relationships/image" Target="../media/image71.png"/><Relationship Id="rId32" Type="http://schemas.openxmlformats.org/officeDocument/2006/relationships/image" Target="../media/image79.png"/><Relationship Id="rId5" Type="http://schemas.openxmlformats.org/officeDocument/2006/relationships/image" Target="../media/image52.png"/><Relationship Id="rId15" Type="http://schemas.openxmlformats.org/officeDocument/2006/relationships/image" Target="../media/image62.png"/><Relationship Id="rId23" Type="http://schemas.openxmlformats.org/officeDocument/2006/relationships/image" Target="../media/image70.png"/><Relationship Id="rId28" Type="http://schemas.openxmlformats.org/officeDocument/2006/relationships/image" Target="../media/image75.png"/><Relationship Id="rId10" Type="http://schemas.openxmlformats.org/officeDocument/2006/relationships/image" Target="../media/image57.png"/><Relationship Id="rId19" Type="http://schemas.openxmlformats.org/officeDocument/2006/relationships/image" Target="../media/image66.png"/><Relationship Id="rId31" Type="http://schemas.openxmlformats.org/officeDocument/2006/relationships/image" Target="../media/image78.png"/><Relationship Id="rId4" Type="http://schemas.openxmlformats.org/officeDocument/2006/relationships/image" Target="../media/image51.png"/><Relationship Id="rId9" Type="http://schemas.openxmlformats.org/officeDocument/2006/relationships/image" Target="../media/image56.png"/><Relationship Id="rId14" Type="http://schemas.openxmlformats.org/officeDocument/2006/relationships/image" Target="../media/image61.png"/><Relationship Id="rId22" Type="http://schemas.openxmlformats.org/officeDocument/2006/relationships/image" Target="../media/image69.png"/><Relationship Id="rId27" Type="http://schemas.openxmlformats.org/officeDocument/2006/relationships/image" Target="../media/image74.png"/><Relationship Id="rId30" Type="http://schemas.openxmlformats.org/officeDocument/2006/relationships/image" Target="../media/image77.png"/><Relationship Id="rId8" Type="http://schemas.openxmlformats.org/officeDocument/2006/relationships/image" Target="../media/image55.png"/></Relationships>
</file>

<file path=ppt/slides/_rels/slide7.xml.rels><?xml version="1.0" encoding="UTF-8" standalone="yes"?>
<Relationships xmlns="http://schemas.openxmlformats.org/package/2006/relationships"><Relationship Id="rId8" Type="http://schemas.openxmlformats.org/officeDocument/2006/relationships/image" Target="../media/image263.png"/><Relationship Id="rId3" Type="http://schemas.openxmlformats.org/officeDocument/2006/relationships/image" Target="../media/image103.png"/><Relationship Id="rId7" Type="http://schemas.openxmlformats.org/officeDocument/2006/relationships/image" Target="../media/image107.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 Id="rId9"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13.png"/><Relationship Id="rId5" Type="http://schemas.openxmlformats.org/officeDocument/2006/relationships/image" Target="../media/image30.png"/><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26" Type="http://schemas.openxmlformats.org/officeDocument/2006/relationships/image" Target="../media/image33.jpeg"/><Relationship Id="rId21" Type="http://schemas.openxmlformats.org/officeDocument/2006/relationships/image" Target="../media/image7010.png"/><Relationship Id="rId25" Type="http://schemas.openxmlformats.org/officeDocument/2006/relationships/image" Target="../media/image32.png"/><Relationship Id="rId2" Type="http://schemas.openxmlformats.org/officeDocument/2006/relationships/image" Target="../media/image3010.png"/><Relationship Id="rId20" Type="http://schemas.openxmlformats.org/officeDocument/2006/relationships/image" Target="../media/image6910.png"/><Relationship Id="rId29" Type="http://schemas.openxmlformats.org/officeDocument/2006/relationships/image" Target="../media/image122.png"/><Relationship Id="rId1" Type="http://schemas.openxmlformats.org/officeDocument/2006/relationships/slideLayout" Target="../slideLayouts/slideLayout7.xml"/><Relationship Id="rId24" Type="http://schemas.openxmlformats.org/officeDocument/2006/relationships/image" Target="../media/image7310.png"/><Relationship Id="rId23" Type="http://schemas.openxmlformats.org/officeDocument/2006/relationships/image" Target="../media/image7210.png"/><Relationship Id="rId28" Type="http://schemas.openxmlformats.org/officeDocument/2006/relationships/image" Target="../media/image35.png"/><Relationship Id="rId22" Type="http://schemas.openxmlformats.org/officeDocument/2006/relationships/image" Target="../media/image7110.png"/><Relationship Id="rId27" Type="http://schemas.openxmlformats.org/officeDocument/2006/relationships/image" Target="../media/image34.png"/><Relationship Id="rId30"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image" Target="../media/image3610.png"/><Relationship Id="rId2" Type="http://schemas.openxmlformats.org/officeDocument/2006/relationships/image" Target="../media/image124.png"/><Relationship Id="rId1" Type="http://schemas.openxmlformats.org/officeDocument/2006/relationships/slideLayout" Target="../slideLayouts/slideLayout7.xml"/><Relationship Id="rId6" Type="http://schemas.openxmlformats.org/officeDocument/2006/relationships/image" Target="../media/image128.png"/><Relationship Id="rId5" Type="http://schemas.openxmlformats.org/officeDocument/2006/relationships/image" Target="../media/image38.png"/><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1.png"/></Relationships>
</file>

<file path=ppt/slides/_rels/slide13.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134.png"/><Relationship Id="rId7" Type="http://schemas.openxmlformats.org/officeDocument/2006/relationships/hyperlink" Target="https://www.youtube.com/watch?v=-zrY7P2dVC4" TargetMode="External"/><Relationship Id="rId2" Type="http://schemas.openxmlformats.org/officeDocument/2006/relationships/image" Target="../media/image133.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135.png"/><Relationship Id="rId10" Type="http://schemas.openxmlformats.org/officeDocument/2006/relationships/image" Target="../media/image45.png"/><Relationship Id="rId4" Type="http://schemas.openxmlformats.org/officeDocument/2006/relationships/image" Target="../media/image870.png"/><Relationship Id="rId9" Type="http://schemas.openxmlformats.org/officeDocument/2006/relationships/hyperlink" Target="https://www.sciencedirect.com/science/article/abs/pii/S0021999118307125"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42.png"/><Relationship Id="rId1" Type="http://schemas.openxmlformats.org/officeDocument/2006/relationships/slideLayout" Target="../slideLayouts/slideLayout7.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16.xml.rels><?xml version="1.0" encoding="UTF-8" standalone="yes"?>
<Relationships xmlns="http://schemas.openxmlformats.org/package/2006/relationships"><Relationship Id="rId8" Type="http://schemas.openxmlformats.org/officeDocument/2006/relationships/image" Target="../media/image151.png"/><Relationship Id="rId13" Type="http://schemas.openxmlformats.org/officeDocument/2006/relationships/image" Target="../media/image156.png"/><Relationship Id="rId18" Type="http://schemas.openxmlformats.org/officeDocument/2006/relationships/image" Target="../media/image161.png"/><Relationship Id="rId3" Type="http://schemas.openxmlformats.org/officeDocument/2006/relationships/image" Target="../media/image146.png"/><Relationship Id="rId7" Type="http://schemas.openxmlformats.org/officeDocument/2006/relationships/image" Target="../media/image150.png"/><Relationship Id="rId12" Type="http://schemas.openxmlformats.org/officeDocument/2006/relationships/image" Target="../media/image155.png"/><Relationship Id="rId17" Type="http://schemas.openxmlformats.org/officeDocument/2006/relationships/image" Target="../media/image160.png"/><Relationship Id="rId2" Type="http://schemas.openxmlformats.org/officeDocument/2006/relationships/notesSlide" Target="../notesSlides/notesSlide2.xml"/><Relationship Id="rId16" Type="http://schemas.openxmlformats.org/officeDocument/2006/relationships/image" Target="../media/image159.png"/><Relationship Id="rId1" Type="http://schemas.openxmlformats.org/officeDocument/2006/relationships/slideLayout" Target="../slideLayouts/slideLayout7.xml"/><Relationship Id="rId6" Type="http://schemas.openxmlformats.org/officeDocument/2006/relationships/image" Target="../media/image149.png"/><Relationship Id="rId11" Type="http://schemas.openxmlformats.org/officeDocument/2006/relationships/image" Target="../media/image154.png"/><Relationship Id="rId5" Type="http://schemas.openxmlformats.org/officeDocument/2006/relationships/image" Target="../media/image148.png"/><Relationship Id="rId15" Type="http://schemas.openxmlformats.org/officeDocument/2006/relationships/image" Target="../media/image158.png"/><Relationship Id="rId10" Type="http://schemas.openxmlformats.org/officeDocument/2006/relationships/image" Target="../media/image4710.png"/><Relationship Id="rId19" Type="http://schemas.openxmlformats.org/officeDocument/2006/relationships/image" Target="../media/image162.png"/><Relationship Id="rId4" Type="http://schemas.openxmlformats.org/officeDocument/2006/relationships/image" Target="../media/image147.png"/><Relationship Id="rId9" Type="http://schemas.openxmlformats.org/officeDocument/2006/relationships/image" Target="../media/image47.png"/><Relationship Id="rId14" Type="http://schemas.openxmlformats.org/officeDocument/2006/relationships/image" Target="../media/image157.png"/></Relationships>
</file>

<file path=ppt/slides/_rels/slide17.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5.png"/><Relationship Id="rId1" Type="http://schemas.openxmlformats.org/officeDocument/2006/relationships/slideLayout" Target="../slideLayouts/slideLayout7.xml"/><Relationship Id="rId6" Type="http://schemas.openxmlformats.org/officeDocument/2006/relationships/image" Target="../media/image169.png"/><Relationship Id="rId5" Type="http://schemas.openxmlformats.org/officeDocument/2006/relationships/image" Target="../media/image168.png"/><Relationship Id="rId4" Type="http://schemas.openxmlformats.org/officeDocument/2006/relationships/image" Target="../media/image167.png"/></Relationships>
</file>

<file path=ppt/slides/_rels/slide19.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image" Target="../media/image170.png"/><Relationship Id="rId1" Type="http://schemas.openxmlformats.org/officeDocument/2006/relationships/slideLayout" Target="../slideLayouts/slideLayout7.xml"/><Relationship Id="rId4" Type="http://schemas.openxmlformats.org/officeDocument/2006/relationships/image" Target="../media/image171.png"/></Relationships>
</file>

<file path=ppt/slides/_rels/slide20.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image" Target="../media/image170.png"/><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171.png"/></Relationships>
</file>

<file path=ppt/slides/_rels/slide21.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image" Target="../media/image170.png"/><Relationship Id="rId1" Type="http://schemas.openxmlformats.org/officeDocument/2006/relationships/slideLayout" Target="../slideLayouts/slideLayout7.xml"/><Relationship Id="rId5" Type="http://schemas.openxmlformats.org/officeDocument/2006/relationships/image" Target="../media/image81.png"/><Relationship Id="rId4" Type="http://schemas.openxmlformats.org/officeDocument/2006/relationships/image" Target="../media/image171.png"/></Relationships>
</file>

<file path=ppt/slides/_rels/slide22.xml.rels><?xml version="1.0" encoding="UTF-8" standalone="yes"?>
<Relationships xmlns="http://schemas.openxmlformats.org/package/2006/relationships"><Relationship Id="rId8" Type="http://schemas.openxmlformats.org/officeDocument/2006/relationships/image" Target="../media/image175.png"/><Relationship Id="rId3" Type="http://schemas.openxmlformats.org/officeDocument/2006/relationships/image" Target="../media/image165.png"/><Relationship Id="rId7" Type="http://schemas.openxmlformats.org/officeDocument/2006/relationships/image" Target="../media/image174.png"/><Relationship Id="rId2" Type="http://schemas.openxmlformats.org/officeDocument/2006/relationships/image" Target="../media/image170.png"/><Relationship Id="rId1" Type="http://schemas.openxmlformats.org/officeDocument/2006/relationships/slideLayout" Target="../slideLayouts/slideLayout7.xml"/><Relationship Id="rId5" Type="http://schemas.openxmlformats.org/officeDocument/2006/relationships/image" Target="../media/image82.png"/><Relationship Id="rId4" Type="http://schemas.openxmlformats.org/officeDocument/2006/relationships/image" Target="../media/image171.png"/></Relationships>
</file>

<file path=ppt/slides/_rels/slide23.xml.rels><?xml version="1.0" encoding="UTF-8" standalone="yes"?>
<Relationships xmlns="http://schemas.openxmlformats.org/package/2006/relationships"><Relationship Id="rId8" Type="http://schemas.openxmlformats.org/officeDocument/2006/relationships/image" Target="../media/image175.png"/><Relationship Id="rId3" Type="http://schemas.openxmlformats.org/officeDocument/2006/relationships/image" Target="../media/image165.png"/><Relationship Id="rId7" Type="http://schemas.openxmlformats.org/officeDocument/2006/relationships/image" Target="../media/image174.png"/><Relationship Id="rId2" Type="http://schemas.openxmlformats.org/officeDocument/2006/relationships/image" Target="../media/image170.png"/><Relationship Id="rId1" Type="http://schemas.openxmlformats.org/officeDocument/2006/relationships/slideLayout" Target="../slideLayouts/slideLayout7.xml"/><Relationship Id="rId5" Type="http://schemas.openxmlformats.org/officeDocument/2006/relationships/image" Target="../media/image172.png"/><Relationship Id="rId4" Type="http://schemas.openxmlformats.org/officeDocument/2006/relationships/image" Target="../media/image171.png"/></Relationships>
</file>

<file path=ppt/slides/_rels/slide24.xml.rels><?xml version="1.0" encoding="UTF-8" standalone="yes"?>
<Relationships xmlns="http://schemas.openxmlformats.org/package/2006/relationships"><Relationship Id="rId8" Type="http://schemas.openxmlformats.org/officeDocument/2006/relationships/image" Target="../media/image175.png"/><Relationship Id="rId3" Type="http://schemas.openxmlformats.org/officeDocument/2006/relationships/image" Target="../media/image165.png"/><Relationship Id="rId7" Type="http://schemas.openxmlformats.org/officeDocument/2006/relationships/image" Target="../media/image174.png"/><Relationship Id="rId2" Type="http://schemas.openxmlformats.org/officeDocument/2006/relationships/image" Target="../media/image170.png"/><Relationship Id="rId1" Type="http://schemas.openxmlformats.org/officeDocument/2006/relationships/slideLayout" Target="../slideLayouts/slideLayout7.xml"/><Relationship Id="rId6" Type="http://schemas.openxmlformats.org/officeDocument/2006/relationships/image" Target="../media/image173.png"/><Relationship Id="rId5" Type="http://schemas.openxmlformats.org/officeDocument/2006/relationships/image" Target="../media/image172.png"/><Relationship Id="rId4" Type="http://schemas.openxmlformats.org/officeDocument/2006/relationships/image" Target="../media/image171.png"/></Relationships>
</file>

<file path=ppt/slides/_rels/slide25.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image" Target="../media/image176.png"/><Relationship Id="rId1" Type="http://schemas.openxmlformats.org/officeDocument/2006/relationships/slideLayout" Target="../slideLayouts/slideLayout7.xml"/><Relationship Id="rId5" Type="http://schemas.openxmlformats.org/officeDocument/2006/relationships/image" Target="../media/image83.png"/><Relationship Id="rId4" Type="http://schemas.openxmlformats.org/officeDocument/2006/relationships/image" Target="../media/image178.png"/></Relationships>
</file>

<file path=ppt/slides/_rels/slide26.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image" Target="../media/image176.png"/><Relationship Id="rId1" Type="http://schemas.openxmlformats.org/officeDocument/2006/relationships/slideLayout" Target="../slideLayouts/slideLayout7.xml"/><Relationship Id="rId6" Type="http://schemas.openxmlformats.org/officeDocument/2006/relationships/image" Target="../media/image180.png"/><Relationship Id="rId5" Type="http://schemas.openxmlformats.org/officeDocument/2006/relationships/image" Target="../media/image179.png"/><Relationship Id="rId4" Type="http://schemas.openxmlformats.org/officeDocument/2006/relationships/image" Target="../media/image178.png"/></Relationships>
</file>

<file path=ppt/slides/_rels/slide27.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7.xml"/><Relationship Id="rId6" Type="http://schemas.openxmlformats.org/officeDocument/2006/relationships/image" Target="../media/image183.png"/><Relationship Id="rId5" Type="http://schemas.openxmlformats.org/officeDocument/2006/relationships/image" Target="../media/image182.png"/><Relationship Id="rId4" Type="http://schemas.openxmlformats.org/officeDocument/2006/relationships/image" Target="../media/image177.png"/></Relationships>
</file>

<file path=ppt/slides/_rels/slide28.xml.rels><?xml version="1.0" encoding="UTF-8" standalone="yes"?>
<Relationships xmlns="http://schemas.openxmlformats.org/package/2006/relationships"><Relationship Id="rId8" Type="http://schemas.openxmlformats.org/officeDocument/2006/relationships/image" Target="../media/image185.png"/><Relationship Id="rId3" Type="http://schemas.openxmlformats.org/officeDocument/2006/relationships/image" Target="../media/image181.png"/><Relationship Id="rId7" Type="http://schemas.openxmlformats.org/officeDocument/2006/relationships/image" Target="../media/image184.png"/><Relationship Id="rId2" Type="http://schemas.openxmlformats.org/officeDocument/2006/relationships/image" Target="../media/image176.png"/><Relationship Id="rId1" Type="http://schemas.openxmlformats.org/officeDocument/2006/relationships/slideLayout" Target="../slideLayouts/slideLayout7.xml"/><Relationship Id="rId6" Type="http://schemas.openxmlformats.org/officeDocument/2006/relationships/image" Target="../media/image183.png"/><Relationship Id="rId5" Type="http://schemas.openxmlformats.org/officeDocument/2006/relationships/image" Target="../media/image182.png"/><Relationship Id="rId4" Type="http://schemas.openxmlformats.org/officeDocument/2006/relationships/image" Target="../media/image177.png"/></Relationships>
</file>

<file path=ppt/slides/_rels/slide2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8.png"/><Relationship Id="rId1" Type="http://schemas.openxmlformats.org/officeDocument/2006/relationships/slideLayout" Target="../slideLayouts/slideLayout7.xml"/><Relationship Id="rId4" Type="http://schemas.openxmlformats.org/officeDocument/2006/relationships/image" Target="../media/image89.png"/></Relationships>
</file>

<file path=ppt/slides/_rels/slide3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90.png"/><Relationship Id="rId1" Type="http://schemas.openxmlformats.org/officeDocument/2006/relationships/slideLayout" Target="../slideLayouts/slideLayout7.xml"/><Relationship Id="rId5" Type="http://schemas.openxmlformats.org/officeDocument/2006/relationships/image" Target="../media/image91.png"/><Relationship Id="rId4" Type="http://schemas.openxmlformats.org/officeDocument/2006/relationships/image" Target="../media/image89.png"/></Relationships>
</file>

<file path=ppt/slides/_rels/slide3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92.png"/><Relationship Id="rId1" Type="http://schemas.openxmlformats.org/officeDocument/2006/relationships/slideLayout" Target="../slideLayouts/slideLayout7.xml"/><Relationship Id="rId6" Type="http://schemas.openxmlformats.org/officeDocument/2006/relationships/image" Target="../media/image93.png"/><Relationship Id="rId5" Type="http://schemas.openxmlformats.org/officeDocument/2006/relationships/image" Target="../media/image91.png"/><Relationship Id="rId4" Type="http://schemas.openxmlformats.org/officeDocument/2006/relationships/image" Target="../media/image89.png"/></Relationships>
</file>

<file path=ppt/slides/_rels/slide34.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7.xml"/><Relationship Id="rId5" Type="http://schemas.openxmlformats.org/officeDocument/2006/relationships/image" Target="../media/image97.png"/><Relationship Id="rId4" Type="http://schemas.openxmlformats.org/officeDocument/2006/relationships/image" Target="../media/image96.png"/></Relationships>
</file>

<file path=ppt/slides/_rels/slide35.xml.rels><?xml version="1.0" encoding="UTF-8" standalone="yes"?>
<Relationships xmlns="http://schemas.openxmlformats.org/package/2006/relationships"><Relationship Id="rId3" Type="http://schemas.openxmlformats.org/officeDocument/2006/relationships/image" Target="../media/image197.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99.png"/><Relationship Id="rId4" Type="http://schemas.openxmlformats.org/officeDocument/2006/relationships/image" Target="../media/image98.png"/></Relationships>
</file>

<file path=ppt/slides/_rels/slide36.xml.rels><?xml version="1.0" encoding="UTF-8" standalone="yes"?>
<Relationships xmlns="http://schemas.openxmlformats.org/package/2006/relationships"><Relationship Id="rId8" Type="http://schemas.openxmlformats.org/officeDocument/2006/relationships/image" Target="../media/image204.png"/><Relationship Id="rId3" Type="http://schemas.openxmlformats.org/officeDocument/2006/relationships/image" Target="../media/image200.png"/><Relationship Id="rId7" Type="http://schemas.openxmlformats.org/officeDocument/2006/relationships/image" Target="../media/image20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02.png"/><Relationship Id="rId5" Type="http://schemas.openxmlformats.org/officeDocument/2006/relationships/image" Target="../media/image201.png"/><Relationship Id="rId4" Type="http://schemas.openxmlformats.org/officeDocument/2006/relationships/image" Target="../media/image98.png"/></Relationships>
</file>

<file path=ppt/slides/_rels/slide37.xml.rels><?xml version="1.0" encoding="UTF-8" standalone="yes"?>
<Relationships xmlns="http://schemas.openxmlformats.org/package/2006/relationships"><Relationship Id="rId8" Type="http://schemas.openxmlformats.org/officeDocument/2006/relationships/image" Target="../media/image209.png"/><Relationship Id="rId3" Type="http://schemas.openxmlformats.org/officeDocument/2006/relationships/image" Target="../media/image205.png"/><Relationship Id="rId7" Type="http://schemas.openxmlformats.org/officeDocument/2006/relationships/image" Target="../media/image208.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07.png"/><Relationship Id="rId5" Type="http://schemas.openxmlformats.org/officeDocument/2006/relationships/image" Target="../media/image206.png"/><Relationship Id="rId4" Type="http://schemas.openxmlformats.org/officeDocument/2006/relationships/image" Target="../media/image98.png"/></Relationships>
</file>

<file path=ppt/slides/_rels/slide38.xml.rels><?xml version="1.0" encoding="UTF-8" standalone="yes"?>
<Relationships xmlns="http://schemas.openxmlformats.org/package/2006/relationships"><Relationship Id="rId8" Type="http://schemas.openxmlformats.org/officeDocument/2006/relationships/image" Target="../media/image210.png"/><Relationship Id="rId3" Type="http://schemas.openxmlformats.org/officeDocument/2006/relationships/image" Target="../media/image205.png"/><Relationship Id="rId7" Type="http://schemas.openxmlformats.org/officeDocument/2006/relationships/image" Target="../media/image20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07.png"/><Relationship Id="rId5" Type="http://schemas.openxmlformats.org/officeDocument/2006/relationships/image" Target="../media/image206.png"/><Relationship Id="rId4" Type="http://schemas.openxmlformats.org/officeDocument/2006/relationships/image" Target="../media/image98.png"/><Relationship Id="rId9" Type="http://schemas.openxmlformats.org/officeDocument/2006/relationships/image" Target="../media/image211.png"/></Relationships>
</file>

<file path=ppt/slides/_rels/slide39.xml.rels><?xml version="1.0" encoding="UTF-8" standalone="yes"?>
<Relationships xmlns="http://schemas.openxmlformats.org/package/2006/relationships"><Relationship Id="rId8" Type="http://schemas.openxmlformats.org/officeDocument/2006/relationships/image" Target="../media/image216.png"/><Relationship Id="rId13" Type="http://schemas.openxmlformats.org/officeDocument/2006/relationships/image" Target="../media/image221.png"/><Relationship Id="rId18" Type="http://schemas.openxmlformats.org/officeDocument/2006/relationships/image" Target="../media/image226.png"/><Relationship Id="rId3" Type="http://schemas.openxmlformats.org/officeDocument/2006/relationships/image" Target="../media/image212.png"/><Relationship Id="rId21" Type="http://schemas.openxmlformats.org/officeDocument/2006/relationships/image" Target="../media/image229.png"/><Relationship Id="rId7" Type="http://schemas.openxmlformats.org/officeDocument/2006/relationships/image" Target="../media/image215.png"/><Relationship Id="rId12" Type="http://schemas.openxmlformats.org/officeDocument/2006/relationships/image" Target="../media/image220.png"/><Relationship Id="rId17" Type="http://schemas.openxmlformats.org/officeDocument/2006/relationships/image" Target="../media/image225.png"/><Relationship Id="rId2" Type="http://schemas.openxmlformats.org/officeDocument/2006/relationships/notesSlide" Target="../notesSlides/notesSlide7.xml"/><Relationship Id="rId16" Type="http://schemas.openxmlformats.org/officeDocument/2006/relationships/image" Target="../media/image224.png"/><Relationship Id="rId20" Type="http://schemas.openxmlformats.org/officeDocument/2006/relationships/image" Target="../media/image228.png"/><Relationship Id="rId1" Type="http://schemas.openxmlformats.org/officeDocument/2006/relationships/slideLayout" Target="../slideLayouts/slideLayout7.xml"/><Relationship Id="rId6" Type="http://schemas.openxmlformats.org/officeDocument/2006/relationships/image" Target="../media/image214.png"/><Relationship Id="rId11" Type="http://schemas.openxmlformats.org/officeDocument/2006/relationships/image" Target="../media/image219.png"/><Relationship Id="rId5" Type="http://schemas.openxmlformats.org/officeDocument/2006/relationships/image" Target="../media/image213.png"/><Relationship Id="rId15" Type="http://schemas.openxmlformats.org/officeDocument/2006/relationships/image" Target="../media/image223.png"/><Relationship Id="rId10" Type="http://schemas.openxmlformats.org/officeDocument/2006/relationships/image" Target="../media/image218.png"/><Relationship Id="rId19" Type="http://schemas.openxmlformats.org/officeDocument/2006/relationships/image" Target="../media/image227.png"/><Relationship Id="rId4" Type="http://schemas.openxmlformats.org/officeDocument/2006/relationships/image" Target="../media/image98.png"/><Relationship Id="rId9" Type="http://schemas.openxmlformats.org/officeDocument/2006/relationships/image" Target="../media/image217.png"/><Relationship Id="rId14" Type="http://schemas.openxmlformats.org/officeDocument/2006/relationships/image" Target="../media/image222.png"/></Relationships>
</file>

<file path=ppt/slides/_rels/slide40.xml.rels><?xml version="1.0" encoding="UTF-8" standalone="yes"?>
<Relationships xmlns="http://schemas.openxmlformats.org/package/2006/relationships"><Relationship Id="rId8" Type="http://schemas.openxmlformats.org/officeDocument/2006/relationships/image" Target="../media/image216.png"/><Relationship Id="rId13" Type="http://schemas.openxmlformats.org/officeDocument/2006/relationships/image" Target="../media/image221.png"/><Relationship Id="rId18" Type="http://schemas.openxmlformats.org/officeDocument/2006/relationships/image" Target="../media/image226.png"/><Relationship Id="rId3" Type="http://schemas.openxmlformats.org/officeDocument/2006/relationships/image" Target="../media/image212.png"/><Relationship Id="rId21" Type="http://schemas.openxmlformats.org/officeDocument/2006/relationships/image" Target="../media/image229.png"/><Relationship Id="rId7" Type="http://schemas.openxmlformats.org/officeDocument/2006/relationships/image" Target="../media/image215.png"/><Relationship Id="rId12" Type="http://schemas.openxmlformats.org/officeDocument/2006/relationships/image" Target="../media/image220.png"/><Relationship Id="rId17" Type="http://schemas.openxmlformats.org/officeDocument/2006/relationships/image" Target="../media/image225.png"/><Relationship Id="rId2" Type="http://schemas.openxmlformats.org/officeDocument/2006/relationships/notesSlide" Target="../notesSlides/notesSlide8.xml"/><Relationship Id="rId16" Type="http://schemas.openxmlformats.org/officeDocument/2006/relationships/image" Target="../media/image224.png"/><Relationship Id="rId20" Type="http://schemas.openxmlformats.org/officeDocument/2006/relationships/image" Target="../media/image228.png"/><Relationship Id="rId1" Type="http://schemas.openxmlformats.org/officeDocument/2006/relationships/slideLayout" Target="../slideLayouts/slideLayout7.xml"/><Relationship Id="rId6" Type="http://schemas.openxmlformats.org/officeDocument/2006/relationships/image" Target="../media/image214.png"/><Relationship Id="rId11" Type="http://schemas.openxmlformats.org/officeDocument/2006/relationships/image" Target="../media/image219.png"/><Relationship Id="rId5" Type="http://schemas.openxmlformats.org/officeDocument/2006/relationships/image" Target="../media/image213.png"/><Relationship Id="rId15" Type="http://schemas.openxmlformats.org/officeDocument/2006/relationships/image" Target="../media/image223.png"/><Relationship Id="rId10" Type="http://schemas.openxmlformats.org/officeDocument/2006/relationships/image" Target="../media/image218.png"/><Relationship Id="rId19" Type="http://schemas.openxmlformats.org/officeDocument/2006/relationships/image" Target="../media/image227.png"/><Relationship Id="rId4" Type="http://schemas.openxmlformats.org/officeDocument/2006/relationships/image" Target="../media/image98.png"/><Relationship Id="rId9" Type="http://schemas.openxmlformats.org/officeDocument/2006/relationships/image" Target="../media/image217.png"/><Relationship Id="rId14" Type="http://schemas.openxmlformats.org/officeDocument/2006/relationships/image" Target="../media/image222.png"/><Relationship Id="rId22" Type="http://schemas.openxmlformats.org/officeDocument/2006/relationships/image" Target="../media/image230.png"/></Relationships>
</file>

<file path=ppt/slides/_rels/slide41.xml.rels><?xml version="1.0" encoding="UTF-8" standalone="yes"?>
<Relationships xmlns="http://schemas.openxmlformats.org/package/2006/relationships"><Relationship Id="rId8" Type="http://schemas.openxmlformats.org/officeDocument/2006/relationships/image" Target="../media/image236.png"/><Relationship Id="rId3" Type="http://schemas.openxmlformats.org/officeDocument/2006/relationships/image" Target="../media/image231.png"/><Relationship Id="rId7" Type="http://schemas.openxmlformats.org/officeDocument/2006/relationships/image" Target="../media/image235.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34.png"/><Relationship Id="rId5" Type="http://schemas.openxmlformats.org/officeDocument/2006/relationships/image" Target="../media/image233.png"/><Relationship Id="rId4" Type="http://schemas.openxmlformats.org/officeDocument/2006/relationships/image" Target="../media/image232.png"/></Relationships>
</file>

<file path=ppt/slides/_rels/slide42.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239.png"/><Relationship Id="rId7" Type="http://schemas.openxmlformats.org/officeDocument/2006/relationships/image" Target="../media/image243.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42.png"/><Relationship Id="rId5" Type="http://schemas.openxmlformats.org/officeDocument/2006/relationships/image" Target="../media/image99.png"/><Relationship Id="rId4" Type="http://schemas.openxmlformats.org/officeDocument/2006/relationships/image" Target="../media/image240.png"/></Relationships>
</file>

<file path=ppt/slides/_rels/slide43.xml.rels><?xml version="1.0" encoding="UTF-8" standalone="yes"?>
<Relationships xmlns="http://schemas.openxmlformats.org/package/2006/relationships"><Relationship Id="rId3" Type="http://schemas.openxmlformats.org/officeDocument/2006/relationships/image" Target="../media/image245.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00.png"/><Relationship Id="rId4" Type="http://schemas.openxmlformats.org/officeDocument/2006/relationships/image" Target="../media/image246.png"/></Relationships>
</file>

<file path=ppt/slides/_rels/slide4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49.png"/><Relationship Id="rId5" Type="http://schemas.openxmlformats.org/officeDocument/2006/relationships/image" Target="../media/image248.png"/><Relationship Id="rId4" Type="http://schemas.openxmlformats.org/officeDocument/2006/relationships/image" Target="../media/image247.png"/></Relationships>
</file>

<file path=ppt/slides/_rels/slide4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51.png"/><Relationship Id="rId4" Type="http://schemas.openxmlformats.org/officeDocument/2006/relationships/image" Target="../media/image250.png"/></Relationships>
</file>

<file path=ppt/slides/_rels/slide46.xml.rels><?xml version="1.0" encoding="UTF-8" standalone="yes"?>
<Relationships xmlns="http://schemas.openxmlformats.org/package/2006/relationships"><Relationship Id="rId8" Type="http://schemas.openxmlformats.org/officeDocument/2006/relationships/image" Target="../media/image257.png"/><Relationship Id="rId13" Type="http://schemas.openxmlformats.org/officeDocument/2006/relationships/image" Target="../media/image860.png"/><Relationship Id="rId3" Type="http://schemas.openxmlformats.org/officeDocument/2006/relationships/image" Target="../media/image252.png"/><Relationship Id="rId7" Type="http://schemas.openxmlformats.org/officeDocument/2006/relationships/image" Target="../media/image256.png"/><Relationship Id="rId12" Type="http://schemas.openxmlformats.org/officeDocument/2006/relationships/image" Target="../media/image850.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55.png"/><Relationship Id="rId11" Type="http://schemas.openxmlformats.org/officeDocument/2006/relationships/image" Target="../media/image840.png"/><Relationship Id="rId5" Type="http://schemas.openxmlformats.org/officeDocument/2006/relationships/image" Target="../media/image254.png"/><Relationship Id="rId15" Type="http://schemas.openxmlformats.org/officeDocument/2006/relationships/image" Target="../media/image880.png"/><Relationship Id="rId10" Type="http://schemas.openxmlformats.org/officeDocument/2006/relationships/image" Target="../media/image830.png"/><Relationship Id="rId4" Type="http://schemas.openxmlformats.org/officeDocument/2006/relationships/image" Target="../media/image253.png"/><Relationship Id="rId9" Type="http://schemas.openxmlformats.org/officeDocument/2006/relationships/image" Target="../media/image258.png"/><Relationship Id="rId14" Type="http://schemas.openxmlformats.org/officeDocument/2006/relationships/image" Target="../media/image871.png"/></Relationships>
</file>

<file path=ppt/slides/_rels/slide47.xml.rels><?xml version="1.0" encoding="UTF-8" standalone="yes"?>
<Relationships xmlns="http://schemas.openxmlformats.org/package/2006/relationships"><Relationship Id="rId8" Type="http://schemas.openxmlformats.org/officeDocument/2006/relationships/image" Target="../media/image257.png"/><Relationship Id="rId13" Type="http://schemas.openxmlformats.org/officeDocument/2006/relationships/image" Target="../media/image262.png"/><Relationship Id="rId3" Type="http://schemas.openxmlformats.org/officeDocument/2006/relationships/image" Target="../media/image252.png"/><Relationship Id="rId7" Type="http://schemas.openxmlformats.org/officeDocument/2006/relationships/image" Target="../media/image256.png"/><Relationship Id="rId12" Type="http://schemas.openxmlformats.org/officeDocument/2006/relationships/image" Target="../media/image261.png"/><Relationship Id="rId17" Type="http://schemas.openxmlformats.org/officeDocument/2006/relationships/image" Target="../media/image268.png"/><Relationship Id="rId2" Type="http://schemas.openxmlformats.org/officeDocument/2006/relationships/notesSlide" Target="../notesSlides/notesSlide15.xml"/><Relationship Id="rId16" Type="http://schemas.openxmlformats.org/officeDocument/2006/relationships/image" Target="../media/image267.png"/><Relationship Id="rId1" Type="http://schemas.openxmlformats.org/officeDocument/2006/relationships/slideLayout" Target="../slideLayouts/slideLayout7.xml"/><Relationship Id="rId6" Type="http://schemas.openxmlformats.org/officeDocument/2006/relationships/image" Target="../media/image255.png"/><Relationship Id="rId11" Type="http://schemas.openxmlformats.org/officeDocument/2006/relationships/image" Target="../media/image260.png"/><Relationship Id="rId5" Type="http://schemas.openxmlformats.org/officeDocument/2006/relationships/image" Target="../media/image254.png"/><Relationship Id="rId15" Type="http://schemas.openxmlformats.org/officeDocument/2006/relationships/image" Target="../media/image266.png"/><Relationship Id="rId10" Type="http://schemas.openxmlformats.org/officeDocument/2006/relationships/image" Target="../media/image259.png"/><Relationship Id="rId4" Type="http://schemas.openxmlformats.org/officeDocument/2006/relationships/image" Target="../media/image253.png"/><Relationship Id="rId9" Type="http://schemas.openxmlformats.org/officeDocument/2006/relationships/image" Target="../media/image258.png"/><Relationship Id="rId14" Type="http://schemas.openxmlformats.org/officeDocument/2006/relationships/image" Target="../media/image265.png"/></Relationships>
</file>

<file path=ppt/slides/_rels/slide48.xml.rels><?xml version="1.0" encoding="UTF-8" standalone="yes"?>
<Relationships xmlns="http://schemas.openxmlformats.org/package/2006/relationships"><Relationship Id="rId8" Type="http://schemas.openxmlformats.org/officeDocument/2006/relationships/image" Target="../media/image272.png"/><Relationship Id="rId13" Type="http://schemas.openxmlformats.org/officeDocument/2006/relationships/image" Target="../media/image277.png"/><Relationship Id="rId18" Type="http://schemas.openxmlformats.org/officeDocument/2006/relationships/image" Target="../media/image282.png"/><Relationship Id="rId3" Type="http://schemas.openxmlformats.org/officeDocument/2006/relationships/image" Target="../media/image252.png"/><Relationship Id="rId21" Type="http://schemas.openxmlformats.org/officeDocument/2006/relationships/image" Target="../media/image285.png"/><Relationship Id="rId7" Type="http://schemas.openxmlformats.org/officeDocument/2006/relationships/image" Target="../media/image271.png"/><Relationship Id="rId12" Type="http://schemas.openxmlformats.org/officeDocument/2006/relationships/image" Target="../media/image276.png"/><Relationship Id="rId17" Type="http://schemas.openxmlformats.org/officeDocument/2006/relationships/image" Target="../media/image281.png"/><Relationship Id="rId2" Type="http://schemas.openxmlformats.org/officeDocument/2006/relationships/notesSlide" Target="../notesSlides/notesSlide16.xml"/><Relationship Id="rId16" Type="http://schemas.openxmlformats.org/officeDocument/2006/relationships/image" Target="../media/image280.png"/><Relationship Id="rId20" Type="http://schemas.openxmlformats.org/officeDocument/2006/relationships/image" Target="../media/image284.png"/><Relationship Id="rId1" Type="http://schemas.openxmlformats.org/officeDocument/2006/relationships/slideLayout" Target="../slideLayouts/slideLayout7.xml"/><Relationship Id="rId6" Type="http://schemas.openxmlformats.org/officeDocument/2006/relationships/image" Target="../media/image270.png"/><Relationship Id="rId11" Type="http://schemas.openxmlformats.org/officeDocument/2006/relationships/image" Target="../media/image275.png"/><Relationship Id="rId5" Type="http://schemas.openxmlformats.org/officeDocument/2006/relationships/image" Target="../media/image269.png"/><Relationship Id="rId15" Type="http://schemas.openxmlformats.org/officeDocument/2006/relationships/image" Target="../media/image279.png"/><Relationship Id="rId10" Type="http://schemas.openxmlformats.org/officeDocument/2006/relationships/image" Target="../media/image274.png"/><Relationship Id="rId19" Type="http://schemas.openxmlformats.org/officeDocument/2006/relationships/image" Target="../media/image283.png"/><Relationship Id="rId4" Type="http://schemas.openxmlformats.org/officeDocument/2006/relationships/image" Target="../media/image253.png"/><Relationship Id="rId9" Type="http://schemas.openxmlformats.org/officeDocument/2006/relationships/image" Target="../media/image273.png"/><Relationship Id="rId14" Type="http://schemas.openxmlformats.org/officeDocument/2006/relationships/image" Target="../media/image278.png"/><Relationship Id="rId22" Type="http://schemas.openxmlformats.org/officeDocument/2006/relationships/image" Target="../media/image286.png"/></Relationships>
</file>

<file path=ppt/slides/_rels/slide49.xml.rels><?xml version="1.0" encoding="UTF-8" standalone="yes"?>
<Relationships xmlns="http://schemas.openxmlformats.org/package/2006/relationships"><Relationship Id="rId117" Type="http://schemas.openxmlformats.org/officeDocument/2006/relationships/customXml" Target="../ink/ink51.xml"/><Relationship Id="rId671" Type="http://schemas.openxmlformats.org/officeDocument/2006/relationships/customXml" Target="../ink/ink330.xml"/><Relationship Id="rId769" Type="http://schemas.openxmlformats.org/officeDocument/2006/relationships/customXml" Target="../ink/ink379.xml"/><Relationship Id="rId21" Type="http://schemas.openxmlformats.org/officeDocument/2006/relationships/customXml" Target="../ink/ink3.xml"/><Relationship Id="rId324" Type="http://schemas.openxmlformats.org/officeDocument/2006/relationships/image" Target="../media/image441.png"/><Relationship Id="rId531" Type="http://schemas.openxmlformats.org/officeDocument/2006/relationships/customXml" Target="../ink/ink260.xml"/><Relationship Id="rId629" Type="http://schemas.openxmlformats.org/officeDocument/2006/relationships/customXml" Target="../ink/ink309.xml"/><Relationship Id="rId170" Type="http://schemas.openxmlformats.org/officeDocument/2006/relationships/image" Target="../media/image364.png"/><Relationship Id="rId836" Type="http://schemas.openxmlformats.org/officeDocument/2006/relationships/image" Target="../media/image695.png"/><Relationship Id="rId268" Type="http://schemas.openxmlformats.org/officeDocument/2006/relationships/image" Target="../media/image413.png"/><Relationship Id="rId475" Type="http://schemas.openxmlformats.org/officeDocument/2006/relationships/customXml" Target="../ink/ink232.xml"/><Relationship Id="rId682" Type="http://schemas.openxmlformats.org/officeDocument/2006/relationships/image" Target="../media/image618.png"/><Relationship Id="rId903" Type="http://schemas.openxmlformats.org/officeDocument/2006/relationships/customXml" Target="../ink/ink446.xml"/><Relationship Id="rId32" Type="http://schemas.openxmlformats.org/officeDocument/2006/relationships/image" Target="../media/image295.png"/><Relationship Id="rId128" Type="http://schemas.openxmlformats.org/officeDocument/2006/relationships/image" Target="../media/image343.png"/><Relationship Id="rId335" Type="http://schemas.openxmlformats.org/officeDocument/2006/relationships/customXml" Target="../ink/ink160.xml"/><Relationship Id="rId542" Type="http://schemas.openxmlformats.org/officeDocument/2006/relationships/image" Target="../media/image548.png"/><Relationship Id="rId181" Type="http://schemas.openxmlformats.org/officeDocument/2006/relationships/customXml" Target="../ink/ink83.xml"/><Relationship Id="rId402" Type="http://schemas.openxmlformats.org/officeDocument/2006/relationships/customXml" Target="../ink/ink195.xml"/><Relationship Id="rId847" Type="http://schemas.openxmlformats.org/officeDocument/2006/relationships/customXml" Target="../ink/ink418.xml"/><Relationship Id="rId279" Type="http://schemas.openxmlformats.org/officeDocument/2006/relationships/customXml" Target="../ink/ink132.xml"/><Relationship Id="rId486" Type="http://schemas.openxmlformats.org/officeDocument/2006/relationships/image" Target="../media/image520.png"/><Relationship Id="rId693" Type="http://schemas.openxmlformats.org/officeDocument/2006/relationships/customXml" Target="../ink/ink341.xml"/><Relationship Id="rId707" Type="http://schemas.openxmlformats.org/officeDocument/2006/relationships/customXml" Target="../ink/ink348.xml"/><Relationship Id="rId43" Type="http://schemas.openxmlformats.org/officeDocument/2006/relationships/customXml" Target="../ink/ink14.xml"/><Relationship Id="rId139" Type="http://schemas.openxmlformats.org/officeDocument/2006/relationships/customXml" Target="../ink/ink62.xml"/><Relationship Id="rId346" Type="http://schemas.openxmlformats.org/officeDocument/2006/relationships/image" Target="../media/image452.png"/><Relationship Id="rId553" Type="http://schemas.openxmlformats.org/officeDocument/2006/relationships/customXml" Target="../ink/ink271.xml"/><Relationship Id="rId760" Type="http://schemas.openxmlformats.org/officeDocument/2006/relationships/image" Target="../media/image657.png"/><Relationship Id="rId192" Type="http://schemas.openxmlformats.org/officeDocument/2006/relationships/image" Target="../media/image375.png"/><Relationship Id="rId206" Type="http://schemas.openxmlformats.org/officeDocument/2006/relationships/image" Target="../media/image382.png"/><Relationship Id="rId413" Type="http://schemas.openxmlformats.org/officeDocument/2006/relationships/image" Target="../media/image484.png"/><Relationship Id="rId858" Type="http://schemas.openxmlformats.org/officeDocument/2006/relationships/image" Target="../media/image706.png"/><Relationship Id="rId497" Type="http://schemas.openxmlformats.org/officeDocument/2006/relationships/customXml" Target="../ink/ink243.xml"/><Relationship Id="rId620" Type="http://schemas.openxmlformats.org/officeDocument/2006/relationships/image" Target="../media/image587.png"/><Relationship Id="rId718" Type="http://schemas.openxmlformats.org/officeDocument/2006/relationships/image" Target="../media/image636.png"/><Relationship Id="rId357" Type="http://schemas.openxmlformats.org/officeDocument/2006/relationships/customXml" Target="../ink/ink171.xml"/><Relationship Id="rId54" Type="http://schemas.openxmlformats.org/officeDocument/2006/relationships/image" Target="../media/image306.png"/><Relationship Id="rId217" Type="http://schemas.openxmlformats.org/officeDocument/2006/relationships/customXml" Target="../ink/ink101.xml"/><Relationship Id="rId564" Type="http://schemas.openxmlformats.org/officeDocument/2006/relationships/image" Target="../media/image559.png"/><Relationship Id="rId771" Type="http://schemas.openxmlformats.org/officeDocument/2006/relationships/customXml" Target="../ink/ink380.xml"/><Relationship Id="rId869" Type="http://schemas.openxmlformats.org/officeDocument/2006/relationships/customXml" Target="../ink/ink429.xml"/><Relationship Id="rId424" Type="http://schemas.openxmlformats.org/officeDocument/2006/relationships/customXml" Target="../ink/ink206.xml"/><Relationship Id="rId631" Type="http://schemas.openxmlformats.org/officeDocument/2006/relationships/customXml" Target="../ink/ink310.xml"/><Relationship Id="rId729" Type="http://schemas.openxmlformats.org/officeDocument/2006/relationships/customXml" Target="../ink/ink359.xml"/><Relationship Id="rId270" Type="http://schemas.openxmlformats.org/officeDocument/2006/relationships/image" Target="../media/image414.png"/><Relationship Id="rId65" Type="http://schemas.openxmlformats.org/officeDocument/2006/relationships/customXml" Target="../ink/ink25.xml"/><Relationship Id="rId130" Type="http://schemas.openxmlformats.org/officeDocument/2006/relationships/image" Target="../media/image344.png"/><Relationship Id="rId368" Type="http://schemas.openxmlformats.org/officeDocument/2006/relationships/image" Target="../media/image463.png"/><Relationship Id="rId575" Type="http://schemas.openxmlformats.org/officeDocument/2006/relationships/customXml" Target="../ink/ink282.xml"/><Relationship Id="rId782" Type="http://schemas.openxmlformats.org/officeDocument/2006/relationships/image" Target="../media/image668.png"/><Relationship Id="rId228" Type="http://schemas.openxmlformats.org/officeDocument/2006/relationships/image" Target="../media/image393.png"/><Relationship Id="rId435" Type="http://schemas.openxmlformats.org/officeDocument/2006/relationships/image" Target="../media/image495.png"/><Relationship Id="rId642" Type="http://schemas.openxmlformats.org/officeDocument/2006/relationships/image" Target="../media/image598.png"/><Relationship Id="rId281" Type="http://schemas.openxmlformats.org/officeDocument/2006/relationships/customXml" Target="../ink/ink133.xml"/><Relationship Id="rId502" Type="http://schemas.openxmlformats.org/officeDocument/2006/relationships/image" Target="../media/image528.png"/><Relationship Id="rId76" Type="http://schemas.openxmlformats.org/officeDocument/2006/relationships/image" Target="../media/image317.png"/><Relationship Id="rId141" Type="http://schemas.openxmlformats.org/officeDocument/2006/relationships/customXml" Target="../ink/ink63.xml"/><Relationship Id="rId379" Type="http://schemas.openxmlformats.org/officeDocument/2006/relationships/image" Target="../media/image467.png"/><Relationship Id="rId586" Type="http://schemas.openxmlformats.org/officeDocument/2006/relationships/image" Target="../media/image570.png"/><Relationship Id="rId793" Type="http://schemas.openxmlformats.org/officeDocument/2006/relationships/customXml" Target="../ink/ink391.xml"/><Relationship Id="rId807" Type="http://schemas.openxmlformats.org/officeDocument/2006/relationships/customXml" Target="../ink/ink398.xml"/><Relationship Id="rId7" Type="http://schemas.openxmlformats.org/officeDocument/2006/relationships/image" Target="../media/image271.png"/><Relationship Id="rId239" Type="http://schemas.openxmlformats.org/officeDocument/2006/relationships/customXml" Target="../ink/ink112.xml"/><Relationship Id="rId446" Type="http://schemas.openxmlformats.org/officeDocument/2006/relationships/customXml" Target="../ink/ink217.xml"/><Relationship Id="rId653" Type="http://schemas.openxmlformats.org/officeDocument/2006/relationships/customXml" Target="../ink/ink321.xml"/><Relationship Id="rId292" Type="http://schemas.openxmlformats.org/officeDocument/2006/relationships/image" Target="../media/image425.png"/><Relationship Id="rId306" Type="http://schemas.openxmlformats.org/officeDocument/2006/relationships/image" Target="../media/image432.png"/><Relationship Id="rId860" Type="http://schemas.openxmlformats.org/officeDocument/2006/relationships/image" Target="../media/image707.png"/><Relationship Id="rId87" Type="http://schemas.openxmlformats.org/officeDocument/2006/relationships/customXml" Target="../ink/ink36.xml"/><Relationship Id="rId513" Type="http://schemas.openxmlformats.org/officeDocument/2006/relationships/customXml" Target="../ink/ink251.xml"/><Relationship Id="rId597" Type="http://schemas.openxmlformats.org/officeDocument/2006/relationships/customXml" Target="../ink/ink293.xml"/><Relationship Id="rId720" Type="http://schemas.openxmlformats.org/officeDocument/2006/relationships/image" Target="../media/image637.png"/><Relationship Id="rId818" Type="http://schemas.openxmlformats.org/officeDocument/2006/relationships/image" Target="../media/image686.png"/><Relationship Id="rId152" Type="http://schemas.openxmlformats.org/officeDocument/2006/relationships/image" Target="../media/image355.png"/><Relationship Id="rId457" Type="http://schemas.openxmlformats.org/officeDocument/2006/relationships/customXml" Target="../ink/ink223.xml"/><Relationship Id="rId664" Type="http://schemas.openxmlformats.org/officeDocument/2006/relationships/image" Target="../media/image609.png"/><Relationship Id="rId871" Type="http://schemas.openxmlformats.org/officeDocument/2006/relationships/customXml" Target="../ink/ink430.xml"/><Relationship Id="rId14" Type="http://schemas.openxmlformats.org/officeDocument/2006/relationships/image" Target="../media/image278.png"/><Relationship Id="rId317" Type="http://schemas.openxmlformats.org/officeDocument/2006/relationships/customXml" Target="../ink/ink151.xml"/><Relationship Id="rId524" Type="http://schemas.openxmlformats.org/officeDocument/2006/relationships/image" Target="../media/image539.png"/><Relationship Id="rId731" Type="http://schemas.openxmlformats.org/officeDocument/2006/relationships/customXml" Target="../ink/ink360.xml"/><Relationship Id="rId98" Type="http://schemas.openxmlformats.org/officeDocument/2006/relationships/image" Target="../media/image328.png"/><Relationship Id="rId163" Type="http://schemas.openxmlformats.org/officeDocument/2006/relationships/customXml" Target="../ink/ink74.xml"/><Relationship Id="rId370" Type="http://schemas.openxmlformats.org/officeDocument/2006/relationships/image" Target="../media/image464.png"/><Relationship Id="rId829" Type="http://schemas.openxmlformats.org/officeDocument/2006/relationships/customXml" Target="../ink/ink409.xml"/><Relationship Id="rId230" Type="http://schemas.openxmlformats.org/officeDocument/2006/relationships/image" Target="../media/image394.png"/><Relationship Id="rId468" Type="http://schemas.openxmlformats.org/officeDocument/2006/relationships/image" Target="../media/image511.png"/><Relationship Id="rId675" Type="http://schemas.openxmlformats.org/officeDocument/2006/relationships/customXml" Target="../ink/ink332.xml"/><Relationship Id="rId882" Type="http://schemas.openxmlformats.org/officeDocument/2006/relationships/image" Target="../media/image718.png"/><Relationship Id="rId25" Type="http://schemas.openxmlformats.org/officeDocument/2006/relationships/customXml" Target="../ink/ink5.xml"/><Relationship Id="rId328" Type="http://schemas.openxmlformats.org/officeDocument/2006/relationships/image" Target="../media/image443.png"/><Relationship Id="rId535" Type="http://schemas.openxmlformats.org/officeDocument/2006/relationships/customXml" Target="../ink/ink262.xml"/><Relationship Id="rId742" Type="http://schemas.openxmlformats.org/officeDocument/2006/relationships/image" Target="../media/image648.png"/><Relationship Id="rId174" Type="http://schemas.openxmlformats.org/officeDocument/2006/relationships/image" Target="../media/image366.png"/><Relationship Id="rId381" Type="http://schemas.openxmlformats.org/officeDocument/2006/relationships/image" Target="../media/image468.png"/><Relationship Id="rId602" Type="http://schemas.openxmlformats.org/officeDocument/2006/relationships/image" Target="../media/image578.png"/><Relationship Id="rId241" Type="http://schemas.openxmlformats.org/officeDocument/2006/relationships/customXml" Target="../ink/ink113.xml"/><Relationship Id="rId479" Type="http://schemas.openxmlformats.org/officeDocument/2006/relationships/customXml" Target="../ink/ink234.xml"/><Relationship Id="rId686" Type="http://schemas.openxmlformats.org/officeDocument/2006/relationships/image" Target="../media/image620.png"/><Relationship Id="rId893" Type="http://schemas.openxmlformats.org/officeDocument/2006/relationships/customXml" Target="../ink/ink441.xml"/><Relationship Id="rId907" Type="http://schemas.openxmlformats.org/officeDocument/2006/relationships/customXml" Target="../ink/ink448.xml"/><Relationship Id="rId36" Type="http://schemas.openxmlformats.org/officeDocument/2006/relationships/image" Target="../media/image297.png"/><Relationship Id="rId339" Type="http://schemas.openxmlformats.org/officeDocument/2006/relationships/customXml" Target="../ink/ink162.xml"/><Relationship Id="rId546" Type="http://schemas.openxmlformats.org/officeDocument/2006/relationships/image" Target="../media/image550.png"/><Relationship Id="rId753" Type="http://schemas.openxmlformats.org/officeDocument/2006/relationships/customXml" Target="../ink/ink371.xml"/><Relationship Id="rId101" Type="http://schemas.openxmlformats.org/officeDocument/2006/relationships/customXml" Target="../ink/ink43.xml"/><Relationship Id="rId185" Type="http://schemas.openxmlformats.org/officeDocument/2006/relationships/customXml" Target="../ink/ink85.xml"/><Relationship Id="rId406" Type="http://schemas.openxmlformats.org/officeDocument/2006/relationships/customXml" Target="../ink/ink197.xml"/><Relationship Id="rId392" Type="http://schemas.openxmlformats.org/officeDocument/2006/relationships/customXml" Target="../ink/ink190.xml"/><Relationship Id="rId613" Type="http://schemas.openxmlformats.org/officeDocument/2006/relationships/customXml" Target="../ink/ink301.xml"/><Relationship Id="rId697" Type="http://schemas.openxmlformats.org/officeDocument/2006/relationships/customXml" Target="../ink/ink343.xml"/><Relationship Id="rId820" Type="http://schemas.openxmlformats.org/officeDocument/2006/relationships/image" Target="../media/image687.png"/><Relationship Id="rId252" Type="http://schemas.openxmlformats.org/officeDocument/2006/relationships/image" Target="../media/image405.png"/><Relationship Id="rId47" Type="http://schemas.openxmlformats.org/officeDocument/2006/relationships/customXml" Target="../ink/ink16.xml"/><Relationship Id="rId112" Type="http://schemas.openxmlformats.org/officeDocument/2006/relationships/image" Target="../media/image335.png"/><Relationship Id="rId557" Type="http://schemas.openxmlformats.org/officeDocument/2006/relationships/customXml" Target="../ink/ink273.xml"/><Relationship Id="rId764" Type="http://schemas.openxmlformats.org/officeDocument/2006/relationships/image" Target="../media/image659.png"/><Relationship Id="rId196" Type="http://schemas.openxmlformats.org/officeDocument/2006/relationships/image" Target="../media/image377.png"/><Relationship Id="rId417" Type="http://schemas.openxmlformats.org/officeDocument/2006/relationships/image" Target="../media/image486.png"/><Relationship Id="rId624" Type="http://schemas.openxmlformats.org/officeDocument/2006/relationships/image" Target="../media/image589.png"/><Relationship Id="rId831" Type="http://schemas.openxmlformats.org/officeDocument/2006/relationships/customXml" Target="../ink/ink410.xml"/><Relationship Id="rId263" Type="http://schemas.openxmlformats.org/officeDocument/2006/relationships/customXml" Target="../ink/ink124.xml"/><Relationship Id="rId470" Type="http://schemas.openxmlformats.org/officeDocument/2006/relationships/image" Target="../media/image512.png"/><Relationship Id="rId58" Type="http://schemas.openxmlformats.org/officeDocument/2006/relationships/image" Target="../media/image308.png"/><Relationship Id="rId123" Type="http://schemas.openxmlformats.org/officeDocument/2006/relationships/customXml" Target="../ink/ink54.xml"/><Relationship Id="rId330" Type="http://schemas.openxmlformats.org/officeDocument/2006/relationships/image" Target="../media/image444.png"/><Relationship Id="rId568" Type="http://schemas.openxmlformats.org/officeDocument/2006/relationships/image" Target="../media/image561.png"/><Relationship Id="rId775" Type="http://schemas.openxmlformats.org/officeDocument/2006/relationships/customXml" Target="../ink/ink382.xml"/><Relationship Id="rId428" Type="http://schemas.openxmlformats.org/officeDocument/2006/relationships/customXml" Target="../ink/ink208.xml"/><Relationship Id="rId635" Type="http://schemas.openxmlformats.org/officeDocument/2006/relationships/customXml" Target="../ink/ink312.xml"/><Relationship Id="rId842" Type="http://schemas.openxmlformats.org/officeDocument/2006/relationships/image" Target="../media/image698.png"/><Relationship Id="rId274" Type="http://schemas.openxmlformats.org/officeDocument/2006/relationships/image" Target="../media/image416.png"/><Relationship Id="rId481" Type="http://schemas.openxmlformats.org/officeDocument/2006/relationships/customXml" Target="../ink/ink235.xml"/><Relationship Id="rId702" Type="http://schemas.openxmlformats.org/officeDocument/2006/relationships/image" Target="../media/image628.png"/><Relationship Id="rId69" Type="http://schemas.openxmlformats.org/officeDocument/2006/relationships/customXml" Target="../ink/ink27.xml"/><Relationship Id="rId134" Type="http://schemas.openxmlformats.org/officeDocument/2006/relationships/image" Target="../media/image346.png"/><Relationship Id="rId579" Type="http://schemas.openxmlformats.org/officeDocument/2006/relationships/customXml" Target="../ink/ink284.xml"/><Relationship Id="rId786" Type="http://schemas.openxmlformats.org/officeDocument/2006/relationships/image" Target="../media/image670.png"/><Relationship Id="rId341" Type="http://schemas.openxmlformats.org/officeDocument/2006/relationships/customXml" Target="../ink/ink163.xml"/><Relationship Id="rId439" Type="http://schemas.openxmlformats.org/officeDocument/2006/relationships/image" Target="../media/image497.png"/><Relationship Id="rId646" Type="http://schemas.openxmlformats.org/officeDocument/2006/relationships/image" Target="../media/image600.png"/><Relationship Id="rId201" Type="http://schemas.openxmlformats.org/officeDocument/2006/relationships/customXml" Target="../ink/ink93.xml"/><Relationship Id="rId285" Type="http://schemas.openxmlformats.org/officeDocument/2006/relationships/customXml" Target="../ink/ink135.xml"/><Relationship Id="rId506" Type="http://schemas.openxmlformats.org/officeDocument/2006/relationships/image" Target="../media/image530.png"/><Relationship Id="rId853" Type="http://schemas.openxmlformats.org/officeDocument/2006/relationships/customXml" Target="../ink/ink421.xml"/><Relationship Id="rId492" Type="http://schemas.openxmlformats.org/officeDocument/2006/relationships/image" Target="../media/image523.png"/><Relationship Id="rId713" Type="http://schemas.openxmlformats.org/officeDocument/2006/relationships/customXml" Target="../ink/ink351.xml"/><Relationship Id="rId797" Type="http://schemas.openxmlformats.org/officeDocument/2006/relationships/customXml" Target="../ink/ink393.xml"/><Relationship Id="rId145" Type="http://schemas.openxmlformats.org/officeDocument/2006/relationships/customXml" Target="../ink/ink65.xml"/><Relationship Id="rId352" Type="http://schemas.openxmlformats.org/officeDocument/2006/relationships/image" Target="../media/image455.png"/><Relationship Id="rId212" Type="http://schemas.openxmlformats.org/officeDocument/2006/relationships/image" Target="../media/image385.png"/><Relationship Id="rId657" Type="http://schemas.openxmlformats.org/officeDocument/2006/relationships/customXml" Target="../ink/ink323.xml"/><Relationship Id="rId864" Type="http://schemas.openxmlformats.org/officeDocument/2006/relationships/image" Target="../media/image709.png"/><Relationship Id="rId296" Type="http://schemas.openxmlformats.org/officeDocument/2006/relationships/image" Target="../media/image427.png"/><Relationship Id="rId517" Type="http://schemas.openxmlformats.org/officeDocument/2006/relationships/customXml" Target="../ink/ink253.xml"/><Relationship Id="rId724" Type="http://schemas.openxmlformats.org/officeDocument/2006/relationships/image" Target="../media/image639.png"/><Relationship Id="rId60" Type="http://schemas.openxmlformats.org/officeDocument/2006/relationships/image" Target="../media/image309.png"/><Relationship Id="rId156" Type="http://schemas.openxmlformats.org/officeDocument/2006/relationships/image" Target="../media/image357.png"/><Relationship Id="rId363" Type="http://schemas.openxmlformats.org/officeDocument/2006/relationships/customXml" Target="../ink/ink174.xml"/><Relationship Id="rId570" Type="http://schemas.openxmlformats.org/officeDocument/2006/relationships/image" Target="../media/image562.png"/><Relationship Id="rId223" Type="http://schemas.openxmlformats.org/officeDocument/2006/relationships/customXml" Target="../ink/ink104.xml"/><Relationship Id="rId430" Type="http://schemas.openxmlformats.org/officeDocument/2006/relationships/customXml" Target="../ink/ink209.xml"/><Relationship Id="rId668" Type="http://schemas.openxmlformats.org/officeDocument/2006/relationships/image" Target="../media/image611.png"/><Relationship Id="rId875" Type="http://schemas.openxmlformats.org/officeDocument/2006/relationships/customXml" Target="../ink/ink432.xml"/><Relationship Id="rId18" Type="http://schemas.openxmlformats.org/officeDocument/2006/relationships/image" Target="../media/image288.png"/><Relationship Id="rId528" Type="http://schemas.openxmlformats.org/officeDocument/2006/relationships/image" Target="../media/image541.png"/><Relationship Id="rId735" Type="http://schemas.openxmlformats.org/officeDocument/2006/relationships/customXml" Target="../ink/ink362.xml"/><Relationship Id="rId167" Type="http://schemas.openxmlformats.org/officeDocument/2006/relationships/customXml" Target="../ink/ink76.xml"/><Relationship Id="rId374" Type="http://schemas.openxmlformats.org/officeDocument/2006/relationships/image" Target="../media/image466.png"/><Relationship Id="rId581" Type="http://schemas.openxmlformats.org/officeDocument/2006/relationships/customXml" Target="../ink/ink285.xml"/><Relationship Id="rId71" Type="http://schemas.openxmlformats.org/officeDocument/2006/relationships/customXml" Target="../ink/ink28.xml"/><Relationship Id="rId234" Type="http://schemas.openxmlformats.org/officeDocument/2006/relationships/image" Target="../media/image396.png"/><Relationship Id="rId679" Type="http://schemas.openxmlformats.org/officeDocument/2006/relationships/customXml" Target="../ink/ink334.xml"/><Relationship Id="rId802" Type="http://schemas.openxmlformats.org/officeDocument/2006/relationships/image" Target="../media/image678.png"/><Relationship Id="rId886" Type="http://schemas.openxmlformats.org/officeDocument/2006/relationships/image" Target="../media/image720.png"/><Relationship Id="rId2" Type="http://schemas.openxmlformats.org/officeDocument/2006/relationships/notesSlide" Target="../notesSlides/notesSlide17.xml"/><Relationship Id="rId29" Type="http://schemas.openxmlformats.org/officeDocument/2006/relationships/customXml" Target="../ink/ink7.xml"/><Relationship Id="rId441" Type="http://schemas.openxmlformats.org/officeDocument/2006/relationships/image" Target="../media/image498.png"/><Relationship Id="rId539" Type="http://schemas.openxmlformats.org/officeDocument/2006/relationships/customXml" Target="../ink/ink264.xml"/><Relationship Id="rId746" Type="http://schemas.openxmlformats.org/officeDocument/2006/relationships/image" Target="../media/image650.png"/><Relationship Id="rId178" Type="http://schemas.openxmlformats.org/officeDocument/2006/relationships/image" Target="../media/image368.png"/><Relationship Id="rId301" Type="http://schemas.openxmlformats.org/officeDocument/2006/relationships/customXml" Target="../ink/ink143.xml"/><Relationship Id="rId82" Type="http://schemas.openxmlformats.org/officeDocument/2006/relationships/image" Target="../media/image320.png"/><Relationship Id="rId385" Type="http://schemas.openxmlformats.org/officeDocument/2006/relationships/image" Target="../media/image470.png"/><Relationship Id="rId592" Type="http://schemas.openxmlformats.org/officeDocument/2006/relationships/image" Target="../media/image573.png"/><Relationship Id="rId606" Type="http://schemas.openxmlformats.org/officeDocument/2006/relationships/image" Target="../media/image580.png"/><Relationship Id="rId813" Type="http://schemas.openxmlformats.org/officeDocument/2006/relationships/customXml" Target="../ink/ink401.xml"/><Relationship Id="rId245" Type="http://schemas.openxmlformats.org/officeDocument/2006/relationships/customXml" Target="../ink/ink115.xml"/><Relationship Id="rId452" Type="http://schemas.openxmlformats.org/officeDocument/2006/relationships/image" Target="../media/image503.png"/><Relationship Id="rId897" Type="http://schemas.openxmlformats.org/officeDocument/2006/relationships/customXml" Target="../ink/ink443.xml"/><Relationship Id="rId105" Type="http://schemas.openxmlformats.org/officeDocument/2006/relationships/customXml" Target="../ink/ink45.xml"/><Relationship Id="rId312" Type="http://schemas.openxmlformats.org/officeDocument/2006/relationships/image" Target="../media/image435.png"/><Relationship Id="rId757" Type="http://schemas.openxmlformats.org/officeDocument/2006/relationships/customXml" Target="../ink/ink373.xml"/><Relationship Id="rId93" Type="http://schemas.openxmlformats.org/officeDocument/2006/relationships/customXml" Target="../ink/ink39.xml"/><Relationship Id="rId189" Type="http://schemas.openxmlformats.org/officeDocument/2006/relationships/customXml" Target="../ink/ink87.xml"/><Relationship Id="rId396" Type="http://schemas.openxmlformats.org/officeDocument/2006/relationships/customXml" Target="../ink/ink192.xml"/><Relationship Id="rId617" Type="http://schemas.openxmlformats.org/officeDocument/2006/relationships/customXml" Target="../ink/ink303.xml"/><Relationship Id="rId824" Type="http://schemas.openxmlformats.org/officeDocument/2006/relationships/image" Target="../media/image689.png"/><Relationship Id="rId256" Type="http://schemas.openxmlformats.org/officeDocument/2006/relationships/image" Target="../media/image407.png"/><Relationship Id="rId463" Type="http://schemas.openxmlformats.org/officeDocument/2006/relationships/customXml" Target="../ink/ink226.xml"/><Relationship Id="rId670" Type="http://schemas.openxmlformats.org/officeDocument/2006/relationships/image" Target="../media/image612.png"/><Relationship Id="rId116" Type="http://schemas.openxmlformats.org/officeDocument/2006/relationships/image" Target="../media/image337.png"/><Relationship Id="rId323" Type="http://schemas.openxmlformats.org/officeDocument/2006/relationships/customXml" Target="../ink/ink154.xml"/><Relationship Id="rId530" Type="http://schemas.openxmlformats.org/officeDocument/2006/relationships/image" Target="../media/image542.png"/><Relationship Id="rId768" Type="http://schemas.openxmlformats.org/officeDocument/2006/relationships/image" Target="../media/image661.png"/><Relationship Id="rId20" Type="http://schemas.openxmlformats.org/officeDocument/2006/relationships/image" Target="../media/image289.png"/><Relationship Id="rId628" Type="http://schemas.openxmlformats.org/officeDocument/2006/relationships/image" Target="../media/image591.png"/><Relationship Id="rId835" Type="http://schemas.openxmlformats.org/officeDocument/2006/relationships/customXml" Target="../ink/ink412.xml"/><Relationship Id="rId267" Type="http://schemas.openxmlformats.org/officeDocument/2006/relationships/customXml" Target="../ink/ink126.xml"/><Relationship Id="rId474" Type="http://schemas.openxmlformats.org/officeDocument/2006/relationships/image" Target="../media/image514.png"/><Relationship Id="rId127" Type="http://schemas.openxmlformats.org/officeDocument/2006/relationships/customXml" Target="../ink/ink56.xml"/><Relationship Id="rId681" Type="http://schemas.openxmlformats.org/officeDocument/2006/relationships/customXml" Target="../ink/ink335.xml"/><Relationship Id="rId779" Type="http://schemas.openxmlformats.org/officeDocument/2006/relationships/customXml" Target="../ink/ink384.xml"/><Relationship Id="rId902" Type="http://schemas.openxmlformats.org/officeDocument/2006/relationships/image" Target="../media/image728.png"/><Relationship Id="rId31" Type="http://schemas.openxmlformats.org/officeDocument/2006/relationships/customXml" Target="../ink/ink8.xml"/><Relationship Id="rId334" Type="http://schemas.openxmlformats.org/officeDocument/2006/relationships/image" Target="../media/image446.png"/><Relationship Id="rId541" Type="http://schemas.openxmlformats.org/officeDocument/2006/relationships/customXml" Target="../ink/ink265.xml"/><Relationship Id="rId639" Type="http://schemas.openxmlformats.org/officeDocument/2006/relationships/customXml" Target="../ink/ink314.xml"/><Relationship Id="rId180" Type="http://schemas.openxmlformats.org/officeDocument/2006/relationships/image" Target="../media/image369.png"/><Relationship Id="rId278" Type="http://schemas.openxmlformats.org/officeDocument/2006/relationships/image" Target="../media/image418.png"/><Relationship Id="rId401" Type="http://schemas.openxmlformats.org/officeDocument/2006/relationships/image" Target="../media/image478.png"/><Relationship Id="rId846" Type="http://schemas.openxmlformats.org/officeDocument/2006/relationships/image" Target="../media/image700.png"/><Relationship Id="rId485" Type="http://schemas.openxmlformats.org/officeDocument/2006/relationships/customXml" Target="../ink/ink237.xml"/><Relationship Id="rId692" Type="http://schemas.openxmlformats.org/officeDocument/2006/relationships/image" Target="../media/image623.png"/><Relationship Id="rId706" Type="http://schemas.openxmlformats.org/officeDocument/2006/relationships/image" Target="../media/image630.png"/><Relationship Id="rId42" Type="http://schemas.openxmlformats.org/officeDocument/2006/relationships/image" Target="../media/image300.png"/><Relationship Id="rId138" Type="http://schemas.openxmlformats.org/officeDocument/2006/relationships/image" Target="../media/image348.png"/><Relationship Id="rId345" Type="http://schemas.openxmlformats.org/officeDocument/2006/relationships/customXml" Target="../ink/ink165.xml"/><Relationship Id="rId552" Type="http://schemas.openxmlformats.org/officeDocument/2006/relationships/image" Target="../media/image553.png"/><Relationship Id="rId191" Type="http://schemas.openxmlformats.org/officeDocument/2006/relationships/customXml" Target="../ink/ink88.xml"/><Relationship Id="rId205" Type="http://schemas.openxmlformats.org/officeDocument/2006/relationships/customXml" Target="../ink/ink95.xml"/><Relationship Id="rId412" Type="http://schemas.openxmlformats.org/officeDocument/2006/relationships/customXml" Target="../ink/ink200.xml"/><Relationship Id="rId857" Type="http://schemas.openxmlformats.org/officeDocument/2006/relationships/customXml" Target="../ink/ink423.xml"/><Relationship Id="rId289" Type="http://schemas.openxmlformats.org/officeDocument/2006/relationships/customXml" Target="../ink/ink137.xml"/><Relationship Id="rId496" Type="http://schemas.openxmlformats.org/officeDocument/2006/relationships/image" Target="../media/image525.png"/><Relationship Id="rId717" Type="http://schemas.openxmlformats.org/officeDocument/2006/relationships/customXml" Target="../ink/ink353.xml"/><Relationship Id="rId53" Type="http://schemas.openxmlformats.org/officeDocument/2006/relationships/customXml" Target="../ink/ink19.xml"/><Relationship Id="rId149" Type="http://schemas.openxmlformats.org/officeDocument/2006/relationships/customXml" Target="../ink/ink67.xml"/><Relationship Id="rId356" Type="http://schemas.openxmlformats.org/officeDocument/2006/relationships/image" Target="../media/image457.png"/><Relationship Id="rId563" Type="http://schemas.openxmlformats.org/officeDocument/2006/relationships/customXml" Target="../ink/ink276.xml"/><Relationship Id="rId770" Type="http://schemas.openxmlformats.org/officeDocument/2006/relationships/image" Target="../media/image662.png"/><Relationship Id="rId216" Type="http://schemas.openxmlformats.org/officeDocument/2006/relationships/image" Target="../media/image387.png"/><Relationship Id="rId423" Type="http://schemas.openxmlformats.org/officeDocument/2006/relationships/image" Target="../media/image489.png"/><Relationship Id="rId868" Type="http://schemas.openxmlformats.org/officeDocument/2006/relationships/image" Target="../media/image711.png"/><Relationship Id="rId630" Type="http://schemas.openxmlformats.org/officeDocument/2006/relationships/image" Target="../media/image592.png"/><Relationship Id="rId728" Type="http://schemas.openxmlformats.org/officeDocument/2006/relationships/image" Target="../media/image641.png"/><Relationship Id="rId64" Type="http://schemas.openxmlformats.org/officeDocument/2006/relationships/image" Target="../media/image311.png"/><Relationship Id="rId367" Type="http://schemas.openxmlformats.org/officeDocument/2006/relationships/customXml" Target="../ink/ink176.xml"/><Relationship Id="rId574" Type="http://schemas.openxmlformats.org/officeDocument/2006/relationships/image" Target="../media/image564.png"/><Relationship Id="rId227" Type="http://schemas.openxmlformats.org/officeDocument/2006/relationships/customXml" Target="../ink/ink106.xml"/><Relationship Id="rId781" Type="http://schemas.openxmlformats.org/officeDocument/2006/relationships/customXml" Target="../ink/ink385.xml"/><Relationship Id="rId879" Type="http://schemas.openxmlformats.org/officeDocument/2006/relationships/customXml" Target="../ink/ink434.xml"/><Relationship Id="rId434" Type="http://schemas.openxmlformats.org/officeDocument/2006/relationships/customXml" Target="../ink/ink211.xml"/><Relationship Id="rId641" Type="http://schemas.openxmlformats.org/officeDocument/2006/relationships/customXml" Target="../ink/ink315.xml"/><Relationship Id="rId739" Type="http://schemas.openxmlformats.org/officeDocument/2006/relationships/customXml" Target="../ink/ink364.xml"/><Relationship Id="rId280" Type="http://schemas.openxmlformats.org/officeDocument/2006/relationships/image" Target="../media/image419.png"/><Relationship Id="rId501" Type="http://schemas.openxmlformats.org/officeDocument/2006/relationships/customXml" Target="../ink/ink245.xml"/><Relationship Id="rId75" Type="http://schemas.openxmlformats.org/officeDocument/2006/relationships/customXml" Target="../ink/ink30.xml"/><Relationship Id="rId140" Type="http://schemas.openxmlformats.org/officeDocument/2006/relationships/image" Target="../media/image349.png"/><Relationship Id="rId378" Type="http://schemas.openxmlformats.org/officeDocument/2006/relationships/customXml" Target="../ink/ink183.xml"/><Relationship Id="rId585" Type="http://schemas.openxmlformats.org/officeDocument/2006/relationships/customXml" Target="../ink/ink287.xml"/><Relationship Id="rId792" Type="http://schemas.openxmlformats.org/officeDocument/2006/relationships/image" Target="../media/image673.png"/><Relationship Id="rId806" Type="http://schemas.openxmlformats.org/officeDocument/2006/relationships/image" Target="../media/image680.png"/><Relationship Id="rId6" Type="http://schemas.openxmlformats.org/officeDocument/2006/relationships/image" Target="../media/image270.png"/><Relationship Id="rId238" Type="http://schemas.openxmlformats.org/officeDocument/2006/relationships/image" Target="../media/image398.png"/><Relationship Id="rId445" Type="http://schemas.openxmlformats.org/officeDocument/2006/relationships/image" Target="../media/image500.png"/><Relationship Id="rId652" Type="http://schemas.openxmlformats.org/officeDocument/2006/relationships/image" Target="../media/image603.png"/><Relationship Id="rId291" Type="http://schemas.openxmlformats.org/officeDocument/2006/relationships/customXml" Target="../ink/ink138.xml"/><Relationship Id="rId305" Type="http://schemas.openxmlformats.org/officeDocument/2006/relationships/customXml" Target="../ink/ink145.xml"/><Relationship Id="rId512" Type="http://schemas.openxmlformats.org/officeDocument/2006/relationships/image" Target="../media/image533.png"/><Relationship Id="rId86" Type="http://schemas.openxmlformats.org/officeDocument/2006/relationships/image" Target="../media/image322.png"/><Relationship Id="rId151" Type="http://schemas.openxmlformats.org/officeDocument/2006/relationships/customXml" Target="../ink/ink68.xml"/><Relationship Id="rId389" Type="http://schemas.openxmlformats.org/officeDocument/2006/relationships/image" Target="../media/image472.png"/><Relationship Id="rId596" Type="http://schemas.openxmlformats.org/officeDocument/2006/relationships/image" Target="../media/image575.png"/><Relationship Id="rId817" Type="http://schemas.openxmlformats.org/officeDocument/2006/relationships/customXml" Target="../ink/ink403.xml"/><Relationship Id="rId249" Type="http://schemas.openxmlformats.org/officeDocument/2006/relationships/customXml" Target="../ink/ink117.xml"/><Relationship Id="rId456" Type="http://schemas.openxmlformats.org/officeDocument/2006/relationships/image" Target="../media/image505.png"/><Relationship Id="rId663" Type="http://schemas.openxmlformats.org/officeDocument/2006/relationships/customXml" Target="../ink/ink326.xml"/><Relationship Id="rId870" Type="http://schemas.openxmlformats.org/officeDocument/2006/relationships/image" Target="../media/image712.png"/><Relationship Id="rId13" Type="http://schemas.openxmlformats.org/officeDocument/2006/relationships/image" Target="../media/image277.png"/><Relationship Id="rId109" Type="http://schemas.openxmlformats.org/officeDocument/2006/relationships/customXml" Target="../ink/ink47.xml"/><Relationship Id="rId316" Type="http://schemas.openxmlformats.org/officeDocument/2006/relationships/image" Target="../media/image437.png"/><Relationship Id="rId523" Type="http://schemas.openxmlformats.org/officeDocument/2006/relationships/customXml" Target="../ink/ink256.xml"/><Relationship Id="rId97" Type="http://schemas.openxmlformats.org/officeDocument/2006/relationships/customXml" Target="../ink/ink41.xml"/><Relationship Id="rId730" Type="http://schemas.openxmlformats.org/officeDocument/2006/relationships/image" Target="../media/image642.png"/><Relationship Id="rId828" Type="http://schemas.openxmlformats.org/officeDocument/2006/relationships/image" Target="../media/image691.png"/><Relationship Id="rId162" Type="http://schemas.openxmlformats.org/officeDocument/2006/relationships/image" Target="../media/image360.png"/><Relationship Id="rId467" Type="http://schemas.openxmlformats.org/officeDocument/2006/relationships/customXml" Target="../ink/ink228.xml"/><Relationship Id="rId674" Type="http://schemas.openxmlformats.org/officeDocument/2006/relationships/image" Target="../media/image614.png"/><Relationship Id="rId881" Type="http://schemas.openxmlformats.org/officeDocument/2006/relationships/customXml" Target="../ink/ink435.xml"/><Relationship Id="rId24" Type="http://schemas.openxmlformats.org/officeDocument/2006/relationships/image" Target="../media/image291.png"/><Relationship Id="rId327" Type="http://schemas.openxmlformats.org/officeDocument/2006/relationships/customXml" Target="../ink/ink156.xml"/><Relationship Id="rId534" Type="http://schemas.openxmlformats.org/officeDocument/2006/relationships/image" Target="../media/image544.png"/><Relationship Id="rId741" Type="http://schemas.openxmlformats.org/officeDocument/2006/relationships/customXml" Target="../ink/ink365.xml"/><Relationship Id="rId839" Type="http://schemas.openxmlformats.org/officeDocument/2006/relationships/customXml" Target="../ink/ink414.xml"/><Relationship Id="rId173" Type="http://schemas.openxmlformats.org/officeDocument/2006/relationships/customXml" Target="../ink/ink79.xml"/><Relationship Id="rId380" Type="http://schemas.openxmlformats.org/officeDocument/2006/relationships/customXml" Target="../ink/ink184.xml"/><Relationship Id="rId601" Type="http://schemas.openxmlformats.org/officeDocument/2006/relationships/customXml" Target="../ink/ink295.xml"/><Relationship Id="rId240" Type="http://schemas.openxmlformats.org/officeDocument/2006/relationships/image" Target="../media/image399.png"/><Relationship Id="rId478" Type="http://schemas.openxmlformats.org/officeDocument/2006/relationships/image" Target="../media/image516.png"/><Relationship Id="rId685" Type="http://schemas.openxmlformats.org/officeDocument/2006/relationships/customXml" Target="../ink/ink337.xml"/><Relationship Id="rId892" Type="http://schemas.openxmlformats.org/officeDocument/2006/relationships/image" Target="../media/image723.png"/><Relationship Id="rId906" Type="http://schemas.openxmlformats.org/officeDocument/2006/relationships/image" Target="../media/image730.png"/><Relationship Id="rId35" Type="http://schemas.openxmlformats.org/officeDocument/2006/relationships/customXml" Target="../ink/ink10.xml"/><Relationship Id="rId100" Type="http://schemas.openxmlformats.org/officeDocument/2006/relationships/image" Target="../media/image329.png"/><Relationship Id="rId338" Type="http://schemas.openxmlformats.org/officeDocument/2006/relationships/image" Target="../media/image448.png"/><Relationship Id="rId545" Type="http://schemas.openxmlformats.org/officeDocument/2006/relationships/customXml" Target="../ink/ink267.xml"/><Relationship Id="rId752" Type="http://schemas.openxmlformats.org/officeDocument/2006/relationships/image" Target="../media/image653.png"/><Relationship Id="rId184" Type="http://schemas.openxmlformats.org/officeDocument/2006/relationships/image" Target="../media/image371.png"/><Relationship Id="rId391" Type="http://schemas.openxmlformats.org/officeDocument/2006/relationships/image" Target="../media/image473.png"/><Relationship Id="rId405" Type="http://schemas.openxmlformats.org/officeDocument/2006/relationships/image" Target="../media/image480.png"/><Relationship Id="rId612" Type="http://schemas.openxmlformats.org/officeDocument/2006/relationships/image" Target="../media/image583.png"/><Relationship Id="rId251" Type="http://schemas.openxmlformats.org/officeDocument/2006/relationships/customXml" Target="../ink/ink118.xml"/><Relationship Id="rId489" Type="http://schemas.openxmlformats.org/officeDocument/2006/relationships/customXml" Target="../ink/ink239.xml"/><Relationship Id="rId696" Type="http://schemas.openxmlformats.org/officeDocument/2006/relationships/image" Target="../media/image625.png"/><Relationship Id="rId46" Type="http://schemas.openxmlformats.org/officeDocument/2006/relationships/image" Target="../media/image302.png"/><Relationship Id="rId349" Type="http://schemas.openxmlformats.org/officeDocument/2006/relationships/customXml" Target="../ink/ink167.xml"/><Relationship Id="rId556" Type="http://schemas.openxmlformats.org/officeDocument/2006/relationships/image" Target="../media/image555.png"/><Relationship Id="rId763" Type="http://schemas.openxmlformats.org/officeDocument/2006/relationships/customXml" Target="../ink/ink376.xml"/><Relationship Id="rId111" Type="http://schemas.openxmlformats.org/officeDocument/2006/relationships/customXml" Target="../ink/ink48.xml"/><Relationship Id="rId195" Type="http://schemas.openxmlformats.org/officeDocument/2006/relationships/customXml" Target="../ink/ink90.xml"/><Relationship Id="rId209" Type="http://schemas.openxmlformats.org/officeDocument/2006/relationships/customXml" Target="../ink/ink97.xml"/><Relationship Id="rId416" Type="http://schemas.openxmlformats.org/officeDocument/2006/relationships/customXml" Target="../ink/ink202.xml"/><Relationship Id="rId623" Type="http://schemas.openxmlformats.org/officeDocument/2006/relationships/customXml" Target="../ink/ink306.xml"/><Relationship Id="rId830" Type="http://schemas.openxmlformats.org/officeDocument/2006/relationships/image" Target="../media/image692.png"/><Relationship Id="rId57" Type="http://schemas.openxmlformats.org/officeDocument/2006/relationships/customXml" Target="../ink/ink21.xml"/><Relationship Id="rId262" Type="http://schemas.openxmlformats.org/officeDocument/2006/relationships/image" Target="../media/image410.png"/><Relationship Id="rId567" Type="http://schemas.openxmlformats.org/officeDocument/2006/relationships/customXml" Target="../ink/ink278.xml"/><Relationship Id="rId122" Type="http://schemas.openxmlformats.org/officeDocument/2006/relationships/image" Target="../media/image340.png"/><Relationship Id="rId774" Type="http://schemas.openxmlformats.org/officeDocument/2006/relationships/image" Target="../media/image664.png"/><Relationship Id="rId427" Type="http://schemas.openxmlformats.org/officeDocument/2006/relationships/image" Target="../media/image491.png"/><Relationship Id="rId634" Type="http://schemas.openxmlformats.org/officeDocument/2006/relationships/image" Target="../media/image594.png"/><Relationship Id="rId841" Type="http://schemas.openxmlformats.org/officeDocument/2006/relationships/customXml" Target="../ink/ink415.xml"/><Relationship Id="rId273" Type="http://schemas.openxmlformats.org/officeDocument/2006/relationships/customXml" Target="../ink/ink129.xml"/><Relationship Id="rId480" Type="http://schemas.openxmlformats.org/officeDocument/2006/relationships/image" Target="../media/image517.png"/><Relationship Id="rId701" Type="http://schemas.openxmlformats.org/officeDocument/2006/relationships/customXml" Target="../ink/ink345.xml"/><Relationship Id="rId68" Type="http://schemas.openxmlformats.org/officeDocument/2006/relationships/image" Target="../media/image313.png"/><Relationship Id="rId133" Type="http://schemas.openxmlformats.org/officeDocument/2006/relationships/customXml" Target="../ink/ink59.xml"/><Relationship Id="rId340" Type="http://schemas.openxmlformats.org/officeDocument/2006/relationships/image" Target="../media/image449.png"/><Relationship Id="rId578" Type="http://schemas.openxmlformats.org/officeDocument/2006/relationships/image" Target="../media/image566.png"/><Relationship Id="rId785" Type="http://schemas.openxmlformats.org/officeDocument/2006/relationships/customXml" Target="../ink/ink387.xml"/><Relationship Id="rId200" Type="http://schemas.openxmlformats.org/officeDocument/2006/relationships/image" Target="../media/image379.png"/><Relationship Id="rId438" Type="http://schemas.openxmlformats.org/officeDocument/2006/relationships/customXml" Target="../ink/ink213.xml"/><Relationship Id="rId645" Type="http://schemas.openxmlformats.org/officeDocument/2006/relationships/customXml" Target="../ink/ink317.xml"/><Relationship Id="rId852" Type="http://schemas.openxmlformats.org/officeDocument/2006/relationships/image" Target="../media/image703.png"/><Relationship Id="rId242" Type="http://schemas.openxmlformats.org/officeDocument/2006/relationships/image" Target="../media/image400.png"/><Relationship Id="rId284" Type="http://schemas.openxmlformats.org/officeDocument/2006/relationships/image" Target="../media/image421.png"/><Relationship Id="rId491" Type="http://schemas.openxmlformats.org/officeDocument/2006/relationships/customXml" Target="../ink/ink240.xml"/><Relationship Id="rId505" Type="http://schemas.openxmlformats.org/officeDocument/2006/relationships/customXml" Target="../ink/ink247.xml"/><Relationship Id="rId712" Type="http://schemas.openxmlformats.org/officeDocument/2006/relationships/image" Target="../media/image633.png"/><Relationship Id="rId894" Type="http://schemas.openxmlformats.org/officeDocument/2006/relationships/image" Target="../media/image724.png"/><Relationship Id="rId37" Type="http://schemas.openxmlformats.org/officeDocument/2006/relationships/customXml" Target="../ink/ink11.xml"/><Relationship Id="rId79" Type="http://schemas.openxmlformats.org/officeDocument/2006/relationships/customXml" Target="../ink/ink32.xml"/><Relationship Id="rId102" Type="http://schemas.openxmlformats.org/officeDocument/2006/relationships/image" Target="../media/image330.png"/><Relationship Id="rId144" Type="http://schemas.openxmlformats.org/officeDocument/2006/relationships/image" Target="../media/image351.png"/><Relationship Id="rId547" Type="http://schemas.openxmlformats.org/officeDocument/2006/relationships/customXml" Target="../ink/ink268.xml"/><Relationship Id="rId589" Type="http://schemas.openxmlformats.org/officeDocument/2006/relationships/customXml" Target="../ink/ink289.xml"/><Relationship Id="rId754" Type="http://schemas.openxmlformats.org/officeDocument/2006/relationships/image" Target="../media/image654.png"/><Relationship Id="rId796" Type="http://schemas.openxmlformats.org/officeDocument/2006/relationships/image" Target="../media/image675.png"/><Relationship Id="rId90" Type="http://schemas.openxmlformats.org/officeDocument/2006/relationships/image" Target="../media/image324.png"/><Relationship Id="rId186" Type="http://schemas.openxmlformats.org/officeDocument/2006/relationships/image" Target="../media/image372.png"/><Relationship Id="rId351" Type="http://schemas.openxmlformats.org/officeDocument/2006/relationships/customXml" Target="../ink/ink168.xml"/><Relationship Id="rId393" Type="http://schemas.openxmlformats.org/officeDocument/2006/relationships/image" Target="../media/image474.png"/><Relationship Id="rId407" Type="http://schemas.openxmlformats.org/officeDocument/2006/relationships/image" Target="../media/image481.png"/><Relationship Id="rId449" Type="http://schemas.openxmlformats.org/officeDocument/2006/relationships/image" Target="../media/image502.png"/><Relationship Id="rId614" Type="http://schemas.openxmlformats.org/officeDocument/2006/relationships/image" Target="../media/image584.png"/><Relationship Id="rId656" Type="http://schemas.openxmlformats.org/officeDocument/2006/relationships/image" Target="../media/image605.png"/><Relationship Id="rId821" Type="http://schemas.openxmlformats.org/officeDocument/2006/relationships/customXml" Target="../ink/ink405.xml"/><Relationship Id="rId863" Type="http://schemas.openxmlformats.org/officeDocument/2006/relationships/customXml" Target="../ink/ink426.xml"/><Relationship Id="rId211" Type="http://schemas.openxmlformats.org/officeDocument/2006/relationships/customXml" Target="../ink/ink98.xml"/><Relationship Id="rId253" Type="http://schemas.openxmlformats.org/officeDocument/2006/relationships/customXml" Target="../ink/ink119.xml"/><Relationship Id="rId295" Type="http://schemas.openxmlformats.org/officeDocument/2006/relationships/customXml" Target="../ink/ink140.xml"/><Relationship Id="rId309" Type="http://schemas.openxmlformats.org/officeDocument/2006/relationships/customXml" Target="../ink/ink147.xml"/><Relationship Id="rId460" Type="http://schemas.openxmlformats.org/officeDocument/2006/relationships/image" Target="../media/image507.png"/><Relationship Id="rId516" Type="http://schemas.openxmlformats.org/officeDocument/2006/relationships/image" Target="../media/image535.png"/><Relationship Id="rId698" Type="http://schemas.openxmlformats.org/officeDocument/2006/relationships/image" Target="../media/image626.png"/><Relationship Id="rId48" Type="http://schemas.openxmlformats.org/officeDocument/2006/relationships/image" Target="../media/image303.png"/><Relationship Id="rId113" Type="http://schemas.openxmlformats.org/officeDocument/2006/relationships/customXml" Target="../ink/ink49.xml"/><Relationship Id="rId320" Type="http://schemas.openxmlformats.org/officeDocument/2006/relationships/image" Target="../media/image439.png"/><Relationship Id="rId558" Type="http://schemas.openxmlformats.org/officeDocument/2006/relationships/image" Target="../media/image556.png"/><Relationship Id="rId723" Type="http://schemas.openxmlformats.org/officeDocument/2006/relationships/customXml" Target="../ink/ink356.xml"/><Relationship Id="rId765" Type="http://schemas.openxmlformats.org/officeDocument/2006/relationships/customXml" Target="../ink/ink377.xml"/><Relationship Id="rId155" Type="http://schemas.openxmlformats.org/officeDocument/2006/relationships/customXml" Target="../ink/ink70.xml"/><Relationship Id="rId197" Type="http://schemas.openxmlformats.org/officeDocument/2006/relationships/customXml" Target="../ink/ink91.xml"/><Relationship Id="rId362" Type="http://schemas.openxmlformats.org/officeDocument/2006/relationships/image" Target="../media/image460.png"/><Relationship Id="rId418" Type="http://schemas.openxmlformats.org/officeDocument/2006/relationships/customXml" Target="../ink/ink203.xml"/><Relationship Id="rId625" Type="http://schemas.openxmlformats.org/officeDocument/2006/relationships/customXml" Target="../ink/ink307.xml"/><Relationship Id="rId832" Type="http://schemas.openxmlformats.org/officeDocument/2006/relationships/image" Target="../media/image693.png"/><Relationship Id="rId222" Type="http://schemas.openxmlformats.org/officeDocument/2006/relationships/image" Target="../media/image390.png"/><Relationship Id="rId264" Type="http://schemas.openxmlformats.org/officeDocument/2006/relationships/image" Target="../media/image411.png"/><Relationship Id="rId471" Type="http://schemas.openxmlformats.org/officeDocument/2006/relationships/customXml" Target="../ink/ink230.xml"/><Relationship Id="rId667" Type="http://schemas.openxmlformats.org/officeDocument/2006/relationships/customXml" Target="../ink/ink328.xml"/><Relationship Id="rId874" Type="http://schemas.openxmlformats.org/officeDocument/2006/relationships/image" Target="../media/image714.png"/><Relationship Id="rId17" Type="http://schemas.openxmlformats.org/officeDocument/2006/relationships/customXml" Target="../ink/ink1.xml"/><Relationship Id="rId59" Type="http://schemas.openxmlformats.org/officeDocument/2006/relationships/customXml" Target="../ink/ink22.xml"/><Relationship Id="rId124" Type="http://schemas.openxmlformats.org/officeDocument/2006/relationships/image" Target="../media/image341.png"/><Relationship Id="rId527" Type="http://schemas.openxmlformats.org/officeDocument/2006/relationships/customXml" Target="../ink/ink258.xml"/><Relationship Id="rId569" Type="http://schemas.openxmlformats.org/officeDocument/2006/relationships/customXml" Target="../ink/ink279.xml"/><Relationship Id="rId734" Type="http://schemas.openxmlformats.org/officeDocument/2006/relationships/image" Target="../media/image644.png"/><Relationship Id="rId776" Type="http://schemas.openxmlformats.org/officeDocument/2006/relationships/image" Target="../media/image665.png"/><Relationship Id="rId70" Type="http://schemas.openxmlformats.org/officeDocument/2006/relationships/image" Target="../media/image314.png"/><Relationship Id="rId166" Type="http://schemas.openxmlformats.org/officeDocument/2006/relationships/image" Target="../media/image362.png"/><Relationship Id="rId331" Type="http://schemas.openxmlformats.org/officeDocument/2006/relationships/customXml" Target="../ink/ink158.xml"/><Relationship Id="rId373" Type="http://schemas.openxmlformats.org/officeDocument/2006/relationships/customXml" Target="../ink/ink179.xml"/><Relationship Id="rId429" Type="http://schemas.openxmlformats.org/officeDocument/2006/relationships/image" Target="../media/image492.png"/><Relationship Id="rId580" Type="http://schemas.openxmlformats.org/officeDocument/2006/relationships/image" Target="../media/image567.png"/><Relationship Id="rId636" Type="http://schemas.openxmlformats.org/officeDocument/2006/relationships/image" Target="../media/image595.png"/><Relationship Id="rId801" Type="http://schemas.openxmlformats.org/officeDocument/2006/relationships/customXml" Target="../ink/ink395.xml"/><Relationship Id="rId1" Type="http://schemas.openxmlformats.org/officeDocument/2006/relationships/slideLayout" Target="../slideLayouts/slideLayout7.xml"/><Relationship Id="rId233" Type="http://schemas.openxmlformats.org/officeDocument/2006/relationships/customXml" Target="../ink/ink109.xml"/><Relationship Id="rId440" Type="http://schemas.openxmlformats.org/officeDocument/2006/relationships/customXml" Target="../ink/ink214.xml"/><Relationship Id="rId678" Type="http://schemas.openxmlformats.org/officeDocument/2006/relationships/image" Target="../media/image616.png"/><Relationship Id="rId843" Type="http://schemas.openxmlformats.org/officeDocument/2006/relationships/customXml" Target="../ink/ink416.xml"/><Relationship Id="rId885" Type="http://schemas.openxmlformats.org/officeDocument/2006/relationships/customXml" Target="../ink/ink437.xml"/><Relationship Id="rId28" Type="http://schemas.openxmlformats.org/officeDocument/2006/relationships/image" Target="../media/image293.png"/><Relationship Id="rId275" Type="http://schemas.openxmlformats.org/officeDocument/2006/relationships/customXml" Target="../ink/ink130.xml"/><Relationship Id="rId300" Type="http://schemas.openxmlformats.org/officeDocument/2006/relationships/image" Target="../media/image429.png"/><Relationship Id="rId482" Type="http://schemas.openxmlformats.org/officeDocument/2006/relationships/image" Target="../media/image518.png"/><Relationship Id="rId538" Type="http://schemas.openxmlformats.org/officeDocument/2006/relationships/image" Target="../media/image546.png"/><Relationship Id="rId703" Type="http://schemas.openxmlformats.org/officeDocument/2006/relationships/customXml" Target="../ink/ink346.xml"/><Relationship Id="rId745" Type="http://schemas.openxmlformats.org/officeDocument/2006/relationships/customXml" Target="../ink/ink367.xml"/><Relationship Id="rId81" Type="http://schemas.openxmlformats.org/officeDocument/2006/relationships/customXml" Target="../ink/ink33.xml"/><Relationship Id="rId135" Type="http://schemas.openxmlformats.org/officeDocument/2006/relationships/customXml" Target="../ink/ink60.xml"/><Relationship Id="rId177" Type="http://schemas.openxmlformats.org/officeDocument/2006/relationships/customXml" Target="../ink/ink81.xml"/><Relationship Id="rId342" Type="http://schemas.openxmlformats.org/officeDocument/2006/relationships/image" Target="../media/image450.png"/><Relationship Id="rId384" Type="http://schemas.openxmlformats.org/officeDocument/2006/relationships/customXml" Target="../ink/ink186.xml"/><Relationship Id="rId591" Type="http://schemas.openxmlformats.org/officeDocument/2006/relationships/customXml" Target="../ink/ink290.xml"/><Relationship Id="rId605" Type="http://schemas.openxmlformats.org/officeDocument/2006/relationships/customXml" Target="../ink/ink297.xml"/><Relationship Id="rId787" Type="http://schemas.openxmlformats.org/officeDocument/2006/relationships/customXml" Target="../ink/ink388.xml"/><Relationship Id="rId812" Type="http://schemas.openxmlformats.org/officeDocument/2006/relationships/image" Target="../media/image683.png"/><Relationship Id="rId202" Type="http://schemas.openxmlformats.org/officeDocument/2006/relationships/image" Target="../media/image380.png"/><Relationship Id="rId244" Type="http://schemas.openxmlformats.org/officeDocument/2006/relationships/image" Target="../media/image401.png"/><Relationship Id="rId647" Type="http://schemas.openxmlformats.org/officeDocument/2006/relationships/customXml" Target="../ink/ink318.xml"/><Relationship Id="rId689" Type="http://schemas.openxmlformats.org/officeDocument/2006/relationships/customXml" Target="../ink/ink339.xml"/><Relationship Id="rId854" Type="http://schemas.openxmlformats.org/officeDocument/2006/relationships/image" Target="../media/image704.png"/><Relationship Id="rId896" Type="http://schemas.openxmlformats.org/officeDocument/2006/relationships/image" Target="../media/image725.png"/><Relationship Id="rId39" Type="http://schemas.openxmlformats.org/officeDocument/2006/relationships/customXml" Target="../ink/ink12.xml"/><Relationship Id="rId286" Type="http://schemas.openxmlformats.org/officeDocument/2006/relationships/image" Target="../media/image422.png"/><Relationship Id="rId451" Type="http://schemas.openxmlformats.org/officeDocument/2006/relationships/customXml" Target="../ink/ink220.xml"/><Relationship Id="rId493" Type="http://schemas.openxmlformats.org/officeDocument/2006/relationships/customXml" Target="../ink/ink241.xml"/><Relationship Id="rId507" Type="http://schemas.openxmlformats.org/officeDocument/2006/relationships/customXml" Target="../ink/ink248.xml"/><Relationship Id="rId549" Type="http://schemas.openxmlformats.org/officeDocument/2006/relationships/customXml" Target="../ink/ink269.xml"/><Relationship Id="rId714" Type="http://schemas.openxmlformats.org/officeDocument/2006/relationships/image" Target="../media/image634.png"/><Relationship Id="rId756" Type="http://schemas.openxmlformats.org/officeDocument/2006/relationships/image" Target="../media/image655.png"/><Relationship Id="rId50" Type="http://schemas.openxmlformats.org/officeDocument/2006/relationships/image" Target="../media/image304.png"/><Relationship Id="rId104" Type="http://schemas.openxmlformats.org/officeDocument/2006/relationships/image" Target="../media/image331.png"/><Relationship Id="rId146" Type="http://schemas.openxmlformats.org/officeDocument/2006/relationships/image" Target="../media/image352.png"/><Relationship Id="rId188" Type="http://schemas.openxmlformats.org/officeDocument/2006/relationships/image" Target="../media/image373.png"/><Relationship Id="rId311" Type="http://schemas.openxmlformats.org/officeDocument/2006/relationships/customXml" Target="../ink/ink148.xml"/><Relationship Id="rId353" Type="http://schemas.openxmlformats.org/officeDocument/2006/relationships/customXml" Target="../ink/ink169.xml"/><Relationship Id="rId395" Type="http://schemas.openxmlformats.org/officeDocument/2006/relationships/image" Target="../media/image475.png"/><Relationship Id="rId409" Type="http://schemas.openxmlformats.org/officeDocument/2006/relationships/image" Target="../media/image482.png"/><Relationship Id="rId560" Type="http://schemas.openxmlformats.org/officeDocument/2006/relationships/image" Target="../media/image557.png"/><Relationship Id="rId798" Type="http://schemas.openxmlformats.org/officeDocument/2006/relationships/image" Target="../media/image676.png"/><Relationship Id="rId92" Type="http://schemas.openxmlformats.org/officeDocument/2006/relationships/image" Target="../media/image325.png"/><Relationship Id="rId213" Type="http://schemas.openxmlformats.org/officeDocument/2006/relationships/customXml" Target="../ink/ink99.xml"/><Relationship Id="rId420" Type="http://schemas.openxmlformats.org/officeDocument/2006/relationships/customXml" Target="../ink/ink204.xml"/><Relationship Id="rId616" Type="http://schemas.openxmlformats.org/officeDocument/2006/relationships/image" Target="../media/image585.png"/><Relationship Id="rId658" Type="http://schemas.openxmlformats.org/officeDocument/2006/relationships/image" Target="../media/image606.png"/><Relationship Id="rId823" Type="http://schemas.openxmlformats.org/officeDocument/2006/relationships/customXml" Target="../ink/ink406.xml"/><Relationship Id="rId865" Type="http://schemas.openxmlformats.org/officeDocument/2006/relationships/customXml" Target="../ink/ink427.xml"/><Relationship Id="rId255" Type="http://schemas.openxmlformats.org/officeDocument/2006/relationships/customXml" Target="../ink/ink120.xml"/><Relationship Id="rId297" Type="http://schemas.openxmlformats.org/officeDocument/2006/relationships/customXml" Target="../ink/ink141.xml"/><Relationship Id="rId462" Type="http://schemas.openxmlformats.org/officeDocument/2006/relationships/image" Target="../media/image508.png"/><Relationship Id="rId518" Type="http://schemas.openxmlformats.org/officeDocument/2006/relationships/image" Target="../media/image536.png"/><Relationship Id="rId725" Type="http://schemas.openxmlformats.org/officeDocument/2006/relationships/customXml" Target="../ink/ink357.xml"/><Relationship Id="rId115" Type="http://schemas.openxmlformats.org/officeDocument/2006/relationships/customXml" Target="../ink/ink50.xml"/><Relationship Id="rId157" Type="http://schemas.openxmlformats.org/officeDocument/2006/relationships/customXml" Target="../ink/ink71.xml"/><Relationship Id="rId322" Type="http://schemas.openxmlformats.org/officeDocument/2006/relationships/image" Target="../media/image440.png"/><Relationship Id="rId364" Type="http://schemas.openxmlformats.org/officeDocument/2006/relationships/image" Target="../media/image461.png"/><Relationship Id="rId767" Type="http://schemas.openxmlformats.org/officeDocument/2006/relationships/customXml" Target="../ink/ink378.xml"/><Relationship Id="rId61" Type="http://schemas.openxmlformats.org/officeDocument/2006/relationships/customXml" Target="../ink/ink23.xml"/><Relationship Id="rId199" Type="http://schemas.openxmlformats.org/officeDocument/2006/relationships/customXml" Target="../ink/ink92.xml"/><Relationship Id="rId571" Type="http://schemas.openxmlformats.org/officeDocument/2006/relationships/customXml" Target="../ink/ink280.xml"/><Relationship Id="rId627" Type="http://schemas.openxmlformats.org/officeDocument/2006/relationships/customXml" Target="../ink/ink308.xml"/><Relationship Id="rId669" Type="http://schemas.openxmlformats.org/officeDocument/2006/relationships/customXml" Target="../ink/ink329.xml"/><Relationship Id="rId834" Type="http://schemas.openxmlformats.org/officeDocument/2006/relationships/image" Target="../media/image694.png"/><Relationship Id="rId876" Type="http://schemas.openxmlformats.org/officeDocument/2006/relationships/image" Target="../media/image715.png"/><Relationship Id="rId19" Type="http://schemas.openxmlformats.org/officeDocument/2006/relationships/customXml" Target="../ink/ink2.xml"/><Relationship Id="rId224" Type="http://schemas.openxmlformats.org/officeDocument/2006/relationships/image" Target="../media/image391.png"/><Relationship Id="rId266" Type="http://schemas.openxmlformats.org/officeDocument/2006/relationships/image" Target="../media/image412.png"/><Relationship Id="rId431" Type="http://schemas.openxmlformats.org/officeDocument/2006/relationships/image" Target="../media/image493.png"/><Relationship Id="rId473" Type="http://schemas.openxmlformats.org/officeDocument/2006/relationships/customXml" Target="../ink/ink231.xml"/><Relationship Id="rId529" Type="http://schemas.openxmlformats.org/officeDocument/2006/relationships/customXml" Target="../ink/ink259.xml"/><Relationship Id="rId680" Type="http://schemas.openxmlformats.org/officeDocument/2006/relationships/image" Target="../media/image617.png"/><Relationship Id="rId736" Type="http://schemas.openxmlformats.org/officeDocument/2006/relationships/image" Target="../media/image645.png"/><Relationship Id="rId901" Type="http://schemas.openxmlformats.org/officeDocument/2006/relationships/customXml" Target="../ink/ink445.xml"/><Relationship Id="rId30" Type="http://schemas.openxmlformats.org/officeDocument/2006/relationships/image" Target="../media/image294.png"/><Relationship Id="rId126" Type="http://schemas.openxmlformats.org/officeDocument/2006/relationships/image" Target="../media/image342.png"/><Relationship Id="rId168" Type="http://schemas.openxmlformats.org/officeDocument/2006/relationships/image" Target="../media/image363.png"/><Relationship Id="rId333" Type="http://schemas.openxmlformats.org/officeDocument/2006/relationships/customXml" Target="../ink/ink159.xml"/><Relationship Id="rId540" Type="http://schemas.openxmlformats.org/officeDocument/2006/relationships/image" Target="../media/image547.png"/><Relationship Id="rId778" Type="http://schemas.openxmlformats.org/officeDocument/2006/relationships/image" Target="../media/image666.png"/><Relationship Id="rId72" Type="http://schemas.openxmlformats.org/officeDocument/2006/relationships/image" Target="../media/image315.png"/><Relationship Id="rId375" Type="http://schemas.openxmlformats.org/officeDocument/2006/relationships/customXml" Target="../ink/ink180.xml"/><Relationship Id="rId582" Type="http://schemas.openxmlformats.org/officeDocument/2006/relationships/image" Target="../media/image568.png"/><Relationship Id="rId638" Type="http://schemas.openxmlformats.org/officeDocument/2006/relationships/image" Target="../media/image596.png"/><Relationship Id="rId803" Type="http://schemas.openxmlformats.org/officeDocument/2006/relationships/customXml" Target="../ink/ink396.xml"/><Relationship Id="rId845" Type="http://schemas.openxmlformats.org/officeDocument/2006/relationships/customXml" Target="../ink/ink417.xml"/><Relationship Id="rId3" Type="http://schemas.openxmlformats.org/officeDocument/2006/relationships/image" Target="../media/image252.png"/><Relationship Id="rId235" Type="http://schemas.openxmlformats.org/officeDocument/2006/relationships/customXml" Target="../ink/ink110.xml"/><Relationship Id="rId277" Type="http://schemas.openxmlformats.org/officeDocument/2006/relationships/customXml" Target="../ink/ink131.xml"/><Relationship Id="rId400" Type="http://schemas.openxmlformats.org/officeDocument/2006/relationships/customXml" Target="../ink/ink194.xml"/><Relationship Id="rId442" Type="http://schemas.openxmlformats.org/officeDocument/2006/relationships/customXml" Target="../ink/ink215.xml"/><Relationship Id="rId484" Type="http://schemas.openxmlformats.org/officeDocument/2006/relationships/image" Target="../media/image519.png"/><Relationship Id="rId705" Type="http://schemas.openxmlformats.org/officeDocument/2006/relationships/customXml" Target="../ink/ink347.xml"/><Relationship Id="rId887" Type="http://schemas.openxmlformats.org/officeDocument/2006/relationships/customXml" Target="../ink/ink438.xml"/><Relationship Id="rId137" Type="http://schemas.openxmlformats.org/officeDocument/2006/relationships/customXml" Target="../ink/ink61.xml"/><Relationship Id="rId302" Type="http://schemas.openxmlformats.org/officeDocument/2006/relationships/image" Target="../media/image430.png"/><Relationship Id="rId344" Type="http://schemas.openxmlformats.org/officeDocument/2006/relationships/image" Target="../media/image451.png"/><Relationship Id="rId691" Type="http://schemas.openxmlformats.org/officeDocument/2006/relationships/customXml" Target="../ink/ink340.xml"/><Relationship Id="rId747" Type="http://schemas.openxmlformats.org/officeDocument/2006/relationships/customXml" Target="../ink/ink368.xml"/><Relationship Id="rId789" Type="http://schemas.openxmlformats.org/officeDocument/2006/relationships/customXml" Target="../ink/ink389.xml"/><Relationship Id="rId41" Type="http://schemas.openxmlformats.org/officeDocument/2006/relationships/customXml" Target="../ink/ink13.xml"/><Relationship Id="rId83" Type="http://schemas.openxmlformats.org/officeDocument/2006/relationships/customXml" Target="../ink/ink34.xml"/><Relationship Id="rId179" Type="http://schemas.openxmlformats.org/officeDocument/2006/relationships/customXml" Target="../ink/ink82.xml"/><Relationship Id="rId386" Type="http://schemas.openxmlformats.org/officeDocument/2006/relationships/customXml" Target="../ink/ink187.xml"/><Relationship Id="rId551" Type="http://schemas.openxmlformats.org/officeDocument/2006/relationships/customXml" Target="../ink/ink270.xml"/><Relationship Id="rId593" Type="http://schemas.openxmlformats.org/officeDocument/2006/relationships/customXml" Target="../ink/ink291.xml"/><Relationship Id="rId607" Type="http://schemas.openxmlformats.org/officeDocument/2006/relationships/customXml" Target="../ink/ink298.xml"/><Relationship Id="rId649" Type="http://schemas.openxmlformats.org/officeDocument/2006/relationships/customXml" Target="../ink/ink319.xml"/><Relationship Id="rId814" Type="http://schemas.openxmlformats.org/officeDocument/2006/relationships/image" Target="../media/image684.png"/><Relationship Id="rId856" Type="http://schemas.openxmlformats.org/officeDocument/2006/relationships/image" Target="../media/image705.png"/><Relationship Id="rId190" Type="http://schemas.openxmlformats.org/officeDocument/2006/relationships/image" Target="../media/image374.png"/><Relationship Id="rId204" Type="http://schemas.openxmlformats.org/officeDocument/2006/relationships/image" Target="../media/image381.png"/><Relationship Id="rId246" Type="http://schemas.openxmlformats.org/officeDocument/2006/relationships/image" Target="../media/image402.png"/><Relationship Id="rId288" Type="http://schemas.openxmlformats.org/officeDocument/2006/relationships/image" Target="../media/image423.png"/><Relationship Id="rId411" Type="http://schemas.openxmlformats.org/officeDocument/2006/relationships/image" Target="../media/image483.png"/><Relationship Id="rId453" Type="http://schemas.openxmlformats.org/officeDocument/2006/relationships/customXml" Target="../ink/ink221.xml"/><Relationship Id="rId509" Type="http://schemas.openxmlformats.org/officeDocument/2006/relationships/customXml" Target="../ink/ink249.xml"/><Relationship Id="rId660" Type="http://schemas.openxmlformats.org/officeDocument/2006/relationships/image" Target="../media/image607.png"/><Relationship Id="rId898" Type="http://schemas.openxmlformats.org/officeDocument/2006/relationships/image" Target="../media/image726.png"/><Relationship Id="rId106" Type="http://schemas.openxmlformats.org/officeDocument/2006/relationships/image" Target="../media/image332.png"/><Relationship Id="rId313" Type="http://schemas.openxmlformats.org/officeDocument/2006/relationships/customXml" Target="../ink/ink149.xml"/><Relationship Id="rId495" Type="http://schemas.openxmlformats.org/officeDocument/2006/relationships/customXml" Target="../ink/ink242.xml"/><Relationship Id="rId716" Type="http://schemas.openxmlformats.org/officeDocument/2006/relationships/image" Target="../media/image635.png"/><Relationship Id="rId758" Type="http://schemas.openxmlformats.org/officeDocument/2006/relationships/image" Target="../media/image656.png"/><Relationship Id="rId10" Type="http://schemas.openxmlformats.org/officeDocument/2006/relationships/image" Target="../media/image274.png"/><Relationship Id="rId52" Type="http://schemas.openxmlformats.org/officeDocument/2006/relationships/image" Target="../media/image305.png"/><Relationship Id="rId94" Type="http://schemas.openxmlformats.org/officeDocument/2006/relationships/image" Target="../media/image326.png"/><Relationship Id="rId148" Type="http://schemas.openxmlformats.org/officeDocument/2006/relationships/image" Target="../media/image353.png"/><Relationship Id="rId355" Type="http://schemas.openxmlformats.org/officeDocument/2006/relationships/customXml" Target="../ink/ink170.xml"/><Relationship Id="rId397" Type="http://schemas.openxmlformats.org/officeDocument/2006/relationships/image" Target="../media/image476.png"/><Relationship Id="rId520" Type="http://schemas.openxmlformats.org/officeDocument/2006/relationships/image" Target="../media/image537.png"/><Relationship Id="rId562" Type="http://schemas.openxmlformats.org/officeDocument/2006/relationships/image" Target="../media/image558.png"/><Relationship Id="rId618" Type="http://schemas.openxmlformats.org/officeDocument/2006/relationships/image" Target="../media/image586.png"/><Relationship Id="rId825" Type="http://schemas.openxmlformats.org/officeDocument/2006/relationships/customXml" Target="../ink/ink407.xml"/><Relationship Id="rId215" Type="http://schemas.openxmlformats.org/officeDocument/2006/relationships/customXml" Target="../ink/ink100.xml"/><Relationship Id="rId257" Type="http://schemas.openxmlformats.org/officeDocument/2006/relationships/customXml" Target="../ink/ink121.xml"/><Relationship Id="rId422" Type="http://schemas.openxmlformats.org/officeDocument/2006/relationships/customXml" Target="../ink/ink205.xml"/><Relationship Id="rId464" Type="http://schemas.openxmlformats.org/officeDocument/2006/relationships/image" Target="../media/image509.png"/><Relationship Id="rId867" Type="http://schemas.openxmlformats.org/officeDocument/2006/relationships/customXml" Target="../ink/ink428.xml"/><Relationship Id="rId299" Type="http://schemas.openxmlformats.org/officeDocument/2006/relationships/customXml" Target="../ink/ink142.xml"/><Relationship Id="rId727" Type="http://schemas.openxmlformats.org/officeDocument/2006/relationships/customXml" Target="../ink/ink358.xml"/><Relationship Id="rId63" Type="http://schemas.openxmlformats.org/officeDocument/2006/relationships/customXml" Target="../ink/ink24.xml"/><Relationship Id="rId159" Type="http://schemas.openxmlformats.org/officeDocument/2006/relationships/customXml" Target="../ink/ink72.xml"/><Relationship Id="rId366" Type="http://schemas.openxmlformats.org/officeDocument/2006/relationships/image" Target="../media/image462.png"/><Relationship Id="rId573" Type="http://schemas.openxmlformats.org/officeDocument/2006/relationships/customXml" Target="../ink/ink281.xml"/><Relationship Id="rId780" Type="http://schemas.openxmlformats.org/officeDocument/2006/relationships/image" Target="../media/image667.png"/><Relationship Id="rId226" Type="http://schemas.openxmlformats.org/officeDocument/2006/relationships/image" Target="../media/image392.png"/><Relationship Id="rId433" Type="http://schemas.openxmlformats.org/officeDocument/2006/relationships/image" Target="../media/image494.png"/><Relationship Id="rId878" Type="http://schemas.openxmlformats.org/officeDocument/2006/relationships/image" Target="../media/image716.png"/><Relationship Id="rId640" Type="http://schemas.openxmlformats.org/officeDocument/2006/relationships/image" Target="../media/image597.png"/><Relationship Id="rId738" Type="http://schemas.openxmlformats.org/officeDocument/2006/relationships/image" Target="../media/image646.png"/><Relationship Id="rId74" Type="http://schemas.openxmlformats.org/officeDocument/2006/relationships/image" Target="../media/image316.png"/><Relationship Id="rId377" Type="http://schemas.openxmlformats.org/officeDocument/2006/relationships/customXml" Target="../ink/ink182.xml"/><Relationship Id="rId500" Type="http://schemas.openxmlformats.org/officeDocument/2006/relationships/image" Target="../media/image527.png"/><Relationship Id="rId584" Type="http://schemas.openxmlformats.org/officeDocument/2006/relationships/image" Target="../media/image569.png"/><Relationship Id="rId805" Type="http://schemas.openxmlformats.org/officeDocument/2006/relationships/customXml" Target="../ink/ink397.xml"/><Relationship Id="rId5" Type="http://schemas.openxmlformats.org/officeDocument/2006/relationships/image" Target="../media/image269.png"/><Relationship Id="rId237" Type="http://schemas.openxmlformats.org/officeDocument/2006/relationships/customXml" Target="../ink/ink111.xml"/><Relationship Id="rId791" Type="http://schemas.openxmlformats.org/officeDocument/2006/relationships/customXml" Target="../ink/ink390.xml"/><Relationship Id="rId889" Type="http://schemas.openxmlformats.org/officeDocument/2006/relationships/customXml" Target="../ink/ink439.xml"/><Relationship Id="rId444" Type="http://schemas.openxmlformats.org/officeDocument/2006/relationships/customXml" Target="../ink/ink216.xml"/><Relationship Id="rId651" Type="http://schemas.openxmlformats.org/officeDocument/2006/relationships/customXml" Target="../ink/ink320.xml"/><Relationship Id="rId749" Type="http://schemas.openxmlformats.org/officeDocument/2006/relationships/customXml" Target="../ink/ink369.xml"/><Relationship Id="rId290" Type="http://schemas.openxmlformats.org/officeDocument/2006/relationships/image" Target="../media/image424.png"/><Relationship Id="rId304" Type="http://schemas.openxmlformats.org/officeDocument/2006/relationships/image" Target="../media/image431.png"/><Relationship Id="rId388" Type="http://schemas.openxmlformats.org/officeDocument/2006/relationships/customXml" Target="../ink/ink188.xml"/><Relationship Id="rId511" Type="http://schemas.openxmlformats.org/officeDocument/2006/relationships/customXml" Target="../ink/ink250.xml"/><Relationship Id="rId609" Type="http://schemas.openxmlformats.org/officeDocument/2006/relationships/customXml" Target="../ink/ink299.xml"/><Relationship Id="rId85" Type="http://schemas.openxmlformats.org/officeDocument/2006/relationships/customXml" Target="../ink/ink35.xml"/><Relationship Id="rId150" Type="http://schemas.openxmlformats.org/officeDocument/2006/relationships/image" Target="../media/image354.png"/><Relationship Id="rId595" Type="http://schemas.openxmlformats.org/officeDocument/2006/relationships/customXml" Target="../ink/ink292.xml"/><Relationship Id="rId816" Type="http://schemas.openxmlformats.org/officeDocument/2006/relationships/image" Target="../media/image685.png"/><Relationship Id="rId248" Type="http://schemas.openxmlformats.org/officeDocument/2006/relationships/image" Target="../media/image403.png"/><Relationship Id="rId455" Type="http://schemas.openxmlformats.org/officeDocument/2006/relationships/customXml" Target="../ink/ink222.xml"/><Relationship Id="rId662" Type="http://schemas.openxmlformats.org/officeDocument/2006/relationships/image" Target="../media/image608.png"/><Relationship Id="rId12" Type="http://schemas.openxmlformats.org/officeDocument/2006/relationships/image" Target="../media/image276.png"/><Relationship Id="rId108" Type="http://schemas.openxmlformats.org/officeDocument/2006/relationships/image" Target="../media/image333.png"/><Relationship Id="rId315" Type="http://schemas.openxmlformats.org/officeDocument/2006/relationships/customXml" Target="../ink/ink150.xml"/><Relationship Id="rId522" Type="http://schemas.openxmlformats.org/officeDocument/2006/relationships/image" Target="../media/image538.png"/><Relationship Id="rId96" Type="http://schemas.openxmlformats.org/officeDocument/2006/relationships/image" Target="../media/image327.png"/><Relationship Id="rId161" Type="http://schemas.openxmlformats.org/officeDocument/2006/relationships/customXml" Target="../ink/ink73.xml"/><Relationship Id="rId399" Type="http://schemas.openxmlformats.org/officeDocument/2006/relationships/image" Target="../media/image477.png"/><Relationship Id="rId827" Type="http://schemas.openxmlformats.org/officeDocument/2006/relationships/customXml" Target="../ink/ink408.xml"/><Relationship Id="rId259" Type="http://schemas.openxmlformats.org/officeDocument/2006/relationships/customXml" Target="../ink/ink122.xml"/><Relationship Id="rId466" Type="http://schemas.openxmlformats.org/officeDocument/2006/relationships/image" Target="../media/image510.png"/><Relationship Id="rId673" Type="http://schemas.openxmlformats.org/officeDocument/2006/relationships/customXml" Target="../ink/ink331.xml"/><Relationship Id="rId880" Type="http://schemas.openxmlformats.org/officeDocument/2006/relationships/image" Target="../media/image717.png"/><Relationship Id="rId23" Type="http://schemas.openxmlformats.org/officeDocument/2006/relationships/customXml" Target="../ink/ink4.xml"/><Relationship Id="rId119" Type="http://schemas.openxmlformats.org/officeDocument/2006/relationships/customXml" Target="../ink/ink52.xml"/><Relationship Id="rId326" Type="http://schemas.openxmlformats.org/officeDocument/2006/relationships/image" Target="../media/image442.png"/><Relationship Id="rId533" Type="http://schemas.openxmlformats.org/officeDocument/2006/relationships/customXml" Target="../ink/ink261.xml"/><Relationship Id="rId740" Type="http://schemas.openxmlformats.org/officeDocument/2006/relationships/image" Target="../media/image647.png"/><Relationship Id="rId838" Type="http://schemas.openxmlformats.org/officeDocument/2006/relationships/image" Target="../media/image696.png"/><Relationship Id="rId172" Type="http://schemas.openxmlformats.org/officeDocument/2006/relationships/image" Target="../media/image365.png"/><Relationship Id="rId477" Type="http://schemas.openxmlformats.org/officeDocument/2006/relationships/customXml" Target="../ink/ink233.xml"/><Relationship Id="rId600" Type="http://schemas.openxmlformats.org/officeDocument/2006/relationships/image" Target="../media/image577.png"/><Relationship Id="rId684" Type="http://schemas.openxmlformats.org/officeDocument/2006/relationships/image" Target="../media/image619.png"/><Relationship Id="rId337" Type="http://schemas.openxmlformats.org/officeDocument/2006/relationships/customXml" Target="../ink/ink161.xml"/><Relationship Id="rId891" Type="http://schemas.openxmlformats.org/officeDocument/2006/relationships/customXml" Target="../ink/ink440.xml"/><Relationship Id="rId905" Type="http://schemas.openxmlformats.org/officeDocument/2006/relationships/customXml" Target="../ink/ink447.xml"/><Relationship Id="rId34" Type="http://schemas.openxmlformats.org/officeDocument/2006/relationships/image" Target="../media/image296.png"/><Relationship Id="rId544" Type="http://schemas.openxmlformats.org/officeDocument/2006/relationships/image" Target="../media/image549.png"/><Relationship Id="rId751" Type="http://schemas.openxmlformats.org/officeDocument/2006/relationships/customXml" Target="../ink/ink370.xml"/><Relationship Id="rId849" Type="http://schemas.openxmlformats.org/officeDocument/2006/relationships/customXml" Target="../ink/ink419.xml"/><Relationship Id="rId183" Type="http://schemas.openxmlformats.org/officeDocument/2006/relationships/customXml" Target="../ink/ink84.xml"/><Relationship Id="rId390" Type="http://schemas.openxmlformats.org/officeDocument/2006/relationships/customXml" Target="../ink/ink189.xml"/><Relationship Id="rId404" Type="http://schemas.openxmlformats.org/officeDocument/2006/relationships/customXml" Target="../ink/ink196.xml"/><Relationship Id="rId611" Type="http://schemas.openxmlformats.org/officeDocument/2006/relationships/customXml" Target="../ink/ink300.xml"/><Relationship Id="rId250" Type="http://schemas.openxmlformats.org/officeDocument/2006/relationships/image" Target="../media/image404.png"/><Relationship Id="rId488" Type="http://schemas.openxmlformats.org/officeDocument/2006/relationships/image" Target="../media/image521.png"/><Relationship Id="rId695" Type="http://schemas.openxmlformats.org/officeDocument/2006/relationships/customXml" Target="../ink/ink342.xml"/><Relationship Id="rId709" Type="http://schemas.openxmlformats.org/officeDocument/2006/relationships/customXml" Target="../ink/ink349.xml"/><Relationship Id="rId45" Type="http://schemas.openxmlformats.org/officeDocument/2006/relationships/customXml" Target="../ink/ink15.xml"/><Relationship Id="rId110" Type="http://schemas.openxmlformats.org/officeDocument/2006/relationships/image" Target="../media/image334.png"/><Relationship Id="rId348" Type="http://schemas.openxmlformats.org/officeDocument/2006/relationships/image" Target="../media/image453.png"/><Relationship Id="rId555" Type="http://schemas.openxmlformats.org/officeDocument/2006/relationships/customXml" Target="../ink/ink272.xml"/><Relationship Id="rId762" Type="http://schemas.openxmlformats.org/officeDocument/2006/relationships/image" Target="../media/image658.png"/><Relationship Id="rId194" Type="http://schemas.openxmlformats.org/officeDocument/2006/relationships/image" Target="../media/image376.png"/><Relationship Id="rId208" Type="http://schemas.openxmlformats.org/officeDocument/2006/relationships/image" Target="../media/image383.png"/><Relationship Id="rId415" Type="http://schemas.openxmlformats.org/officeDocument/2006/relationships/image" Target="../media/image485.png"/><Relationship Id="rId622" Type="http://schemas.openxmlformats.org/officeDocument/2006/relationships/image" Target="../media/image588.png"/><Relationship Id="rId261" Type="http://schemas.openxmlformats.org/officeDocument/2006/relationships/customXml" Target="../ink/ink123.xml"/><Relationship Id="rId499" Type="http://schemas.openxmlformats.org/officeDocument/2006/relationships/customXml" Target="../ink/ink244.xml"/><Relationship Id="rId56" Type="http://schemas.openxmlformats.org/officeDocument/2006/relationships/image" Target="../media/image307.png"/><Relationship Id="rId359" Type="http://schemas.openxmlformats.org/officeDocument/2006/relationships/customXml" Target="../ink/ink172.xml"/><Relationship Id="rId566" Type="http://schemas.openxmlformats.org/officeDocument/2006/relationships/image" Target="../media/image560.png"/><Relationship Id="rId773" Type="http://schemas.openxmlformats.org/officeDocument/2006/relationships/customXml" Target="../ink/ink381.xml"/><Relationship Id="rId121" Type="http://schemas.openxmlformats.org/officeDocument/2006/relationships/customXml" Target="../ink/ink53.xml"/><Relationship Id="rId219" Type="http://schemas.openxmlformats.org/officeDocument/2006/relationships/customXml" Target="../ink/ink102.xml"/><Relationship Id="rId426" Type="http://schemas.openxmlformats.org/officeDocument/2006/relationships/customXml" Target="../ink/ink207.xml"/><Relationship Id="rId633" Type="http://schemas.openxmlformats.org/officeDocument/2006/relationships/customXml" Target="../ink/ink311.xml"/><Relationship Id="rId840" Type="http://schemas.openxmlformats.org/officeDocument/2006/relationships/image" Target="../media/image697.png"/><Relationship Id="rId67" Type="http://schemas.openxmlformats.org/officeDocument/2006/relationships/customXml" Target="../ink/ink26.xml"/><Relationship Id="rId272" Type="http://schemas.openxmlformats.org/officeDocument/2006/relationships/image" Target="../media/image415.png"/><Relationship Id="rId577" Type="http://schemas.openxmlformats.org/officeDocument/2006/relationships/customXml" Target="../ink/ink283.xml"/><Relationship Id="rId700" Type="http://schemas.openxmlformats.org/officeDocument/2006/relationships/image" Target="../media/image627.png"/><Relationship Id="rId132" Type="http://schemas.openxmlformats.org/officeDocument/2006/relationships/image" Target="../media/image345.png"/><Relationship Id="rId784" Type="http://schemas.openxmlformats.org/officeDocument/2006/relationships/image" Target="../media/image669.png"/><Relationship Id="rId437" Type="http://schemas.openxmlformats.org/officeDocument/2006/relationships/image" Target="../media/image496.png"/><Relationship Id="rId644" Type="http://schemas.openxmlformats.org/officeDocument/2006/relationships/image" Target="../media/image599.png"/><Relationship Id="rId851" Type="http://schemas.openxmlformats.org/officeDocument/2006/relationships/customXml" Target="../ink/ink420.xml"/><Relationship Id="rId283" Type="http://schemas.openxmlformats.org/officeDocument/2006/relationships/customXml" Target="../ink/ink134.xml"/><Relationship Id="rId490" Type="http://schemas.openxmlformats.org/officeDocument/2006/relationships/image" Target="../media/image522.png"/><Relationship Id="rId504" Type="http://schemas.openxmlformats.org/officeDocument/2006/relationships/image" Target="../media/image529.png"/><Relationship Id="rId711" Type="http://schemas.openxmlformats.org/officeDocument/2006/relationships/customXml" Target="../ink/ink350.xml"/><Relationship Id="rId78" Type="http://schemas.openxmlformats.org/officeDocument/2006/relationships/image" Target="../media/image318.png"/><Relationship Id="rId143" Type="http://schemas.openxmlformats.org/officeDocument/2006/relationships/customXml" Target="../ink/ink64.xml"/><Relationship Id="rId350" Type="http://schemas.openxmlformats.org/officeDocument/2006/relationships/image" Target="../media/image454.png"/><Relationship Id="rId588" Type="http://schemas.openxmlformats.org/officeDocument/2006/relationships/image" Target="../media/image571.png"/><Relationship Id="rId795" Type="http://schemas.openxmlformats.org/officeDocument/2006/relationships/customXml" Target="../ink/ink392.xml"/><Relationship Id="rId809" Type="http://schemas.openxmlformats.org/officeDocument/2006/relationships/customXml" Target="../ink/ink399.xml"/><Relationship Id="rId9" Type="http://schemas.openxmlformats.org/officeDocument/2006/relationships/image" Target="../media/image273.png"/><Relationship Id="rId210" Type="http://schemas.openxmlformats.org/officeDocument/2006/relationships/image" Target="../media/image384.png"/><Relationship Id="rId448" Type="http://schemas.openxmlformats.org/officeDocument/2006/relationships/customXml" Target="../ink/ink218.xml"/><Relationship Id="rId655" Type="http://schemas.openxmlformats.org/officeDocument/2006/relationships/customXml" Target="../ink/ink322.xml"/><Relationship Id="rId862" Type="http://schemas.openxmlformats.org/officeDocument/2006/relationships/image" Target="../media/image708.png"/><Relationship Id="rId294" Type="http://schemas.openxmlformats.org/officeDocument/2006/relationships/image" Target="../media/image426.png"/><Relationship Id="rId308" Type="http://schemas.openxmlformats.org/officeDocument/2006/relationships/image" Target="../media/image433.png"/><Relationship Id="rId515" Type="http://schemas.openxmlformats.org/officeDocument/2006/relationships/customXml" Target="../ink/ink252.xml"/><Relationship Id="rId722" Type="http://schemas.openxmlformats.org/officeDocument/2006/relationships/image" Target="../media/image638.png"/><Relationship Id="rId89" Type="http://schemas.openxmlformats.org/officeDocument/2006/relationships/customXml" Target="../ink/ink37.xml"/><Relationship Id="rId154" Type="http://schemas.openxmlformats.org/officeDocument/2006/relationships/image" Target="../media/image356.png"/><Relationship Id="rId361" Type="http://schemas.openxmlformats.org/officeDocument/2006/relationships/customXml" Target="../ink/ink173.xml"/><Relationship Id="rId599" Type="http://schemas.openxmlformats.org/officeDocument/2006/relationships/customXml" Target="../ink/ink294.xml"/><Relationship Id="rId459" Type="http://schemas.openxmlformats.org/officeDocument/2006/relationships/customXml" Target="../ink/ink224.xml"/><Relationship Id="rId666" Type="http://schemas.openxmlformats.org/officeDocument/2006/relationships/image" Target="../media/image610.png"/><Relationship Id="rId873" Type="http://schemas.openxmlformats.org/officeDocument/2006/relationships/customXml" Target="../ink/ink431.xml"/><Relationship Id="rId16" Type="http://schemas.openxmlformats.org/officeDocument/2006/relationships/image" Target="../media/image287.png"/><Relationship Id="rId221" Type="http://schemas.openxmlformats.org/officeDocument/2006/relationships/customXml" Target="../ink/ink103.xml"/><Relationship Id="rId319" Type="http://schemas.openxmlformats.org/officeDocument/2006/relationships/customXml" Target="../ink/ink152.xml"/><Relationship Id="rId526" Type="http://schemas.openxmlformats.org/officeDocument/2006/relationships/image" Target="../media/image540.png"/><Relationship Id="rId733" Type="http://schemas.openxmlformats.org/officeDocument/2006/relationships/customXml" Target="../ink/ink361.xml"/><Relationship Id="rId165" Type="http://schemas.openxmlformats.org/officeDocument/2006/relationships/customXml" Target="../ink/ink75.xml"/><Relationship Id="rId372" Type="http://schemas.openxmlformats.org/officeDocument/2006/relationships/image" Target="../media/image465.png"/><Relationship Id="rId677" Type="http://schemas.openxmlformats.org/officeDocument/2006/relationships/customXml" Target="../ink/ink333.xml"/><Relationship Id="rId800" Type="http://schemas.openxmlformats.org/officeDocument/2006/relationships/image" Target="../media/image677.png"/><Relationship Id="rId232" Type="http://schemas.openxmlformats.org/officeDocument/2006/relationships/image" Target="../media/image395.png"/><Relationship Id="rId884" Type="http://schemas.openxmlformats.org/officeDocument/2006/relationships/image" Target="../media/image719.png"/><Relationship Id="rId27" Type="http://schemas.openxmlformats.org/officeDocument/2006/relationships/customXml" Target="../ink/ink6.xml"/><Relationship Id="rId537" Type="http://schemas.openxmlformats.org/officeDocument/2006/relationships/customXml" Target="../ink/ink263.xml"/><Relationship Id="rId744" Type="http://schemas.openxmlformats.org/officeDocument/2006/relationships/image" Target="../media/image649.png"/><Relationship Id="rId80" Type="http://schemas.openxmlformats.org/officeDocument/2006/relationships/image" Target="../media/image319.png"/><Relationship Id="rId176" Type="http://schemas.openxmlformats.org/officeDocument/2006/relationships/image" Target="../media/image367.png"/><Relationship Id="rId383" Type="http://schemas.openxmlformats.org/officeDocument/2006/relationships/image" Target="../media/image469.png"/><Relationship Id="rId590" Type="http://schemas.openxmlformats.org/officeDocument/2006/relationships/image" Target="../media/image572.png"/><Relationship Id="rId604" Type="http://schemas.openxmlformats.org/officeDocument/2006/relationships/image" Target="../media/image579.png"/><Relationship Id="rId811" Type="http://schemas.openxmlformats.org/officeDocument/2006/relationships/customXml" Target="../ink/ink400.xml"/><Relationship Id="rId243" Type="http://schemas.openxmlformats.org/officeDocument/2006/relationships/customXml" Target="../ink/ink114.xml"/><Relationship Id="rId450" Type="http://schemas.openxmlformats.org/officeDocument/2006/relationships/customXml" Target="../ink/ink219.xml"/><Relationship Id="rId688" Type="http://schemas.openxmlformats.org/officeDocument/2006/relationships/image" Target="../media/image621.png"/><Relationship Id="rId895" Type="http://schemas.openxmlformats.org/officeDocument/2006/relationships/customXml" Target="../ink/ink442.xml"/><Relationship Id="rId38" Type="http://schemas.openxmlformats.org/officeDocument/2006/relationships/image" Target="../media/image298.png"/><Relationship Id="rId103" Type="http://schemas.openxmlformats.org/officeDocument/2006/relationships/customXml" Target="../ink/ink44.xml"/><Relationship Id="rId310" Type="http://schemas.openxmlformats.org/officeDocument/2006/relationships/image" Target="../media/image434.png"/><Relationship Id="rId548" Type="http://schemas.openxmlformats.org/officeDocument/2006/relationships/image" Target="../media/image551.png"/><Relationship Id="rId755" Type="http://schemas.openxmlformats.org/officeDocument/2006/relationships/customXml" Target="../ink/ink372.xml"/><Relationship Id="rId91" Type="http://schemas.openxmlformats.org/officeDocument/2006/relationships/customXml" Target="../ink/ink38.xml"/><Relationship Id="rId187" Type="http://schemas.openxmlformats.org/officeDocument/2006/relationships/customXml" Target="../ink/ink86.xml"/><Relationship Id="rId394" Type="http://schemas.openxmlformats.org/officeDocument/2006/relationships/customXml" Target="../ink/ink191.xml"/><Relationship Id="rId408" Type="http://schemas.openxmlformats.org/officeDocument/2006/relationships/customXml" Target="../ink/ink198.xml"/><Relationship Id="rId615" Type="http://schemas.openxmlformats.org/officeDocument/2006/relationships/customXml" Target="../ink/ink302.xml"/><Relationship Id="rId822" Type="http://schemas.openxmlformats.org/officeDocument/2006/relationships/image" Target="../media/image688.png"/><Relationship Id="rId254" Type="http://schemas.openxmlformats.org/officeDocument/2006/relationships/image" Target="../media/image406.png"/><Relationship Id="rId699" Type="http://schemas.openxmlformats.org/officeDocument/2006/relationships/customXml" Target="../ink/ink344.xml"/><Relationship Id="rId49" Type="http://schemas.openxmlformats.org/officeDocument/2006/relationships/customXml" Target="../ink/ink17.xml"/><Relationship Id="rId114" Type="http://schemas.openxmlformats.org/officeDocument/2006/relationships/image" Target="../media/image336.png"/><Relationship Id="rId461" Type="http://schemas.openxmlformats.org/officeDocument/2006/relationships/customXml" Target="../ink/ink225.xml"/><Relationship Id="rId559" Type="http://schemas.openxmlformats.org/officeDocument/2006/relationships/customXml" Target="../ink/ink274.xml"/><Relationship Id="rId766" Type="http://schemas.openxmlformats.org/officeDocument/2006/relationships/image" Target="../media/image660.png"/><Relationship Id="rId198" Type="http://schemas.openxmlformats.org/officeDocument/2006/relationships/image" Target="../media/image378.png"/><Relationship Id="rId321" Type="http://schemas.openxmlformats.org/officeDocument/2006/relationships/customXml" Target="../ink/ink153.xml"/><Relationship Id="rId419" Type="http://schemas.openxmlformats.org/officeDocument/2006/relationships/image" Target="../media/image487.png"/><Relationship Id="rId626" Type="http://schemas.openxmlformats.org/officeDocument/2006/relationships/image" Target="../media/image590.png"/><Relationship Id="rId833" Type="http://schemas.openxmlformats.org/officeDocument/2006/relationships/customXml" Target="../ink/ink411.xml"/><Relationship Id="rId265" Type="http://schemas.openxmlformats.org/officeDocument/2006/relationships/customXml" Target="../ink/ink125.xml"/><Relationship Id="rId472" Type="http://schemas.openxmlformats.org/officeDocument/2006/relationships/image" Target="../media/image513.png"/><Relationship Id="rId900" Type="http://schemas.openxmlformats.org/officeDocument/2006/relationships/image" Target="../media/image727.png"/><Relationship Id="rId125" Type="http://schemas.openxmlformats.org/officeDocument/2006/relationships/customXml" Target="../ink/ink55.xml"/><Relationship Id="rId332" Type="http://schemas.openxmlformats.org/officeDocument/2006/relationships/image" Target="../media/image445.png"/><Relationship Id="rId777" Type="http://schemas.openxmlformats.org/officeDocument/2006/relationships/customXml" Target="../ink/ink383.xml"/><Relationship Id="rId637" Type="http://schemas.openxmlformats.org/officeDocument/2006/relationships/customXml" Target="../ink/ink313.xml"/><Relationship Id="rId844" Type="http://schemas.openxmlformats.org/officeDocument/2006/relationships/image" Target="../media/image699.png"/><Relationship Id="rId276" Type="http://schemas.openxmlformats.org/officeDocument/2006/relationships/image" Target="../media/image417.png"/><Relationship Id="rId483" Type="http://schemas.openxmlformats.org/officeDocument/2006/relationships/customXml" Target="../ink/ink236.xml"/><Relationship Id="rId690" Type="http://schemas.openxmlformats.org/officeDocument/2006/relationships/image" Target="../media/image622.png"/><Relationship Id="rId704" Type="http://schemas.openxmlformats.org/officeDocument/2006/relationships/image" Target="../media/image629.png"/><Relationship Id="rId40" Type="http://schemas.openxmlformats.org/officeDocument/2006/relationships/image" Target="../media/image299.png"/><Relationship Id="rId136" Type="http://schemas.openxmlformats.org/officeDocument/2006/relationships/image" Target="../media/image347.png"/><Relationship Id="rId343" Type="http://schemas.openxmlformats.org/officeDocument/2006/relationships/customXml" Target="../ink/ink164.xml"/><Relationship Id="rId550" Type="http://schemas.openxmlformats.org/officeDocument/2006/relationships/image" Target="../media/image552.png"/><Relationship Id="rId788" Type="http://schemas.openxmlformats.org/officeDocument/2006/relationships/image" Target="../media/image671.png"/><Relationship Id="rId203" Type="http://schemas.openxmlformats.org/officeDocument/2006/relationships/customXml" Target="../ink/ink94.xml"/><Relationship Id="rId648" Type="http://schemas.openxmlformats.org/officeDocument/2006/relationships/image" Target="../media/image601.png"/><Relationship Id="rId855" Type="http://schemas.openxmlformats.org/officeDocument/2006/relationships/customXml" Target="../ink/ink422.xml"/><Relationship Id="rId287" Type="http://schemas.openxmlformats.org/officeDocument/2006/relationships/customXml" Target="../ink/ink136.xml"/><Relationship Id="rId410" Type="http://schemas.openxmlformats.org/officeDocument/2006/relationships/customXml" Target="../ink/ink199.xml"/><Relationship Id="rId494" Type="http://schemas.openxmlformats.org/officeDocument/2006/relationships/image" Target="../media/image524.png"/><Relationship Id="rId508" Type="http://schemas.openxmlformats.org/officeDocument/2006/relationships/image" Target="../media/image531.png"/><Relationship Id="rId715" Type="http://schemas.openxmlformats.org/officeDocument/2006/relationships/customXml" Target="../ink/ink352.xml"/><Relationship Id="rId147" Type="http://schemas.openxmlformats.org/officeDocument/2006/relationships/customXml" Target="../ink/ink66.xml"/><Relationship Id="rId354" Type="http://schemas.openxmlformats.org/officeDocument/2006/relationships/image" Target="../media/image456.png"/><Relationship Id="rId799" Type="http://schemas.openxmlformats.org/officeDocument/2006/relationships/customXml" Target="../ink/ink394.xml"/><Relationship Id="rId51" Type="http://schemas.openxmlformats.org/officeDocument/2006/relationships/customXml" Target="../ink/ink18.xml"/><Relationship Id="rId561" Type="http://schemas.openxmlformats.org/officeDocument/2006/relationships/customXml" Target="../ink/ink275.xml"/><Relationship Id="rId659" Type="http://schemas.openxmlformats.org/officeDocument/2006/relationships/customXml" Target="../ink/ink324.xml"/><Relationship Id="rId866" Type="http://schemas.openxmlformats.org/officeDocument/2006/relationships/image" Target="../media/image710.png"/><Relationship Id="rId214" Type="http://schemas.openxmlformats.org/officeDocument/2006/relationships/image" Target="../media/image386.png"/><Relationship Id="rId298" Type="http://schemas.openxmlformats.org/officeDocument/2006/relationships/image" Target="../media/image428.png"/><Relationship Id="rId421" Type="http://schemas.openxmlformats.org/officeDocument/2006/relationships/image" Target="../media/image488.png"/><Relationship Id="rId519" Type="http://schemas.openxmlformats.org/officeDocument/2006/relationships/customXml" Target="../ink/ink254.xml"/><Relationship Id="rId158" Type="http://schemas.openxmlformats.org/officeDocument/2006/relationships/image" Target="../media/image358.png"/><Relationship Id="rId726" Type="http://schemas.openxmlformats.org/officeDocument/2006/relationships/image" Target="../media/image640.png"/><Relationship Id="rId62" Type="http://schemas.openxmlformats.org/officeDocument/2006/relationships/image" Target="../media/image310.png"/><Relationship Id="rId365" Type="http://schemas.openxmlformats.org/officeDocument/2006/relationships/customXml" Target="../ink/ink175.xml"/><Relationship Id="rId572" Type="http://schemas.openxmlformats.org/officeDocument/2006/relationships/image" Target="../media/image563.png"/><Relationship Id="rId225" Type="http://schemas.openxmlformats.org/officeDocument/2006/relationships/customXml" Target="../ink/ink105.xml"/><Relationship Id="rId432" Type="http://schemas.openxmlformats.org/officeDocument/2006/relationships/customXml" Target="../ink/ink210.xml"/><Relationship Id="rId877" Type="http://schemas.openxmlformats.org/officeDocument/2006/relationships/customXml" Target="../ink/ink433.xml"/><Relationship Id="rId737" Type="http://schemas.openxmlformats.org/officeDocument/2006/relationships/customXml" Target="../ink/ink363.xml"/><Relationship Id="rId73" Type="http://schemas.openxmlformats.org/officeDocument/2006/relationships/customXml" Target="../ink/ink29.xml"/><Relationship Id="rId169" Type="http://schemas.openxmlformats.org/officeDocument/2006/relationships/customXml" Target="../ink/ink77.xml"/><Relationship Id="rId376" Type="http://schemas.openxmlformats.org/officeDocument/2006/relationships/customXml" Target="../ink/ink181.xml"/><Relationship Id="rId583" Type="http://schemas.openxmlformats.org/officeDocument/2006/relationships/customXml" Target="../ink/ink286.xml"/><Relationship Id="rId790" Type="http://schemas.openxmlformats.org/officeDocument/2006/relationships/image" Target="../media/image672.png"/><Relationship Id="rId804" Type="http://schemas.openxmlformats.org/officeDocument/2006/relationships/image" Target="../media/image679.png"/><Relationship Id="rId4" Type="http://schemas.openxmlformats.org/officeDocument/2006/relationships/image" Target="../media/image253.png"/><Relationship Id="rId236" Type="http://schemas.openxmlformats.org/officeDocument/2006/relationships/image" Target="../media/image397.png"/><Relationship Id="rId443" Type="http://schemas.openxmlformats.org/officeDocument/2006/relationships/image" Target="../media/image499.png"/><Relationship Id="rId650" Type="http://schemas.openxmlformats.org/officeDocument/2006/relationships/image" Target="../media/image602.png"/><Relationship Id="rId888" Type="http://schemas.openxmlformats.org/officeDocument/2006/relationships/image" Target="../media/image721.png"/><Relationship Id="rId303" Type="http://schemas.openxmlformats.org/officeDocument/2006/relationships/customXml" Target="../ink/ink144.xml"/><Relationship Id="rId748" Type="http://schemas.openxmlformats.org/officeDocument/2006/relationships/image" Target="../media/image651.png"/><Relationship Id="rId84" Type="http://schemas.openxmlformats.org/officeDocument/2006/relationships/image" Target="../media/image321.png"/><Relationship Id="rId387" Type="http://schemas.openxmlformats.org/officeDocument/2006/relationships/image" Target="../media/image471.png"/><Relationship Id="rId510" Type="http://schemas.openxmlformats.org/officeDocument/2006/relationships/image" Target="../media/image532.png"/><Relationship Id="rId594" Type="http://schemas.openxmlformats.org/officeDocument/2006/relationships/image" Target="../media/image574.png"/><Relationship Id="rId608" Type="http://schemas.openxmlformats.org/officeDocument/2006/relationships/image" Target="../media/image581.png"/><Relationship Id="rId815" Type="http://schemas.openxmlformats.org/officeDocument/2006/relationships/customXml" Target="../ink/ink402.xml"/><Relationship Id="rId247" Type="http://schemas.openxmlformats.org/officeDocument/2006/relationships/customXml" Target="../ink/ink116.xml"/><Relationship Id="rId899" Type="http://schemas.openxmlformats.org/officeDocument/2006/relationships/customXml" Target="../ink/ink444.xml"/><Relationship Id="rId107" Type="http://schemas.openxmlformats.org/officeDocument/2006/relationships/customXml" Target="../ink/ink46.xml"/><Relationship Id="rId454" Type="http://schemas.openxmlformats.org/officeDocument/2006/relationships/image" Target="../media/image504.png"/><Relationship Id="rId661" Type="http://schemas.openxmlformats.org/officeDocument/2006/relationships/customXml" Target="../ink/ink325.xml"/><Relationship Id="rId759" Type="http://schemas.openxmlformats.org/officeDocument/2006/relationships/customXml" Target="../ink/ink374.xml"/><Relationship Id="rId11" Type="http://schemas.openxmlformats.org/officeDocument/2006/relationships/image" Target="../media/image275.png"/><Relationship Id="rId314" Type="http://schemas.openxmlformats.org/officeDocument/2006/relationships/image" Target="../media/image436.png"/><Relationship Id="rId398" Type="http://schemas.openxmlformats.org/officeDocument/2006/relationships/customXml" Target="../ink/ink193.xml"/><Relationship Id="rId521" Type="http://schemas.openxmlformats.org/officeDocument/2006/relationships/customXml" Target="../ink/ink255.xml"/><Relationship Id="rId619" Type="http://schemas.openxmlformats.org/officeDocument/2006/relationships/customXml" Target="../ink/ink304.xml"/><Relationship Id="rId95" Type="http://schemas.openxmlformats.org/officeDocument/2006/relationships/customXml" Target="../ink/ink40.xml"/><Relationship Id="rId160" Type="http://schemas.openxmlformats.org/officeDocument/2006/relationships/image" Target="../media/image359.png"/><Relationship Id="rId826" Type="http://schemas.openxmlformats.org/officeDocument/2006/relationships/image" Target="../media/image690.png"/><Relationship Id="rId258" Type="http://schemas.openxmlformats.org/officeDocument/2006/relationships/image" Target="../media/image408.png"/><Relationship Id="rId465" Type="http://schemas.openxmlformats.org/officeDocument/2006/relationships/customXml" Target="../ink/ink227.xml"/><Relationship Id="rId672" Type="http://schemas.openxmlformats.org/officeDocument/2006/relationships/image" Target="../media/image613.png"/><Relationship Id="rId22" Type="http://schemas.openxmlformats.org/officeDocument/2006/relationships/image" Target="../media/image290.png"/><Relationship Id="rId118" Type="http://schemas.openxmlformats.org/officeDocument/2006/relationships/image" Target="../media/image338.png"/><Relationship Id="rId325" Type="http://schemas.openxmlformats.org/officeDocument/2006/relationships/customXml" Target="../ink/ink155.xml"/><Relationship Id="rId532" Type="http://schemas.openxmlformats.org/officeDocument/2006/relationships/image" Target="../media/image543.png"/><Relationship Id="rId171" Type="http://schemas.openxmlformats.org/officeDocument/2006/relationships/customXml" Target="../ink/ink78.xml"/><Relationship Id="rId837" Type="http://schemas.openxmlformats.org/officeDocument/2006/relationships/customXml" Target="../ink/ink413.xml"/><Relationship Id="rId269" Type="http://schemas.openxmlformats.org/officeDocument/2006/relationships/customXml" Target="../ink/ink127.xml"/><Relationship Id="rId476" Type="http://schemas.openxmlformats.org/officeDocument/2006/relationships/image" Target="../media/image515.png"/><Relationship Id="rId683" Type="http://schemas.openxmlformats.org/officeDocument/2006/relationships/customXml" Target="../ink/ink336.xml"/><Relationship Id="rId890" Type="http://schemas.openxmlformats.org/officeDocument/2006/relationships/image" Target="../media/image722.png"/><Relationship Id="rId904" Type="http://schemas.openxmlformats.org/officeDocument/2006/relationships/image" Target="../media/image729.png"/><Relationship Id="rId33" Type="http://schemas.openxmlformats.org/officeDocument/2006/relationships/customXml" Target="../ink/ink9.xml"/><Relationship Id="rId129" Type="http://schemas.openxmlformats.org/officeDocument/2006/relationships/customXml" Target="../ink/ink57.xml"/><Relationship Id="rId336" Type="http://schemas.openxmlformats.org/officeDocument/2006/relationships/image" Target="../media/image447.png"/><Relationship Id="rId543" Type="http://schemas.openxmlformats.org/officeDocument/2006/relationships/customXml" Target="../ink/ink266.xml"/><Relationship Id="rId182" Type="http://schemas.openxmlformats.org/officeDocument/2006/relationships/image" Target="../media/image370.png"/><Relationship Id="rId403" Type="http://schemas.openxmlformats.org/officeDocument/2006/relationships/image" Target="../media/image479.png"/><Relationship Id="rId750" Type="http://schemas.openxmlformats.org/officeDocument/2006/relationships/image" Target="../media/image652.png"/><Relationship Id="rId848" Type="http://schemas.openxmlformats.org/officeDocument/2006/relationships/image" Target="../media/image701.png"/><Relationship Id="rId487" Type="http://schemas.openxmlformats.org/officeDocument/2006/relationships/customXml" Target="../ink/ink238.xml"/><Relationship Id="rId610" Type="http://schemas.openxmlformats.org/officeDocument/2006/relationships/image" Target="../media/image582.png"/><Relationship Id="rId694" Type="http://schemas.openxmlformats.org/officeDocument/2006/relationships/image" Target="../media/image624.png"/><Relationship Id="rId708" Type="http://schemas.openxmlformats.org/officeDocument/2006/relationships/image" Target="../media/image631.png"/><Relationship Id="rId347" Type="http://schemas.openxmlformats.org/officeDocument/2006/relationships/customXml" Target="../ink/ink166.xml"/><Relationship Id="rId44" Type="http://schemas.openxmlformats.org/officeDocument/2006/relationships/image" Target="../media/image301.png"/><Relationship Id="rId554" Type="http://schemas.openxmlformats.org/officeDocument/2006/relationships/image" Target="../media/image554.png"/><Relationship Id="rId761" Type="http://schemas.openxmlformats.org/officeDocument/2006/relationships/customXml" Target="../ink/ink375.xml"/><Relationship Id="rId859" Type="http://schemas.openxmlformats.org/officeDocument/2006/relationships/customXml" Target="../ink/ink424.xml"/><Relationship Id="rId193" Type="http://schemas.openxmlformats.org/officeDocument/2006/relationships/customXml" Target="../ink/ink89.xml"/><Relationship Id="rId207" Type="http://schemas.openxmlformats.org/officeDocument/2006/relationships/customXml" Target="../ink/ink96.xml"/><Relationship Id="rId414" Type="http://schemas.openxmlformats.org/officeDocument/2006/relationships/customXml" Target="../ink/ink201.xml"/><Relationship Id="rId498" Type="http://schemas.openxmlformats.org/officeDocument/2006/relationships/image" Target="../media/image526.png"/><Relationship Id="rId621" Type="http://schemas.openxmlformats.org/officeDocument/2006/relationships/customXml" Target="../ink/ink305.xml"/><Relationship Id="rId260" Type="http://schemas.openxmlformats.org/officeDocument/2006/relationships/image" Target="../media/image409.png"/><Relationship Id="rId719" Type="http://schemas.openxmlformats.org/officeDocument/2006/relationships/customXml" Target="../ink/ink354.xml"/><Relationship Id="rId55" Type="http://schemas.openxmlformats.org/officeDocument/2006/relationships/customXml" Target="../ink/ink20.xml"/><Relationship Id="rId120" Type="http://schemas.openxmlformats.org/officeDocument/2006/relationships/image" Target="../media/image339.png"/><Relationship Id="rId358" Type="http://schemas.openxmlformats.org/officeDocument/2006/relationships/image" Target="../media/image458.png"/><Relationship Id="rId565" Type="http://schemas.openxmlformats.org/officeDocument/2006/relationships/customXml" Target="../ink/ink277.xml"/><Relationship Id="rId772" Type="http://schemas.openxmlformats.org/officeDocument/2006/relationships/image" Target="../media/image663.png"/><Relationship Id="rId218" Type="http://schemas.openxmlformats.org/officeDocument/2006/relationships/image" Target="../media/image388.png"/><Relationship Id="rId425" Type="http://schemas.openxmlformats.org/officeDocument/2006/relationships/image" Target="../media/image490.png"/><Relationship Id="rId632" Type="http://schemas.openxmlformats.org/officeDocument/2006/relationships/image" Target="../media/image593.png"/><Relationship Id="rId271" Type="http://schemas.openxmlformats.org/officeDocument/2006/relationships/customXml" Target="../ink/ink128.xml"/><Relationship Id="rId66" Type="http://schemas.openxmlformats.org/officeDocument/2006/relationships/image" Target="../media/image312.png"/><Relationship Id="rId131" Type="http://schemas.openxmlformats.org/officeDocument/2006/relationships/customXml" Target="../ink/ink58.xml"/><Relationship Id="rId369" Type="http://schemas.openxmlformats.org/officeDocument/2006/relationships/customXml" Target="../ink/ink177.xml"/><Relationship Id="rId576" Type="http://schemas.openxmlformats.org/officeDocument/2006/relationships/image" Target="../media/image565.png"/><Relationship Id="rId783" Type="http://schemas.openxmlformats.org/officeDocument/2006/relationships/customXml" Target="../ink/ink386.xml"/><Relationship Id="rId229" Type="http://schemas.openxmlformats.org/officeDocument/2006/relationships/customXml" Target="../ink/ink107.xml"/><Relationship Id="rId436" Type="http://schemas.openxmlformats.org/officeDocument/2006/relationships/customXml" Target="../ink/ink212.xml"/><Relationship Id="rId643" Type="http://schemas.openxmlformats.org/officeDocument/2006/relationships/customXml" Target="../ink/ink316.xml"/><Relationship Id="rId850" Type="http://schemas.openxmlformats.org/officeDocument/2006/relationships/image" Target="../media/image702.png"/><Relationship Id="rId77" Type="http://schemas.openxmlformats.org/officeDocument/2006/relationships/customXml" Target="../ink/ink31.xml"/><Relationship Id="rId282" Type="http://schemas.openxmlformats.org/officeDocument/2006/relationships/image" Target="../media/image420.png"/><Relationship Id="rId503" Type="http://schemas.openxmlformats.org/officeDocument/2006/relationships/customXml" Target="../ink/ink246.xml"/><Relationship Id="rId587" Type="http://schemas.openxmlformats.org/officeDocument/2006/relationships/customXml" Target="../ink/ink288.xml"/><Relationship Id="rId710" Type="http://schemas.openxmlformats.org/officeDocument/2006/relationships/image" Target="../media/image632.png"/><Relationship Id="rId808" Type="http://schemas.openxmlformats.org/officeDocument/2006/relationships/image" Target="../media/image681.png"/><Relationship Id="rId8" Type="http://schemas.openxmlformats.org/officeDocument/2006/relationships/image" Target="../media/image272.png"/><Relationship Id="rId142" Type="http://schemas.openxmlformats.org/officeDocument/2006/relationships/image" Target="../media/image350.png"/><Relationship Id="rId447" Type="http://schemas.openxmlformats.org/officeDocument/2006/relationships/image" Target="../media/image501.png"/><Relationship Id="rId794" Type="http://schemas.openxmlformats.org/officeDocument/2006/relationships/image" Target="../media/image674.png"/><Relationship Id="rId654" Type="http://schemas.openxmlformats.org/officeDocument/2006/relationships/image" Target="../media/image604.png"/><Relationship Id="rId861" Type="http://schemas.openxmlformats.org/officeDocument/2006/relationships/customXml" Target="../ink/ink425.xml"/><Relationship Id="rId293" Type="http://schemas.openxmlformats.org/officeDocument/2006/relationships/customXml" Target="../ink/ink139.xml"/><Relationship Id="rId307" Type="http://schemas.openxmlformats.org/officeDocument/2006/relationships/customXml" Target="../ink/ink146.xml"/><Relationship Id="rId514" Type="http://schemas.openxmlformats.org/officeDocument/2006/relationships/image" Target="../media/image534.png"/><Relationship Id="rId721" Type="http://schemas.openxmlformats.org/officeDocument/2006/relationships/customXml" Target="../ink/ink355.xml"/><Relationship Id="rId88" Type="http://schemas.openxmlformats.org/officeDocument/2006/relationships/image" Target="../media/image323.png"/><Relationship Id="rId153" Type="http://schemas.openxmlformats.org/officeDocument/2006/relationships/customXml" Target="../ink/ink69.xml"/><Relationship Id="rId360" Type="http://schemas.openxmlformats.org/officeDocument/2006/relationships/image" Target="../media/image459.png"/><Relationship Id="rId598" Type="http://schemas.openxmlformats.org/officeDocument/2006/relationships/image" Target="../media/image576.png"/><Relationship Id="rId819" Type="http://schemas.openxmlformats.org/officeDocument/2006/relationships/customXml" Target="../ink/ink404.xml"/><Relationship Id="rId220" Type="http://schemas.openxmlformats.org/officeDocument/2006/relationships/image" Target="../media/image389.png"/><Relationship Id="rId458" Type="http://schemas.openxmlformats.org/officeDocument/2006/relationships/image" Target="../media/image506.png"/><Relationship Id="rId665" Type="http://schemas.openxmlformats.org/officeDocument/2006/relationships/customXml" Target="../ink/ink327.xml"/><Relationship Id="rId872" Type="http://schemas.openxmlformats.org/officeDocument/2006/relationships/image" Target="../media/image713.png"/><Relationship Id="rId15" Type="http://schemas.openxmlformats.org/officeDocument/2006/relationships/image" Target="../media/image279.png"/><Relationship Id="rId318" Type="http://schemas.openxmlformats.org/officeDocument/2006/relationships/image" Target="../media/image438.png"/><Relationship Id="rId525" Type="http://schemas.openxmlformats.org/officeDocument/2006/relationships/customXml" Target="../ink/ink257.xml"/><Relationship Id="rId732" Type="http://schemas.openxmlformats.org/officeDocument/2006/relationships/image" Target="../media/image643.png"/><Relationship Id="rId99" Type="http://schemas.openxmlformats.org/officeDocument/2006/relationships/customXml" Target="../ink/ink42.xml"/><Relationship Id="rId164" Type="http://schemas.openxmlformats.org/officeDocument/2006/relationships/image" Target="../media/image361.png"/><Relationship Id="rId371" Type="http://schemas.openxmlformats.org/officeDocument/2006/relationships/customXml" Target="../ink/ink178.xml"/><Relationship Id="rId469" Type="http://schemas.openxmlformats.org/officeDocument/2006/relationships/customXml" Target="../ink/ink229.xml"/><Relationship Id="rId676" Type="http://schemas.openxmlformats.org/officeDocument/2006/relationships/image" Target="../media/image615.png"/><Relationship Id="rId883" Type="http://schemas.openxmlformats.org/officeDocument/2006/relationships/customXml" Target="../ink/ink436.xml"/><Relationship Id="rId26" Type="http://schemas.openxmlformats.org/officeDocument/2006/relationships/image" Target="../media/image292.png"/><Relationship Id="rId231" Type="http://schemas.openxmlformats.org/officeDocument/2006/relationships/customXml" Target="../ink/ink108.xml"/><Relationship Id="rId329" Type="http://schemas.openxmlformats.org/officeDocument/2006/relationships/customXml" Target="../ink/ink157.xml"/><Relationship Id="rId536" Type="http://schemas.openxmlformats.org/officeDocument/2006/relationships/image" Target="../media/image545.png"/><Relationship Id="rId175" Type="http://schemas.openxmlformats.org/officeDocument/2006/relationships/customXml" Target="../ink/ink80.xml"/><Relationship Id="rId743" Type="http://schemas.openxmlformats.org/officeDocument/2006/relationships/customXml" Target="../ink/ink366.xml"/><Relationship Id="rId382" Type="http://schemas.openxmlformats.org/officeDocument/2006/relationships/customXml" Target="../ink/ink185.xml"/><Relationship Id="rId603" Type="http://schemas.openxmlformats.org/officeDocument/2006/relationships/customXml" Target="../ink/ink296.xml"/><Relationship Id="rId687" Type="http://schemas.openxmlformats.org/officeDocument/2006/relationships/customXml" Target="../ink/ink338.xml"/><Relationship Id="rId810" Type="http://schemas.openxmlformats.org/officeDocument/2006/relationships/image" Target="../media/image682.png"/><Relationship Id="rId908" Type="http://schemas.openxmlformats.org/officeDocument/2006/relationships/image" Target="../media/image731.png"/></Relationships>
</file>

<file path=ppt/slides/_rels/slide50.xml.rels><?xml version="1.0" encoding="UTF-8" standalone="yes"?>
<Relationships xmlns="http://schemas.openxmlformats.org/package/2006/relationships"><Relationship Id="rId8" Type="http://schemas.openxmlformats.org/officeDocument/2006/relationships/image" Target="../media/image272.png"/><Relationship Id="rId13" Type="http://schemas.openxmlformats.org/officeDocument/2006/relationships/image" Target="../media/image277.png"/><Relationship Id="rId18" Type="http://schemas.openxmlformats.org/officeDocument/2006/relationships/image" Target="../media/image735.png"/><Relationship Id="rId3" Type="http://schemas.openxmlformats.org/officeDocument/2006/relationships/image" Target="../media/image252.png"/><Relationship Id="rId7" Type="http://schemas.openxmlformats.org/officeDocument/2006/relationships/image" Target="../media/image271.png"/><Relationship Id="rId12" Type="http://schemas.openxmlformats.org/officeDocument/2006/relationships/image" Target="../media/image276.png"/><Relationship Id="rId17" Type="http://schemas.openxmlformats.org/officeDocument/2006/relationships/image" Target="../media/image734.png"/><Relationship Id="rId2" Type="http://schemas.openxmlformats.org/officeDocument/2006/relationships/notesSlide" Target="../notesSlides/notesSlide18.xml"/><Relationship Id="rId16" Type="http://schemas.openxmlformats.org/officeDocument/2006/relationships/image" Target="../media/image733.png"/><Relationship Id="rId1" Type="http://schemas.openxmlformats.org/officeDocument/2006/relationships/slideLayout" Target="../slideLayouts/slideLayout7.xml"/><Relationship Id="rId6" Type="http://schemas.openxmlformats.org/officeDocument/2006/relationships/image" Target="../media/image270.png"/><Relationship Id="rId11" Type="http://schemas.openxmlformats.org/officeDocument/2006/relationships/image" Target="../media/image275.png"/><Relationship Id="rId5" Type="http://schemas.openxmlformats.org/officeDocument/2006/relationships/image" Target="../media/image269.png"/><Relationship Id="rId15" Type="http://schemas.openxmlformats.org/officeDocument/2006/relationships/image" Target="../media/image279.png"/><Relationship Id="rId10" Type="http://schemas.openxmlformats.org/officeDocument/2006/relationships/image" Target="../media/image274.png"/><Relationship Id="rId19" Type="http://schemas.openxmlformats.org/officeDocument/2006/relationships/image" Target="../media/image736.png"/><Relationship Id="rId4" Type="http://schemas.openxmlformats.org/officeDocument/2006/relationships/image" Target="../media/image253.png"/><Relationship Id="rId9" Type="http://schemas.openxmlformats.org/officeDocument/2006/relationships/image" Target="../media/image732.png"/><Relationship Id="rId14" Type="http://schemas.openxmlformats.org/officeDocument/2006/relationships/image" Target="../media/image278.png"/></Relationships>
</file>

<file path=ppt/slides/_rels/slide51.xml.rels><?xml version="1.0" encoding="UTF-8" standalone="yes"?>
<Relationships xmlns="http://schemas.openxmlformats.org/package/2006/relationships"><Relationship Id="rId8" Type="http://schemas.openxmlformats.org/officeDocument/2006/relationships/image" Target="../media/image272.png"/><Relationship Id="rId13" Type="http://schemas.openxmlformats.org/officeDocument/2006/relationships/image" Target="../media/image277.png"/><Relationship Id="rId18" Type="http://schemas.openxmlformats.org/officeDocument/2006/relationships/image" Target="../media/image737.png"/><Relationship Id="rId3" Type="http://schemas.openxmlformats.org/officeDocument/2006/relationships/image" Target="../media/image252.png"/><Relationship Id="rId21" Type="http://schemas.openxmlformats.org/officeDocument/2006/relationships/image" Target="../media/image740.png"/><Relationship Id="rId7" Type="http://schemas.openxmlformats.org/officeDocument/2006/relationships/image" Target="../media/image271.png"/><Relationship Id="rId12" Type="http://schemas.openxmlformats.org/officeDocument/2006/relationships/image" Target="../media/image276.png"/><Relationship Id="rId17" Type="http://schemas.openxmlformats.org/officeDocument/2006/relationships/image" Target="../media/image736.png"/><Relationship Id="rId2" Type="http://schemas.openxmlformats.org/officeDocument/2006/relationships/notesSlide" Target="../notesSlides/notesSlide19.xml"/><Relationship Id="rId16" Type="http://schemas.openxmlformats.org/officeDocument/2006/relationships/image" Target="../media/image733.png"/><Relationship Id="rId20" Type="http://schemas.openxmlformats.org/officeDocument/2006/relationships/image" Target="../media/image739.png"/><Relationship Id="rId1" Type="http://schemas.openxmlformats.org/officeDocument/2006/relationships/slideLayout" Target="../slideLayouts/slideLayout7.xml"/><Relationship Id="rId6" Type="http://schemas.openxmlformats.org/officeDocument/2006/relationships/image" Target="../media/image270.png"/><Relationship Id="rId11" Type="http://schemas.openxmlformats.org/officeDocument/2006/relationships/image" Target="../media/image275.png"/><Relationship Id="rId5" Type="http://schemas.openxmlformats.org/officeDocument/2006/relationships/image" Target="../media/image269.png"/><Relationship Id="rId15" Type="http://schemas.openxmlformats.org/officeDocument/2006/relationships/image" Target="../media/image279.png"/><Relationship Id="rId10" Type="http://schemas.openxmlformats.org/officeDocument/2006/relationships/image" Target="../media/image274.png"/><Relationship Id="rId19" Type="http://schemas.openxmlformats.org/officeDocument/2006/relationships/image" Target="../media/image738.png"/><Relationship Id="rId4" Type="http://schemas.openxmlformats.org/officeDocument/2006/relationships/image" Target="../media/image253.png"/><Relationship Id="rId9" Type="http://schemas.openxmlformats.org/officeDocument/2006/relationships/image" Target="../media/image273.png"/><Relationship Id="rId14" Type="http://schemas.openxmlformats.org/officeDocument/2006/relationships/image" Target="../media/image278.png"/></Relationships>
</file>

<file path=ppt/slides/_rels/slide52.xml.rels><?xml version="1.0" encoding="UTF-8" standalone="yes"?>
<Relationships xmlns="http://schemas.openxmlformats.org/package/2006/relationships"><Relationship Id="rId8" Type="http://schemas.openxmlformats.org/officeDocument/2006/relationships/image" Target="../media/image272.png"/><Relationship Id="rId13" Type="http://schemas.openxmlformats.org/officeDocument/2006/relationships/image" Target="../media/image277.png"/><Relationship Id="rId18" Type="http://schemas.openxmlformats.org/officeDocument/2006/relationships/image" Target="../media/image741.png"/><Relationship Id="rId3" Type="http://schemas.openxmlformats.org/officeDocument/2006/relationships/image" Target="../media/image252.png"/><Relationship Id="rId7" Type="http://schemas.openxmlformats.org/officeDocument/2006/relationships/image" Target="../media/image271.png"/><Relationship Id="rId12" Type="http://schemas.openxmlformats.org/officeDocument/2006/relationships/image" Target="../media/image276.png"/><Relationship Id="rId17" Type="http://schemas.openxmlformats.org/officeDocument/2006/relationships/image" Target="../media/image736.png"/><Relationship Id="rId2" Type="http://schemas.openxmlformats.org/officeDocument/2006/relationships/notesSlide" Target="../notesSlides/notesSlide20.xml"/><Relationship Id="rId16" Type="http://schemas.openxmlformats.org/officeDocument/2006/relationships/image" Target="../media/image733.png"/><Relationship Id="rId1" Type="http://schemas.openxmlformats.org/officeDocument/2006/relationships/slideLayout" Target="../slideLayouts/slideLayout7.xml"/><Relationship Id="rId6" Type="http://schemas.openxmlformats.org/officeDocument/2006/relationships/image" Target="../media/image270.png"/><Relationship Id="rId11" Type="http://schemas.openxmlformats.org/officeDocument/2006/relationships/image" Target="../media/image275.png"/><Relationship Id="rId5" Type="http://schemas.openxmlformats.org/officeDocument/2006/relationships/image" Target="../media/image269.png"/><Relationship Id="rId15" Type="http://schemas.openxmlformats.org/officeDocument/2006/relationships/image" Target="../media/image279.png"/><Relationship Id="rId10" Type="http://schemas.openxmlformats.org/officeDocument/2006/relationships/image" Target="../media/image274.png"/><Relationship Id="rId19" Type="http://schemas.openxmlformats.org/officeDocument/2006/relationships/image" Target="../media/image742.png"/><Relationship Id="rId4" Type="http://schemas.openxmlformats.org/officeDocument/2006/relationships/image" Target="../media/image253.png"/><Relationship Id="rId9" Type="http://schemas.openxmlformats.org/officeDocument/2006/relationships/image" Target="../media/image273.png"/><Relationship Id="rId14" Type="http://schemas.openxmlformats.org/officeDocument/2006/relationships/image" Target="../media/image278.png"/></Relationships>
</file>

<file path=ppt/slides/_rels/slide53.xml.rels><?xml version="1.0" encoding="UTF-8" standalone="yes"?>
<Relationships xmlns="http://schemas.openxmlformats.org/package/2006/relationships"><Relationship Id="rId3" Type="http://schemas.openxmlformats.org/officeDocument/2006/relationships/image" Target="../media/image237.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38.png"/></Relationships>
</file>

<file path=ppt/slides/_rels/slide54.xml.rels><?xml version="1.0" encoding="UTF-8" standalone="yes"?>
<Relationships xmlns="http://schemas.openxmlformats.org/package/2006/relationships"><Relationship Id="rId3" Type="http://schemas.openxmlformats.org/officeDocument/2006/relationships/image" Target="../media/image890.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8" Type="http://schemas.openxmlformats.org/officeDocument/2006/relationships/image" Target="../media/image756.png"/><Relationship Id="rId13" Type="http://schemas.openxmlformats.org/officeDocument/2006/relationships/image" Target="../media/image761.png"/><Relationship Id="rId3" Type="http://schemas.openxmlformats.org/officeDocument/2006/relationships/image" Target="../media/image751.png"/><Relationship Id="rId7" Type="http://schemas.openxmlformats.org/officeDocument/2006/relationships/image" Target="../media/image755.png"/><Relationship Id="rId12" Type="http://schemas.openxmlformats.org/officeDocument/2006/relationships/image" Target="../media/image760.png"/><Relationship Id="rId2" Type="http://schemas.openxmlformats.org/officeDocument/2006/relationships/image" Target="../media/image750.png"/><Relationship Id="rId1" Type="http://schemas.openxmlformats.org/officeDocument/2006/relationships/slideLayout" Target="../slideLayouts/slideLayout7.xml"/><Relationship Id="rId6" Type="http://schemas.openxmlformats.org/officeDocument/2006/relationships/image" Target="../media/image754.png"/><Relationship Id="rId11" Type="http://schemas.openxmlformats.org/officeDocument/2006/relationships/image" Target="../media/image759.png"/><Relationship Id="rId5" Type="http://schemas.openxmlformats.org/officeDocument/2006/relationships/image" Target="../media/image753.png"/><Relationship Id="rId10" Type="http://schemas.openxmlformats.org/officeDocument/2006/relationships/image" Target="../media/image758.png"/><Relationship Id="rId4" Type="http://schemas.openxmlformats.org/officeDocument/2006/relationships/image" Target="../media/image752.png"/><Relationship Id="rId9" Type="http://schemas.openxmlformats.org/officeDocument/2006/relationships/image" Target="../media/image757.png"/><Relationship Id="rId14" Type="http://schemas.openxmlformats.org/officeDocument/2006/relationships/image" Target="../media/image762.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8" Type="http://schemas.openxmlformats.org/officeDocument/2006/relationships/image" Target="../media/image970.png"/><Relationship Id="rId3" Type="http://schemas.openxmlformats.org/officeDocument/2006/relationships/image" Target="../media/image920.png"/><Relationship Id="rId7" Type="http://schemas.openxmlformats.org/officeDocument/2006/relationships/image" Target="../media/image960.png"/><Relationship Id="rId12" Type="http://schemas.openxmlformats.org/officeDocument/2006/relationships/image" Target="../media/image1010.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0" Type="http://schemas.openxmlformats.org/officeDocument/2006/relationships/image" Target="../media/image990.png"/><Relationship Id="rId4" Type="http://schemas.openxmlformats.org/officeDocument/2006/relationships/image" Target="../media/image930.png"/><Relationship Id="rId9" Type="http://schemas.openxmlformats.org/officeDocument/2006/relationships/image" Target="../media/image980.png"/></Relationships>
</file>

<file path=ppt/slides/_rels/slide60.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102.png"/><Relationship Id="rId7" Type="http://schemas.openxmlformats.org/officeDocument/2006/relationships/image" Target="../media/image116.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s>
</file>

<file path=ppt/slides/_rels/slide61.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image" Target="../media/image118.png"/><Relationship Id="rId7" Type="http://schemas.openxmlformats.org/officeDocument/2006/relationships/image" Target="../media/image123.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121.png"/><Relationship Id="rId5" Type="http://schemas.openxmlformats.org/officeDocument/2006/relationships/image" Target="../media/image120.png"/><Relationship Id="rId4" Type="http://schemas.openxmlformats.org/officeDocument/2006/relationships/image" Target="../media/image119.png"/></Relationships>
</file>

<file path=ppt/slides/_rels/slide62.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118.png"/><Relationship Id="rId7" Type="http://schemas.openxmlformats.org/officeDocument/2006/relationships/image" Target="../media/image129.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19.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1</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3644369" y="629677"/>
            <a:ext cx="4021294" cy="707886"/>
          </a:xfrm>
          <a:prstGeom prst="rect">
            <a:avLst/>
          </a:prstGeom>
          <a:noFill/>
        </p:spPr>
        <p:txBody>
          <a:bodyPr wrap="none" rtlCol="0">
            <a:spAutoFit/>
          </a:bodyPr>
          <a:lstStyle/>
          <a:p>
            <a:r>
              <a:rPr lang="es-ES" sz="4000" b="1" dirty="0">
                <a:solidFill>
                  <a:schemeClr val="accent1">
                    <a:lumMod val="50000"/>
                  </a:schemeClr>
                </a:solidFill>
              </a:rPr>
              <a:t>Redes Neuronales</a:t>
            </a:r>
          </a:p>
        </p:txBody>
      </p:sp>
      <p:sp>
        <p:nvSpPr>
          <p:cNvPr id="4" name="CuadroTexto 3">
            <a:extLst>
              <a:ext uri="{FF2B5EF4-FFF2-40B4-BE49-F238E27FC236}">
                <a16:creationId xmlns:a16="http://schemas.microsoft.com/office/drawing/2014/main" id="{BBAB2C66-7702-9F9D-E3A6-FB63B29B9727}"/>
              </a:ext>
            </a:extLst>
          </p:cNvPr>
          <p:cNvSpPr txBox="1"/>
          <p:nvPr/>
        </p:nvSpPr>
        <p:spPr>
          <a:xfrm>
            <a:off x="1324229" y="5605566"/>
            <a:ext cx="1893852" cy="338554"/>
          </a:xfrm>
          <a:prstGeom prst="rect">
            <a:avLst/>
          </a:prstGeom>
          <a:noFill/>
        </p:spPr>
        <p:txBody>
          <a:bodyPr wrap="none" rtlCol="0">
            <a:spAutoFit/>
          </a:bodyPr>
          <a:lstStyle/>
          <a:p>
            <a:r>
              <a:rPr lang="es-ES" sz="1600" dirty="0" err="1"/>
              <a:t>From</a:t>
            </a:r>
            <a:r>
              <a:rPr lang="es-ES" sz="1600" dirty="0"/>
              <a:t> </a:t>
            </a:r>
            <a:r>
              <a:rPr lang="es-ES" sz="1600" dirty="0">
                <a:hlinkClick r:id="rId2"/>
              </a:rPr>
              <a:t>futurespace.es</a:t>
            </a:r>
            <a:endParaRPr lang="es-ES" sz="1600" dirty="0"/>
          </a:p>
        </p:txBody>
      </p:sp>
      <p:sp>
        <p:nvSpPr>
          <p:cNvPr id="5" name="CuadroTexto 4">
            <a:extLst>
              <a:ext uri="{FF2B5EF4-FFF2-40B4-BE49-F238E27FC236}">
                <a16:creationId xmlns:a16="http://schemas.microsoft.com/office/drawing/2014/main" id="{D4286E82-FF38-1057-622F-02244AD16F2B}"/>
              </a:ext>
            </a:extLst>
          </p:cNvPr>
          <p:cNvSpPr txBox="1"/>
          <p:nvPr/>
        </p:nvSpPr>
        <p:spPr>
          <a:xfrm>
            <a:off x="4993612" y="2272023"/>
            <a:ext cx="7096181" cy="3373359"/>
          </a:xfrm>
          <a:prstGeom prst="rect">
            <a:avLst/>
          </a:prstGeom>
          <a:noFill/>
        </p:spPr>
        <p:txBody>
          <a:bodyPr wrap="square" rtlCol="0">
            <a:spAutoFit/>
          </a:bodyPr>
          <a:lstStyle/>
          <a:p>
            <a:pPr>
              <a:lnSpc>
                <a:spcPct val="150000"/>
              </a:lnSpc>
            </a:pPr>
            <a:r>
              <a:rPr lang="es-ES" dirty="0">
                <a:solidFill>
                  <a:schemeClr val="accent1">
                    <a:lumMod val="50000"/>
                  </a:schemeClr>
                </a:solidFill>
              </a:rPr>
              <a:t>Una red neuronal es un modelo computacional inspirado en el cerebro humano, diseñado para procesar y analizar datos. Está compuesta por capas de nodos, llamados neuronas, que están conectadas entre sí. Cada neurona recibe, procesa y transmite información, permitiendo a la red aprender patrones y hacer predicciones. Las redes neuronales son fundamentales en tareas como reconocimiento de imágenes, procesamiento del lenguaje natural y toma de decisiones automatizada.</a:t>
            </a:r>
          </a:p>
          <a:p>
            <a:pPr>
              <a:lnSpc>
                <a:spcPct val="150000"/>
              </a:lnSpc>
            </a:pPr>
            <a:endParaRPr lang="es-ES" dirty="0">
              <a:solidFill>
                <a:schemeClr val="accent1">
                  <a:lumMod val="50000"/>
                </a:schemeClr>
              </a:solidFill>
            </a:endParaRPr>
          </a:p>
        </p:txBody>
      </p:sp>
      <p:pic>
        <p:nvPicPr>
          <p:cNvPr id="7" name="Imagen 6">
            <a:extLst>
              <a:ext uri="{FF2B5EF4-FFF2-40B4-BE49-F238E27FC236}">
                <a16:creationId xmlns:a16="http://schemas.microsoft.com/office/drawing/2014/main" id="{B0856DC6-2040-ED1F-CE1C-91F73FD8A756}"/>
              </a:ext>
            </a:extLst>
          </p:cNvPr>
          <p:cNvPicPr>
            <a:picLocks noChangeAspect="1"/>
          </p:cNvPicPr>
          <p:nvPr/>
        </p:nvPicPr>
        <p:blipFill>
          <a:blip r:embed="rId3"/>
          <a:stretch>
            <a:fillRect/>
          </a:stretch>
        </p:blipFill>
        <p:spPr>
          <a:xfrm>
            <a:off x="257023" y="1749048"/>
            <a:ext cx="4467258" cy="3638577"/>
          </a:xfrm>
          <a:prstGeom prst="rect">
            <a:avLst/>
          </a:prstGeom>
        </p:spPr>
      </p:pic>
    </p:spTree>
    <p:extLst>
      <p:ext uri="{BB962C8B-B14F-4D97-AF65-F5344CB8AC3E}">
        <p14:creationId xmlns:p14="http://schemas.microsoft.com/office/powerpoint/2010/main" val="23219081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 name="Imagen 97">
            <a:extLst>
              <a:ext uri="{FF2B5EF4-FFF2-40B4-BE49-F238E27FC236}">
                <a16:creationId xmlns:a16="http://schemas.microsoft.com/office/drawing/2014/main" id="{300661FA-87B2-777E-EC37-276EFE15CF09}"/>
              </a:ext>
            </a:extLst>
          </p:cNvPr>
          <p:cNvPicPr>
            <a:picLocks noChangeAspect="1"/>
          </p:cNvPicPr>
          <p:nvPr/>
        </p:nvPicPr>
        <p:blipFill>
          <a:blip r:embed="rId2"/>
          <a:stretch>
            <a:fillRect/>
          </a:stretch>
        </p:blipFill>
        <p:spPr>
          <a:xfrm>
            <a:off x="4184176" y="2748669"/>
            <a:ext cx="3865189" cy="3792031"/>
          </a:xfrm>
          <a:prstGeom prst="rect">
            <a:avLst/>
          </a:prstGeom>
        </p:spPr>
      </p:pic>
      <p:sp>
        <p:nvSpPr>
          <p:cNvPr id="3" name="CuadroTexto 2">
            <a:extLst>
              <a:ext uri="{FF2B5EF4-FFF2-40B4-BE49-F238E27FC236}">
                <a16:creationId xmlns:a16="http://schemas.microsoft.com/office/drawing/2014/main" id="{B721C4E8-F774-C602-C20C-95042CFF3868}"/>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7" name="CuadroTexto 6">
            <a:extLst>
              <a:ext uri="{FF2B5EF4-FFF2-40B4-BE49-F238E27FC236}">
                <a16:creationId xmlns:a16="http://schemas.microsoft.com/office/drawing/2014/main" id="{93FB16DD-97A1-9BA5-8681-F103FBEEB82E}"/>
              </a:ext>
            </a:extLst>
          </p:cNvPr>
          <p:cNvSpPr txBox="1"/>
          <p:nvPr/>
        </p:nvSpPr>
        <p:spPr>
          <a:xfrm>
            <a:off x="214041" y="447385"/>
            <a:ext cx="7072610" cy="506292"/>
          </a:xfrm>
          <a:prstGeom prst="rect">
            <a:avLst/>
          </a:prstGeom>
          <a:noFill/>
        </p:spPr>
        <p:txBody>
          <a:bodyPr wrap="square">
            <a:spAutoFit/>
          </a:bodyPr>
          <a:lstStyle/>
          <a:p>
            <a:pPr>
              <a:lnSpc>
                <a:spcPct val="150000"/>
              </a:lnSpc>
            </a:pPr>
            <a:r>
              <a:rPr lang="en-US" sz="2000" b="1" dirty="0" err="1">
                <a:solidFill>
                  <a:schemeClr val="accent1">
                    <a:lumMod val="50000"/>
                  </a:schemeClr>
                </a:solidFill>
              </a:rPr>
              <a:t>Perceptrón</a:t>
            </a:r>
            <a:r>
              <a:rPr lang="en-US" sz="2000" b="1" dirty="0">
                <a:solidFill>
                  <a:schemeClr val="accent1">
                    <a:lumMod val="50000"/>
                  </a:schemeClr>
                </a:solidFill>
              </a:rPr>
              <a:t> </a:t>
            </a:r>
            <a:r>
              <a:rPr lang="en-US" sz="2000" b="1" dirty="0" err="1">
                <a:solidFill>
                  <a:schemeClr val="accent1">
                    <a:lumMod val="50000"/>
                  </a:schemeClr>
                </a:solidFill>
              </a:rPr>
              <a:t>Multicapa</a:t>
            </a:r>
            <a:r>
              <a:rPr lang="en-US" sz="2000" b="1" dirty="0">
                <a:solidFill>
                  <a:schemeClr val="accent1">
                    <a:lumMod val="50000"/>
                  </a:schemeClr>
                </a:solidFill>
              </a:rPr>
              <a:t> (MLP). </a:t>
            </a:r>
            <a:r>
              <a:rPr lang="en-US" sz="2000" b="1" dirty="0" err="1">
                <a:solidFill>
                  <a:schemeClr val="accent1">
                    <a:lumMod val="50000"/>
                  </a:schemeClr>
                </a:solidFill>
              </a:rPr>
              <a:t>FeedForward</a:t>
            </a:r>
            <a:r>
              <a:rPr lang="en-US" sz="2000" b="1" dirty="0">
                <a:solidFill>
                  <a:schemeClr val="accent1">
                    <a:lumMod val="50000"/>
                  </a:schemeClr>
                </a:solidFill>
              </a:rPr>
              <a:t> Propagation</a:t>
            </a:r>
            <a:endParaRPr lang="en-US" sz="2000" dirty="0">
              <a:solidFill>
                <a:schemeClr val="accent1">
                  <a:lumMod val="50000"/>
                </a:schemeClr>
              </a:solidFill>
            </a:endParaRPr>
          </a:p>
        </p:txBody>
      </p:sp>
      <p:sp>
        <p:nvSpPr>
          <p:cNvPr id="2" name="CuadroTexto 1">
            <a:extLst>
              <a:ext uri="{FF2B5EF4-FFF2-40B4-BE49-F238E27FC236}">
                <a16:creationId xmlns:a16="http://schemas.microsoft.com/office/drawing/2014/main" id="{CC9C60BD-C69F-22B6-480C-EC1F121E01B7}"/>
              </a:ext>
            </a:extLst>
          </p:cNvPr>
          <p:cNvSpPr txBox="1"/>
          <p:nvPr/>
        </p:nvSpPr>
        <p:spPr>
          <a:xfrm>
            <a:off x="4689112" y="1500507"/>
            <a:ext cx="7275030" cy="1200329"/>
          </a:xfrm>
          <a:prstGeom prst="rect">
            <a:avLst/>
          </a:prstGeom>
          <a:noFill/>
        </p:spPr>
        <p:txBody>
          <a:bodyPr wrap="square">
            <a:spAutoFit/>
          </a:bodyPr>
          <a:lstStyle/>
          <a:p>
            <a:r>
              <a:rPr lang="es-ES" dirty="0">
                <a:solidFill>
                  <a:schemeClr val="accent1">
                    <a:lumMod val="50000"/>
                  </a:schemeClr>
                </a:solidFill>
              </a:rPr>
              <a:t>Esta red neuronal tan “sencilla” es capaz de clasificar con bastante precisión un conjunto no linealmente separable como son los puntos en el interior del círculo unidad. </a:t>
            </a:r>
          </a:p>
          <a:p>
            <a:r>
              <a:rPr lang="es-ES" dirty="0">
                <a:solidFill>
                  <a:schemeClr val="accent1">
                    <a:lumMod val="50000"/>
                  </a:schemeClr>
                </a:solidFill>
              </a:rPr>
              <a:t> </a:t>
            </a:r>
          </a:p>
        </p:txBody>
      </p:sp>
      <p:sp>
        <p:nvSpPr>
          <p:cNvPr id="5" name="CuadroTexto 4">
            <a:extLst>
              <a:ext uri="{FF2B5EF4-FFF2-40B4-BE49-F238E27FC236}">
                <a16:creationId xmlns:a16="http://schemas.microsoft.com/office/drawing/2014/main" id="{F7164DFC-6D4A-1B8E-9AD2-24872E14317E}"/>
              </a:ext>
            </a:extLst>
          </p:cNvPr>
          <p:cNvSpPr txBox="1"/>
          <p:nvPr/>
        </p:nvSpPr>
        <p:spPr>
          <a:xfrm>
            <a:off x="8148034" y="2920851"/>
            <a:ext cx="4043965" cy="3139321"/>
          </a:xfrm>
          <a:prstGeom prst="rect">
            <a:avLst/>
          </a:prstGeom>
          <a:noFill/>
        </p:spPr>
        <p:txBody>
          <a:bodyPr wrap="square">
            <a:spAutoFit/>
          </a:bodyPr>
          <a:lstStyle/>
          <a:p>
            <a:r>
              <a:rPr lang="es-ES" dirty="0">
                <a:solidFill>
                  <a:schemeClr val="accent1">
                    <a:lumMod val="50000"/>
                  </a:schemeClr>
                </a:solidFill>
              </a:rPr>
              <a:t>Solo faltaban dos preguntas por resolver:</a:t>
            </a:r>
          </a:p>
          <a:p>
            <a:endParaRPr lang="es-ES" dirty="0">
              <a:solidFill>
                <a:schemeClr val="accent1">
                  <a:lumMod val="50000"/>
                </a:schemeClr>
              </a:solidFill>
            </a:endParaRPr>
          </a:p>
          <a:p>
            <a:pPr marL="285750" indent="-285750">
              <a:buFont typeface="Arial" panose="020B0604020202020204" pitchFamily="34" charset="0"/>
              <a:buChar char="•"/>
            </a:pPr>
            <a:r>
              <a:rPr lang="es-ES" dirty="0">
                <a:solidFill>
                  <a:schemeClr val="accent1">
                    <a:lumMod val="50000"/>
                  </a:schemeClr>
                </a:solidFill>
              </a:rPr>
              <a:t>¿Por qué funciona?</a:t>
            </a:r>
          </a:p>
          <a:p>
            <a:pPr marL="285750" indent="-285750">
              <a:buFont typeface="Arial" panose="020B0604020202020204" pitchFamily="34" charset="0"/>
              <a:buChar char="•"/>
            </a:pPr>
            <a:endParaRPr lang="es-ES" dirty="0">
              <a:solidFill>
                <a:schemeClr val="accent1">
                  <a:lumMod val="50000"/>
                </a:schemeClr>
              </a:solidFill>
            </a:endParaRPr>
          </a:p>
          <a:p>
            <a:pPr marL="285750" indent="-285750">
              <a:buFont typeface="Arial" panose="020B0604020202020204" pitchFamily="34" charset="0"/>
              <a:buChar char="•"/>
            </a:pPr>
            <a:endParaRPr lang="es-ES" dirty="0">
              <a:solidFill>
                <a:schemeClr val="accent1">
                  <a:lumMod val="50000"/>
                </a:schemeClr>
              </a:solidFill>
            </a:endParaRPr>
          </a:p>
          <a:p>
            <a:pPr marL="285750" indent="-285750">
              <a:buFont typeface="Arial" panose="020B0604020202020204" pitchFamily="34" charset="0"/>
              <a:buChar char="•"/>
            </a:pPr>
            <a:endParaRPr lang="es-ES" dirty="0">
              <a:solidFill>
                <a:schemeClr val="accent1">
                  <a:lumMod val="50000"/>
                </a:schemeClr>
              </a:solidFill>
            </a:endParaRPr>
          </a:p>
          <a:p>
            <a:pPr marL="285750" indent="-285750">
              <a:buFont typeface="Arial" panose="020B0604020202020204" pitchFamily="34" charset="0"/>
              <a:buChar char="•"/>
            </a:pPr>
            <a:endParaRPr lang="es-ES" dirty="0">
              <a:solidFill>
                <a:schemeClr val="accent1">
                  <a:lumMod val="50000"/>
                </a:schemeClr>
              </a:solidFill>
            </a:endParaRPr>
          </a:p>
          <a:p>
            <a:endParaRPr lang="es-ES" dirty="0">
              <a:solidFill>
                <a:schemeClr val="accent1">
                  <a:lumMod val="50000"/>
                </a:schemeClr>
              </a:solidFill>
            </a:endParaRPr>
          </a:p>
          <a:p>
            <a:pPr marL="285750" indent="-285750">
              <a:buFont typeface="Arial" panose="020B0604020202020204" pitchFamily="34" charset="0"/>
              <a:buChar char="•"/>
            </a:pPr>
            <a:endParaRPr lang="es-ES" dirty="0">
              <a:solidFill>
                <a:schemeClr val="accent1">
                  <a:lumMod val="50000"/>
                </a:schemeClr>
              </a:solidFill>
            </a:endParaRPr>
          </a:p>
          <a:p>
            <a:pPr marL="285750" indent="-285750">
              <a:buFont typeface="Arial" panose="020B0604020202020204" pitchFamily="34" charset="0"/>
              <a:buChar char="•"/>
            </a:pPr>
            <a:r>
              <a:rPr lang="es-ES" b="1" u="sng" dirty="0">
                <a:solidFill>
                  <a:schemeClr val="accent1">
                    <a:lumMod val="50000"/>
                  </a:schemeClr>
                </a:solidFill>
              </a:rPr>
              <a:t>¿Cómo determinar los pesos?</a:t>
            </a:r>
          </a:p>
          <a:p>
            <a:r>
              <a:rPr lang="es-ES" dirty="0">
                <a:solidFill>
                  <a:schemeClr val="accent1">
                    <a:lumMod val="50000"/>
                  </a:schemeClr>
                </a:solidFill>
              </a:rPr>
              <a:t> </a:t>
            </a:r>
          </a:p>
        </p:txBody>
      </p:sp>
      <p:pic>
        <p:nvPicPr>
          <p:cNvPr id="6" name="Imagen 5">
            <a:extLst>
              <a:ext uri="{FF2B5EF4-FFF2-40B4-BE49-F238E27FC236}">
                <a16:creationId xmlns:a16="http://schemas.microsoft.com/office/drawing/2014/main" id="{5795110C-565B-D143-7E0D-40123F5CA9CA}"/>
              </a:ext>
            </a:extLst>
          </p:cNvPr>
          <p:cNvPicPr>
            <a:picLocks noChangeAspect="1"/>
          </p:cNvPicPr>
          <p:nvPr/>
        </p:nvPicPr>
        <p:blipFill rotWithShape="1">
          <a:blip r:embed="rId3"/>
          <a:srcRect l="14555" t="30701" r="15904" b="30079"/>
          <a:stretch/>
        </p:blipFill>
        <p:spPr>
          <a:xfrm>
            <a:off x="8447877" y="3963681"/>
            <a:ext cx="3444277" cy="1053659"/>
          </a:xfrm>
          <a:prstGeom prst="rect">
            <a:avLst/>
          </a:prstGeom>
        </p:spPr>
      </p:pic>
      <p:grpSp>
        <p:nvGrpSpPr>
          <p:cNvPr id="10" name="Grupo 9">
            <a:extLst>
              <a:ext uri="{FF2B5EF4-FFF2-40B4-BE49-F238E27FC236}">
                <a16:creationId xmlns:a16="http://schemas.microsoft.com/office/drawing/2014/main" id="{4AE43D07-013B-DC5E-95C1-5C252643767F}"/>
              </a:ext>
            </a:extLst>
          </p:cNvPr>
          <p:cNvGrpSpPr/>
          <p:nvPr/>
        </p:nvGrpSpPr>
        <p:grpSpPr>
          <a:xfrm>
            <a:off x="143703" y="1632318"/>
            <a:ext cx="3430255" cy="2478179"/>
            <a:chOff x="466137" y="1833209"/>
            <a:chExt cx="4169929" cy="2859461"/>
          </a:xfrm>
        </p:grpSpPr>
        <mc:AlternateContent xmlns:mc="http://schemas.openxmlformats.org/markup-compatibility/2006" xmlns:a14="http://schemas.microsoft.com/office/drawing/2010/main">
          <mc:Choice Requires="a14">
            <p:sp>
              <p:nvSpPr>
                <p:cNvPr id="11" name="Elipse 10">
                  <a:extLst>
                    <a:ext uri="{FF2B5EF4-FFF2-40B4-BE49-F238E27FC236}">
                      <a16:creationId xmlns:a16="http://schemas.microsoft.com/office/drawing/2014/main" id="{4E0C082E-4484-280F-36F4-E2EE970DB90C}"/>
                    </a:ext>
                  </a:extLst>
                </p:cNvPr>
                <p:cNvSpPr/>
                <p:nvPr/>
              </p:nvSpPr>
              <p:spPr>
                <a:xfrm>
                  <a:off x="3726158" y="2950758"/>
                  <a:ext cx="540000" cy="540000"/>
                </a:xfrm>
                <a:prstGeom prst="ellipse">
                  <a:avLst/>
                </a:prstGeom>
                <a:no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sSup>
                          <m:sSupPr>
                            <m:ctrlPr>
                              <a:rPr lang="es-ES" sz="1400" i="1">
                                <a:solidFill>
                                  <a:schemeClr val="accent1">
                                    <a:lumMod val="50000"/>
                                  </a:schemeClr>
                                </a:solidFill>
                                <a:latin typeface="Cambria Math" panose="02040503050406030204" pitchFamily="18" charset="0"/>
                                <a:ea typeface="Cambria Math" panose="02040503050406030204" pitchFamily="18" charset="0"/>
                              </a:rPr>
                            </m:ctrlPr>
                          </m:sSupPr>
                          <m:e>
                            <m:r>
                              <a:rPr lang="es-ES" sz="1400" i="1">
                                <a:solidFill>
                                  <a:schemeClr val="accent1">
                                    <a:lumMod val="50000"/>
                                  </a:schemeClr>
                                </a:solidFill>
                                <a:latin typeface="Cambria Math" panose="02040503050406030204" pitchFamily="18" charset="0"/>
                                <a:ea typeface="Cambria Math" panose="02040503050406030204" pitchFamily="18" charset="0"/>
                              </a:rPr>
                              <m:t>𝑎</m:t>
                            </m:r>
                          </m:e>
                          <m:sup>
                            <m:r>
                              <a:rPr lang="es-ES" sz="1400" i="1">
                                <a:solidFill>
                                  <a:schemeClr val="accent1">
                                    <a:lumMod val="50000"/>
                                  </a:schemeClr>
                                </a:solidFill>
                                <a:latin typeface="Cambria Math" panose="02040503050406030204" pitchFamily="18" charset="0"/>
                                <a:ea typeface="Cambria Math" panose="02040503050406030204" pitchFamily="18" charset="0"/>
                              </a:rPr>
                              <m:t>[2]</m:t>
                            </m:r>
                          </m:sup>
                        </m:sSup>
                      </m:oMath>
                    </m:oMathPara>
                  </a14:m>
                  <a:endParaRPr lang="es-ES" sz="1400" b="1" dirty="0"/>
                </a:p>
              </p:txBody>
            </p:sp>
          </mc:Choice>
          <mc:Fallback xmlns="">
            <p:sp>
              <p:nvSpPr>
                <p:cNvPr id="11" name="Elipse 10">
                  <a:extLst>
                    <a:ext uri="{FF2B5EF4-FFF2-40B4-BE49-F238E27FC236}">
                      <a16:creationId xmlns:a16="http://schemas.microsoft.com/office/drawing/2014/main" id="{4E0C082E-4484-280F-36F4-E2EE970DB90C}"/>
                    </a:ext>
                  </a:extLst>
                </p:cNvPr>
                <p:cNvSpPr>
                  <a:spLocks noRot="1" noChangeAspect="1" noMove="1" noResize="1" noEditPoints="1" noAdjustHandles="1" noChangeArrowheads="1" noChangeShapeType="1" noTextEdit="1"/>
                </p:cNvSpPr>
                <p:nvPr/>
              </p:nvSpPr>
              <p:spPr>
                <a:xfrm>
                  <a:off x="3726158" y="2950758"/>
                  <a:ext cx="540000" cy="540000"/>
                </a:xfrm>
                <a:prstGeom prst="ellipse">
                  <a:avLst/>
                </a:prstGeom>
                <a:blipFill>
                  <a:blip r:embed="rId4"/>
                  <a:stretch>
                    <a:fillRect/>
                  </a:stretch>
                </a:blipFill>
                <a:ln w="34925">
                  <a:solidFill>
                    <a:srgbClr val="C00000"/>
                  </a:solidFill>
                </a:ln>
              </p:spPr>
              <p:txBody>
                <a:bodyPr/>
                <a:lstStyle/>
                <a:p>
                  <a:r>
                    <a:rPr lang="es-ES">
                      <a:noFill/>
                    </a:rPr>
                    <a:t> </a:t>
                  </a:r>
                </a:p>
              </p:txBody>
            </p:sp>
          </mc:Fallback>
        </mc:AlternateContent>
        <p:cxnSp>
          <p:nvCxnSpPr>
            <p:cNvPr id="12" name="Conector recto de flecha 11">
              <a:extLst>
                <a:ext uri="{FF2B5EF4-FFF2-40B4-BE49-F238E27FC236}">
                  <a16:creationId xmlns:a16="http://schemas.microsoft.com/office/drawing/2014/main" id="{D5ACD350-20B7-00FE-DF7C-9C7AE76803E4}"/>
                </a:ext>
              </a:extLst>
            </p:cNvPr>
            <p:cNvCxnSpPr>
              <a:cxnSpLocks/>
              <a:stCxn id="11" idx="6"/>
            </p:cNvCxnSpPr>
            <p:nvPr/>
          </p:nvCxnSpPr>
          <p:spPr>
            <a:xfrm>
              <a:off x="4266158" y="3220758"/>
              <a:ext cx="369908" cy="0"/>
            </a:xfrm>
            <a:prstGeom prst="straightConnector1">
              <a:avLst/>
            </a:prstGeom>
            <a:ln w="34925" cmpd="sng">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Elipse 12">
                  <a:extLst>
                    <a:ext uri="{FF2B5EF4-FFF2-40B4-BE49-F238E27FC236}">
                      <a16:creationId xmlns:a16="http://schemas.microsoft.com/office/drawing/2014/main" id="{B565622B-D7D3-F18D-4CAB-8A6F86F505DF}"/>
                    </a:ext>
                  </a:extLst>
                </p:cNvPr>
                <p:cNvSpPr/>
                <p:nvPr/>
              </p:nvSpPr>
              <p:spPr>
                <a:xfrm>
                  <a:off x="466137" y="2561956"/>
                  <a:ext cx="540000" cy="540000"/>
                </a:xfrm>
                <a:prstGeom prst="ellipse">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s-ES" sz="1600" i="1">
                                <a:solidFill>
                                  <a:schemeClr val="accent1">
                                    <a:lumMod val="50000"/>
                                  </a:schemeClr>
                                </a:solidFill>
                                <a:latin typeface="Cambria Math" panose="02040503050406030204" pitchFamily="18" charset="0"/>
                                <a:ea typeface="Cambria Math" panose="02040503050406030204" pitchFamily="18" charset="0"/>
                              </a:rPr>
                            </m:ctrlPr>
                          </m:sSubPr>
                          <m:e>
                            <m:r>
                              <a:rPr lang="es-ES" sz="1600" i="1">
                                <a:solidFill>
                                  <a:schemeClr val="accent1">
                                    <a:lumMod val="50000"/>
                                  </a:schemeClr>
                                </a:solidFill>
                                <a:latin typeface="Cambria Math" panose="02040503050406030204" pitchFamily="18" charset="0"/>
                                <a:ea typeface="Cambria Math" panose="02040503050406030204" pitchFamily="18" charset="0"/>
                              </a:rPr>
                              <m:t>𝑥</m:t>
                            </m:r>
                          </m:e>
                          <m:sub>
                            <m:r>
                              <a:rPr lang="es-ES" sz="1600" i="1">
                                <a:solidFill>
                                  <a:schemeClr val="accent1">
                                    <a:lumMod val="50000"/>
                                  </a:schemeClr>
                                </a:solidFill>
                                <a:latin typeface="Cambria Math" panose="02040503050406030204" pitchFamily="18" charset="0"/>
                                <a:ea typeface="Cambria Math" panose="02040503050406030204" pitchFamily="18" charset="0"/>
                              </a:rPr>
                              <m:t>1</m:t>
                            </m:r>
                          </m:sub>
                        </m:sSub>
                      </m:oMath>
                    </m:oMathPara>
                  </a14:m>
                  <a:endParaRPr lang="es-ES" sz="1600" dirty="0"/>
                </a:p>
              </p:txBody>
            </p:sp>
          </mc:Choice>
          <mc:Fallback xmlns="">
            <p:sp>
              <p:nvSpPr>
                <p:cNvPr id="13" name="Elipse 12">
                  <a:extLst>
                    <a:ext uri="{FF2B5EF4-FFF2-40B4-BE49-F238E27FC236}">
                      <a16:creationId xmlns:a16="http://schemas.microsoft.com/office/drawing/2014/main" id="{B565622B-D7D3-F18D-4CAB-8A6F86F505DF}"/>
                    </a:ext>
                  </a:extLst>
                </p:cNvPr>
                <p:cNvSpPr>
                  <a:spLocks noRot="1" noChangeAspect="1" noMove="1" noResize="1" noEditPoints="1" noAdjustHandles="1" noChangeArrowheads="1" noChangeShapeType="1" noTextEdit="1"/>
                </p:cNvSpPr>
                <p:nvPr/>
              </p:nvSpPr>
              <p:spPr>
                <a:xfrm>
                  <a:off x="466137" y="2561956"/>
                  <a:ext cx="540000" cy="540000"/>
                </a:xfrm>
                <a:prstGeom prst="ellipse">
                  <a:avLst/>
                </a:prstGeom>
                <a:blipFill>
                  <a:blip r:embed="rId5"/>
                  <a:stretch>
                    <a:fillRect/>
                  </a:stretch>
                </a:blipFill>
                <a:ln w="31750">
                  <a:solidFill>
                    <a:schemeClr val="accent6">
                      <a:lumMod val="75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Elipse 13">
                  <a:extLst>
                    <a:ext uri="{FF2B5EF4-FFF2-40B4-BE49-F238E27FC236}">
                      <a16:creationId xmlns:a16="http://schemas.microsoft.com/office/drawing/2014/main" id="{74557F67-A9BF-41FC-FB5A-11385EE44807}"/>
                    </a:ext>
                  </a:extLst>
                </p:cNvPr>
                <p:cNvSpPr/>
                <p:nvPr/>
              </p:nvSpPr>
              <p:spPr>
                <a:xfrm>
                  <a:off x="466137" y="3336774"/>
                  <a:ext cx="540000" cy="540000"/>
                </a:xfrm>
                <a:prstGeom prst="ellipse">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s-ES" sz="1600" i="1">
                                <a:solidFill>
                                  <a:schemeClr val="accent1">
                                    <a:lumMod val="50000"/>
                                  </a:schemeClr>
                                </a:solidFill>
                                <a:latin typeface="Cambria Math" panose="02040503050406030204" pitchFamily="18" charset="0"/>
                                <a:ea typeface="Cambria Math" panose="02040503050406030204" pitchFamily="18" charset="0"/>
                              </a:rPr>
                            </m:ctrlPr>
                          </m:sSubPr>
                          <m:e>
                            <m:r>
                              <a:rPr lang="es-ES" sz="1600" i="1">
                                <a:solidFill>
                                  <a:schemeClr val="accent1">
                                    <a:lumMod val="50000"/>
                                  </a:schemeClr>
                                </a:solidFill>
                                <a:latin typeface="Cambria Math" panose="02040503050406030204" pitchFamily="18" charset="0"/>
                                <a:ea typeface="Cambria Math" panose="02040503050406030204" pitchFamily="18" charset="0"/>
                              </a:rPr>
                              <m:t>𝑥</m:t>
                            </m:r>
                          </m:e>
                          <m:sub>
                            <m:r>
                              <a:rPr lang="es-ES" sz="1600" i="1">
                                <a:solidFill>
                                  <a:schemeClr val="accent1">
                                    <a:lumMod val="50000"/>
                                  </a:schemeClr>
                                </a:solidFill>
                                <a:latin typeface="Cambria Math" panose="02040503050406030204" pitchFamily="18" charset="0"/>
                                <a:ea typeface="Cambria Math" panose="02040503050406030204" pitchFamily="18" charset="0"/>
                              </a:rPr>
                              <m:t>2</m:t>
                            </m:r>
                          </m:sub>
                        </m:sSub>
                      </m:oMath>
                    </m:oMathPara>
                  </a14:m>
                  <a:endParaRPr lang="es-ES" sz="1600" dirty="0"/>
                </a:p>
              </p:txBody>
            </p:sp>
          </mc:Choice>
          <mc:Fallback xmlns="">
            <p:sp>
              <p:nvSpPr>
                <p:cNvPr id="14" name="Elipse 13">
                  <a:extLst>
                    <a:ext uri="{FF2B5EF4-FFF2-40B4-BE49-F238E27FC236}">
                      <a16:creationId xmlns:a16="http://schemas.microsoft.com/office/drawing/2014/main" id="{74557F67-A9BF-41FC-FB5A-11385EE44807}"/>
                    </a:ext>
                  </a:extLst>
                </p:cNvPr>
                <p:cNvSpPr>
                  <a:spLocks noRot="1" noChangeAspect="1" noMove="1" noResize="1" noEditPoints="1" noAdjustHandles="1" noChangeArrowheads="1" noChangeShapeType="1" noTextEdit="1"/>
                </p:cNvSpPr>
                <p:nvPr/>
              </p:nvSpPr>
              <p:spPr>
                <a:xfrm>
                  <a:off x="466137" y="3336774"/>
                  <a:ext cx="540000" cy="540000"/>
                </a:xfrm>
                <a:prstGeom prst="ellipse">
                  <a:avLst/>
                </a:prstGeom>
                <a:blipFill>
                  <a:blip r:embed="rId6"/>
                  <a:stretch>
                    <a:fillRect/>
                  </a:stretch>
                </a:blipFill>
                <a:ln w="31750">
                  <a:solidFill>
                    <a:schemeClr val="accent6">
                      <a:lumMod val="75000"/>
                    </a:schemeClr>
                  </a:solidFill>
                </a:ln>
              </p:spPr>
              <p:txBody>
                <a:bodyPr/>
                <a:lstStyle/>
                <a:p>
                  <a:r>
                    <a:rPr lang="es-ES">
                      <a:noFill/>
                    </a:rPr>
                    <a:t> </a:t>
                  </a:r>
                </a:p>
              </p:txBody>
            </p:sp>
          </mc:Fallback>
        </mc:AlternateContent>
        <p:cxnSp>
          <p:nvCxnSpPr>
            <p:cNvPr id="15" name="Conector recto 14">
              <a:extLst>
                <a:ext uri="{FF2B5EF4-FFF2-40B4-BE49-F238E27FC236}">
                  <a16:creationId xmlns:a16="http://schemas.microsoft.com/office/drawing/2014/main" id="{BD191243-C3BE-FECA-7C20-494F95776498}"/>
                </a:ext>
              </a:extLst>
            </p:cNvPr>
            <p:cNvCxnSpPr>
              <a:cxnSpLocks/>
              <a:stCxn id="13" idx="6"/>
            </p:cNvCxnSpPr>
            <p:nvPr/>
          </p:nvCxnSpPr>
          <p:spPr>
            <a:xfrm flipV="1">
              <a:off x="1006137" y="2050647"/>
              <a:ext cx="1352978" cy="78130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A49BD306-E6D5-8FCA-1152-2DAC57399BA9}"/>
                </a:ext>
              </a:extLst>
            </p:cNvPr>
            <p:cNvCxnSpPr>
              <a:cxnSpLocks/>
              <a:stCxn id="13" idx="6"/>
            </p:cNvCxnSpPr>
            <p:nvPr/>
          </p:nvCxnSpPr>
          <p:spPr>
            <a:xfrm flipV="1">
              <a:off x="1006137" y="2829159"/>
              <a:ext cx="1352320" cy="2797"/>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0BA7AABA-9923-B834-F9C0-5C5C4E2AF9D2}"/>
                </a:ext>
              </a:extLst>
            </p:cNvPr>
            <p:cNvCxnSpPr>
              <a:cxnSpLocks/>
              <a:stCxn id="14" idx="6"/>
            </p:cNvCxnSpPr>
            <p:nvPr/>
          </p:nvCxnSpPr>
          <p:spPr>
            <a:xfrm flipV="1">
              <a:off x="1006137" y="2829159"/>
              <a:ext cx="1352320" cy="777615"/>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4A6AE1BB-C4EB-4F9C-91D5-A65EA769EDA1}"/>
                </a:ext>
              </a:extLst>
            </p:cNvPr>
            <p:cNvCxnSpPr>
              <a:cxnSpLocks/>
              <a:stCxn id="13" idx="6"/>
            </p:cNvCxnSpPr>
            <p:nvPr/>
          </p:nvCxnSpPr>
          <p:spPr>
            <a:xfrm>
              <a:off x="1006137" y="2831956"/>
              <a:ext cx="1351991" cy="775715"/>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3C9A28A8-041F-121D-3471-270AC8CD7B77}"/>
                </a:ext>
              </a:extLst>
            </p:cNvPr>
            <p:cNvCxnSpPr>
              <a:cxnSpLocks/>
              <a:stCxn id="14" idx="6"/>
            </p:cNvCxnSpPr>
            <p:nvPr/>
          </p:nvCxnSpPr>
          <p:spPr>
            <a:xfrm>
              <a:off x="1006137" y="3606774"/>
              <a:ext cx="1351991" cy="897"/>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AEF573B6-0E7F-237F-D6D6-E1B74C02794F}"/>
                </a:ext>
              </a:extLst>
            </p:cNvPr>
            <p:cNvCxnSpPr>
              <a:cxnSpLocks/>
              <a:stCxn id="14" idx="6"/>
            </p:cNvCxnSpPr>
            <p:nvPr/>
          </p:nvCxnSpPr>
          <p:spPr>
            <a:xfrm flipV="1">
              <a:off x="1006137" y="2050647"/>
              <a:ext cx="1352978" cy="1556127"/>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DF246B94-F769-6E4B-8AEE-5147749A2A99}"/>
                </a:ext>
              </a:extLst>
            </p:cNvPr>
            <p:cNvCxnSpPr>
              <a:cxnSpLocks/>
              <a:endCxn id="11" idx="2"/>
            </p:cNvCxnSpPr>
            <p:nvPr/>
          </p:nvCxnSpPr>
          <p:spPr>
            <a:xfrm>
              <a:off x="2899115" y="2050647"/>
              <a:ext cx="827043" cy="117011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Conector recto 36">
              <a:extLst>
                <a:ext uri="{FF2B5EF4-FFF2-40B4-BE49-F238E27FC236}">
                  <a16:creationId xmlns:a16="http://schemas.microsoft.com/office/drawing/2014/main" id="{57A4AB3B-9FD4-1F73-BDF8-662261363187}"/>
                </a:ext>
              </a:extLst>
            </p:cNvPr>
            <p:cNvCxnSpPr>
              <a:cxnSpLocks/>
              <a:endCxn id="11" idx="2"/>
            </p:cNvCxnSpPr>
            <p:nvPr/>
          </p:nvCxnSpPr>
          <p:spPr>
            <a:xfrm>
              <a:off x="2898457" y="2829159"/>
              <a:ext cx="827701" cy="391599"/>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Conector recto 38">
              <a:extLst>
                <a:ext uri="{FF2B5EF4-FFF2-40B4-BE49-F238E27FC236}">
                  <a16:creationId xmlns:a16="http://schemas.microsoft.com/office/drawing/2014/main" id="{ADF4EF9B-CE8D-9375-BD8E-F8FF9287EB36}"/>
                </a:ext>
              </a:extLst>
            </p:cNvPr>
            <p:cNvCxnSpPr>
              <a:cxnSpLocks/>
              <a:endCxn id="11" idx="2"/>
            </p:cNvCxnSpPr>
            <p:nvPr/>
          </p:nvCxnSpPr>
          <p:spPr>
            <a:xfrm flipV="1">
              <a:off x="2898128" y="3220758"/>
              <a:ext cx="828030" cy="386913"/>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29155658-B797-7563-1977-465DBACF69B3}"/>
                </a:ext>
              </a:extLst>
            </p:cNvPr>
            <p:cNvCxnSpPr>
              <a:cxnSpLocks/>
              <a:stCxn id="14" idx="6"/>
            </p:cNvCxnSpPr>
            <p:nvPr/>
          </p:nvCxnSpPr>
          <p:spPr>
            <a:xfrm>
              <a:off x="1006137" y="3606774"/>
              <a:ext cx="1328381" cy="777454"/>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Conector recto 40">
              <a:extLst>
                <a:ext uri="{FF2B5EF4-FFF2-40B4-BE49-F238E27FC236}">
                  <a16:creationId xmlns:a16="http://schemas.microsoft.com/office/drawing/2014/main" id="{2BC530D5-9707-6BF2-ABA6-CE5D222484A3}"/>
                </a:ext>
              </a:extLst>
            </p:cNvPr>
            <p:cNvCxnSpPr>
              <a:cxnSpLocks/>
              <a:stCxn id="13" idx="6"/>
            </p:cNvCxnSpPr>
            <p:nvPr/>
          </p:nvCxnSpPr>
          <p:spPr>
            <a:xfrm>
              <a:off x="1006137" y="2831956"/>
              <a:ext cx="1328381" cy="1552272"/>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E3066110-6BAF-1BCA-957E-3E76AA98B287}"/>
                </a:ext>
              </a:extLst>
            </p:cNvPr>
            <p:cNvCxnSpPr>
              <a:cxnSpLocks/>
              <a:endCxn id="11" idx="2"/>
            </p:cNvCxnSpPr>
            <p:nvPr/>
          </p:nvCxnSpPr>
          <p:spPr>
            <a:xfrm flipV="1">
              <a:off x="2874518" y="3220758"/>
              <a:ext cx="851640" cy="1163470"/>
            </a:xfrm>
            <a:prstGeom prst="line">
              <a:avLst/>
            </a:prstGeom>
            <a:ln w="28575">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Elipse 42">
                  <a:extLst>
                    <a:ext uri="{FF2B5EF4-FFF2-40B4-BE49-F238E27FC236}">
                      <a16:creationId xmlns:a16="http://schemas.microsoft.com/office/drawing/2014/main" id="{EDFD0D56-6CAD-CD85-919B-E43DF5E5FF2C}"/>
                    </a:ext>
                  </a:extLst>
                </p:cNvPr>
                <p:cNvSpPr/>
                <p:nvPr/>
              </p:nvSpPr>
              <p:spPr>
                <a:xfrm>
                  <a:off x="2356877" y="1833209"/>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sz="140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sz="1400" i="1">
                                <a:solidFill>
                                  <a:schemeClr val="accent1">
                                    <a:lumMod val="50000"/>
                                  </a:schemeClr>
                                </a:solidFill>
                                <a:latin typeface="Cambria Math" panose="02040503050406030204" pitchFamily="18" charset="0"/>
                                <a:ea typeface="Cambria Math" panose="02040503050406030204" pitchFamily="18" charset="0"/>
                              </a:rPr>
                              <m:t>𝑎</m:t>
                            </m:r>
                          </m:e>
                          <m:sub>
                            <m:r>
                              <a:rPr lang="es-ES" sz="1400" i="1">
                                <a:solidFill>
                                  <a:schemeClr val="accent1">
                                    <a:lumMod val="50000"/>
                                  </a:schemeClr>
                                </a:solidFill>
                                <a:latin typeface="Cambria Math" panose="02040503050406030204" pitchFamily="18" charset="0"/>
                                <a:ea typeface="Cambria Math" panose="02040503050406030204" pitchFamily="18" charset="0"/>
                              </a:rPr>
                              <m:t>1</m:t>
                            </m:r>
                          </m:sub>
                          <m:sup>
                            <m:r>
                              <a:rPr lang="es-ES" sz="1400"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sz="1400" dirty="0"/>
                </a:p>
              </p:txBody>
            </p:sp>
          </mc:Choice>
          <mc:Fallback xmlns="">
            <p:sp>
              <p:nvSpPr>
                <p:cNvPr id="43" name="Elipse 42">
                  <a:extLst>
                    <a:ext uri="{FF2B5EF4-FFF2-40B4-BE49-F238E27FC236}">
                      <a16:creationId xmlns:a16="http://schemas.microsoft.com/office/drawing/2014/main" id="{EDFD0D56-6CAD-CD85-919B-E43DF5E5FF2C}"/>
                    </a:ext>
                  </a:extLst>
                </p:cNvPr>
                <p:cNvSpPr>
                  <a:spLocks noRot="1" noChangeAspect="1" noMove="1" noResize="1" noEditPoints="1" noAdjustHandles="1" noChangeArrowheads="1" noChangeShapeType="1" noTextEdit="1"/>
                </p:cNvSpPr>
                <p:nvPr/>
              </p:nvSpPr>
              <p:spPr>
                <a:xfrm>
                  <a:off x="2356877" y="1833209"/>
                  <a:ext cx="540000" cy="540000"/>
                </a:xfrm>
                <a:prstGeom prst="ellipse">
                  <a:avLst/>
                </a:prstGeom>
                <a:blipFill>
                  <a:blip r:embed="rId7"/>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4" name="Elipse 43">
                  <a:extLst>
                    <a:ext uri="{FF2B5EF4-FFF2-40B4-BE49-F238E27FC236}">
                      <a16:creationId xmlns:a16="http://schemas.microsoft.com/office/drawing/2014/main" id="{53DB3545-C4D1-6827-34C5-CF6CF0D57FF6}"/>
                    </a:ext>
                  </a:extLst>
                </p:cNvPr>
                <p:cNvSpPr/>
                <p:nvPr/>
              </p:nvSpPr>
              <p:spPr>
                <a:xfrm>
                  <a:off x="2356877" y="2592098"/>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sz="140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sz="1400" i="1">
                                <a:solidFill>
                                  <a:schemeClr val="accent1">
                                    <a:lumMod val="50000"/>
                                  </a:schemeClr>
                                </a:solidFill>
                                <a:latin typeface="Cambria Math" panose="02040503050406030204" pitchFamily="18" charset="0"/>
                                <a:ea typeface="Cambria Math" panose="02040503050406030204" pitchFamily="18" charset="0"/>
                              </a:rPr>
                              <m:t>𝑎</m:t>
                            </m:r>
                          </m:e>
                          <m:sub>
                            <m:r>
                              <a:rPr lang="es-ES" sz="1400" i="1">
                                <a:solidFill>
                                  <a:schemeClr val="accent1">
                                    <a:lumMod val="50000"/>
                                  </a:schemeClr>
                                </a:solidFill>
                                <a:latin typeface="Cambria Math" panose="02040503050406030204" pitchFamily="18" charset="0"/>
                                <a:ea typeface="Cambria Math" panose="02040503050406030204" pitchFamily="18" charset="0"/>
                              </a:rPr>
                              <m:t>2</m:t>
                            </m:r>
                          </m:sub>
                          <m:sup>
                            <m:r>
                              <a:rPr lang="es-ES" sz="1400"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sz="1400" dirty="0"/>
                </a:p>
              </p:txBody>
            </p:sp>
          </mc:Choice>
          <mc:Fallback xmlns="">
            <p:sp>
              <p:nvSpPr>
                <p:cNvPr id="44" name="Elipse 43">
                  <a:extLst>
                    <a:ext uri="{FF2B5EF4-FFF2-40B4-BE49-F238E27FC236}">
                      <a16:creationId xmlns:a16="http://schemas.microsoft.com/office/drawing/2014/main" id="{53DB3545-C4D1-6827-34C5-CF6CF0D57FF6}"/>
                    </a:ext>
                  </a:extLst>
                </p:cNvPr>
                <p:cNvSpPr>
                  <a:spLocks noRot="1" noChangeAspect="1" noMove="1" noResize="1" noEditPoints="1" noAdjustHandles="1" noChangeArrowheads="1" noChangeShapeType="1" noTextEdit="1"/>
                </p:cNvSpPr>
                <p:nvPr/>
              </p:nvSpPr>
              <p:spPr>
                <a:xfrm>
                  <a:off x="2356877" y="2592098"/>
                  <a:ext cx="540000" cy="540000"/>
                </a:xfrm>
                <a:prstGeom prst="ellipse">
                  <a:avLst/>
                </a:prstGeom>
                <a:blipFill>
                  <a:blip r:embed="rId8"/>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5" name="Elipse 44">
                  <a:extLst>
                    <a:ext uri="{FF2B5EF4-FFF2-40B4-BE49-F238E27FC236}">
                      <a16:creationId xmlns:a16="http://schemas.microsoft.com/office/drawing/2014/main" id="{8734D808-B02C-A60E-FC52-8918400A602D}"/>
                    </a:ext>
                  </a:extLst>
                </p:cNvPr>
                <p:cNvSpPr/>
                <p:nvPr/>
              </p:nvSpPr>
              <p:spPr>
                <a:xfrm>
                  <a:off x="2356877" y="3351854"/>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sz="140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sz="1400" i="1">
                                <a:solidFill>
                                  <a:schemeClr val="accent1">
                                    <a:lumMod val="50000"/>
                                  </a:schemeClr>
                                </a:solidFill>
                                <a:latin typeface="Cambria Math" panose="02040503050406030204" pitchFamily="18" charset="0"/>
                                <a:ea typeface="Cambria Math" panose="02040503050406030204" pitchFamily="18" charset="0"/>
                              </a:rPr>
                              <m:t>𝑎</m:t>
                            </m:r>
                          </m:e>
                          <m:sub>
                            <m:r>
                              <a:rPr lang="es-ES" sz="1400" i="1">
                                <a:solidFill>
                                  <a:schemeClr val="accent1">
                                    <a:lumMod val="50000"/>
                                  </a:schemeClr>
                                </a:solidFill>
                                <a:latin typeface="Cambria Math" panose="02040503050406030204" pitchFamily="18" charset="0"/>
                                <a:ea typeface="Cambria Math" panose="02040503050406030204" pitchFamily="18" charset="0"/>
                              </a:rPr>
                              <m:t>3</m:t>
                            </m:r>
                          </m:sub>
                          <m:sup>
                            <m:r>
                              <a:rPr lang="es-ES" sz="1400"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sz="1400" dirty="0"/>
                </a:p>
              </p:txBody>
            </p:sp>
          </mc:Choice>
          <mc:Fallback xmlns="">
            <p:sp>
              <p:nvSpPr>
                <p:cNvPr id="45" name="Elipse 44">
                  <a:extLst>
                    <a:ext uri="{FF2B5EF4-FFF2-40B4-BE49-F238E27FC236}">
                      <a16:creationId xmlns:a16="http://schemas.microsoft.com/office/drawing/2014/main" id="{8734D808-B02C-A60E-FC52-8918400A602D}"/>
                    </a:ext>
                  </a:extLst>
                </p:cNvPr>
                <p:cNvSpPr>
                  <a:spLocks noRot="1" noChangeAspect="1" noMove="1" noResize="1" noEditPoints="1" noAdjustHandles="1" noChangeArrowheads="1" noChangeShapeType="1" noTextEdit="1"/>
                </p:cNvSpPr>
                <p:nvPr/>
              </p:nvSpPr>
              <p:spPr>
                <a:xfrm>
                  <a:off x="2356877" y="3351854"/>
                  <a:ext cx="540000" cy="540000"/>
                </a:xfrm>
                <a:prstGeom prst="ellipse">
                  <a:avLst/>
                </a:prstGeom>
                <a:blipFill>
                  <a:blip r:embed="rId9"/>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6" name="Elipse 45">
                  <a:extLst>
                    <a:ext uri="{FF2B5EF4-FFF2-40B4-BE49-F238E27FC236}">
                      <a16:creationId xmlns:a16="http://schemas.microsoft.com/office/drawing/2014/main" id="{221D86B7-E3C3-98EC-C808-FD8AA1BFBBCC}"/>
                    </a:ext>
                  </a:extLst>
                </p:cNvPr>
                <p:cNvSpPr/>
                <p:nvPr/>
              </p:nvSpPr>
              <p:spPr>
                <a:xfrm>
                  <a:off x="2334518" y="4152670"/>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sz="140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sz="1400" i="1">
                                <a:solidFill>
                                  <a:schemeClr val="accent1">
                                    <a:lumMod val="50000"/>
                                  </a:schemeClr>
                                </a:solidFill>
                                <a:latin typeface="Cambria Math" panose="02040503050406030204" pitchFamily="18" charset="0"/>
                                <a:ea typeface="Cambria Math" panose="02040503050406030204" pitchFamily="18" charset="0"/>
                              </a:rPr>
                              <m:t>𝑎</m:t>
                            </m:r>
                          </m:e>
                          <m:sub>
                            <m:r>
                              <a:rPr lang="es-ES" sz="1400" b="0" i="1" smtClean="0">
                                <a:solidFill>
                                  <a:schemeClr val="accent1">
                                    <a:lumMod val="50000"/>
                                  </a:schemeClr>
                                </a:solidFill>
                                <a:latin typeface="Cambria Math" panose="02040503050406030204" pitchFamily="18" charset="0"/>
                                <a:ea typeface="Cambria Math" panose="02040503050406030204" pitchFamily="18" charset="0"/>
                              </a:rPr>
                              <m:t>4</m:t>
                            </m:r>
                          </m:sub>
                          <m:sup>
                            <m:r>
                              <a:rPr lang="es-ES" sz="1400"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sz="1400" dirty="0"/>
                </a:p>
              </p:txBody>
            </p:sp>
          </mc:Choice>
          <mc:Fallback xmlns="">
            <p:sp>
              <p:nvSpPr>
                <p:cNvPr id="46" name="Elipse 45">
                  <a:extLst>
                    <a:ext uri="{FF2B5EF4-FFF2-40B4-BE49-F238E27FC236}">
                      <a16:creationId xmlns:a16="http://schemas.microsoft.com/office/drawing/2014/main" id="{221D86B7-E3C3-98EC-C808-FD8AA1BFBBCC}"/>
                    </a:ext>
                  </a:extLst>
                </p:cNvPr>
                <p:cNvSpPr>
                  <a:spLocks noRot="1" noChangeAspect="1" noMove="1" noResize="1" noEditPoints="1" noAdjustHandles="1" noChangeArrowheads="1" noChangeShapeType="1" noTextEdit="1"/>
                </p:cNvSpPr>
                <p:nvPr/>
              </p:nvSpPr>
              <p:spPr>
                <a:xfrm>
                  <a:off x="2334518" y="4152670"/>
                  <a:ext cx="540000" cy="540000"/>
                </a:xfrm>
                <a:prstGeom prst="ellipse">
                  <a:avLst/>
                </a:prstGeom>
                <a:blipFill>
                  <a:blip r:embed="rId10"/>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7" name="CuadroTexto 46">
                  <a:extLst>
                    <a:ext uri="{FF2B5EF4-FFF2-40B4-BE49-F238E27FC236}">
                      <a16:creationId xmlns:a16="http://schemas.microsoft.com/office/drawing/2014/main" id="{1C3F4C55-ECC4-7811-0B4F-B47AE4A29B71}"/>
                    </a:ext>
                  </a:extLst>
                </p:cNvPr>
                <p:cNvSpPr txBox="1"/>
                <p:nvPr/>
              </p:nvSpPr>
              <p:spPr>
                <a:xfrm>
                  <a:off x="953556" y="2068404"/>
                  <a:ext cx="827043" cy="4028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1" i="1" smtClean="0">
                                <a:solidFill>
                                  <a:schemeClr val="accent1">
                                    <a:lumMod val="50000"/>
                                  </a:schemeClr>
                                </a:solidFill>
                                <a:latin typeface="Cambria Math" panose="02040503050406030204" pitchFamily="18" charset="0"/>
                                <a:ea typeface="Cambria Math" panose="02040503050406030204" pitchFamily="18" charset="0"/>
                              </a:rPr>
                              <m:t>𝑾</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1</m:t>
                            </m:r>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sz="1600" dirty="0"/>
                </a:p>
              </p:txBody>
            </p:sp>
          </mc:Choice>
          <mc:Fallback xmlns="">
            <p:sp>
              <p:nvSpPr>
                <p:cNvPr id="47" name="CuadroTexto 46">
                  <a:extLst>
                    <a:ext uri="{FF2B5EF4-FFF2-40B4-BE49-F238E27FC236}">
                      <a16:creationId xmlns:a16="http://schemas.microsoft.com/office/drawing/2014/main" id="{1C3F4C55-ECC4-7811-0B4F-B47AE4A29B71}"/>
                    </a:ext>
                  </a:extLst>
                </p:cNvPr>
                <p:cNvSpPr txBox="1">
                  <a:spLocks noRot="1" noChangeAspect="1" noMove="1" noResize="1" noEditPoints="1" noAdjustHandles="1" noChangeArrowheads="1" noChangeShapeType="1" noTextEdit="1"/>
                </p:cNvSpPr>
                <p:nvPr/>
              </p:nvSpPr>
              <p:spPr>
                <a:xfrm>
                  <a:off x="953556" y="2068404"/>
                  <a:ext cx="827043" cy="40285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8" name="CuadroTexto 47">
                  <a:extLst>
                    <a:ext uri="{FF2B5EF4-FFF2-40B4-BE49-F238E27FC236}">
                      <a16:creationId xmlns:a16="http://schemas.microsoft.com/office/drawing/2014/main" id="{E1477B27-713E-F829-E953-93E016CF864D}"/>
                    </a:ext>
                  </a:extLst>
                </p:cNvPr>
                <p:cNvSpPr txBox="1"/>
                <p:nvPr/>
              </p:nvSpPr>
              <p:spPr>
                <a:xfrm>
                  <a:off x="3153886" y="2085710"/>
                  <a:ext cx="676405" cy="4028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1" i="1" smtClean="0">
                                <a:solidFill>
                                  <a:schemeClr val="accent1">
                                    <a:lumMod val="50000"/>
                                  </a:schemeClr>
                                </a:solidFill>
                                <a:latin typeface="Cambria Math" panose="02040503050406030204" pitchFamily="18" charset="0"/>
                                <a:ea typeface="Cambria Math" panose="02040503050406030204" pitchFamily="18" charset="0"/>
                              </a:rPr>
                              <m:t>𝑾</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[2]</m:t>
                            </m:r>
                          </m:sup>
                        </m:sSup>
                      </m:oMath>
                    </m:oMathPara>
                  </a14:m>
                  <a:endParaRPr lang="es-ES" sz="1600" dirty="0"/>
                </a:p>
              </p:txBody>
            </p:sp>
          </mc:Choice>
          <mc:Fallback xmlns="">
            <p:sp>
              <p:nvSpPr>
                <p:cNvPr id="48" name="CuadroTexto 47">
                  <a:extLst>
                    <a:ext uri="{FF2B5EF4-FFF2-40B4-BE49-F238E27FC236}">
                      <a16:creationId xmlns:a16="http://schemas.microsoft.com/office/drawing/2014/main" id="{E1477B27-713E-F829-E953-93E016CF864D}"/>
                    </a:ext>
                  </a:extLst>
                </p:cNvPr>
                <p:cNvSpPr txBox="1">
                  <a:spLocks noRot="1" noChangeAspect="1" noMove="1" noResize="1" noEditPoints="1" noAdjustHandles="1" noChangeArrowheads="1" noChangeShapeType="1" noTextEdit="1"/>
                </p:cNvSpPr>
                <p:nvPr/>
              </p:nvSpPr>
              <p:spPr>
                <a:xfrm>
                  <a:off x="3153886" y="2085710"/>
                  <a:ext cx="676405" cy="402851"/>
                </a:xfrm>
                <a:prstGeom prst="rect">
                  <a:avLst/>
                </a:prstGeom>
                <a:blipFill>
                  <a:blip r:embed="rId12"/>
                  <a:stretch>
                    <a:fillRect/>
                  </a:stretch>
                </a:blipFill>
              </p:spPr>
              <p:txBody>
                <a:bodyPr/>
                <a:lstStyle/>
                <a:p>
                  <a:r>
                    <a:rPr lang="es-ES">
                      <a:noFill/>
                    </a:rPr>
                    <a:t> </a:t>
                  </a:r>
                </a:p>
              </p:txBody>
            </p:sp>
          </mc:Fallback>
        </mc:AlternateContent>
      </p:grpSp>
      <mc:AlternateContent xmlns:mc="http://schemas.openxmlformats.org/markup-compatibility/2006" xmlns:a14="http://schemas.microsoft.com/office/drawing/2010/main">
        <mc:Choice Requires="a14">
          <p:sp>
            <p:nvSpPr>
              <p:cNvPr id="49" name="CuadroTexto 48">
                <a:extLst>
                  <a:ext uri="{FF2B5EF4-FFF2-40B4-BE49-F238E27FC236}">
                    <a16:creationId xmlns:a16="http://schemas.microsoft.com/office/drawing/2014/main" id="{17395B8A-705F-1320-DC97-8FBF6727E893}"/>
                  </a:ext>
                </a:extLst>
              </p:cNvPr>
              <p:cNvSpPr txBox="1"/>
              <p:nvPr/>
            </p:nvSpPr>
            <p:spPr>
              <a:xfrm>
                <a:off x="143703" y="4346519"/>
                <a:ext cx="3985129" cy="9197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1" i="1" smtClean="0">
                              <a:solidFill>
                                <a:schemeClr val="accent1">
                                  <a:lumMod val="50000"/>
                                </a:schemeClr>
                              </a:solidFill>
                              <a:latin typeface="Cambria Math" panose="02040503050406030204" pitchFamily="18" charset="0"/>
                              <a:ea typeface="Cambria Math" panose="02040503050406030204" pitchFamily="18" charset="0"/>
                            </a:rPr>
                            <m:t>𝑾</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1</m:t>
                          </m:r>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d>
                        <m:dPr>
                          <m:ctrlPr>
                            <a:rPr lang="es-ES" sz="1600" b="0" i="1" smtClean="0">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2"/>
                                    <m:mcJc m:val="center"/>
                                  </m:mcPr>
                                </m:mc>
                              </m:mcs>
                              <m:ctrlPr>
                                <a:rPr lang="es-ES" sz="1600" b="0" i="1" smtClean="0">
                                  <a:solidFill>
                                    <a:schemeClr val="accent1">
                                      <a:lumMod val="50000"/>
                                    </a:schemeClr>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sz="1600" b="0" i="1" smtClean="0">
                                        <a:solidFill>
                                          <a:srgbClr val="00B050"/>
                                        </a:solidFill>
                                        <a:latin typeface="Cambria Math" panose="02040503050406030204" pitchFamily="18" charset="0"/>
                                        <a:ea typeface="Cambria Math" panose="02040503050406030204" pitchFamily="18" charset="0"/>
                                      </a:rPr>
                                    </m:ctrlPr>
                                  </m:mPr>
                                  <m:mr>
                                    <m:e>
                                      <m:r>
                                        <m:rPr>
                                          <m:brk m:alnAt="7"/>
                                        </m:rPr>
                                        <a:rPr lang="es-ES" sz="1600" b="0" i="1" smtClean="0">
                                          <a:solidFill>
                                            <a:srgbClr val="00B050"/>
                                          </a:solidFill>
                                          <a:latin typeface="Cambria Math" panose="02040503050406030204" pitchFamily="18" charset="0"/>
                                          <a:ea typeface="Cambria Math" panose="02040503050406030204" pitchFamily="18" charset="0"/>
                                        </a:rPr>
                                        <m:t>−</m:t>
                                      </m:r>
                                      <m:r>
                                        <a:rPr lang="es-ES" sz="1600" b="0" i="1" smtClean="0">
                                          <a:solidFill>
                                            <a:srgbClr val="00B050"/>
                                          </a:solidFill>
                                          <a:latin typeface="Cambria Math" panose="02040503050406030204" pitchFamily="18" charset="0"/>
                                          <a:ea typeface="Cambria Math" panose="02040503050406030204" pitchFamily="18" charset="0"/>
                                        </a:rPr>
                                        <m:t>8.7</m:t>
                                      </m:r>
                                    </m:e>
                                  </m:mr>
                                  <m:mr>
                                    <m:e>
                                      <m:r>
                                        <a:rPr lang="es-ES" sz="1600" b="0" i="1" smtClean="0">
                                          <a:solidFill>
                                            <a:srgbClr val="00B050"/>
                                          </a:solidFill>
                                          <a:latin typeface="Cambria Math" panose="02040503050406030204" pitchFamily="18" charset="0"/>
                                          <a:ea typeface="Cambria Math" panose="02040503050406030204" pitchFamily="18" charset="0"/>
                                        </a:rPr>
                                        <m:t>7.6</m:t>
                                      </m:r>
                                    </m:e>
                                  </m:mr>
                                </m:m>
                              </m:e>
                              <m:e>
                                <m:m>
                                  <m:mPr>
                                    <m:mcs>
                                      <m:mc>
                                        <m:mcPr>
                                          <m:count m:val="1"/>
                                          <m:mcJc m:val="center"/>
                                        </m:mcPr>
                                      </m:mc>
                                    </m:mcs>
                                    <m:ctrlPr>
                                      <a:rPr lang="es-ES" sz="1600" b="0" i="1" smtClean="0">
                                        <a:solidFill>
                                          <a:schemeClr val="accent1">
                                            <a:lumMod val="50000"/>
                                          </a:schemeClr>
                                        </a:solidFill>
                                        <a:latin typeface="Cambria Math" panose="02040503050406030204" pitchFamily="18" charset="0"/>
                                        <a:ea typeface="Cambria Math" panose="02040503050406030204" pitchFamily="18" charset="0"/>
                                      </a:rPr>
                                    </m:ctrlPr>
                                  </m:mPr>
                                  <m:mr>
                                    <m:e>
                                      <m:r>
                                        <m:rPr>
                                          <m:brk m:alnAt="7"/>
                                        </m:rPr>
                                        <a:rPr lang="es-ES" sz="1600" b="0" i="1" smtClean="0">
                                          <a:solidFill>
                                            <a:schemeClr val="accent2"/>
                                          </a:solidFill>
                                          <a:latin typeface="Cambria Math" panose="02040503050406030204" pitchFamily="18" charset="0"/>
                                          <a:ea typeface="Cambria Math" panose="02040503050406030204" pitchFamily="18" charset="0"/>
                                        </a:rPr>
                                        <m:t>−</m:t>
                                      </m:r>
                                      <m:r>
                                        <a:rPr lang="es-ES" sz="1600" b="0" i="1" smtClean="0">
                                          <a:solidFill>
                                            <a:schemeClr val="accent2"/>
                                          </a:solidFill>
                                          <a:latin typeface="Cambria Math" panose="02040503050406030204" pitchFamily="18" charset="0"/>
                                          <a:ea typeface="Cambria Math" panose="02040503050406030204" pitchFamily="18" charset="0"/>
                                        </a:rPr>
                                        <m:t>11.1</m:t>
                                      </m:r>
                                    </m:e>
                                  </m:mr>
                                  <m:mr>
                                    <m:e>
                                      <m:r>
                                        <a:rPr lang="es-ES" sz="1600" b="0" i="1" smtClean="0">
                                          <a:solidFill>
                                            <a:schemeClr val="accent2"/>
                                          </a:solidFill>
                                          <a:latin typeface="Cambria Math" panose="02040503050406030204" pitchFamily="18" charset="0"/>
                                          <a:ea typeface="Cambria Math" panose="02040503050406030204" pitchFamily="18" charset="0"/>
                                        </a:rPr>
                                        <m:t>−5.4</m:t>
                                      </m:r>
                                    </m:e>
                                  </m:mr>
                                </m:m>
                              </m:e>
                            </m:mr>
                            <m:mr>
                              <m:e>
                                <m:m>
                                  <m:mPr>
                                    <m:mcs>
                                      <m:mc>
                                        <m:mcPr>
                                          <m:count m:val="1"/>
                                          <m:mcJc m:val="center"/>
                                        </m:mcPr>
                                      </m:mc>
                                    </m:mcs>
                                    <m:ctrlPr>
                                      <a:rPr lang="es-ES" sz="1600" b="0" i="1" smtClean="0">
                                        <a:solidFill>
                                          <a:srgbClr val="00B050"/>
                                        </a:solidFill>
                                        <a:latin typeface="Cambria Math" panose="02040503050406030204" pitchFamily="18" charset="0"/>
                                        <a:ea typeface="Cambria Math" panose="02040503050406030204" pitchFamily="18" charset="0"/>
                                      </a:rPr>
                                    </m:ctrlPr>
                                  </m:mPr>
                                  <m:mr>
                                    <m:e>
                                      <m:r>
                                        <m:rPr>
                                          <m:brk m:alnAt="7"/>
                                        </m:rPr>
                                        <a:rPr lang="es-ES" sz="1600" b="0" i="1" smtClean="0">
                                          <a:solidFill>
                                            <a:srgbClr val="00B050"/>
                                          </a:solidFill>
                                          <a:latin typeface="Cambria Math" panose="02040503050406030204" pitchFamily="18" charset="0"/>
                                          <a:ea typeface="Cambria Math" panose="02040503050406030204" pitchFamily="18" charset="0"/>
                                        </a:rPr>
                                        <m:t>−</m:t>
                                      </m:r>
                                      <m:r>
                                        <a:rPr lang="es-ES" sz="1600" b="0" i="1" smtClean="0">
                                          <a:solidFill>
                                            <a:srgbClr val="00B050"/>
                                          </a:solidFill>
                                          <a:latin typeface="Cambria Math" panose="02040503050406030204" pitchFamily="18" charset="0"/>
                                          <a:ea typeface="Cambria Math" panose="02040503050406030204" pitchFamily="18" charset="0"/>
                                        </a:rPr>
                                        <m:t>12.2</m:t>
                                      </m:r>
                                    </m:e>
                                  </m:mr>
                                  <m:mr>
                                    <m:e>
                                      <m:r>
                                        <a:rPr lang="es-ES" sz="1600" b="0" i="1" smtClean="0">
                                          <a:solidFill>
                                            <a:srgbClr val="00B050"/>
                                          </a:solidFill>
                                          <a:latin typeface="Cambria Math" panose="02040503050406030204" pitchFamily="18" charset="0"/>
                                          <a:ea typeface="Cambria Math" panose="02040503050406030204" pitchFamily="18" charset="0"/>
                                        </a:rPr>
                                        <m:t>5.0</m:t>
                                      </m:r>
                                    </m:e>
                                  </m:mr>
                                </m:m>
                              </m:e>
                              <m:e>
                                <m:m>
                                  <m:mPr>
                                    <m:mcs>
                                      <m:mc>
                                        <m:mcPr>
                                          <m:count m:val="1"/>
                                          <m:mcJc m:val="center"/>
                                        </m:mcPr>
                                      </m:mc>
                                    </m:mcs>
                                    <m:ctrlPr>
                                      <a:rPr lang="es-ES" sz="1600" b="0" i="1" smtClean="0">
                                        <a:solidFill>
                                          <a:schemeClr val="accent2"/>
                                        </a:solidFill>
                                        <a:latin typeface="Cambria Math" panose="02040503050406030204" pitchFamily="18" charset="0"/>
                                        <a:ea typeface="Cambria Math" panose="02040503050406030204" pitchFamily="18" charset="0"/>
                                      </a:rPr>
                                    </m:ctrlPr>
                                  </m:mPr>
                                  <m:mr>
                                    <m:e>
                                      <m:r>
                                        <m:rPr>
                                          <m:brk m:alnAt="7"/>
                                        </m:rPr>
                                        <a:rPr lang="es-ES" sz="1600" b="0" i="1" smtClean="0">
                                          <a:solidFill>
                                            <a:schemeClr val="accent2"/>
                                          </a:solidFill>
                                          <a:latin typeface="Cambria Math" panose="02040503050406030204" pitchFamily="18" charset="0"/>
                                          <a:ea typeface="Cambria Math" panose="02040503050406030204" pitchFamily="18" charset="0"/>
                                        </a:rPr>
                                        <m:t>7</m:t>
                                      </m:r>
                                      <m:r>
                                        <a:rPr lang="es-ES" sz="1600" b="0" i="1" smtClean="0">
                                          <a:solidFill>
                                            <a:schemeClr val="accent2"/>
                                          </a:solidFill>
                                          <a:latin typeface="Cambria Math" panose="02040503050406030204" pitchFamily="18" charset="0"/>
                                          <a:ea typeface="Cambria Math" panose="02040503050406030204" pitchFamily="18" charset="0"/>
                                        </a:rPr>
                                        <m:t>.7</m:t>
                                      </m:r>
                                    </m:e>
                                  </m:mr>
                                  <m:mr>
                                    <m:e>
                                      <m:r>
                                        <a:rPr lang="es-ES" sz="1600" b="0" i="1" smtClean="0">
                                          <a:solidFill>
                                            <a:schemeClr val="accent2"/>
                                          </a:solidFill>
                                          <a:latin typeface="Cambria Math" panose="02040503050406030204" pitchFamily="18" charset="0"/>
                                          <a:ea typeface="Cambria Math" panose="02040503050406030204" pitchFamily="18" charset="0"/>
                                        </a:rPr>
                                        <m:t>8.3</m:t>
                                      </m:r>
                                    </m:e>
                                  </m:mr>
                                </m:m>
                              </m:e>
                            </m:mr>
                          </m:m>
                        </m:e>
                      </m:d>
                      <m:r>
                        <a:rPr lang="es-ES" sz="1600"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sz="1600"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1" i="1" smtClean="0">
                              <a:solidFill>
                                <a:schemeClr val="accent1">
                                  <a:lumMod val="50000"/>
                                </a:schemeClr>
                              </a:solidFill>
                              <a:latin typeface="Cambria Math" panose="02040503050406030204" pitchFamily="18" charset="0"/>
                              <a:ea typeface="Cambria Math" panose="02040503050406030204" pitchFamily="18" charset="0"/>
                            </a:rPr>
                            <m:t>𝒃</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[1</m:t>
                          </m:r>
                          <m:r>
                            <a:rPr lang="es-ES" sz="1600" b="1"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d>
                        <m:d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1"/>
                                    <m:mcJc m:val="center"/>
                                  </m:mcPr>
                                </m:mc>
                              </m:mcs>
                              <m:ctrlPr>
                                <a:rPr lang="es-ES" sz="1600" i="1" smtClean="0">
                                  <a:solidFill>
                                    <a:srgbClr val="7030A0"/>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sz="1600" i="1" smtClean="0">
                                        <a:solidFill>
                                          <a:srgbClr val="7030A0"/>
                                        </a:solidFill>
                                        <a:latin typeface="Cambria Math" panose="02040503050406030204" pitchFamily="18" charset="0"/>
                                        <a:ea typeface="Cambria Math" panose="02040503050406030204" pitchFamily="18" charset="0"/>
                                      </a:rPr>
                                    </m:ctrlPr>
                                  </m:mPr>
                                  <m:mr>
                                    <m:e>
                                      <m:r>
                                        <m:rPr>
                                          <m:brk m:alnAt="7"/>
                                        </m:rPr>
                                        <a:rPr lang="es-ES" sz="1600" b="0" i="1" smtClean="0">
                                          <a:solidFill>
                                            <a:srgbClr val="7030A0"/>
                                          </a:solidFill>
                                          <a:latin typeface="Cambria Math" panose="02040503050406030204" pitchFamily="18" charset="0"/>
                                          <a:ea typeface="Cambria Math" panose="02040503050406030204" pitchFamily="18" charset="0"/>
                                        </a:rPr>
                                        <m:t>−</m:t>
                                      </m:r>
                                      <m:r>
                                        <a:rPr lang="es-ES" sz="1600" b="0" i="1" smtClean="0">
                                          <a:solidFill>
                                            <a:srgbClr val="7030A0"/>
                                          </a:solidFill>
                                          <a:latin typeface="Cambria Math" panose="02040503050406030204" pitchFamily="18" charset="0"/>
                                          <a:ea typeface="Cambria Math" panose="02040503050406030204" pitchFamily="18" charset="0"/>
                                        </a:rPr>
                                        <m:t>11.2</m:t>
                                      </m:r>
                                    </m:e>
                                  </m:mr>
                                  <m:mr>
                                    <m:e>
                                      <m:r>
                                        <a:rPr lang="es-ES" sz="1600" b="0" i="1" smtClean="0">
                                          <a:solidFill>
                                            <a:srgbClr val="7030A0"/>
                                          </a:solidFill>
                                          <a:latin typeface="Cambria Math" panose="02040503050406030204" pitchFamily="18" charset="0"/>
                                          <a:ea typeface="Cambria Math" panose="02040503050406030204" pitchFamily="18" charset="0"/>
                                        </a:rPr>
                                        <m:t>−6.8</m:t>
                                      </m:r>
                                    </m:e>
                                  </m:mr>
                                </m:m>
                              </m:e>
                            </m:mr>
                            <m:mr>
                              <m:e>
                                <m:m>
                                  <m:mPr>
                                    <m:mcs>
                                      <m:mc>
                                        <m:mcPr>
                                          <m:count m:val="1"/>
                                          <m:mcJc m:val="center"/>
                                        </m:mcPr>
                                      </m:mc>
                                    </m:mcs>
                                    <m:ctrlPr>
                                      <a:rPr lang="es-ES" sz="1600" i="1" smtClean="0">
                                        <a:solidFill>
                                          <a:srgbClr val="7030A0"/>
                                        </a:solidFill>
                                        <a:latin typeface="Cambria Math" panose="02040503050406030204" pitchFamily="18" charset="0"/>
                                        <a:ea typeface="Cambria Math" panose="02040503050406030204" pitchFamily="18" charset="0"/>
                                      </a:rPr>
                                    </m:ctrlPr>
                                  </m:mPr>
                                  <m:mr>
                                    <m:e>
                                      <m:r>
                                        <m:rPr>
                                          <m:brk m:alnAt="7"/>
                                        </m:rPr>
                                        <a:rPr lang="es-ES" sz="1600" b="0" i="1" smtClean="0">
                                          <a:solidFill>
                                            <a:srgbClr val="7030A0"/>
                                          </a:solidFill>
                                          <a:latin typeface="Cambria Math" panose="02040503050406030204" pitchFamily="18" charset="0"/>
                                          <a:ea typeface="Cambria Math" panose="02040503050406030204" pitchFamily="18" charset="0"/>
                                        </a:rPr>
                                        <m:t>−</m:t>
                                      </m:r>
                                      <m:r>
                                        <a:rPr lang="es-ES" sz="1600" b="0" i="1" smtClean="0">
                                          <a:solidFill>
                                            <a:srgbClr val="7030A0"/>
                                          </a:solidFill>
                                          <a:latin typeface="Cambria Math" panose="02040503050406030204" pitchFamily="18" charset="0"/>
                                          <a:ea typeface="Cambria Math" panose="02040503050406030204" pitchFamily="18" charset="0"/>
                                        </a:rPr>
                                        <m:t>11.3</m:t>
                                      </m:r>
                                    </m:e>
                                  </m:mr>
                                  <m:mr>
                                    <m:e>
                                      <m:r>
                                        <a:rPr lang="es-ES" sz="1600" b="0" i="1" smtClean="0">
                                          <a:solidFill>
                                            <a:srgbClr val="7030A0"/>
                                          </a:solidFill>
                                          <a:latin typeface="Cambria Math" panose="02040503050406030204" pitchFamily="18" charset="0"/>
                                          <a:ea typeface="Cambria Math" panose="02040503050406030204" pitchFamily="18" charset="0"/>
                                        </a:rPr>
                                        <m:t>−7.0</m:t>
                                      </m:r>
                                    </m:e>
                                  </m:mr>
                                </m:m>
                              </m:e>
                            </m:mr>
                          </m:m>
                        </m:e>
                      </m:d>
                    </m:oMath>
                  </m:oMathPara>
                </a14:m>
                <a:endParaRPr lang="es-ES" sz="1600" i="1" dirty="0">
                  <a:solidFill>
                    <a:schemeClr val="accent1">
                      <a:lumMod val="50000"/>
                    </a:schemeClr>
                  </a:solidFill>
                  <a:latin typeface="Cambria Math" panose="02040503050406030204" pitchFamily="18" charset="0"/>
                  <a:ea typeface="Cambria Math" panose="02040503050406030204" pitchFamily="18" charset="0"/>
                </a:endParaRPr>
              </a:p>
            </p:txBody>
          </p:sp>
        </mc:Choice>
        <mc:Fallback xmlns="">
          <p:sp>
            <p:nvSpPr>
              <p:cNvPr id="49" name="CuadroTexto 48">
                <a:extLst>
                  <a:ext uri="{FF2B5EF4-FFF2-40B4-BE49-F238E27FC236}">
                    <a16:creationId xmlns:a16="http://schemas.microsoft.com/office/drawing/2014/main" id="{17395B8A-705F-1320-DC97-8FBF6727E893}"/>
                  </a:ext>
                </a:extLst>
              </p:cNvPr>
              <p:cNvSpPr txBox="1">
                <a:spLocks noRot="1" noChangeAspect="1" noMove="1" noResize="1" noEditPoints="1" noAdjustHandles="1" noChangeArrowheads="1" noChangeShapeType="1" noTextEdit="1"/>
              </p:cNvSpPr>
              <p:nvPr/>
            </p:nvSpPr>
            <p:spPr>
              <a:xfrm>
                <a:off x="143703" y="4346519"/>
                <a:ext cx="3985129" cy="919739"/>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0" name="CuadroTexto 49">
                <a:extLst>
                  <a:ext uri="{FF2B5EF4-FFF2-40B4-BE49-F238E27FC236}">
                    <a16:creationId xmlns:a16="http://schemas.microsoft.com/office/drawing/2014/main" id="{78213E82-9BE8-D7C7-1CD9-237BA4FD1EDB}"/>
                  </a:ext>
                </a:extLst>
              </p:cNvPr>
              <p:cNvSpPr txBox="1"/>
              <p:nvPr/>
            </p:nvSpPr>
            <p:spPr>
              <a:xfrm>
                <a:off x="265799" y="5652599"/>
                <a:ext cx="2839687" cy="9684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1" i="1" smtClean="0">
                              <a:solidFill>
                                <a:schemeClr val="accent1">
                                  <a:lumMod val="50000"/>
                                </a:schemeClr>
                              </a:solidFill>
                              <a:latin typeface="Cambria Math" panose="02040503050406030204" pitchFamily="18" charset="0"/>
                              <a:ea typeface="Cambria Math" panose="02040503050406030204" pitchFamily="18" charset="0"/>
                            </a:rPr>
                            <m:t>𝑾</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[2]</m:t>
                          </m:r>
                        </m:sup>
                      </m:s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sz="1600" b="0" i="1" smtClean="0">
                              <a:solidFill>
                                <a:schemeClr val="accent1">
                                  <a:lumMod val="50000"/>
                                </a:schemeClr>
                              </a:solidFill>
                              <a:latin typeface="Cambria Math" panose="02040503050406030204" pitchFamily="18" charset="0"/>
                              <a:ea typeface="Cambria Math" panose="02040503050406030204" pitchFamily="18" charset="0"/>
                            </a:rPr>
                          </m:ctrlPr>
                        </m:sSupPr>
                        <m:e>
                          <m:d>
                            <m:dPr>
                              <m:ctrlPr>
                                <a:rPr lang="es-ES" sz="1600" b="0" i="1" smtClean="0">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1"/>
                                        <m:mcJc m:val="center"/>
                                      </m:mcPr>
                                    </m:mc>
                                  </m:mcs>
                                  <m:ctrlPr>
                                    <a:rPr lang="es-ES" sz="1600" i="1">
                                      <a:solidFill>
                                        <a:schemeClr val="accent1">
                                          <a:lumMod val="50000"/>
                                        </a:schemeClr>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sz="1600" i="1">
                                            <a:solidFill>
                                              <a:schemeClr val="accent1">
                                                <a:lumMod val="50000"/>
                                              </a:schemeClr>
                                            </a:solidFill>
                                            <a:latin typeface="Cambria Math" panose="02040503050406030204" pitchFamily="18" charset="0"/>
                                            <a:ea typeface="Cambria Math" panose="02040503050406030204" pitchFamily="18" charset="0"/>
                                          </a:rPr>
                                        </m:ctrlPr>
                                      </m:mPr>
                                      <m:mr>
                                        <m:e>
                                          <m:r>
                                            <m:rPr>
                                              <m:brk m:alnAt="7"/>
                                            </m:rPr>
                                            <a:rPr lang="es-ES" sz="1600" i="1" smtClean="0">
                                              <a:solidFill>
                                                <a:srgbClr val="FF0000"/>
                                              </a:solidFill>
                                              <a:latin typeface="Cambria Math" panose="02040503050406030204" pitchFamily="18" charset="0"/>
                                              <a:ea typeface="Cambria Math" panose="02040503050406030204" pitchFamily="18" charset="0"/>
                                            </a:rPr>
                                            <m:t>−</m:t>
                                          </m:r>
                                          <m:r>
                                            <a:rPr lang="es-ES" sz="1600" b="0" i="1" smtClean="0">
                                              <a:solidFill>
                                                <a:srgbClr val="FF0000"/>
                                              </a:solidFill>
                                              <a:latin typeface="Cambria Math" panose="02040503050406030204" pitchFamily="18" charset="0"/>
                                              <a:ea typeface="Cambria Math" panose="02040503050406030204" pitchFamily="18" charset="0"/>
                                            </a:rPr>
                                            <m:t>33</m:t>
                                          </m:r>
                                          <m:r>
                                            <a:rPr lang="es-ES" sz="1600" i="1">
                                              <a:solidFill>
                                                <a:srgbClr val="FF0000"/>
                                              </a:solidFill>
                                              <a:latin typeface="Cambria Math" panose="02040503050406030204" pitchFamily="18" charset="0"/>
                                              <a:ea typeface="Cambria Math" panose="02040503050406030204" pitchFamily="18" charset="0"/>
                                            </a:rPr>
                                            <m:t>.</m:t>
                                          </m:r>
                                          <m:r>
                                            <a:rPr lang="es-ES" sz="1600" b="0" i="1" smtClean="0">
                                              <a:solidFill>
                                                <a:srgbClr val="FF0000"/>
                                              </a:solidFill>
                                              <a:latin typeface="Cambria Math" panose="02040503050406030204" pitchFamily="18" charset="0"/>
                                              <a:ea typeface="Cambria Math" panose="02040503050406030204" pitchFamily="18" charset="0"/>
                                            </a:rPr>
                                            <m:t>8</m:t>
                                          </m:r>
                                        </m:e>
                                      </m:mr>
                                      <m:mr>
                                        <m:e>
                                          <m:r>
                                            <a:rPr lang="es-ES" sz="1600" i="1" smtClean="0">
                                              <a:solidFill>
                                                <a:schemeClr val="accent4">
                                                  <a:lumMod val="75000"/>
                                                </a:schemeClr>
                                              </a:solidFill>
                                              <a:latin typeface="Cambria Math" panose="02040503050406030204" pitchFamily="18" charset="0"/>
                                              <a:ea typeface="Cambria Math" panose="02040503050406030204" pitchFamily="18" charset="0"/>
                                            </a:rPr>
                                            <m:t>−</m:t>
                                          </m:r>
                                          <m:r>
                                            <a:rPr lang="es-ES" sz="1600" b="0" i="1" smtClean="0">
                                              <a:solidFill>
                                                <a:schemeClr val="accent4">
                                                  <a:lumMod val="75000"/>
                                                </a:schemeClr>
                                              </a:solidFill>
                                              <a:latin typeface="Cambria Math" panose="02040503050406030204" pitchFamily="18" charset="0"/>
                                              <a:ea typeface="Cambria Math" panose="02040503050406030204" pitchFamily="18" charset="0"/>
                                            </a:rPr>
                                            <m:t>34</m:t>
                                          </m:r>
                                          <m:r>
                                            <a:rPr lang="es-ES" sz="1600" i="1">
                                              <a:solidFill>
                                                <a:schemeClr val="accent4">
                                                  <a:lumMod val="75000"/>
                                                </a:schemeClr>
                                              </a:solidFill>
                                              <a:latin typeface="Cambria Math" panose="02040503050406030204" pitchFamily="18" charset="0"/>
                                              <a:ea typeface="Cambria Math" panose="02040503050406030204" pitchFamily="18" charset="0"/>
                                            </a:rPr>
                                            <m:t>.</m:t>
                                          </m:r>
                                          <m:r>
                                            <a:rPr lang="es-ES" sz="1600" b="0" i="1" smtClean="0">
                                              <a:solidFill>
                                                <a:schemeClr val="accent4">
                                                  <a:lumMod val="75000"/>
                                                </a:schemeClr>
                                              </a:solidFill>
                                              <a:latin typeface="Cambria Math" panose="02040503050406030204" pitchFamily="18" charset="0"/>
                                              <a:ea typeface="Cambria Math" panose="02040503050406030204" pitchFamily="18" charset="0"/>
                                            </a:rPr>
                                            <m:t>3</m:t>
                                          </m:r>
                                        </m:e>
                                      </m:mr>
                                    </m:m>
                                  </m:e>
                                </m:mr>
                                <m:mr>
                                  <m:e>
                                    <m:m>
                                      <m:mPr>
                                        <m:mcs>
                                          <m:mc>
                                            <m:mcPr>
                                              <m:count m:val="1"/>
                                              <m:mcJc m:val="center"/>
                                            </m:mcPr>
                                          </m:mc>
                                        </m:mcs>
                                        <m:ctrlPr>
                                          <a:rPr lang="es-ES" sz="1600" i="1">
                                            <a:solidFill>
                                              <a:schemeClr val="accent1">
                                                <a:lumMod val="50000"/>
                                              </a:schemeClr>
                                            </a:solidFill>
                                            <a:latin typeface="Cambria Math" panose="02040503050406030204" pitchFamily="18" charset="0"/>
                                            <a:ea typeface="Cambria Math" panose="02040503050406030204" pitchFamily="18" charset="0"/>
                                          </a:rPr>
                                        </m:ctrlPr>
                                      </m:mPr>
                                      <m:mr>
                                        <m:e>
                                          <m:r>
                                            <m:rPr>
                                              <m:brk m:alnAt="7"/>
                                            </m:rPr>
                                            <a:rPr lang="es-ES" sz="1600" i="1" smtClean="0">
                                              <a:solidFill>
                                                <a:srgbClr val="00B0F0"/>
                                              </a:solidFill>
                                              <a:latin typeface="Cambria Math" panose="02040503050406030204" pitchFamily="18" charset="0"/>
                                              <a:ea typeface="Cambria Math" panose="02040503050406030204" pitchFamily="18" charset="0"/>
                                            </a:rPr>
                                            <m:t>−</m:t>
                                          </m:r>
                                          <m:r>
                                            <a:rPr lang="es-ES" sz="1600" b="0" i="1" smtClean="0">
                                              <a:solidFill>
                                                <a:srgbClr val="00B0F0"/>
                                              </a:solidFill>
                                              <a:latin typeface="Cambria Math" panose="02040503050406030204" pitchFamily="18" charset="0"/>
                                              <a:ea typeface="Cambria Math" panose="02040503050406030204" pitchFamily="18" charset="0"/>
                                            </a:rPr>
                                            <m:t>33</m:t>
                                          </m:r>
                                          <m:r>
                                            <a:rPr lang="es-ES" sz="1600" i="1">
                                              <a:solidFill>
                                                <a:srgbClr val="00B0F0"/>
                                              </a:solidFill>
                                              <a:latin typeface="Cambria Math" panose="02040503050406030204" pitchFamily="18" charset="0"/>
                                              <a:ea typeface="Cambria Math" panose="02040503050406030204" pitchFamily="18" charset="0"/>
                                            </a:rPr>
                                            <m:t>.</m:t>
                                          </m:r>
                                          <m:r>
                                            <a:rPr lang="es-ES" sz="1600" b="0" i="1" smtClean="0">
                                              <a:solidFill>
                                                <a:srgbClr val="00B0F0"/>
                                              </a:solidFill>
                                              <a:latin typeface="Cambria Math" panose="02040503050406030204" pitchFamily="18" charset="0"/>
                                              <a:ea typeface="Cambria Math" panose="02040503050406030204" pitchFamily="18" charset="0"/>
                                            </a:rPr>
                                            <m:t>6</m:t>
                                          </m:r>
                                        </m:e>
                                      </m:mr>
                                      <m:mr>
                                        <m:e>
                                          <m:r>
                                            <a:rPr lang="es-ES" sz="1600" i="1" smtClean="0">
                                              <a:solidFill>
                                                <a:schemeClr val="accent6">
                                                  <a:lumMod val="50000"/>
                                                </a:schemeClr>
                                              </a:solidFill>
                                              <a:latin typeface="Cambria Math" panose="02040503050406030204" pitchFamily="18" charset="0"/>
                                              <a:ea typeface="Cambria Math" panose="02040503050406030204" pitchFamily="18" charset="0"/>
                                            </a:rPr>
                                            <m:t>−</m:t>
                                          </m:r>
                                          <m:r>
                                            <a:rPr lang="es-ES" sz="1600" b="0" i="1" smtClean="0">
                                              <a:solidFill>
                                                <a:schemeClr val="accent6">
                                                  <a:lumMod val="50000"/>
                                                </a:schemeClr>
                                              </a:solidFill>
                                              <a:latin typeface="Cambria Math" panose="02040503050406030204" pitchFamily="18" charset="0"/>
                                              <a:ea typeface="Cambria Math" panose="02040503050406030204" pitchFamily="18" charset="0"/>
                                            </a:rPr>
                                            <m:t>33</m:t>
                                          </m:r>
                                          <m:r>
                                            <a:rPr lang="es-ES" sz="1600" i="1">
                                              <a:solidFill>
                                                <a:schemeClr val="accent6">
                                                  <a:lumMod val="50000"/>
                                                </a:schemeClr>
                                              </a:solidFill>
                                              <a:latin typeface="Cambria Math" panose="02040503050406030204" pitchFamily="18" charset="0"/>
                                              <a:ea typeface="Cambria Math" panose="02040503050406030204" pitchFamily="18" charset="0"/>
                                            </a:rPr>
                                            <m:t>.</m:t>
                                          </m:r>
                                          <m:r>
                                            <a:rPr lang="es-ES" sz="1600" b="0" i="1" smtClean="0">
                                              <a:solidFill>
                                                <a:schemeClr val="accent6">
                                                  <a:lumMod val="50000"/>
                                                </a:schemeClr>
                                              </a:solidFill>
                                              <a:latin typeface="Cambria Math" panose="02040503050406030204" pitchFamily="18" charset="0"/>
                                              <a:ea typeface="Cambria Math" panose="02040503050406030204" pitchFamily="18" charset="0"/>
                                            </a:rPr>
                                            <m:t>9</m:t>
                                          </m:r>
                                        </m:e>
                                      </m:mr>
                                    </m:m>
                                  </m:e>
                                </m:mr>
                              </m:m>
                            </m:e>
                          </m:d>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𝑇</m:t>
                          </m:r>
                        </m:sup>
                      </m:sSup>
                      <m:r>
                        <a:rPr lang="es-ES" sz="1600"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sz="1600"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0" i="1" smtClean="0">
                              <a:solidFill>
                                <a:schemeClr val="accent1">
                                  <a:lumMod val="50000"/>
                                </a:schemeClr>
                              </a:solidFill>
                              <a:latin typeface="Cambria Math" panose="02040503050406030204" pitchFamily="18" charset="0"/>
                              <a:ea typeface="Cambria Math" panose="02040503050406030204" pitchFamily="18" charset="0"/>
                            </a:rPr>
                            <m:t>𝑏</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[2]</m:t>
                          </m:r>
                        </m:sup>
                      </m:s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r>
                        <a:rPr lang="es-ES" sz="1600" b="0" i="1" smtClean="0">
                          <a:solidFill>
                            <a:schemeClr val="bg1">
                              <a:lumMod val="50000"/>
                            </a:schemeClr>
                          </a:solidFill>
                          <a:latin typeface="Cambria Math" panose="02040503050406030204" pitchFamily="18" charset="0"/>
                          <a:ea typeface="Cambria Math" panose="02040503050406030204" pitchFamily="18" charset="0"/>
                        </a:rPr>
                        <m:t>30.9</m:t>
                      </m:r>
                    </m:oMath>
                  </m:oMathPara>
                </a14:m>
                <a:endParaRPr lang="es-ES" sz="1600" i="1" dirty="0">
                  <a:solidFill>
                    <a:schemeClr val="accent1">
                      <a:lumMod val="50000"/>
                    </a:schemeClr>
                  </a:solidFill>
                  <a:latin typeface="Cambria Math" panose="02040503050406030204" pitchFamily="18" charset="0"/>
                  <a:ea typeface="Cambria Math" panose="02040503050406030204" pitchFamily="18" charset="0"/>
                </a:endParaRPr>
              </a:p>
            </p:txBody>
          </p:sp>
        </mc:Choice>
        <mc:Fallback xmlns="">
          <p:sp>
            <p:nvSpPr>
              <p:cNvPr id="50" name="CuadroTexto 49">
                <a:extLst>
                  <a:ext uri="{FF2B5EF4-FFF2-40B4-BE49-F238E27FC236}">
                    <a16:creationId xmlns:a16="http://schemas.microsoft.com/office/drawing/2014/main" id="{78213E82-9BE8-D7C7-1CD9-237BA4FD1EDB}"/>
                  </a:ext>
                </a:extLst>
              </p:cNvPr>
              <p:cNvSpPr txBox="1">
                <a:spLocks noRot="1" noChangeAspect="1" noMove="1" noResize="1" noEditPoints="1" noAdjustHandles="1" noChangeArrowheads="1" noChangeShapeType="1" noTextEdit="1"/>
              </p:cNvSpPr>
              <p:nvPr/>
            </p:nvSpPr>
            <p:spPr>
              <a:xfrm>
                <a:off x="265799" y="5652599"/>
                <a:ext cx="2839687" cy="968470"/>
              </a:xfrm>
              <a:prstGeom prst="rect">
                <a:avLst/>
              </a:prstGeom>
              <a:blipFill>
                <a:blip r:embed="rId14"/>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29691802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redondeado 11"/>
          <p:cNvSpPr/>
          <p:nvPr/>
        </p:nvSpPr>
        <p:spPr>
          <a:xfrm>
            <a:off x="2843690" y="1097754"/>
            <a:ext cx="6541477" cy="5612049"/>
          </a:xfrm>
          <a:prstGeom prst="roundRect">
            <a:avLst>
              <a:gd name="adj" fmla="val 7780"/>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B721C4E8-F774-C602-C20C-95042CFF3868}"/>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7" name="CuadroTexto 6">
            <a:extLst>
              <a:ext uri="{FF2B5EF4-FFF2-40B4-BE49-F238E27FC236}">
                <a16:creationId xmlns:a16="http://schemas.microsoft.com/office/drawing/2014/main" id="{93FB16DD-97A1-9BA5-8681-F103FBEEB82E}"/>
              </a:ext>
            </a:extLst>
          </p:cNvPr>
          <p:cNvSpPr txBox="1"/>
          <p:nvPr/>
        </p:nvSpPr>
        <p:spPr>
          <a:xfrm>
            <a:off x="333858" y="381704"/>
            <a:ext cx="11679465" cy="506292"/>
          </a:xfrm>
          <a:prstGeom prst="rect">
            <a:avLst/>
          </a:prstGeom>
          <a:noFill/>
        </p:spPr>
        <p:txBody>
          <a:bodyPr wrap="square">
            <a:spAutoFit/>
          </a:bodyPr>
          <a:lstStyle/>
          <a:p>
            <a:pPr>
              <a:lnSpc>
                <a:spcPct val="150000"/>
              </a:lnSpc>
            </a:pPr>
            <a:r>
              <a:rPr lang="en-US" sz="2000" b="1" dirty="0" err="1">
                <a:solidFill>
                  <a:schemeClr val="accent1">
                    <a:lumMod val="50000"/>
                  </a:schemeClr>
                </a:solidFill>
              </a:rPr>
              <a:t>Perceptrón</a:t>
            </a:r>
            <a:r>
              <a:rPr lang="en-US" sz="2000" b="1" dirty="0">
                <a:solidFill>
                  <a:schemeClr val="accent1">
                    <a:lumMod val="50000"/>
                  </a:schemeClr>
                </a:solidFill>
              </a:rPr>
              <a:t> </a:t>
            </a:r>
            <a:r>
              <a:rPr lang="en-US" sz="2000" b="1" dirty="0" err="1">
                <a:solidFill>
                  <a:schemeClr val="accent1">
                    <a:lumMod val="50000"/>
                  </a:schemeClr>
                </a:solidFill>
              </a:rPr>
              <a:t>Multicapa</a:t>
            </a:r>
            <a:r>
              <a:rPr lang="en-US" sz="2000" b="1" dirty="0">
                <a:solidFill>
                  <a:schemeClr val="accent1">
                    <a:lumMod val="50000"/>
                  </a:schemeClr>
                </a:solidFill>
              </a:rPr>
              <a:t> (MLP). </a:t>
            </a:r>
            <a:r>
              <a:rPr lang="es-ES" sz="2000" b="1" dirty="0">
                <a:solidFill>
                  <a:schemeClr val="accent1">
                    <a:lumMod val="50000"/>
                  </a:schemeClr>
                </a:solidFill>
              </a:rPr>
              <a:t>Esquema para la generación de un modelo MLP</a:t>
            </a:r>
            <a:endParaRPr lang="en-US" sz="2000" b="1" dirty="0">
              <a:solidFill>
                <a:schemeClr val="accent1">
                  <a:lumMod val="50000"/>
                </a:schemeClr>
              </a:solidFill>
            </a:endParaRPr>
          </a:p>
        </p:txBody>
      </p:sp>
      <p:pic>
        <p:nvPicPr>
          <p:cNvPr id="1026" name="Picture 2" descr="Qué son redes neuronales artificiales? | RicardoGee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2735" y="2125232"/>
            <a:ext cx="1879002" cy="1327338"/>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p:cNvSpPr/>
          <p:nvPr/>
        </p:nvSpPr>
        <p:spPr>
          <a:xfrm>
            <a:off x="7294" y="3685716"/>
            <a:ext cx="2848953" cy="2677656"/>
          </a:xfrm>
          <a:prstGeom prst="rect">
            <a:avLst/>
          </a:prstGeom>
        </p:spPr>
        <p:txBody>
          <a:bodyPr wrap="square">
            <a:spAutoFit/>
          </a:bodyPr>
          <a:lstStyle/>
          <a:p>
            <a:pPr indent="-285750" eaLnBrk="0" fontAlgn="base" hangingPunct="0">
              <a:spcBef>
                <a:spcPct val="0"/>
              </a:spcBef>
              <a:spcAft>
                <a:spcPct val="0"/>
              </a:spcAft>
              <a:buFontTx/>
              <a:buChar char="•"/>
            </a:pPr>
            <a:r>
              <a:rPr lang="es-ES" altLang="es-ES" sz="1400" b="1" dirty="0">
                <a:solidFill>
                  <a:schemeClr val="accent1">
                    <a:lumMod val="50000"/>
                  </a:schemeClr>
                </a:solidFill>
              </a:rPr>
              <a:t>Número de capas y neuronas por capa</a:t>
            </a:r>
            <a:r>
              <a:rPr lang="es-ES" altLang="es-ES" sz="1400" dirty="0">
                <a:solidFill>
                  <a:schemeClr val="accent1">
                    <a:lumMod val="50000"/>
                  </a:schemeClr>
                </a:solidFill>
              </a:rPr>
              <a:t>: Especifica cuántas capas ocultas y cuántas neuronas por capa tendrá la red.</a:t>
            </a:r>
          </a:p>
          <a:p>
            <a:pPr indent="-285750" eaLnBrk="0" fontAlgn="base" hangingPunct="0">
              <a:spcBef>
                <a:spcPct val="0"/>
              </a:spcBef>
              <a:spcAft>
                <a:spcPct val="0"/>
              </a:spcAft>
              <a:buFontTx/>
              <a:buChar char="•"/>
            </a:pPr>
            <a:r>
              <a:rPr lang="es-ES" altLang="es-ES" sz="1400" dirty="0">
                <a:solidFill>
                  <a:schemeClr val="accent1">
                    <a:lumMod val="50000"/>
                  </a:schemeClr>
                </a:solidFill>
              </a:rPr>
              <a:t>Selecciona la </a:t>
            </a:r>
            <a:r>
              <a:rPr lang="es-ES" altLang="es-ES" sz="1400" b="1" dirty="0">
                <a:solidFill>
                  <a:schemeClr val="accent1">
                    <a:lumMod val="50000"/>
                  </a:schemeClr>
                </a:solidFill>
              </a:rPr>
              <a:t>función de activación</a:t>
            </a:r>
            <a:r>
              <a:rPr lang="es-ES" altLang="es-ES" sz="1400" dirty="0">
                <a:solidFill>
                  <a:schemeClr val="accent1">
                    <a:lumMod val="50000"/>
                  </a:schemeClr>
                </a:solidFill>
              </a:rPr>
              <a:t> para las capas ocultas y para la capa de salida.</a:t>
            </a:r>
          </a:p>
          <a:p>
            <a:pPr indent="-285750" eaLnBrk="0" fontAlgn="base" hangingPunct="0">
              <a:spcBef>
                <a:spcPct val="0"/>
              </a:spcBef>
              <a:spcAft>
                <a:spcPct val="0"/>
              </a:spcAft>
              <a:buFontTx/>
              <a:buChar char="•"/>
            </a:pPr>
            <a:r>
              <a:rPr lang="es-ES" altLang="es-ES" sz="1400" dirty="0">
                <a:solidFill>
                  <a:schemeClr val="accent1">
                    <a:lumMod val="50000"/>
                  </a:schemeClr>
                </a:solidFill>
              </a:rPr>
              <a:t>Los </a:t>
            </a:r>
            <a:r>
              <a:rPr lang="es-ES" altLang="es-ES" sz="1400" b="1" dirty="0">
                <a:solidFill>
                  <a:schemeClr val="accent1">
                    <a:lumMod val="50000"/>
                  </a:schemeClr>
                </a:solidFill>
              </a:rPr>
              <a:t>pesos</a:t>
            </a:r>
            <a:r>
              <a:rPr lang="es-ES" altLang="es-ES" sz="1400" dirty="0">
                <a:solidFill>
                  <a:schemeClr val="accent1">
                    <a:lumMod val="50000"/>
                  </a:schemeClr>
                </a:solidFill>
              </a:rPr>
              <a:t> de cada conexión se </a:t>
            </a:r>
            <a:r>
              <a:rPr lang="es-ES" altLang="es-ES" sz="1400" b="1" dirty="0">
                <a:solidFill>
                  <a:schemeClr val="accent1">
                    <a:lumMod val="50000"/>
                  </a:schemeClr>
                </a:solidFill>
              </a:rPr>
              <a:t>inicializan aleatoriamente</a:t>
            </a:r>
            <a:r>
              <a:rPr lang="es-ES" altLang="es-ES" sz="1400" dirty="0">
                <a:solidFill>
                  <a:schemeClr val="accent1">
                    <a:lumMod val="50000"/>
                  </a:schemeClr>
                </a:solidFill>
              </a:rPr>
              <a:t>, generalmente con una distribución normal o uniforme pequeña.</a:t>
            </a:r>
          </a:p>
          <a:p>
            <a:pPr eaLnBrk="0" fontAlgn="base" hangingPunct="0">
              <a:spcBef>
                <a:spcPct val="0"/>
              </a:spcBef>
              <a:spcAft>
                <a:spcPct val="0"/>
              </a:spcAft>
            </a:pPr>
            <a:endParaRPr lang="es-ES" altLang="es-ES" sz="1400" dirty="0">
              <a:solidFill>
                <a:schemeClr val="accent1">
                  <a:lumMod val="50000"/>
                </a:schemeClr>
              </a:solidFill>
            </a:endParaRPr>
          </a:p>
        </p:txBody>
      </p:sp>
      <p:sp>
        <p:nvSpPr>
          <p:cNvPr id="5" name="Rectángulo 4"/>
          <p:cNvSpPr/>
          <p:nvPr/>
        </p:nvSpPr>
        <p:spPr>
          <a:xfrm>
            <a:off x="343948" y="1097754"/>
            <a:ext cx="2137789" cy="553998"/>
          </a:xfrm>
          <a:prstGeom prst="rect">
            <a:avLst/>
          </a:prstGeom>
        </p:spPr>
        <p:txBody>
          <a:bodyPr wrap="square">
            <a:spAutoFit/>
          </a:bodyPr>
          <a:lstStyle/>
          <a:p>
            <a:pPr algn="ctr">
              <a:lnSpc>
                <a:spcPct val="150000"/>
              </a:lnSpc>
            </a:pPr>
            <a:r>
              <a:rPr lang="en-US" sz="2000" b="1" dirty="0" err="1">
                <a:solidFill>
                  <a:schemeClr val="accent1">
                    <a:lumMod val="50000"/>
                  </a:schemeClr>
                </a:solidFill>
              </a:rPr>
              <a:t>Diseño</a:t>
            </a:r>
            <a:r>
              <a:rPr lang="en-US" sz="2000" b="1" dirty="0">
                <a:solidFill>
                  <a:schemeClr val="accent1">
                    <a:lumMod val="50000"/>
                  </a:schemeClr>
                </a:solidFill>
              </a:rPr>
              <a:t> de la red</a:t>
            </a:r>
          </a:p>
        </p:txBody>
      </p:sp>
      <p:pic>
        <p:nvPicPr>
          <p:cNvPr id="39" name="Picture 2" descr="Qué son redes neuronales artificiales? | RicardoGee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49851" y="2352999"/>
            <a:ext cx="1980000" cy="1398682"/>
          </a:xfrm>
          <a:prstGeom prst="rect">
            <a:avLst/>
          </a:prstGeom>
          <a:noFill/>
          <a:extLst>
            <a:ext uri="{909E8E84-426E-40DD-AFC4-6F175D3DCCD1}">
              <a14:hiddenFill xmlns:a14="http://schemas.microsoft.com/office/drawing/2010/main">
                <a:solidFill>
                  <a:srgbClr val="FFFFFF"/>
                </a:solidFill>
              </a14:hiddenFill>
            </a:ext>
          </a:extLst>
        </p:spPr>
      </p:pic>
      <p:sp>
        <p:nvSpPr>
          <p:cNvPr id="40" name="Rectángulo 39"/>
          <p:cNvSpPr/>
          <p:nvPr/>
        </p:nvSpPr>
        <p:spPr>
          <a:xfrm>
            <a:off x="3612288" y="1566111"/>
            <a:ext cx="1418189" cy="382092"/>
          </a:xfrm>
          <a:prstGeom prst="rect">
            <a:avLst/>
          </a:prstGeom>
        </p:spPr>
        <p:txBody>
          <a:bodyPr wrap="square">
            <a:spAutoFit/>
          </a:bodyPr>
          <a:lstStyle/>
          <a:p>
            <a:pPr algn="ctr">
              <a:lnSpc>
                <a:spcPct val="150000"/>
              </a:lnSpc>
            </a:pPr>
            <a:r>
              <a:rPr lang="en-US" sz="1400" b="1" dirty="0">
                <a:solidFill>
                  <a:schemeClr val="accent1">
                    <a:lumMod val="50000"/>
                  </a:schemeClr>
                </a:solidFill>
              </a:rPr>
              <a:t>Feed Forward</a:t>
            </a:r>
          </a:p>
        </p:txBody>
      </p:sp>
      <mc:AlternateContent xmlns:mc="http://schemas.openxmlformats.org/markup-compatibility/2006" xmlns:a14="http://schemas.microsoft.com/office/drawing/2010/main">
        <mc:Choice Requires="a14">
          <p:sp>
            <p:nvSpPr>
              <p:cNvPr id="10" name="Rectángulo 9"/>
              <p:cNvSpPr/>
              <p:nvPr/>
            </p:nvSpPr>
            <p:spPr>
              <a:xfrm>
                <a:off x="3075388" y="3876557"/>
                <a:ext cx="2598981" cy="6519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s-ES" sz="1400" i="1" smtClean="0">
                              <a:solidFill>
                                <a:schemeClr val="accent1">
                                  <a:lumMod val="50000"/>
                                </a:schemeClr>
                              </a:solidFill>
                              <a:latin typeface="Cambria Math" panose="02040503050406030204" pitchFamily="18" charset="0"/>
                            </a:rPr>
                          </m:ctrlPr>
                        </m:dPr>
                        <m:e>
                          <m:m>
                            <m:mPr>
                              <m:mcs>
                                <m:mc>
                                  <m:mcPr>
                                    <m:count m:val="1"/>
                                    <m:mcJc m:val="center"/>
                                  </m:mcPr>
                                </m:mc>
                              </m:mcs>
                              <m:ctrlPr>
                                <a:rPr lang="es-ES" sz="1400" i="1" smtClean="0">
                                  <a:solidFill>
                                    <a:schemeClr val="accent1">
                                      <a:lumMod val="50000"/>
                                    </a:schemeClr>
                                  </a:solidFill>
                                  <a:latin typeface="Cambria Math" panose="02040503050406030204" pitchFamily="18" charset="0"/>
                                </a:rPr>
                              </m:ctrlPr>
                            </m:mPr>
                            <m:mr>
                              <m:e>
                                <m:sSup>
                                  <m:sSupPr>
                                    <m:ctrlPr>
                                      <a:rPr lang="es-ES" sz="1400" i="1">
                                        <a:solidFill>
                                          <a:schemeClr val="accent1">
                                            <a:lumMod val="50000"/>
                                          </a:schemeClr>
                                        </a:solidFill>
                                        <a:latin typeface="Cambria Math" panose="02040503050406030204" pitchFamily="18" charset="0"/>
                                      </a:rPr>
                                    </m:ctrlPr>
                                  </m:sSupPr>
                                  <m:e>
                                    <m:r>
                                      <a:rPr lang="es-ES" sz="1400" b="1" i="1" smtClean="0">
                                        <a:solidFill>
                                          <a:schemeClr val="accent1">
                                            <a:lumMod val="50000"/>
                                          </a:schemeClr>
                                        </a:solidFill>
                                        <a:latin typeface="Cambria Math" panose="02040503050406030204" pitchFamily="18" charset="0"/>
                                        <a:ea typeface="Cambria Math" panose="02040503050406030204" pitchFamily="18" charset="0"/>
                                      </a:rPr>
                                      <m:t>𝑾</m:t>
                                    </m:r>
                                  </m:e>
                                  <m:sup>
                                    <m:r>
                                      <a:rPr lang="es-ES" sz="1400" b="0" i="1" smtClean="0">
                                        <a:solidFill>
                                          <a:schemeClr val="accent1">
                                            <a:lumMod val="50000"/>
                                          </a:schemeClr>
                                        </a:solidFill>
                                        <a:latin typeface="Cambria Math" panose="02040503050406030204" pitchFamily="18" charset="0"/>
                                        <a:ea typeface="Cambria Math" panose="02040503050406030204" pitchFamily="18" charset="0"/>
                                      </a:rPr>
                                      <m:t>[</m:t>
                                    </m:r>
                                    <m:r>
                                      <a:rPr lang="es-ES" sz="1400" b="0" i="1" smtClean="0">
                                        <a:solidFill>
                                          <a:schemeClr val="accent1">
                                            <a:lumMod val="50000"/>
                                          </a:schemeClr>
                                        </a:solidFill>
                                        <a:latin typeface="Cambria Math" panose="02040503050406030204" pitchFamily="18" charset="0"/>
                                        <a:ea typeface="Cambria Math" panose="02040503050406030204" pitchFamily="18" charset="0"/>
                                      </a:rPr>
                                      <m:t>𝑙</m:t>
                                    </m:r>
                                    <m:r>
                                      <a:rPr lang="es-ES" sz="1400"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sz="1400"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sz="1400"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400" b="1" i="1" smtClean="0">
                                        <a:solidFill>
                                          <a:schemeClr val="accent1">
                                            <a:lumMod val="50000"/>
                                          </a:schemeClr>
                                        </a:solidFill>
                                        <a:latin typeface="Cambria Math" panose="02040503050406030204" pitchFamily="18" charset="0"/>
                                        <a:ea typeface="Cambria Math" panose="02040503050406030204" pitchFamily="18" charset="0"/>
                                      </a:rPr>
                                      <m:t>𝒃</m:t>
                                    </m:r>
                                  </m:e>
                                  <m:sup>
                                    <m:r>
                                      <a:rPr lang="es-ES" sz="1400" b="0" i="1" smtClean="0">
                                        <a:solidFill>
                                          <a:schemeClr val="accent1">
                                            <a:lumMod val="50000"/>
                                          </a:schemeClr>
                                        </a:solidFill>
                                        <a:latin typeface="Cambria Math" panose="02040503050406030204" pitchFamily="18" charset="0"/>
                                        <a:ea typeface="Cambria Math" panose="02040503050406030204" pitchFamily="18" charset="0"/>
                                      </a:rPr>
                                      <m:t>[</m:t>
                                    </m:r>
                                    <m:r>
                                      <a:rPr lang="es-ES" sz="1400" b="0" i="1" smtClean="0">
                                        <a:solidFill>
                                          <a:schemeClr val="accent1">
                                            <a:lumMod val="50000"/>
                                          </a:schemeClr>
                                        </a:solidFill>
                                        <a:latin typeface="Cambria Math" panose="02040503050406030204" pitchFamily="18" charset="0"/>
                                        <a:ea typeface="Cambria Math" panose="02040503050406030204" pitchFamily="18" charset="0"/>
                                      </a:rPr>
                                      <m:t>𝑙</m:t>
                                    </m:r>
                                    <m:r>
                                      <a:rPr lang="es-ES" sz="1400" b="0" i="1" smtClean="0">
                                        <a:solidFill>
                                          <a:schemeClr val="accent1">
                                            <a:lumMod val="50000"/>
                                          </a:schemeClr>
                                        </a:solidFill>
                                        <a:latin typeface="Cambria Math" panose="02040503050406030204" pitchFamily="18" charset="0"/>
                                        <a:ea typeface="Cambria Math" panose="02040503050406030204" pitchFamily="18" charset="0"/>
                                      </a:rPr>
                                      <m:t>]</m:t>
                                    </m:r>
                                  </m:sup>
                                </m:sSup>
                              </m:e>
                            </m:mr>
                            <m:mr>
                              <m:e>
                                <m:r>
                                  <a:rPr lang="es-ES" sz="1400" b="1" i="1" smtClean="0">
                                    <a:solidFill>
                                      <a:schemeClr val="accent1">
                                        <a:lumMod val="50000"/>
                                      </a:schemeClr>
                                    </a:solidFill>
                                    <a:latin typeface="Cambria Math" panose="02040503050406030204" pitchFamily="18" charset="0"/>
                                  </a:rPr>
                                  <m:t>𝑿</m:t>
                                </m:r>
                              </m:e>
                            </m:mr>
                          </m:m>
                        </m:e>
                      </m:d>
                      <m:r>
                        <a:rPr lang="es-ES" sz="1400" i="1" smtClean="0">
                          <a:solidFill>
                            <a:schemeClr val="accent1">
                              <a:lumMod val="50000"/>
                            </a:schemeClr>
                          </a:solidFill>
                          <a:latin typeface="Cambria Math" panose="02040503050406030204" pitchFamily="18" charset="0"/>
                          <a:ea typeface="Cambria Math" panose="02040503050406030204" pitchFamily="18" charset="0"/>
                        </a:rPr>
                        <m:t>→</m:t>
                      </m:r>
                      <m:d>
                        <m:dPr>
                          <m:begChr m:val="{"/>
                          <m:endChr m:val=""/>
                          <m:ctrlPr>
                            <a:rPr lang="es-ES" sz="1400" i="1" smtClean="0">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1"/>
                                    <m:mcJc m:val="center"/>
                                  </m:mcPr>
                                </m:mc>
                              </m:mcs>
                              <m:ctrlPr>
                                <a:rPr lang="es-ES" sz="1400" i="1">
                                  <a:solidFill>
                                    <a:schemeClr val="accent1">
                                      <a:lumMod val="50000"/>
                                    </a:schemeClr>
                                  </a:solidFill>
                                  <a:latin typeface="Cambria Math" panose="02040503050406030204" pitchFamily="18" charset="0"/>
                                  <a:ea typeface="Cambria Math" panose="02040503050406030204" pitchFamily="18" charset="0"/>
                                </a:rPr>
                              </m:ctrlPr>
                            </m:mPr>
                            <m:mr>
                              <m:e>
                                <m:acc>
                                  <m:accPr>
                                    <m:chr m:val="̂"/>
                                    <m:ctrlPr>
                                      <a:rPr lang="es-ES" sz="1400" i="1" smtClean="0">
                                        <a:solidFill>
                                          <a:schemeClr val="accent1">
                                            <a:lumMod val="50000"/>
                                          </a:schemeClr>
                                        </a:solidFill>
                                        <a:latin typeface="Cambria Math" panose="02040503050406030204" pitchFamily="18" charset="0"/>
                                        <a:ea typeface="Cambria Math" panose="02040503050406030204" pitchFamily="18" charset="0"/>
                                      </a:rPr>
                                    </m:ctrlPr>
                                  </m:accPr>
                                  <m:e>
                                    <m:r>
                                      <m:rPr>
                                        <m:brk m:alnAt="7"/>
                                      </m:rPr>
                                      <a:rPr lang="es-ES" sz="1400" b="1" i="1">
                                        <a:solidFill>
                                          <a:schemeClr val="accent1">
                                            <a:lumMod val="50000"/>
                                          </a:schemeClr>
                                        </a:solidFill>
                                        <a:latin typeface="Cambria Math" panose="02040503050406030204" pitchFamily="18" charset="0"/>
                                        <a:ea typeface="Cambria Math" panose="02040503050406030204" pitchFamily="18" charset="0"/>
                                      </a:rPr>
                                      <m:t>𝒀</m:t>
                                    </m:r>
                                  </m:e>
                                </m:acc>
                              </m:e>
                            </m:mr>
                            <m:mr>
                              <m:e>
                                <m:r>
                                  <a:rPr lang="es-ES" sz="1400" b="1" i="1">
                                    <a:solidFill>
                                      <a:schemeClr val="accent1">
                                        <a:lumMod val="50000"/>
                                      </a:schemeClr>
                                    </a:solidFill>
                                    <a:latin typeface="Cambria Math" panose="02040503050406030204" pitchFamily="18" charset="0"/>
                                    <a:ea typeface="Cambria Math" panose="02040503050406030204" pitchFamily="18" charset="0"/>
                                  </a:rPr>
                                  <m:t>𝑬</m:t>
                                </m:r>
                                <m:d>
                                  <m:dPr>
                                    <m:ctrlPr>
                                      <a:rPr lang="es-ES" sz="1400"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sz="1400" i="1">
                                            <a:solidFill>
                                              <a:schemeClr val="accent1">
                                                <a:lumMod val="50000"/>
                                              </a:schemeClr>
                                            </a:solidFill>
                                            <a:latin typeface="Cambria Math" panose="02040503050406030204" pitchFamily="18" charset="0"/>
                                          </a:rPr>
                                        </m:ctrlPr>
                                      </m:sSupPr>
                                      <m:e>
                                        <m:r>
                                          <a:rPr lang="es-ES" sz="1400" b="1" i="1">
                                            <a:solidFill>
                                              <a:schemeClr val="accent1">
                                                <a:lumMod val="50000"/>
                                              </a:schemeClr>
                                            </a:solidFill>
                                            <a:latin typeface="Cambria Math" panose="02040503050406030204" pitchFamily="18" charset="0"/>
                                            <a:ea typeface="Cambria Math" panose="02040503050406030204" pitchFamily="18" charset="0"/>
                                          </a:rPr>
                                          <m:t>𝑾</m:t>
                                        </m:r>
                                      </m:e>
                                      <m:sup>
                                        <m:r>
                                          <a:rPr lang="es-ES" sz="1400" i="1">
                                            <a:solidFill>
                                              <a:schemeClr val="accent1">
                                                <a:lumMod val="50000"/>
                                              </a:schemeClr>
                                            </a:solidFill>
                                            <a:latin typeface="Cambria Math" panose="02040503050406030204" pitchFamily="18" charset="0"/>
                                            <a:ea typeface="Cambria Math" panose="02040503050406030204" pitchFamily="18" charset="0"/>
                                          </a:rPr>
                                          <m:t>[</m:t>
                                        </m:r>
                                        <m:r>
                                          <a:rPr lang="es-ES" sz="1400" i="1">
                                            <a:solidFill>
                                              <a:schemeClr val="accent1">
                                                <a:lumMod val="50000"/>
                                              </a:schemeClr>
                                            </a:solidFill>
                                            <a:latin typeface="Cambria Math" panose="02040503050406030204" pitchFamily="18" charset="0"/>
                                            <a:ea typeface="Cambria Math" panose="02040503050406030204" pitchFamily="18" charset="0"/>
                                          </a:rPr>
                                          <m:t>𝑙</m:t>
                                        </m:r>
                                        <m:r>
                                          <a:rPr lang="es-ES" sz="1400" i="1">
                                            <a:solidFill>
                                              <a:schemeClr val="accent1">
                                                <a:lumMod val="50000"/>
                                              </a:schemeClr>
                                            </a:solidFill>
                                            <a:latin typeface="Cambria Math" panose="02040503050406030204" pitchFamily="18" charset="0"/>
                                            <a:ea typeface="Cambria Math" panose="02040503050406030204" pitchFamily="18" charset="0"/>
                                          </a:rPr>
                                          <m:t>]</m:t>
                                        </m:r>
                                      </m:sup>
                                    </m:sSup>
                                    <m:r>
                                      <a:rPr lang="es-ES" sz="1400" i="1">
                                        <a:solidFill>
                                          <a:schemeClr val="accent1">
                                            <a:lumMod val="50000"/>
                                          </a:schemeClr>
                                        </a:solidFill>
                                        <a:latin typeface="Cambria Math" panose="02040503050406030204" pitchFamily="18" charset="0"/>
                                        <a:ea typeface="Cambria Math" panose="02040503050406030204" pitchFamily="18" charset="0"/>
                                      </a:rPr>
                                      <m:t>;</m:t>
                                    </m:r>
                                    <m:sSup>
                                      <m:sSupPr>
                                        <m:ctrlPr>
                                          <a:rPr lang="es-ES" sz="1400" i="1">
                                            <a:solidFill>
                                              <a:schemeClr val="accent1">
                                                <a:lumMod val="50000"/>
                                              </a:schemeClr>
                                            </a:solidFill>
                                            <a:latin typeface="Cambria Math" panose="02040503050406030204" pitchFamily="18" charset="0"/>
                                            <a:ea typeface="Cambria Math" panose="02040503050406030204" pitchFamily="18" charset="0"/>
                                          </a:rPr>
                                        </m:ctrlPr>
                                      </m:sSupPr>
                                      <m:e>
                                        <m:r>
                                          <a:rPr lang="es-ES" sz="1400" b="1" i="1">
                                            <a:solidFill>
                                              <a:schemeClr val="accent1">
                                                <a:lumMod val="50000"/>
                                              </a:schemeClr>
                                            </a:solidFill>
                                            <a:latin typeface="Cambria Math" panose="02040503050406030204" pitchFamily="18" charset="0"/>
                                            <a:ea typeface="Cambria Math" panose="02040503050406030204" pitchFamily="18" charset="0"/>
                                          </a:rPr>
                                          <m:t>𝒃</m:t>
                                        </m:r>
                                      </m:e>
                                      <m:sup>
                                        <m:r>
                                          <a:rPr lang="es-ES" sz="1400" i="1">
                                            <a:solidFill>
                                              <a:schemeClr val="accent1">
                                                <a:lumMod val="50000"/>
                                              </a:schemeClr>
                                            </a:solidFill>
                                            <a:latin typeface="Cambria Math" panose="02040503050406030204" pitchFamily="18" charset="0"/>
                                            <a:ea typeface="Cambria Math" panose="02040503050406030204" pitchFamily="18" charset="0"/>
                                          </a:rPr>
                                          <m:t>[</m:t>
                                        </m:r>
                                        <m:r>
                                          <a:rPr lang="es-ES" sz="1400" i="1">
                                            <a:solidFill>
                                              <a:schemeClr val="accent1">
                                                <a:lumMod val="50000"/>
                                              </a:schemeClr>
                                            </a:solidFill>
                                            <a:latin typeface="Cambria Math" panose="02040503050406030204" pitchFamily="18" charset="0"/>
                                            <a:ea typeface="Cambria Math" panose="02040503050406030204" pitchFamily="18" charset="0"/>
                                          </a:rPr>
                                          <m:t>𝑙</m:t>
                                        </m:r>
                                        <m:r>
                                          <a:rPr lang="es-ES" sz="1400" i="1">
                                            <a:solidFill>
                                              <a:schemeClr val="accent1">
                                                <a:lumMod val="50000"/>
                                              </a:schemeClr>
                                            </a:solidFill>
                                            <a:latin typeface="Cambria Math" panose="02040503050406030204" pitchFamily="18" charset="0"/>
                                            <a:ea typeface="Cambria Math" panose="02040503050406030204" pitchFamily="18" charset="0"/>
                                          </a:rPr>
                                          <m:t>]</m:t>
                                        </m:r>
                                      </m:sup>
                                    </m:sSup>
                                    <m:r>
                                      <a:rPr lang="es-ES" sz="1400" b="1"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sz="1400" i="1">
                                            <a:solidFill>
                                              <a:schemeClr val="accent1">
                                                <a:lumMod val="50000"/>
                                              </a:schemeClr>
                                            </a:solidFill>
                                            <a:latin typeface="Cambria Math" panose="02040503050406030204" pitchFamily="18" charset="0"/>
                                            <a:ea typeface="Cambria Math" panose="02040503050406030204" pitchFamily="18" charset="0"/>
                                          </a:rPr>
                                        </m:ctrlPr>
                                      </m:accPr>
                                      <m:e>
                                        <m:r>
                                          <m:rPr>
                                            <m:brk m:alnAt="7"/>
                                          </m:rPr>
                                          <a:rPr lang="es-ES" sz="1400" b="1" i="1">
                                            <a:solidFill>
                                              <a:schemeClr val="accent1">
                                                <a:lumMod val="50000"/>
                                              </a:schemeClr>
                                            </a:solidFill>
                                            <a:latin typeface="Cambria Math" panose="02040503050406030204" pitchFamily="18" charset="0"/>
                                            <a:ea typeface="Cambria Math" panose="02040503050406030204" pitchFamily="18" charset="0"/>
                                          </a:rPr>
                                          <m:t>𝒀</m:t>
                                        </m:r>
                                      </m:e>
                                    </m:acc>
                                    <m:r>
                                      <a:rPr lang="es-ES" sz="1400" b="1" i="1">
                                        <a:solidFill>
                                          <a:schemeClr val="accent1">
                                            <a:lumMod val="50000"/>
                                          </a:schemeClr>
                                        </a:solidFill>
                                        <a:latin typeface="Cambria Math" panose="02040503050406030204" pitchFamily="18" charset="0"/>
                                        <a:ea typeface="Cambria Math" panose="02040503050406030204" pitchFamily="18" charset="0"/>
                                      </a:rPr>
                                      <m:t>,</m:t>
                                    </m:r>
                                    <m:r>
                                      <a:rPr lang="es-ES" sz="1400" b="1" i="1" smtClean="0">
                                        <a:solidFill>
                                          <a:srgbClr val="C00000"/>
                                        </a:solidFill>
                                        <a:latin typeface="Cambria Math" panose="02040503050406030204" pitchFamily="18" charset="0"/>
                                        <a:ea typeface="Cambria Math" panose="02040503050406030204" pitchFamily="18" charset="0"/>
                                      </a:rPr>
                                      <m:t>𝒀</m:t>
                                    </m:r>
                                  </m:e>
                                </m:d>
                              </m:e>
                            </m:mr>
                          </m:m>
                        </m:e>
                      </m:d>
                    </m:oMath>
                  </m:oMathPara>
                </a14:m>
                <a:endParaRPr lang="es-ES" sz="1400" dirty="0"/>
              </a:p>
            </p:txBody>
          </p:sp>
        </mc:Choice>
        <mc:Fallback xmlns="">
          <p:sp>
            <p:nvSpPr>
              <p:cNvPr id="10" name="Rectángulo 9"/>
              <p:cNvSpPr>
                <a:spLocks noRot="1" noChangeAspect="1" noMove="1" noResize="1" noEditPoints="1" noAdjustHandles="1" noChangeArrowheads="1" noChangeShapeType="1" noTextEdit="1"/>
              </p:cNvSpPr>
              <p:nvPr/>
            </p:nvSpPr>
            <p:spPr>
              <a:xfrm>
                <a:off x="3075388" y="3876557"/>
                <a:ext cx="2598981" cy="651910"/>
              </a:xfrm>
              <a:prstGeom prst="rect">
                <a:avLst/>
              </a:prstGeom>
              <a:blipFill>
                <a:blip r:embed="rId4"/>
                <a:stretch>
                  <a:fillRect/>
                </a:stretch>
              </a:blipFill>
            </p:spPr>
            <p:txBody>
              <a:bodyPr/>
              <a:lstStyle/>
              <a:p>
                <a:r>
                  <a:rPr lang="es-ES">
                    <a:noFill/>
                  </a:rPr>
                  <a:t> </a:t>
                </a:r>
              </a:p>
            </p:txBody>
          </p:sp>
        </mc:Fallback>
      </mc:AlternateContent>
      <p:sp>
        <p:nvSpPr>
          <p:cNvPr id="11" name="Flecha derecha 10"/>
          <p:cNvSpPr/>
          <p:nvPr/>
        </p:nvSpPr>
        <p:spPr>
          <a:xfrm>
            <a:off x="3737289" y="2053082"/>
            <a:ext cx="1230615" cy="242005"/>
          </a:xfrm>
          <a:prstGeom prst="rightArrow">
            <a:avLst>
              <a:gd name="adj1" fmla="val 50000"/>
              <a:gd name="adj2" fmla="val 8996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3" name="Picture 2" descr="Qué son redes neuronales artificiales? | RicardoGee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77686" y="2347878"/>
            <a:ext cx="1980000" cy="1398683"/>
          </a:xfrm>
          <a:prstGeom prst="rect">
            <a:avLst/>
          </a:prstGeom>
          <a:noFill/>
          <a:extLst>
            <a:ext uri="{909E8E84-426E-40DD-AFC4-6F175D3DCCD1}">
              <a14:hiddenFill xmlns:a14="http://schemas.microsoft.com/office/drawing/2010/main">
                <a:solidFill>
                  <a:srgbClr val="FFFFFF"/>
                </a:solidFill>
              </a14:hiddenFill>
            </a:ext>
          </a:extLst>
        </p:spPr>
      </p:pic>
      <p:sp>
        <p:nvSpPr>
          <p:cNvPr id="44" name="Rectángulo 43"/>
          <p:cNvSpPr/>
          <p:nvPr/>
        </p:nvSpPr>
        <p:spPr>
          <a:xfrm>
            <a:off x="7386747" y="1549392"/>
            <a:ext cx="1482661" cy="415498"/>
          </a:xfrm>
          <a:prstGeom prst="rect">
            <a:avLst/>
          </a:prstGeom>
        </p:spPr>
        <p:txBody>
          <a:bodyPr wrap="square">
            <a:spAutoFit/>
          </a:bodyPr>
          <a:lstStyle/>
          <a:p>
            <a:pPr algn="ctr">
              <a:lnSpc>
                <a:spcPct val="150000"/>
              </a:lnSpc>
            </a:pPr>
            <a:r>
              <a:rPr lang="en-US" sz="1400" b="1" dirty="0">
                <a:solidFill>
                  <a:schemeClr val="accent1">
                    <a:lumMod val="50000"/>
                  </a:schemeClr>
                </a:solidFill>
              </a:rPr>
              <a:t>Back Propagation</a:t>
            </a:r>
          </a:p>
        </p:txBody>
      </p:sp>
      <mc:AlternateContent xmlns:mc="http://schemas.openxmlformats.org/markup-compatibility/2006" xmlns:a14="http://schemas.microsoft.com/office/drawing/2010/main">
        <mc:Choice Requires="a14">
          <p:sp>
            <p:nvSpPr>
              <p:cNvPr id="45" name="Rectángulo 44"/>
              <p:cNvSpPr/>
              <p:nvPr/>
            </p:nvSpPr>
            <p:spPr>
              <a:xfrm>
                <a:off x="6246317" y="3890120"/>
                <a:ext cx="2747740" cy="5729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s-ES" sz="1400" i="1" smtClean="0">
                              <a:solidFill>
                                <a:schemeClr val="accent1">
                                  <a:lumMod val="50000"/>
                                </a:schemeClr>
                              </a:solidFill>
                              <a:latin typeface="Cambria Math" panose="02040503050406030204" pitchFamily="18" charset="0"/>
                            </a:rPr>
                          </m:ctrlPr>
                        </m:dPr>
                        <m:e>
                          <m:m>
                            <m:mPr>
                              <m:mcs>
                                <m:mc>
                                  <m:mcPr>
                                    <m:count m:val="1"/>
                                    <m:mcJc m:val="center"/>
                                  </m:mcPr>
                                </m:mc>
                              </m:mcs>
                              <m:ctrlPr>
                                <a:rPr lang="es-ES" sz="1400" i="1">
                                  <a:solidFill>
                                    <a:schemeClr val="accent1">
                                      <a:lumMod val="50000"/>
                                    </a:schemeClr>
                                  </a:solidFill>
                                  <a:latin typeface="Cambria Math" panose="02040503050406030204" pitchFamily="18" charset="0"/>
                                  <a:ea typeface="Cambria Math" panose="02040503050406030204" pitchFamily="18" charset="0"/>
                                </a:rPr>
                              </m:ctrlPr>
                            </m:mPr>
                            <m:mr>
                              <m:e>
                                <m:acc>
                                  <m:accPr>
                                    <m:chr m:val="̂"/>
                                    <m:ctrlPr>
                                      <a:rPr lang="es-ES" sz="1400" i="1">
                                        <a:solidFill>
                                          <a:schemeClr val="accent1">
                                            <a:lumMod val="50000"/>
                                          </a:schemeClr>
                                        </a:solidFill>
                                        <a:latin typeface="Cambria Math" panose="02040503050406030204" pitchFamily="18" charset="0"/>
                                        <a:ea typeface="Cambria Math" panose="02040503050406030204" pitchFamily="18" charset="0"/>
                                      </a:rPr>
                                    </m:ctrlPr>
                                  </m:accPr>
                                  <m:e>
                                    <m:r>
                                      <m:rPr>
                                        <m:brk m:alnAt="7"/>
                                      </m:rPr>
                                      <a:rPr lang="es-ES" sz="1400" b="1" i="1">
                                        <a:solidFill>
                                          <a:schemeClr val="accent1">
                                            <a:lumMod val="50000"/>
                                          </a:schemeClr>
                                        </a:solidFill>
                                        <a:latin typeface="Cambria Math" panose="02040503050406030204" pitchFamily="18" charset="0"/>
                                        <a:ea typeface="Cambria Math" panose="02040503050406030204" pitchFamily="18" charset="0"/>
                                      </a:rPr>
                                      <m:t>𝒀</m:t>
                                    </m:r>
                                  </m:e>
                                </m:acc>
                              </m:e>
                            </m:mr>
                            <m:mr>
                              <m:e>
                                <m:r>
                                  <a:rPr lang="es-ES" sz="1400" b="1" i="1">
                                    <a:solidFill>
                                      <a:schemeClr val="accent1">
                                        <a:lumMod val="50000"/>
                                      </a:schemeClr>
                                    </a:solidFill>
                                    <a:latin typeface="Cambria Math" panose="02040503050406030204" pitchFamily="18" charset="0"/>
                                    <a:ea typeface="Cambria Math" panose="02040503050406030204" pitchFamily="18" charset="0"/>
                                  </a:rPr>
                                  <m:t>𝑬</m:t>
                                </m:r>
                                <m:d>
                                  <m:dPr>
                                    <m:ctrlPr>
                                      <a:rPr lang="es-ES" sz="1400"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sz="1400" i="1">
                                            <a:solidFill>
                                              <a:schemeClr val="accent1">
                                                <a:lumMod val="50000"/>
                                              </a:schemeClr>
                                            </a:solidFill>
                                            <a:latin typeface="Cambria Math" panose="02040503050406030204" pitchFamily="18" charset="0"/>
                                          </a:rPr>
                                        </m:ctrlPr>
                                      </m:sSupPr>
                                      <m:e>
                                        <m:r>
                                          <a:rPr lang="es-ES" sz="1400" b="1" i="1">
                                            <a:solidFill>
                                              <a:schemeClr val="accent1">
                                                <a:lumMod val="50000"/>
                                              </a:schemeClr>
                                            </a:solidFill>
                                            <a:latin typeface="Cambria Math" panose="02040503050406030204" pitchFamily="18" charset="0"/>
                                            <a:ea typeface="Cambria Math" panose="02040503050406030204" pitchFamily="18" charset="0"/>
                                          </a:rPr>
                                          <m:t>𝑾</m:t>
                                        </m:r>
                                      </m:e>
                                      <m:sup>
                                        <m:r>
                                          <a:rPr lang="es-ES" sz="1400" b="1" i="1" smtClean="0">
                                            <a:solidFill>
                                              <a:schemeClr val="accent1">
                                                <a:lumMod val="50000"/>
                                              </a:schemeClr>
                                            </a:solidFill>
                                            <a:latin typeface="Cambria Math" panose="02040503050406030204" pitchFamily="18" charset="0"/>
                                            <a:ea typeface="Cambria Math" panose="02040503050406030204" pitchFamily="18" charset="0"/>
                                          </a:rPr>
                                          <m:t>∗</m:t>
                                        </m:r>
                                        <m:r>
                                          <a:rPr lang="es-ES" sz="1400" i="1">
                                            <a:solidFill>
                                              <a:schemeClr val="accent1">
                                                <a:lumMod val="50000"/>
                                              </a:schemeClr>
                                            </a:solidFill>
                                            <a:latin typeface="Cambria Math" panose="02040503050406030204" pitchFamily="18" charset="0"/>
                                            <a:ea typeface="Cambria Math" panose="02040503050406030204" pitchFamily="18" charset="0"/>
                                          </a:rPr>
                                          <m:t>[</m:t>
                                        </m:r>
                                        <m:r>
                                          <a:rPr lang="es-ES" sz="1400" i="1">
                                            <a:solidFill>
                                              <a:schemeClr val="accent1">
                                                <a:lumMod val="50000"/>
                                              </a:schemeClr>
                                            </a:solidFill>
                                            <a:latin typeface="Cambria Math" panose="02040503050406030204" pitchFamily="18" charset="0"/>
                                            <a:ea typeface="Cambria Math" panose="02040503050406030204" pitchFamily="18" charset="0"/>
                                          </a:rPr>
                                          <m:t>𝑙</m:t>
                                        </m:r>
                                        <m:r>
                                          <a:rPr lang="es-ES" sz="1400" i="1">
                                            <a:solidFill>
                                              <a:schemeClr val="accent1">
                                                <a:lumMod val="50000"/>
                                              </a:schemeClr>
                                            </a:solidFill>
                                            <a:latin typeface="Cambria Math" panose="02040503050406030204" pitchFamily="18" charset="0"/>
                                            <a:ea typeface="Cambria Math" panose="02040503050406030204" pitchFamily="18" charset="0"/>
                                          </a:rPr>
                                          <m:t>]</m:t>
                                        </m:r>
                                      </m:sup>
                                    </m:sSup>
                                    <m:r>
                                      <a:rPr lang="es-ES" sz="1400" i="1">
                                        <a:solidFill>
                                          <a:schemeClr val="accent1">
                                            <a:lumMod val="50000"/>
                                          </a:schemeClr>
                                        </a:solidFill>
                                        <a:latin typeface="Cambria Math" panose="02040503050406030204" pitchFamily="18" charset="0"/>
                                        <a:ea typeface="Cambria Math" panose="02040503050406030204" pitchFamily="18" charset="0"/>
                                      </a:rPr>
                                      <m:t>;</m:t>
                                    </m:r>
                                    <m:sSup>
                                      <m:sSupPr>
                                        <m:ctrlPr>
                                          <a:rPr lang="es-ES" sz="1400" i="1">
                                            <a:solidFill>
                                              <a:schemeClr val="accent1">
                                                <a:lumMod val="50000"/>
                                              </a:schemeClr>
                                            </a:solidFill>
                                            <a:latin typeface="Cambria Math" panose="02040503050406030204" pitchFamily="18" charset="0"/>
                                            <a:ea typeface="Cambria Math" panose="02040503050406030204" pitchFamily="18" charset="0"/>
                                          </a:rPr>
                                        </m:ctrlPr>
                                      </m:sSupPr>
                                      <m:e>
                                        <m:r>
                                          <a:rPr lang="es-ES" sz="1400" b="1" i="1">
                                            <a:solidFill>
                                              <a:schemeClr val="accent1">
                                                <a:lumMod val="50000"/>
                                              </a:schemeClr>
                                            </a:solidFill>
                                            <a:latin typeface="Cambria Math" panose="02040503050406030204" pitchFamily="18" charset="0"/>
                                            <a:ea typeface="Cambria Math" panose="02040503050406030204" pitchFamily="18" charset="0"/>
                                          </a:rPr>
                                          <m:t>𝒃</m:t>
                                        </m:r>
                                      </m:e>
                                      <m:sup>
                                        <m:r>
                                          <a:rPr lang="es-ES" sz="1400" b="0" i="1" smtClean="0">
                                            <a:solidFill>
                                              <a:schemeClr val="accent1">
                                                <a:lumMod val="50000"/>
                                              </a:schemeClr>
                                            </a:solidFill>
                                            <a:latin typeface="Cambria Math" panose="02040503050406030204" pitchFamily="18" charset="0"/>
                                            <a:ea typeface="Cambria Math" panose="02040503050406030204" pitchFamily="18" charset="0"/>
                                          </a:rPr>
                                          <m:t>∗</m:t>
                                        </m:r>
                                        <m:d>
                                          <m:dPr>
                                            <m:begChr m:val="["/>
                                            <m:endChr m:val="]"/>
                                            <m:ctrlPr>
                                              <a:rPr lang="es-ES" sz="1400" i="1">
                                                <a:solidFill>
                                                  <a:schemeClr val="accent1">
                                                    <a:lumMod val="50000"/>
                                                  </a:schemeClr>
                                                </a:solidFill>
                                                <a:latin typeface="Cambria Math" panose="02040503050406030204" pitchFamily="18" charset="0"/>
                                                <a:ea typeface="Cambria Math" panose="02040503050406030204" pitchFamily="18" charset="0"/>
                                              </a:rPr>
                                            </m:ctrlPr>
                                          </m:dPr>
                                          <m:e>
                                            <m:r>
                                              <a:rPr lang="es-ES" sz="1400" i="1">
                                                <a:solidFill>
                                                  <a:schemeClr val="accent1">
                                                    <a:lumMod val="50000"/>
                                                  </a:schemeClr>
                                                </a:solidFill>
                                                <a:latin typeface="Cambria Math" panose="02040503050406030204" pitchFamily="18" charset="0"/>
                                                <a:ea typeface="Cambria Math" panose="02040503050406030204" pitchFamily="18" charset="0"/>
                                              </a:rPr>
                                              <m:t>𝑙</m:t>
                                            </m:r>
                                          </m:e>
                                        </m:d>
                                      </m:sup>
                                    </m:sSup>
                                    <m:r>
                                      <a:rPr lang="es-ES" sz="1400" b="0" i="1" smtClean="0">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sz="1400" i="1">
                                            <a:solidFill>
                                              <a:schemeClr val="accent1">
                                                <a:lumMod val="50000"/>
                                              </a:schemeClr>
                                            </a:solidFill>
                                            <a:latin typeface="Cambria Math" panose="02040503050406030204" pitchFamily="18" charset="0"/>
                                            <a:ea typeface="Cambria Math" panose="02040503050406030204" pitchFamily="18" charset="0"/>
                                          </a:rPr>
                                        </m:ctrlPr>
                                      </m:accPr>
                                      <m:e>
                                        <m:r>
                                          <m:rPr>
                                            <m:brk m:alnAt="7"/>
                                          </m:rPr>
                                          <a:rPr lang="es-ES" sz="1400" b="1" i="1">
                                            <a:solidFill>
                                              <a:schemeClr val="accent1">
                                                <a:lumMod val="50000"/>
                                              </a:schemeClr>
                                            </a:solidFill>
                                            <a:latin typeface="Cambria Math" panose="02040503050406030204" pitchFamily="18" charset="0"/>
                                            <a:ea typeface="Cambria Math" panose="02040503050406030204" pitchFamily="18" charset="0"/>
                                          </a:rPr>
                                          <m:t>𝒀</m:t>
                                        </m:r>
                                      </m:e>
                                    </m:acc>
                                    <m:r>
                                      <a:rPr lang="es-ES" sz="1400" b="1" i="1">
                                        <a:solidFill>
                                          <a:schemeClr val="accent1">
                                            <a:lumMod val="50000"/>
                                          </a:schemeClr>
                                        </a:solidFill>
                                        <a:latin typeface="Cambria Math" panose="02040503050406030204" pitchFamily="18" charset="0"/>
                                        <a:ea typeface="Cambria Math" panose="02040503050406030204" pitchFamily="18" charset="0"/>
                                      </a:rPr>
                                      <m:t>,</m:t>
                                    </m:r>
                                    <m:r>
                                      <a:rPr lang="es-ES" sz="1400" b="1" i="1" smtClean="0">
                                        <a:solidFill>
                                          <a:srgbClr val="C00000"/>
                                        </a:solidFill>
                                        <a:latin typeface="Cambria Math" panose="02040503050406030204" pitchFamily="18" charset="0"/>
                                        <a:ea typeface="Cambria Math" panose="02040503050406030204" pitchFamily="18" charset="0"/>
                                      </a:rPr>
                                      <m:t>𝒀</m:t>
                                    </m:r>
                                  </m:e>
                                </m:d>
                              </m:e>
                            </m:mr>
                          </m:m>
                        </m:e>
                      </m:d>
                      <m:r>
                        <a:rPr lang="es-ES" sz="1400" i="1" smtClean="0">
                          <a:solidFill>
                            <a:schemeClr val="accent1">
                              <a:lumMod val="50000"/>
                            </a:schemeClr>
                          </a:solidFill>
                          <a:latin typeface="Cambria Math" panose="02040503050406030204" pitchFamily="18" charset="0"/>
                          <a:ea typeface="Cambria Math" panose="02040503050406030204" pitchFamily="18" charset="0"/>
                        </a:rPr>
                        <m:t>→</m:t>
                      </m:r>
                      <m:d>
                        <m:dPr>
                          <m:begChr m:val="{"/>
                          <m:endChr m:val=""/>
                          <m:ctrlPr>
                            <a:rPr lang="es-ES" sz="1400"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sz="1400" i="1">
                                  <a:solidFill>
                                    <a:schemeClr val="accent1">
                                      <a:lumMod val="50000"/>
                                    </a:schemeClr>
                                  </a:solidFill>
                                  <a:latin typeface="Cambria Math" panose="02040503050406030204" pitchFamily="18" charset="0"/>
                                </a:rPr>
                              </m:ctrlPr>
                            </m:sSupPr>
                            <m:e>
                              <m:r>
                                <a:rPr lang="es-ES" sz="1400" b="1" i="1">
                                  <a:solidFill>
                                    <a:schemeClr val="accent1">
                                      <a:lumMod val="50000"/>
                                    </a:schemeClr>
                                  </a:solidFill>
                                  <a:latin typeface="Cambria Math" panose="02040503050406030204" pitchFamily="18" charset="0"/>
                                  <a:ea typeface="Cambria Math" panose="02040503050406030204" pitchFamily="18" charset="0"/>
                                </a:rPr>
                                <m:t>𝑾</m:t>
                              </m:r>
                            </m:e>
                            <m:sup>
                              <m:r>
                                <a:rPr lang="es-ES" sz="1400" i="1">
                                  <a:solidFill>
                                    <a:schemeClr val="accent1">
                                      <a:lumMod val="50000"/>
                                    </a:schemeClr>
                                  </a:solidFill>
                                  <a:latin typeface="Cambria Math" panose="02040503050406030204" pitchFamily="18" charset="0"/>
                                  <a:ea typeface="Cambria Math" panose="02040503050406030204" pitchFamily="18" charset="0"/>
                                </a:rPr>
                                <m:t>[</m:t>
                              </m:r>
                              <m:r>
                                <a:rPr lang="es-ES" sz="1400" i="1">
                                  <a:solidFill>
                                    <a:schemeClr val="accent1">
                                      <a:lumMod val="50000"/>
                                    </a:schemeClr>
                                  </a:solidFill>
                                  <a:latin typeface="Cambria Math" panose="02040503050406030204" pitchFamily="18" charset="0"/>
                                  <a:ea typeface="Cambria Math" panose="02040503050406030204" pitchFamily="18" charset="0"/>
                                </a:rPr>
                                <m:t>𝑙</m:t>
                              </m:r>
                              <m:r>
                                <a:rPr lang="es-ES" sz="1400" i="1">
                                  <a:solidFill>
                                    <a:schemeClr val="accent1">
                                      <a:lumMod val="50000"/>
                                    </a:schemeClr>
                                  </a:solidFill>
                                  <a:latin typeface="Cambria Math" panose="02040503050406030204" pitchFamily="18" charset="0"/>
                                  <a:ea typeface="Cambria Math" panose="02040503050406030204" pitchFamily="18" charset="0"/>
                                </a:rPr>
                                <m:t>]</m:t>
                              </m:r>
                            </m:sup>
                          </m:sSup>
                          <m:r>
                            <a:rPr lang="es-ES" sz="1400" i="1">
                              <a:solidFill>
                                <a:schemeClr val="accent1">
                                  <a:lumMod val="50000"/>
                                </a:schemeClr>
                              </a:solidFill>
                              <a:latin typeface="Cambria Math" panose="02040503050406030204" pitchFamily="18" charset="0"/>
                              <a:ea typeface="Cambria Math" panose="02040503050406030204" pitchFamily="18" charset="0"/>
                            </a:rPr>
                            <m:t>;</m:t>
                          </m:r>
                          <m:sSup>
                            <m:sSupPr>
                              <m:ctrlPr>
                                <a:rPr lang="es-ES" sz="1400" i="1">
                                  <a:solidFill>
                                    <a:schemeClr val="accent1">
                                      <a:lumMod val="50000"/>
                                    </a:schemeClr>
                                  </a:solidFill>
                                  <a:latin typeface="Cambria Math" panose="02040503050406030204" pitchFamily="18" charset="0"/>
                                  <a:ea typeface="Cambria Math" panose="02040503050406030204" pitchFamily="18" charset="0"/>
                                </a:rPr>
                              </m:ctrlPr>
                            </m:sSupPr>
                            <m:e>
                              <m:r>
                                <a:rPr lang="es-ES" sz="1400" b="1" i="1">
                                  <a:solidFill>
                                    <a:schemeClr val="accent1">
                                      <a:lumMod val="50000"/>
                                    </a:schemeClr>
                                  </a:solidFill>
                                  <a:latin typeface="Cambria Math" panose="02040503050406030204" pitchFamily="18" charset="0"/>
                                  <a:ea typeface="Cambria Math" panose="02040503050406030204" pitchFamily="18" charset="0"/>
                                </a:rPr>
                                <m:t>𝒃</m:t>
                              </m:r>
                            </m:e>
                            <m:sup>
                              <m:r>
                                <a:rPr lang="es-ES" sz="1400" i="1">
                                  <a:solidFill>
                                    <a:schemeClr val="accent1">
                                      <a:lumMod val="50000"/>
                                    </a:schemeClr>
                                  </a:solidFill>
                                  <a:latin typeface="Cambria Math" panose="02040503050406030204" pitchFamily="18" charset="0"/>
                                  <a:ea typeface="Cambria Math" panose="02040503050406030204" pitchFamily="18" charset="0"/>
                                </a:rPr>
                                <m:t>[</m:t>
                              </m:r>
                              <m:r>
                                <a:rPr lang="es-ES" sz="1400" i="1">
                                  <a:solidFill>
                                    <a:schemeClr val="accent1">
                                      <a:lumMod val="50000"/>
                                    </a:schemeClr>
                                  </a:solidFill>
                                  <a:latin typeface="Cambria Math" panose="02040503050406030204" pitchFamily="18" charset="0"/>
                                  <a:ea typeface="Cambria Math" panose="02040503050406030204" pitchFamily="18" charset="0"/>
                                </a:rPr>
                                <m:t>𝑙</m:t>
                              </m:r>
                              <m:r>
                                <a:rPr lang="es-ES" sz="1400"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sz="1400" dirty="0"/>
              </a:p>
            </p:txBody>
          </p:sp>
        </mc:Choice>
        <mc:Fallback xmlns="">
          <p:sp>
            <p:nvSpPr>
              <p:cNvPr id="45" name="Rectángulo 44"/>
              <p:cNvSpPr>
                <a:spLocks noRot="1" noChangeAspect="1" noMove="1" noResize="1" noEditPoints="1" noAdjustHandles="1" noChangeArrowheads="1" noChangeShapeType="1" noTextEdit="1"/>
              </p:cNvSpPr>
              <p:nvPr/>
            </p:nvSpPr>
            <p:spPr>
              <a:xfrm>
                <a:off x="6246317" y="3890120"/>
                <a:ext cx="2747740" cy="572914"/>
              </a:xfrm>
              <a:prstGeom prst="rect">
                <a:avLst/>
              </a:prstGeom>
              <a:blipFill>
                <a:blip r:embed="rId5"/>
                <a:stretch>
                  <a:fillRect t="-179787" b="-264894"/>
                </a:stretch>
              </a:blipFill>
            </p:spPr>
            <p:txBody>
              <a:bodyPr/>
              <a:lstStyle/>
              <a:p>
                <a:r>
                  <a:rPr lang="es-ES">
                    <a:noFill/>
                  </a:rPr>
                  <a:t> </a:t>
                </a:r>
              </a:p>
            </p:txBody>
          </p:sp>
        </mc:Fallback>
      </mc:AlternateContent>
      <p:sp>
        <p:nvSpPr>
          <p:cNvPr id="46" name="Flecha derecha 45"/>
          <p:cNvSpPr/>
          <p:nvPr/>
        </p:nvSpPr>
        <p:spPr>
          <a:xfrm rot="10800000">
            <a:off x="7365965" y="2056554"/>
            <a:ext cx="1230615" cy="242005"/>
          </a:xfrm>
          <a:prstGeom prst="rightArrow">
            <a:avLst>
              <a:gd name="adj1" fmla="val 50000"/>
              <a:gd name="adj2" fmla="val 8996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8" name="Rectángulo 47"/>
          <p:cNvSpPr/>
          <p:nvPr/>
        </p:nvSpPr>
        <p:spPr>
          <a:xfrm>
            <a:off x="5112630" y="1109783"/>
            <a:ext cx="2033952" cy="506292"/>
          </a:xfrm>
          <a:prstGeom prst="rect">
            <a:avLst/>
          </a:prstGeom>
        </p:spPr>
        <p:txBody>
          <a:bodyPr wrap="square">
            <a:spAutoFit/>
          </a:bodyPr>
          <a:lstStyle/>
          <a:p>
            <a:pPr algn="ctr">
              <a:lnSpc>
                <a:spcPct val="150000"/>
              </a:lnSpc>
            </a:pPr>
            <a:r>
              <a:rPr lang="en-US" sz="2000" b="1" dirty="0" err="1">
                <a:solidFill>
                  <a:schemeClr val="accent1">
                    <a:lumMod val="50000"/>
                  </a:schemeClr>
                </a:solidFill>
              </a:rPr>
              <a:t>Entrenamiento</a:t>
            </a:r>
            <a:endParaRPr lang="en-US" sz="2000" b="1" dirty="0">
              <a:solidFill>
                <a:schemeClr val="accent1">
                  <a:lumMod val="50000"/>
                </a:schemeClr>
              </a:solidFill>
            </a:endParaRPr>
          </a:p>
        </p:txBody>
      </p:sp>
      <p:grpSp>
        <p:nvGrpSpPr>
          <p:cNvPr id="17" name="Grupo 16"/>
          <p:cNvGrpSpPr/>
          <p:nvPr/>
        </p:nvGrpSpPr>
        <p:grpSpPr>
          <a:xfrm>
            <a:off x="5883716" y="1823894"/>
            <a:ext cx="540105" cy="602580"/>
            <a:chOff x="5960518" y="2649921"/>
            <a:chExt cx="540105" cy="602580"/>
          </a:xfrm>
        </p:grpSpPr>
        <p:sp>
          <p:nvSpPr>
            <p:cNvPr id="13" name="Flecha circular 12"/>
            <p:cNvSpPr/>
            <p:nvPr/>
          </p:nvSpPr>
          <p:spPr>
            <a:xfrm>
              <a:off x="5960518" y="2649921"/>
              <a:ext cx="540000" cy="540000"/>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50" name="Flecha circular 49"/>
            <p:cNvSpPr/>
            <p:nvPr/>
          </p:nvSpPr>
          <p:spPr>
            <a:xfrm rot="10800000">
              <a:off x="5960623" y="2712501"/>
              <a:ext cx="540000" cy="540000"/>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grpSp>
      <p:sp>
        <p:nvSpPr>
          <p:cNvPr id="54" name="Rectángulo 53"/>
          <p:cNvSpPr/>
          <p:nvPr/>
        </p:nvSpPr>
        <p:spPr>
          <a:xfrm>
            <a:off x="2928291" y="4475063"/>
            <a:ext cx="3094891" cy="2246769"/>
          </a:xfrm>
          <a:prstGeom prst="rect">
            <a:avLst/>
          </a:prstGeom>
        </p:spPr>
        <p:txBody>
          <a:bodyPr wrap="square">
            <a:spAutoFit/>
          </a:bodyPr>
          <a:lstStyle/>
          <a:p>
            <a:pPr indent="-285750" eaLnBrk="0" fontAlgn="base" hangingPunct="0">
              <a:spcBef>
                <a:spcPct val="0"/>
              </a:spcBef>
              <a:spcAft>
                <a:spcPct val="0"/>
              </a:spcAft>
              <a:buFontTx/>
              <a:buChar char="•"/>
            </a:pPr>
            <a:r>
              <a:rPr lang="es-ES" altLang="es-ES" sz="1400" dirty="0">
                <a:solidFill>
                  <a:schemeClr val="accent1">
                    <a:lumMod val="50000"/>
                  </a:schemeClr>
                </a:solidFill>
              </a:rPr>
              <a:t>La red recibe un conjunto de datos de entrada y los pesos y </a:t>
            </a:r>
            <a:r>
              <a:rPr lang="es-ES" altLang="es-ES" sz="1400" dirty="0" smtClean="0">
                <a:solidFill>
                  <a:schemeClr val="accent1">
                    <a:lumMod val="50000"/>
                  </a:schemeClr>
                </a:solidFill>
              </a:rPr>
              <a:t>sesgos </a:t>
            </a:r>
            <a:r>
              <a:rPr lang="es-ES" altLang="es-ES" sz="1400" dirty="0">
                <a:solidFill>
                  <a:schemeClr val="accent1">
                    <a:lumMod val="50000"/>
                  </a:schemeClr>
                </a:solidFill>
              </a:rPr>
              <a:t>y pasa la información hacia adelante.</a:t>
            </a:r>
          </a:p>
          <a:p>
            <a:pPr indent="-285750" eaLnBrk="0" fontAlgn="base" hangingPunct="0">
              <a:spcBef>
                <a:spcPct val="0"/>
              </a:spcBef>
              <a:spcAft>
                <a:spcPct val="0"/>
              </a:spcAft>
              <a:buFontTx/>
              <a:buChar char="•"/>
            </a:pPr>
            <a:r>
              <a:rPr lang="es-ES" altLang="es-ES" sz="1400" dirty="0">
                <a:solidFill>
                  <a:schemeClr val="accent1">
                    <a:lumMod val="50000"/>
                  </a:schemeClr>
                </a:solidFill>
              </a:rPr>
              <a:t>Cada neurona calcula una salida aplicando la función de activación a la combinación lineal de sus entradas.</a:t>
            </a:r>
          </a:p>
          <a:p>
            <a:pPr indent="-285750" eaLnBrk="0" fontAlgn="base" hangingPunct="0">
              <a:spcBef>
                <a:spcPct val="0"/>
              </a:spcBef>
              <a:spcAft>
                <a:spcPct val="0"/>
              </a:spcAft>
              <a:buFontTx/>
              <a:buChar char="•"/>
            </a:pPr>
            <a:r>
              <a:rPr lang="es-ES" altLang="es-ES" sz="1400" dirty="0">
                <a:solidFill>
                  <a:schemeClr val="accent1">
                    <a:lumMod val="50000"/>
                  </a:schemeClr>
                </a:solidFill>
              </a:rPr>
              <a:t>Calcula el error entre la salida esperada (valor real) y la salida de la red.</a:t>
            </a:r>
          </a:p>
          <a:p>
            <a:pPr eaLnBrk="0" fontAlgn="base" hangingPunct="0">
              <a:spcBef>
                <a:spcPct val="0"/>
              </a:spcBef>
              <a:spcAft>
                <a:spcPct val="0"/>
              </a:spcAft>
            </a:pPr>
            <a:endParaRPr lang="es-ES" altLang="es-ES" sz="1400" dirty="0">
              <a:solidFill>
                <a:schemeClr val="accent1">
                  <a:lumMod val="50000"/>
                </a:schemeClr>
              </a:solidFill>
            </a:endParaRPr>
          </a:p>
        </p:txBody>
      </p:sp>
      <p:sp>
        <p:nvSpPr>
          <p:cNvPr id="55" name="Rectángulo 54"/>
          <p:cNvSpPr/>
          <p:nvPr/>
        </p:nvSpPr>
        <p:spPr>
          <a:xfrm>
            <a:off x="6107783" y="4475063"/>
            <a:ext cx="3267342" cy="2031325"/>
          </a:xfrm>
          <a:prstGeom prst="rect">
            <a:avLst/>
          </a:prstGeom>
        </p:spPr>
        <p:txBody>
          <a:bodyPr wrap="square">
            <a:spAutoFit/>
          </a:bodyPr>
          <a:lstStyle/>
          <a:p>
            <a:pPr indent="-285750" eaLnBrk="0" fontAlgn="base" hangingPunct="0">
              <a:spcBef>
                <a:spcPct val="0"/>
              </a:spcBef>
              <a:spcAft>
                <a:spcPct val="0"/>
              </a:spcAft>
              <a:buFontTx/>
              <a:buChar char="•"/>
            </a:pPr>
            <a:r>
              <a:rPr lang="es-ES" altLang="es-ES" sz="1400" dirty="0">
                <a:solidFill>
                  <a:schemeClr val="accent1">
                    <a:lumMod val="50000"/>
                  </a:schemeClr>
                </a:solidFill>
              </a:rPr>
              <a:t>Se aplica la regla de la cadena para calcular el gradiente del error respecto a los pesos y sesgos provisionales en la red.</a:t>
            </a:r>
          </a:p>
          <a:p>
            <a:pPr indent="-285750" eaLnBrk="0" fontAlgn="base" hangingPunct="0">
              <a:spcBef>
                <a:spcPct val="0"/>
              </a:spcBef>
              <a:spcAft>
                <a:spcPct val="0"/>
              </a:spcAft>
              <a:buFontTx/>
              <a:buChar char="•"/>
            </a:pPr>
            <a:r>
              <a:rPr lang="es-ES" altLang="es-ES" sz="1400" dirty="0">
                <a:solidFill>
                  <a:schemeClr val="accent1">
                    <a:lumMod val="50000"/>
                  </a:schemeClr>
                </a:solidFill>
              </a:rPr>
              <a:t>A medida que el error se propaga hacia atrás, cada neurona ajusta sus pesos para minimizar su contribución al error.</a:t>
            </a:r>
          </a:p>
          <a:p>
            <a:pPr indent="-285750" eaLnBrk="0" fontAlgn="base" hangingPunct="0">
              <a:spcBef>
                <a:spcPct val="0"/>
              </a:spcBef>
              <a:spcAft>
                <a:spcPct val="0"/>
              </a:spcAft>
              <a:buFontTx/>
              <a:buChar char="•"/>
            </a:pPr>
            <a:r>
              <a:rPr lang="es-ES" altLang="es-ES" sz="1400" dirty="0">
                <a:solidFill>
                  <a:schemeClr val="accent1">
                    <a:lumMod val="50000"/>
                  </a:schemeClr>
                </a:solidFill>
              </a:rPr>
              <a:t>Los pesos se actualizan en función de los gradientes calculados, aplicando la regla de descenso de gradiente</a:t>
            </a:r>
          </a:p>
        </p:txBody>
      </p:sp>
      <p:sp>
        <p:nvSpPr>
          <p:cNvPr id="22" name="Rectángulo 21"/>
          <p:cNvSpPr/>
          <p:nvPr/>
        </p:nvSpPr>
        <p:spPr>
          <a:xfrm>
            <a:off x="5130685" y="2464335"/>
            <a:ext cx="2075569" cy="1200329"/>
          </a:xfrm>
          <a:prstGeom prst="rect">
            <a:avLst/>
          </a:prstGeom>
        </p:spPr>
        <p:txBody>
          <a:bodyPr wrap="square">
            <a:spAutoFit/>
          </a:bodyPr>
          <a:lstStyle/>
          <a:p>
            <a:pPr algn="just"/>
            <a:r>
              <a:rPr lang="es-ES" sz="1200" dirty="0">
                <a:solidFill>
                  <a:schemeClr val="accent1">
                    <a:lumMod val="50000"/>
                  </a:schemeClr>
                </a:solidFill>
              </a:rPr>
              <a:t>El proceso de </a:t>
            </a:r>
            <a:r>
              <a:rPr lang="es-ES" sz="1200" dirty="0" err="1">
                <a:solidFill>
                  <a:schemeClr val="accent1">
                    <a:lumMod val="50000"/>
                  </a:schemeClr>
                </a:solidFill>
              </a:rPr>
              <a:t>feedforward</a:t>
            </a:r>
            <a:r>
              <a:rPr lang="es-ES" sz="1200" dirty="0">
                <a:solidFill>
                  <a:schemeClr val="accent1">
                    <a:lumMod val="50000"/>
                  </a:schemeClr>
                </a:solidFill>
              </a:rPr>
              <a:t> y </a:t>
            </a:r>
            <a:r>
              <a:rPr lang="es-ES" sz="1200" dirty="0" err="1">
                <a:solidFill>
                  <a:schemeClr val="accent1">
                    <a:lumMod val="50000"/>
                  </a:schemeClr>
                </a:solidFill>
              </a:rPr>
              <a:t>backpropagation</a:t>
            </a:r>
            <a:r>
              <a:rPr lang="es-ES" sz="1200" dirty="0">
                <a:solidFill>
                  <a:schemeClr val="accent1">
                    <a:lumMod val="50000"/>
                  </a:schemeClr>
                </a:solidFill>
              </a:rPr>
              <a:t> se repite durante múltiples épocas, hasta que el error converge o se alcanza el número máximo de épocas.</a:t>
            </a:r>
          </a:p>
        </p:txBody>
      </p:sp>
      <p:pic>
        <p:nvPicPr>
          <p:cNvPr id="59" name="Picture 2" descr="Qué son redes neuronales artificiales? | RicardoGee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34321" y="2184813"/>
            <a:ext cx="1879002" cy="1327338"/>
          </a:xfrm>
          <a:prstGeom prst="rect">
            <a:avLst/>
          </a:prstGeom>
          <a:noFill/>
          <a:extLst>
            <a:ext uri="{909E8E84-426E-40DD-AFC4-6F175D3DCCD1}">
              <a14:hiddenFill xmlns:a14="http://schemas.microsoft.com/office/drawing/2010/main">
                <a:solidFill>
                  <a:srgbClr val="FFFFFF"/>
                </a:solidFill>
              </a14:hiddenFill>
            </a:ext>
          </a:extLst>
        </p:spPr>
      </p:pic>
      <p:sp>
        <p:nvSpPr>
          <p:cNvPr id="60" name="Rectángulo 59"/>
          <p:cNvSpPr/>
          <p:nvPr/>
        </p:nvSpPr>
        <p:spPr>
          <a:xfrm>
            <a:off x="9491328" y="3746561"/>
            <a:ext cx="2730235" cy="2893100"/>
          </a:xfrm>
          <a:prstGeom prst="rect">
            <a:avLst/>
          </a:prstGeom>
        </p:spPr>
        <p:txBody>
          <a:bodyPr wrap="square">
            <a:spAutoFit/>
          </a:bodyPr>
          <a:lstStyle/>
          <a:p>
            <a:pPr indent="-285750" eaLnBrk="0" fontAlgn="base" hangingPunct="0">
              <a:spcBef>
                <a:spcPct val="0"/>
              </a:spcBef>
              <a:spcAft>
                <a:spcPct val="0"/>
              </a:spcAft>
              <a:buFontTx/>
              <a:buChar char="•"/>
            </a:pPr>
            <a:r>
              <a:rPr lang="es-ES" altLang="es-ES" sz="1400" dirty="0">
                <a:solidFill>
                  <a:schemeClr val="accent1">
                    <a:lumMod val="50000"/>
                  </a:schemeClr>
                </a:solidFill>
              </a:rPr>
              <a:t>Se evalúa el modelo en un </a:t>
            </a:r>
            <a:r>
              <a:rPr lang="es-ES" altLang="es-ES" sz="1400" b="1" dirty="0">
                <a:solidFill>
                  <a:schemeClr val="accent1">
                    <a:lumMod val="50000"/>
                  </a:schemeClr>
                </a:solidFill>
              </a:rPr>
              <a:t>conjunto de validación</a:t>
            </a:r>
            <a:r>
              <a:rPr lang="es-ES" altLang="es-ES" sz="1400" dirty="0">
                <a:solidFill>
                  <a:schemeClr val="accent1">
                    <a:lumMod val="50000"/>
                  </a:schemeClr>
                </a:solidFill>
              </a:rPr>
              <a:t>. Si el error de validación es alto se pueden ajustar los </a:t>
            </a:r>
            <a:r>
              <a:rPr lang="es-ES" altLang="es-ES" sz="1400" dirty="0" err="1">
                <a:solidFill>
                  <a:schemeClr val="accent1">
                    <a:lumMod val="50000"/>
                  </a:schemeClr>
                </a:solidFill>
              </a:rPr>
              <a:t>hiperparámetros</a:t>
            </a:r>
            <a:r>
              <a:rPr lang="es-ES" altLang="es-ES" sz="1400" dirty="0">
                <a:solidFill>
                  <a:schemeClr val="accent1">
                    <a:lumMod val="50000"/>
                  </a:schemeClr>
                </a:solidFill>
              </a:rPr>
              <a:t>.</a:t>
            </a:r>
          </a:p>
          <a:p>
            <a:pPr indent="-285750" eaLnBrk="0" fontAlgn="base" hangingPunct="0">
              <a:spcBef>
                <a:spcPct val="0"/>
              </a:spcBef>
              <a:spcAft>
                <a:spcPct val="0"/>
              </a:spcAft>
              <a:buFontTx/>
              <a:buChar char="•"/>
            </a:pPr>
            <a:r>
              <a:rPr lang="es-ES" altLang="es-ES" sz="1400" dirty="0">
                <a:solidFill>
                  <a:schemeClr val="accent1">
                    <a:lumMod val="50000"/>
                  </a:schemeClr>
                </a:solidFill>
              </a:rPr>
              <a:t>Una vez completado el entrenamiento y la validación, se evalúa el rendimiento final del modelo en el </a:t>
            </a:r>
            <a:r>
              <a:rPr lang="es-ES" altLang="es-ES" sz="1400" b="1" dirty="0">
                <a:solidFill>
                  <a:schemeClr val="accent1">
                    <a:lumMod val="50000"/>
                  </a:schemeClr>
                </a:solidFill>
              </a:rPr>
              <a:t>conjunto de prueba</a:t>
            </a:r>
            <a:r>
              <a:rPr lang="es-ES" altLang="es-ES" sz="1400" dirty="0">
                <a:solidFill>
                  <a:schemeClr val="accent1">
                    <a:lumMod val="50000"/>
                  </a:schemeClr>
                </a:solidFill>
              </a:rPr>
              <a:t>.</a:t>
            </a:r>
          </a:p>
          <a:p>
            <a:pPr indent="-285750" eaLnBrk="0" fontAlgn="base" hangingPunct="0">
              <a:spcBef>
                <a:spcPct val="0"/>
              </a:spcBef>
              <a:spcAft>
                <a:spcPct val="0"/>
              </a:spcAft>
              <a:buFontTx/>
              <a:buChar char="•"/>
            </a:pPr>
            <a:r>
              <a:rPr lang="es-ES" altLang="es-ES" sz="1400" dirty="0">
                <a:solidFill>
                  <a:schemeClr val="accent1">
                    <a:lumMod val="50000"/>
                  </a:schemeClr>
                </a:solidFill>
              </a:rPr>
              <a:t>Con los pesos finales ajustados, el modelo ahora puede usarse en producción para hacer predicciones en datos nuevos.</a:t>
            </a:r>
          </a:p>
          <a:p>
            <a:pPr eaLnBrk="0" fontAlgn="base" hangingPunct="0">
              <a:spcBef>
                <a:spcPct val="0"/>
              </a:spcBef>
              <a:spcAft>
                <a:spcPct val="0"/>
              </a:spcAft>
            </a:pPr>
            <a:endParaRPr lang="es-ES" altLang="es-ES" sz="1400" dirty="0">
              <a:solidFill>
                <a:schemeClr val="accent1">
                  <a:lumMod val="50000"/>
                </a:schemeClr>
              </a:solidFill>
            </a:endParaRPr>
          </a:p>
        </p:txBody>
      </p:sp>
      <p:sp>
        <p:nvSpPr>
          <p:cNvPr id="61" name="Rectángulo 60"/>
          <p:cNvSpPr/>
          <p:nvPr/>
        </p:nvSpPr>
        <p:spPr>
          <a:xfrm>
            <a:off x="9538724" y="1157335"/>
            <a:ext cx="2557848" cy="553998"/>
          </a:xfrm>
          <a:prstGeom prst="rect">
            <a:avLst/>
          </a:prstGeom>
        </p:spPr>
        <p:txBody>
          <a:bodyPr wrap="square">
            <a:spAutoFit/>
          </a:bodyPr>
          <a:lstStyle/>
          <a:p>
            <a:pPr algn="ctr">
              <a:lnSpc>
                <a:spcPct val="150000"/>
              </a:lnSpc>
            </a:pPr>
            <a:r>
              <a:rPr lang="en-US" sz="2000" b="1" dirty="0" err="1">
                <a:solidFill>
                  <a:schemeClr val="accent1">
                    <a:lumMod val="50000"/>
                  </a:schemeClr>
                </a:solidFill>
              </a:rPr>
              <a:t>Evaluación</a:t>
            </a:r>
            <a:r>
              <a:rPr lang="en-US" sz="2000" b="1" dirty="0">
                <a:solidFill>
                  <a:schemeClr val="accent1">
                    <a:lumMod val="50000"/>
                  </a:schemeClr>
                </a:solidFill>
              </a:rPr>
              <a:t> del </a:t>
            </a:r>
            <a:r>
              <a:rPr lang="en-US" sz="2000" b="1" dirty="0" err="1">
                <a:solidFill>
                  <a:schemeClr val="accent1">
                    <a:lumMod val="50000"/>
                  </a:schemeClr>
                </a:solidFill>
              </a:rPr>
              <a:t>modelo</a:t>
            </a:r>
            <a:endParaRPr lang="en-US" sz="2000" b="1" dirty="0">
              <a:solidFill>
                <a:schemeClr val="accent1">
                  <a:lumMod val="50000"/>
                </a:schemeClr>
              </a:solidFill>
            </a:endParaRPr>
          </a:p>
        </p:txBody>
      </p:sp>
    </p:spTree>
    <p:extLst>
      <p:ext uri="{BB962C8B-B14F-4D97-AF65-F5344CB8AC3E}">
        <p14:creationId xmlns:p14="http://schemas.microsoft.com/office/powerpoint/2010/main" val="20304118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42BFD-BECF-9A9A-FE50-442AD4465A3D}"/>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16D2BD7C-4C30-6F1B-748D-3A2B61EBB3DC}"/>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7" name="CuadroTexto 6">
            <a:extLst>
              <a:ext uri="{FF2B5EF4-FFF2-40B4-BE49-F238E27FC236}">
                <a16:creationId xmlns:a16="http://schemas.microsoft.com/office/drawing/2014/main" id="{90DDE96A-DB83-D55B-624C-135AB95F505B}"/>
              </a:ext>
            </a:extLst>
          </p:cNvPr>
          <p:cNvSpPr txBox="1"/>
          <p:nvPr/>
        </p:nvSpPr>
        <p:spPr>
          <a:xfrm>
            <a:off x="214040" y="447385"/>
            <a:ext cx="11882532" cy="2215991"/>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dirty="0" err="1">
                <a:solidFill>
                  <a:schemeClr val="accent1">
                    <a:lumMod val="50000"/>
                  </a:schemeClr>
                </a:solidFill>
              </a:rPr>
              <a:t>Notación</a:t>
            </a:r>
            <a:r>
              <a:rPr lang="en-US" sz="2000" dirty="0">
                <a:solidFill>
                  <a:schemeClr val="accent1">
                    <a:lumMod val="50000"/>
                  </a:schemeClr>
                </a:solidFill>
              </a:rPr>
              <a:t> I</a:t>
            </a:r>
          </a:p>
          <a:p>
            <a:pPr>
              <a:lnSpc>
                <a:spcPct val="150000"/>
              </a:lnSpc>
            </a:pPr>
            <a:r>
              <a:rPr lang="en-US" dirty="0" smtClean="0">
                <a:solidFill>
                  <a:schemeClr val="accent1">
                    <a:lumMod val="50000"/>
                  </a:schemeClr>
                </a:solidFill>
              </a:rPr>
              <a:t>Antes </a:t>
            </a:r>
            <a:r>
              <a:rPr lang="en-US" dirty="0">
                <a:solidFill>
                  <a:schemeClr val="accent1">
                    <a:lumMod val="50000"/>
                  </a:schemeClr>
                </a:solidFill>
              </a:rPr>
              <a:t>de </a:t>
            </a:r>
            <a:r>
              <a:rPr lang="en-US" dirty="0" err="1">
                <a:solidFill>
                  <a:schemeClr val="accent1">
                    <a:lumMod val="50000"/>
                  </a:schemeClr>
                </a:solidFill>
              </a:rPr>
              <a:t>meternos</a:t>
            </a:r>
            <a:r>
              <a:rPr lang="en-US" dirty="0">
                <a:solidFill>
                  <a:schemeClr val="accent1">
                    <a:lumMod val="50000"/>
                  </a:schemeClr>
                </a:solidFill>
              </a:rPr>
              <a:t> </a:t>
            </a:r>
            <a:r>
              <a:rPr lang="en-US" dirty="0" err="1">
                <a:solidFill>
                  <a:schemeClr val="accent1">
                    <a:lumMod val="50000"/>
                  </a:schemeClr>
                </a:solidFill>
              </a:rPr>
              <a:t>en</a:t>
            </a:r>
            <a:r>
              <a:rPr lang="en-US" dirty="0">
                <a:solidFill>
                  <a:schemeClr val="accent1">
                    <a:lumMod val="50000"/>
                  </a:schemeClr>
                </a:solidFill>
              </a:rPr>
              <a:t> el </a:t>
            </a:r>
            <a:r>
              <a:rPr lang="en-US" dirty="0" err="1">
                <a:solidFill>
                  <a:schemeClr val="accent1">
                    <a:lumMod val="50000"/>
                  </a:schemeClr>
                </a:solidFill>
              </a:rPr>
              <a:t>método</a:t>
            </a:r>
            <a:r>
              <a:rPr lang="en-US" dirty="0">
                <a:solidFill>
                  <a:schemeClr val="accent1">
                    <a:lumMod val="50000"/>
                  </a:schemeClr>
                </a:solidFill>
              </a:rPr>
              <a:t> </a:t>
            </a:r>
            <a:r>
              <a:rPr lang="en-US" dirty="0" err="1">
                <a:solidFill>
                  <a:schemeClr val="accent1">
                    <a:lumMod val="50000"/>
                  </a:schemeClr>
                </a:solidFill>
              </a:rPr>
              <a:t>vamos</a:t>
            </a:r>
            <a:r>
              <a:rPr lang="en-US" dirty="0">
                <a:solidFill>
                  <a:schemeClr val="accent1">
                    <a:lumMod val="50000"/>
                  </a:schemeClr>
                </a:solidFill>
              </a:rPr>
              <a:t> a </a:t>
            </a:r>
            <a:r>
              <a:rPr lang="en-US" dirty="0" err="1">
                <a:solidFill>
                  <a:schemeClr val="accent1">
                    <a:lumMod val="50000"/>
                  </a:schemeClr>
                </a:solidFill>
              </a:rPr>
              <a:t>revisar</a:t>
            </a:r>
            <a:r>
              <a:rPr lang="en-US" dirty="0">
                <a:solidFill>
                  <a:schemeClr val="accent1">
                    <a:lumMod val="50000"/>
                  </a:schemeClr>
                </a:solidFill>
              </a:rPr>
              <a:t>/</a:t>
            </a:r>
            <a:r>
              <a:rPr lang="en-US" dirty="0" err="1">
                <a:solidFill>
                  <a:schemeClr val="accent1">
                    <a:lumMod val="50000"/>
                  </a:schemeClr>
                </a:solidFill>
              </a:rPr>
              <a:t>modificar</a:t>
            </a:r>
            <a:r>
              <a:rPr lang="en-US" dirty="0">
                <a:solidFill>
                  <a:schemeClr val="accent1">
                    <a:lumMod val="50000"/>
                  </a:schemeClr>
                </a:solidFill>
              </a:rPr>
              <a:t> la </a:t>
            </a:r>
            <a:r>
              <a:rPr lang="en-US" dirty="0" err="1">
                <a:solidFill>
                  <a:schemeClr val="accent1">
                    <a:lumMod val="50000"/>
                  </a:schemeClr>
                </a:solidFill>
              </a:rPr>
              <a:t>notación</a:t>
            </a:r>
            <a:r>
              <a:rPr lang="en-US" dirty="0">
                <a:solidFill>
                  <a:schemeClr val="accent1">
                    <a:lumMod val="50000"/>
                  </a:schemeClr>
                </a:solidFill>
              </a:rPr>
              <a:t> para </a:t>
            </a:r>
            <a:r>
              <a:rPr lang="en-US" dirty="0" err="1">
                <a:solidFill>
                  <a:schemeClr val="accent1">
                    <a:lumMod val="50000"/>
                  </a:schemeClr>
                </a:solidFill>
              </a:rPr>
              <a:t>trabajar</a:t>
            </a:r>
            <a:r>
              <a:rPr lang="en-US" dirty="0">
                <a:solidFill>
                  <a:schemeClr val="accent1">
                    <a:lumMod val="50000"/>
                  </a:schemeClr>
                </a:solidFill>
              </a:rPr>
              <a:t> </a:t>
            </a:r>
            <a:r>
              <a:rPr lang="en-US" dirty="0" smtClean="0">
                <a:solidFill>
                  <a:schemeClr val="accent1">
                    <a:lumMod val="50000"/>
                  </a:schemeClr>
                </a:solidFill>
              </a:rPr>
              <a:t>con la </a:t>
            </a:r>
            <a:r>
              <a:rPr lang="en-US" dirty="0" err="1" smtClean="0">
                <a:solidFill>
                  <a:schemeClr val="accent1">
                    <a:lumMod val="50000"/>
                  </a:schemeClr>
                </a:solidFill>
              </a:rPr>
              <a:t>notación</a:t>
            </a:r>
            <a:r>
              <a:rPr lang="en-US" dirty="0" smtClean="0">
                <a:solidFill>
                  <a:schemeClr val="accent1">
                    <a:lumMod val="50000"/>
                  </a:schemeClr>
                </a:solidFill>
              </a:rPr>
              <a:t> “standard” </a:t>
            </a:r>
            <a:r>
              <a:rPr lang="en-US" dirty="0" err="1" smtClean="0">
                <a:solidFill>
                  <a:schemeClr val="accent1">
                    <a:lumMod val="50000"/>
                  </a:schemeClr>
                </a:solidFill>
              </a:rPr>
              <a:t>vectorial</a:t>
            </a:r>
            <a:r>
              <a:rPr lang="en-US" dirty="0" smtClean="0">
                <a:solidFill>
                  <a:schemeClr val="accent1">
                    <a:lumMod val="50000"/>
                  </a:schemeClr>
                </a:solidFill>
              </a:rPr>
              <a:t>.</a:t>
            </a:r>
            <a:endParaRPr lang="en-US" dirty="0">
              <a:solidFill>
                <a:schemeClr val="accent1">
                  <a:lumMod val="50000"/>
                </a:schemeClr>
              </a:solidFill>
            </a:endParaRPr>
          </a:p>
          <a:p>
            <a:pPr>
              <a:lnSpc>
                <a:spcPct val="150000"/>
              </a:lnSpc>
            </a:pPr>
            <a:endParaRPr lang="en-US" dirty="0">
              <a:solidFill>
                <a:schemeClr val="accent1">
                  <a:lumMod val="50000"/>
                </a:schemeClr>
              </a:solidFill>
            </a:endParaRPr>
          </a:p>
          <a:p>
            <a:pPr>
              <a:lnSpc>
                <a:spcPct val="150000"/>
              </a:lnSpc>
            </a:pPr>
            <a:r>
              <a:rPr lang="en-US" b="1" dirty="0">
                <a:solidFill>
                  <a:schemeClr val="accent6">
                    <a:lumMod val="50000"/>
                  </a:schemeClr>
                </a:solidFill>
              </a:rPr>
              <a:t>Capa de entrada:</a:t>
            </a:r>
            <a:r>
              <a:rPr lang="en-US" b="1" dirty="0">
                <a:solidFill>
                  <a:schemeClr val="accent1">
                    <a:lumMod val="50000"/>
                  </a:schemeClr>
                </a:solidFill>
              </a:rPr>
              <a:t>  </a:t>
            </a:r>
          </a:p>
          <a:p>
            <a:pPr>
              <a:lnSpc>
                <a:spcPct val="150000"/>
              </a:lnSpc>
            </a:pPr>
            <a:r>
              <a:rPr lang="en-US" dirty="0">
                <a:solidFill>
                  <a:schemeClr val="accent1">
                    <a:lumMod val="50000"/>
                  </a:schemeClr>
                </a:solidFill>
              </a:rPr>
              <a:t> </a:t>
            </a: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10C70E1F-2CFF-F28B-2C70-03809666198E}"/>
                  </a:ext>
                </a:extLst>
              </p:cNvPr>
              <p:cNvSpPr txBox="1"/>
              <p:nvPr/>
            </p:nvSpPr>
            <p:spPr>
              <a:xfrm>
                <a:off x="239237" y="1395049"/>
                <a:ext cx="9475839" cy="4976875"/>
              </a:xfrm>
              <a:prstGeom prst="rect">
                <a:avLst/>
              </a:prstGeom>
              <a:noFill/>
            </p:spPr>
            <p:txBody>
              <a:bodyPr wrap="square">
                <a:spAutoFit/>
              </a:bodyPr>
              <a:lstStyle/>
              <a:p>
                <a:pPr>
                  <a:lnSpc>
                    <a:spcPct val="150000"/>
                  </a:lnSpc>
                </a:pPr>
                <a:r>
                  <a:rPr lang="en-US" dirty="0">
                    <a:solidFill>
                      <a:schemeClr val="accent1">
                        <a:lumMod val="50000"/>
                      </a:schemeClr>
                    </a:solidFill>
                  </a:rPr>
                  <a:t>Un dato de entrada: </a:t>
                </a:r>
                <a14:m>
                  <m:oMath xmlns:m="http://schemas.openxmlformats.org/officeDocument/2006/math">
                    <m:r>
                      <a:rPr lang="es-ES" b="1" i="1" smtClean="0">
                        <a:solidFill>
                          <a:schemeClr val="tx2"/>
                        </a:solidFill>
                        <a:latin typeface="Cambria Math" panose="02040503050406030204" pitchFamily="18" charset="0"/>
                        <a:ea typeface="Cambria Math" panose="02040503050406030204" pitchFamily="18" charset="0"/>
                      </a:rPr>
                      <m:t>𝒙</m:t>
                    </m:r>
                    <m:r>
                      <a:rPr lang="es-ES" b="0" i="1" smtClean="0">
                        <a:solidFill>
                          <a:schemeClr val="tx2"/>
                        </a:solidFill>
                        <a:latin typeface="Cambria Math" panose="02040503050406030204" pitchFamily="18" charset="0"/>
                        <a:ea typeface="Cambria Math" panose="02040503050406030204" pitchFamily="18" charset="0"/>
                      </a:rPr>
                      <m:t>= </m:t>
                    </m:r>
                    <m:d>
                      <m:dPr>
                        <m:begChr m:val="["/>
                        <m:endChr m:val="]"/>
                        <m:ctrlPr>
                          <a:rPr lang="es-ES" b="0" i="1" smtClean="0">
                            <a:solidFill>
                              <a:schemeClr val="tx2"/>
                            </a:solidFill>
                            <a:latin typeface="Cambria Math" panose="02040503050406030204" pitchFamily="18" charset="0"/>
                            <a:ea typeface="Cambria Math" panose="02040503050406030204" pitchFamily="18" charset="0"/>
                          </a:rPr>
                        </m:ctrlPr>
                      </m:dPr>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sSub>
                                <m:sSubPr>
                                  <m:ctrlPr>
                                    <a:rPr lang="es-ES" i="1">
                                      <a:solidFill>
                                        <a:schemeClr val="tx2"/>
                                      </a:solidFill>
                                      <a:latin typeface="Cambria Math" panose="02040503050406030204" pitchFamily="18" charset="0"/>
                                      <a:ea typeface="Cambria Math" panose="02040503050406030204" pitchFamily="18" charset="0"/>
                                    </a:rPr>
                                  </m:ctrlPr>
                                </m:sSubPr>
                                <m:e>
                                  <m:r>
                                    <m:rPr>
                                      <m:brk m:alnAt="7"/>
                                    </m:rPr>
                                    <a:rPr lang="es-ES" i="1">
                                      <a:solidFill>
                                        <a:schemeClr val="tx2"/>
                                      </a:solidFill>
                                      <a:latin typeface="Cambria Math" panose="02040503050406030204" pitchFamily="18" charset="0"/>
                                      <a:ea typeface="Cambria Math" panose="02040503050406030204" pitchFamily="18" charset="0"/>
                                    </a:rPr>
                                    <m:t>𝑥</m:t>
                                  </m:r>
                                </m:e>
                                <m:sub>
                                  <m:r>
                                    <m:rPr>
                                      <m:brk m:alnAt="7"/>
                                    </m:rPr>
                                    <a:rPr lang="es-ES" i="1">
                                      <a:solidFill>
                                        <a:schemeClr val="tx2"/>
                                      </a:solidFill>
                                      <a:latin typeface="Cambria Math" panose="02040503050406030204" pitchFamily="18" charset="0"/>
                                      <a:ea typeface="Cambria Math" panose="02040503050406030204" pitchFamily="18" charset="0"/>
                                    </a:rPr>
                                    <m:t>1</m:t>
                                  </m:r>
                                </m:sub>
                              </m:sSub>
                            </m:e>
                          </m:mr>
                          <m:mr>
                            <m:e>
                              <m:eqArr>
                                <m:eqArrPr>
                                  <m:ctrlPr>
                                    <a:rPr lang="es-ES" i="1">
                                      <a:solidFill>
                                        <a:schemeClr val="tx2"/>
                                      </a:solidFill>
                                      <a:latin typeface="Cambria Math" panose="02040503050406030204" pitchFamily="18" charset="0"/>
                                      <a:ea typeface="Cambria Math" panose="02040503050406030204" pitchFamily="18" charset="0"/>
                                    </a:rPr>
                                  </m:ctrlPr>
                                </m:eqArrPr>
                                <m:e>
                                  <m:sSub>
                                    <m:sSubPr>
                                      <m:ctrlPr>
                                        <a:rPr lang="es-ES" i="1">
                                          <a:solidFill>
                                            <a:schemeClr val="tx2"/>
                                          </a:solidFill>
                                          <a:latin typeface="Cambria Math" panose="02040503050406030204" pitchFamily="18" charset="0"/>
                                          <a:ea typeface="Cambria Math" panose="02040503050406030204" pitchFamily="18" charset="0"/>
                                        </a:rPr>
                                      </m:ctrlPr>
                                    </m:sSubPr>
                                    <m:e>
                                      <m:r>
                                        <a:rPr lang="es-ES" i="1">
                                          <a:solidFill>
                                            <a:schemeClr val="tx2"/>
                                          </a:solidFill>
                                          <a:latin typeface="Cambria Math" panose="02040503050406030204" pitchFamily="18" charset="0"/>
                                          <a:ea typeface="Cambria Math" panose="02040503050406030204" pitchFamily="18" charset="0"/>
                                        </a:rPr>
                                        <m:t>𝑥</m:t>
                                      </m:r>
                                    </m:e>
                                    <m:sub>
                                      <m:r>
                                        <a:rPr lang="es-ES" i="1">
                                          <a:solidFill>
                                            <a:schemeClr val="tx2"/>
                                          </a:solidFill>
                                          <a:latin typeface="Cambria Math" panose="02040503050406030204" pitchFamily="18" charset="0"/>
                                          <a:ea typeface="Cambria Math" panose="02040503050406030204" pitchFamily="18" charset="0"/>
                                        </a:rPr>
                                        <m:t>2</m:t>
                                      </m:r>
                                    </m:sub>
                                  </m:sSub>
                                </m:e>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r>
                                          <m:rPr>
                                            <m:brk m:alnAt="7"/>
                                          </m:rPr>
                                          <a:rPr lang="es-ES" i="1">
                                            <a:solidFill>
                                              <a:schemeClr val="tx2"/>
                                            </a:solidFill>
                                            <a:latin typeface="Cambria Math" panose="02040503050406030204" pitchFamily="18" charset="0"/>
                                            <a:ea typeface="Cambria Math" panose="02040503050406030204" pitchFamily="18" charset="0"/>
                                          </a:rPr>
                                          <m:t>⋮</m:t>
                                        </m:r>
                                      </m:e>
                                    </m:mr>
                                    <m:mr>
                                      <m:e>
                                        <m:sSub>
                                          <m:sSubPr>
                                            <m:ctrlPr>
                                              <a:rPr lang="es-ES" i="1">
                                                <a:solidFill>
                                                  <a:schemeClr val="tx2"/>
                                                </a:solidFill>
                                                <a:latin typeface="Cambria Math" panose="02040503050406030204" pitchFamily="18" charset="0"/>
                                                <a:ea typeface="Cambria Math" panose="02040503050406030204" pitchFamily="18" charset="0"/>
                                              </a:rPr>
                                            </m:ctrlPr>
                                          </m:sSubPr>
                                          <m:e>
                                            <m:r>
                                              <a:rPr lang="es-ES" i="1">
                                                <a:solidFill>
                                                  <a:schemeClr val="tx2"/>
                                                </a:solidFill>
                                                <a:latin typeface="Cambria Math" panose="02040503050406030204" pitchFamily="18" charset="0"/>
                                                <a:ea typeface="Cambria Math" panose="02040503050406030204" pitchFamily="18" charset="0"/>
                                              </a:rPr>
                                              <m:t>𝑥</m:t>
                                            </m:r>
                                          </m:e>
                                          <m:sub>
                                            <m:sSub>
                                              <m:sSubPr>
                                                <m:ctrlPr>
                                                  <a:rPr lang="es-ES" b="0" i="1" smtClean="0">
                                                    <a:solidFill>
                                                      <a:schemeClr val="tx2"/>
                                                    </a:solidFill>
                                                    <a:latin typeface="Cambria Math" panose="02040503050406030204" pitchFamily="18" charset="0"/>
                                                    <a:ea typeface="Cambria Math" panose="02040503050406030204" pitchFamily="18" charset="0"/>
                                                  </a:rPr>
                                                </m:ctrlPr>
                                              </m:sSubPr>
                                              <m:e>
                                                <m:r>
                                                  <a:rPr lang="es-ES" i="1">
                                                    <a:solidFill>
                                                      <a:schemeClr val="tx2"/>
                                                    </a:solidFill>
                                                    <a:latin typeface="Cambria Math" panose="02040503050406030204" pitchFamily="18" charset="0"/>
                                                    <a:ea typeface="Cambria Math" panose="02040503050406030204" pitchFamily="18" charset="0"/>
                                                  </a:rPr>
                                                  <m:t>𝑛</m:t>
                                                </m:r>
                                              </m:e>
                                              <m:sub>
                                                <m:r>
                                                  <a:rPr lang="es-ES" b="0" i="1" smtClean="0">
                                                    <a:solidFill>
                                                      <a:schemeClr val="tx2"/>
                                                    </a:solidFill>
                                                    <a:latin typeface="Cambria Math" panose="02040503050406030204" pitchFamily="18" charset="0"/>
                                                    <a:ea typeface="Cambria Math" panose="02040503050406030204" pitchFamily="18" charset="0"/>
                                                  </a:rPr>
                                                  <m:t>𝑥</m:t>
                                                </m:r>
                                              </m:sub>
                                            </m:sSub>
                                          </m:sub>
                                        </m:sSub>
                                      </m:e>
                                    </m:mr>
                                  </m:m>
                                </m:e>
                              </m:eqArr>
                            </m:e>
                          </m:mr>
                          <m:mr>
                            <m:e>
                              <m:r>
                                <a:rPr lang="es-ES" i="1">
                                  <a:solidFill>
                                    <a:schemeClr val="tx2"/>
                                  </a:solidFill>
                                  <a:latin typeface="Cambria Math" panose="02040503050406030204" pitchFamily="18" charset="0"/>
                                  <a:ea typeface="Cambria Math" panose="02040503050406030204" pitchFamily="18" charset="0"/>
                                </a:rPr>
                                <m:t> </m:t>
                              </m:r>
                            </m:e>
                          </m:mr>
                        </m:m>
                      </m:e>
                    </m:d>
                  </m:oMath>
                </a14:m>
                <a:r>
                  <a:rPr lang="en-US" b="1" dirty="0">
                    <a:solidFill>
                      <a:schemeClr val="accent1">
                        <a:lumMod val="50000"/>
                      </a:schemeClr>
                    </a:solidFill>
                  </a:rPr>
                  <a:t>  </a:t>
                </a:r>
                <a:r>
                  <a:rPr lang="en-US" b="1" dirty="0" err="1">
                    <a:solidFill>
                      <a:schemeClr val="accent1">
                        <a:lumMod val="50000"/>
                      </a:schemeClr>
                    </a:solidFill>
                  </a:rPr>
                  <a:t>Recuerda</a:t>
                </a:r>
                <a:r>
                  <a:rPr lang="en-US" b="1" dirty="0">
                    <a:solidFill>
                      <a:schemeClr val="accent1">
                        <a:lumMod val="50000"/>
                      </a:schemeClr>
                    </a:solidFill>
                  </a:rPr>
                  <a:t>, </a:t>
                </a:r>
                <a:r>
                  <a:rPr lang="en-US" dirty="0" err="1">
                    <a:solidFill>
                      <a:schemeClr val="accent1">
                        <a:lumMod val="50000"/>
                      </a:schemeClr>
                    </a:solidFill>
                  </a:rPr>
                  <a:t>el</a:t>
                </a:r>
                <a:r>
                  <a:rPr lang="en-US" dirty="0">
                    <a:solidFill>
                      <a:schemeClr val="accent1">
                        <a:lumMod val="50000"/>
                      </a:schemeClr>
                    </a:solidFill>
                  </a:rPr>
                  <a:t> </a:t>
                </a:r>
                <a:r>
                  <a:rPr lang="en-US" dirty="0" err="1">
                    <a:solidFill>
                      <a:schemeClr val="accent1">
                        <a:lumMod val="50000"/>
                      </a:schemeClr>
                    </a:solidFill>
                  </a:rPr>
                  <a:t>sesgo</a:t>
                </a:r>
                <a:r>
                  <a:rPr lang="en-US" dirty="0">
                    <a:solidFill>
                      <a:schemeClr val="accent1">
                        <a:lumMod val="50000"/>
                      </a:schemeClr>
                    </a:solidFill>
                  </a:rPr>
                  <a:t> </a:t>
                </a:r>
                <a14:m>
                  <m:oMath xmlns:m="http://schemas.openxmlformats.org/officeDocument/2006/math">
                    <m:sSub>
                      <m:sSubPr>
                        <m:ctrlPr>
                          <a:rPr lang="es-ES" i="1">
                            <a:solidFill>
                              <a:schemeClr val="tx2"/>
                            </a:solidFill>
                            <a:latin typeface="Cambria Math" panose="02040503050406030204" pitchFamily="18" charset="0"/>
                            <a:ea typeface="Cambria Math" panose="02040503050406030204" pitchFamily="18" charset="0"/>
                          </a:rPr>
                        </m:ctrlPr>
                      </m:sSubPr>
                      <m:e>
                        <m:r>
                          <m:rPr>
                            <m:brk m:alnAt="7"/>
                          </m:rPr>
                          <a:rPr lang="es-ES" i="1">
                            <a:solidFill>
                              <a:schemeClr val="tx2"/>
                            </a:solidFill>
                            <a:latin typeface="Cambria Math" panose="02040503050406030204" pitchFamily="18" charset="0"/>
                            <a:ea typeface="Cambria Math" panose="02040503050406030204" pitchFamily="18" charset="0"/>
                          </a:rPr>
                          <m:t>𝑥</m:t>
                        </m:r>
                      </m:e>
                      <m:sub>
                        <m:r>
                          <a:rPr lang="es-ES" b="0" i="1" smtClean="0">
                            <a:solidFill>
                              <a:schemeClr val="tx2"/>
                            </a:solidFill>
                            <a:latin typeface="Cambria Math" panose="02040503050406030204" pitchFamily="18" charset="0"/>
                            <a:ea typeface="Cambria Math" panose="02040503050406030204" pitchFamily="18" charset="0"/>
                          </a:rPr>
                          <m:t>0</m:t>
                        </m:r>
                      </m:sub>
                    </m:sSub>
                    <m:r>
                      <a:rPr lang="es-ES" b="0" i="1" smtClean="0">
                        <a:solidFill>
                          <a:schemeClr val="tx2"/>
                        </a:solidFill>
                        <a:latin typeface="Cambria Math" panose="02040503050406030204" pitchFamily="18" charset="0"/>
                        <a:ea typeface="Cambria Math" panose="02040503050406030204" pitchFamily="18" charset="0"/>
                      </a:rPr>
                      <m:t>=1</m:t>
                    </m:r>
                  </m:oMath>
                </a14:m>
                <a:r>
                  <a:rPr lang="en-US" dirty="0">
                    <a:solidFill>
                      <a:schemeClr val="accent1">
                        <a:lumMod val="50000"/>
                      </a:schemeClr>
                    </a:solidFill>
                  </a:rPr>
                  <a:t> </a:t>
                </a:r>
                <a:r>
                  <a:rPr lang="en-US" dirty="0" err="1">
                    <a:solidFill>
                      <a:schemeClr val="accent1">
                        <a:lumMod val="50000"/>
                      </a:schemeClr>
                    </a:solidFill>
                  </a:rPr>
                  <a:t>está</a:t>
                </a:r>
                <a:r>
                  <a:rPr lang="en-US" dirty="0">
                    <a:solidFill>
                      <a:schemeClr val="accent1">
                        <a:lumMod val="50000"/>
                      </a:schemeClr>
                    </a:solidFill>
                  </a:rPr>
                  <a:t> </a:t>
                </a:r>
                <a:r>
                  <a:rPr lang="en-US" dirty="0" err="1">
                    <a:solidFill>
                      <a:schemeClr val="accent1">
                        <a:lumMod val="50000"/>
                      </a:schemeClr>
                    </a:solidFill>
                  </a:rPr>
                  <a:t>separado</a:t>
                </a:r>
                <a:r>
                  <a:rPr lang="en-US" dirty="0">
                    <a:solidFill>
                      <a:schemeClr val="accent1">
                        <a:lumMod val="50000"/>
                      </a:schemeClr>
                    </a:solidFill>
                  </a:rPr>
                  <a:t> de </a:t>
                </a:r>
                <a:r>
                  <a:rPr lang="en-US" dirty="0" err="1">
                    <a:solidFill>
                      <a:schemeClr val="accent1">
                        <a:lumMod val="50000"/>
                      </a:schemeClr>
                    </a:solidFill>
                  </a:rPr>
                  <a:t>los</a:t>
                </a:r>
                <a:r>
                  <a:rPr lang="en-US" dirty="0">
                    <a:solidFill>
                      <a:schemeClr val="accent1">
                        <a:lumMod val="50000"/>
                      </a:schemeClr>
                    </a:solidFill>
                  </a:rPr>
                  <a:t> </a:t>
                </a:r>
                <a:r>
                  <a:rPr lang="en-US" dirty="0" err="1">
                    <a:solidFill>
                      <a:schemeClr val="accent1">
                        <a:lumMod val="50000"/>
                      </a:schemeClr>
                    </a:solidFill>
                  </a:rPr>
                  <a:t>datos</a:t>
                </a:r>
                <a:r>
                  <a:rPr lang="en-US" dirty="0">
                    <a:solidFill>
                      <a:schemeClr val="accent1">
                        <a:lumMod val="50000"/>
                      </a:schemeClr>
                    </a:solidFill>
                  </a:rPr>
                  <a:t>. </a:t>
                </a:r>
              </a:p>
              <a:p>
                <a:pPr>
                  <a:lnSpc>
                    <a:spcPct val="150000"/>
                  </a:lnSpc>
                </a:pPr>
                <a:endParaRPr lang="en-US" dirty="0">
                  <a:solidFill>
                    <a:schemeClr val="accent1">
                      <a:lumMod val="50000"/>
                    </a:schemeClr>
                  </a:solidFill>
                </a:endParaRPr>
              </a:p>
              <a:p>
                <a:pPr>
                  <a:lnSpc>
                    <a:spcPct val="150000"/>
                  </a:lnSpc>
                </a:pPr>
                <a:endParaRPr lang="en-US" dirty="0">
                  <a:solidFill>
                    <a:schemeClr val="accent1">
                      <a:lumMod val="50000"/>
                    </a:schemeClr>
                  </a:solidFill>
                </a:endParaRPr>
              </a:p>
              <a:p>
                <a:pPr>
                  <a:lnSpc>
                    <a:spcPct val="150000"/>
                  </a:lnSpc>
                </a:pPr>
                <a:endParaRPr lang="en-US" dirty="0">
                  <a:solidFill>
                    <a:schemeClr val="accent1">
                      <a:lumMod val="50000"/>
                    </a:schemeClr>
                  </a:solidFill>
                </a:endParaRPr>
              </a:p>
              <a:p>
                <a:pPr>
                  <a:lnSpc>
                    <a:spcPct val="150000"/>
                  </a:lnSpc>
                </a:pPr>
                <a:endParaRPr lang="en-US" dirty="0">
                  <a:solidFill>
                    <a:schemeClr val="accent1">
                      <a:lumMod val="50000"/>
                    </a:schemeClr>
                  </a:solidFill>
                </a:endParaRPr>
              </a:p>
              <a:p>
                <a:pPr>
                  <a:lnSpc>
                    <a:spcPct val="150000"/>
                  </a:lnSpc>
                </a:pPr>
                <a:endParaRPr lang="en-US" dirty="0">
                  <a:solidFill>
                    <a:schemeClr val="accent1">
                      <a:lumMod val="50000"/>
                    </a:schemeClr>
                  </a:solidFill>
                </a:endParaRPr>
              </a:p>
              <a:p>
                <a:pPr>
                  <a:lnSpc>
                    <a:spcPct val="150000"/>
                  </a:lnSpc>
                </a:pPr>
                <a:r>
                  <a:rPr lang="en-US" dirty="0">
                    <a:solidFill>
                      <a:schemeClr val="accent1">
                        <a:lumMod val="50000"/>
                      </a:schemeClr>
                    </a:solidFill>
                  </a:rPr>
                  <a:t>El vector de entrada se </a:t>
                </a:r>
                <a:r>
                  <a:rPr lang="en-US" dirty="0" err="1">
                    <a:solidFill>
                      <a:schemeClr val="accent1">
                        <a:lumMod val="50000"/>
                      </a:schemeClr>
                    </a:solidFill>
                  </a:rPr>
                  <a:t>denota</a:t>
                </a:r>
                <a:r>
                  <a:rPr lang="en-US" dirty="0">
                    <a:solidFill>
                      <a:schemeClr val="accent1">
                        <a:lumMod val="50000"/>
                      </a:schemeClr>
                    </a:solidFill>
                  </a:rPr>
                  <a:t> </a:t>
                </a:r>
                <a:r>
                  <a:rPr lang="en-US" dirty="0" err="1">
                    <a:solidFill>
                      <a:schemeClr val="accent1">
                        <a:lumMod val="50000"/>
                      </a:schemeClr>
                    </a:solidFill>
                  </a:rPr>
                  <a:t>en</a:t>
                </a:r>
                <a:r>
                  <a:rPr lang="en-US" dirty="0">
                    <a:solidFill>
                      <a:schemeClr val="accent1">
                        <a:lumMod val="50000"/>
                      </a:schemeClr>
                    </a:solidFill>
                  </a:rPr>
                  <a:t> la red neuronal </a:t>
                </a:r>
                <a:r>
                  <a:rPr lang="en-US" dirty="0" err="1">
                    <a:solidFill>
                      <a:schemeClr val="accent1">
                        <a:lumMod val="50000"/>
                      </a:schemeClr>
                    </a:solidFill>
                  </a:rPr>
                  <a:t>como</a:t>
                </a:r>
                <a:r>
                  <a:rPr lang="en-US" dirty="0">
                    <a:solidFill>
                      <a:schemeClr val="accent1">
                        <a:lumMod val="50000"/>
                      </a:schemeClr>
                    </a:solidFill>
                  </a:rPr>
                  <a:t>:</a:t>
                </a:r>
                <a:endParaRPr lang="es-ES" i="1" dirty="0">
                  <a:solidFill>
                    <a:schemeClr val="tx2"/>
                  </a:solidFill>
                  <a:latin typeface="Cambria Math" panose="02040503050406030204" pitchFamily="18" charset="0"/>
                  <a:ea typeface="Cambria Math" panose="02040503050406030204" pitchFamily="18" charset="0"/>
                </a:endParaRPr>
              </a:p>
              <a:p>
                <a:pPr>
                  <a:lnSpc>
                    <a:spcPct val="150000"/>
                  </a:lnSpc>
                </a:pPr>
                <a:endParaRPr lang="en-US" dirty="0">
                  <a:solidFill>
                    <a:schemeClr val="accent1">
                      <a:lumMod val="50000"/>
                    </a:schemeClr>
                  </a:solidFill>
                </a:endParaRPr>
              </a:p>
              <a:p>
                <a:pPr>
                  <a:lnSpc>
                    <a:spcPct val="150000"/>
                  </a:lnSpc>
                </a:pPr>
                <a:endParaRPr lang="en-US" dirty="0">
                  <a:solidFill>
                    <a:schemeClr val="accent1">
                      <a:lumMod val="50000"/>
                    </a:schemeClr>
                  </a:solidFill>
                </a:endParaRPr>
              </a:p>
            </p:txBody>
          </p:sp>
        </mc:Choice>
        <mc:Fallback xmlns="">
          <p:sp>
            <p:nvSpPr>
              <p:cNvPr id="4" name="CuadroTexto 3">
                <a:extLst>
                  <a:ext uri="{FF2B5EF4-FFF2-40B4-BE49-F238E27FC236}">
                    <a16:creationId xmlns:a16="http://schemas.microsoft.com/office/drawing/2014/main" id="{10C70E1F-2CFF-F28B-2C70-03809666198E}"/>
                  </a:ext>
                </a:extLst>
              </p:cNvPr>
              <p:cNvSpPr txBox="1">
                <a:spLocks noRot="1" noChangeAspect="1" noMove="1" noResize="1" noEditPoints="1" noAdjustHandles="1" noChangeArrowheads="1" noChangeShapeType="1" noTextEdit="1"/>
              </p:cNvSpPr>
              <p:nvPr/>
            </p:nvSpPr>
            <p:spPr>
              <a:xfrm>
                <a:off x="239237" y="1395049"/>
                <a:ext cx="9475839" cy="4976875"/>
              </a:xfrm>
              <a:prstGeom prst="rect">
                <a:avLst/>
              </a:prstGeom>
              <a:blipFill>
                <a:blip r:embed="rId2"/>
                <a:stretch>
                  <a:fillRect l="-514"/>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02F93847-A889-8F93-200A-8360960DF251}"/>
                  </a:ext>
                </a:extLst>
              </p:cNvPr>
              <p:cNvSpPr txBox="1"/>
              <p:nvPr/>
            </p:nvSpPr>
            <p:spPr>
              <a:xfrm>
                <a:off x="580285" y="3120215"/>
                <a:ext cx="8818939" cy="1618072"/>
              </a:xfrm>
              <a:prstGeom prst="rect">
                <a:avLst/>
              </a:prstGeom>
              <a:noFill/>
            </p:spPr>
            <p:txBody>
              <a:bodyPr wrap="square">
                <a:spAutoFit/>
              </a:bodyPr>
              <a:lstStyle/>
              <a:p>
                <a:r>
                  <a:rPr lang="en-US" dirty="0">
                    <a:solidFill>
                      <a:schemeClr val="accent1">
                        <a:lumMod val="50000"/>
                      </a:schemeClr>
                    </a:solidFill>
                  </a:rPr>
                  <a:t>Si </a:t>
                </a:r>
                <a:r>
                  <a:rPr lang="en-US" dirty="0" err="1">
                    <a:solidFill>
                      <a:schemeClr val="accent1">
                        <a:lumMod val="50000"/>
                      </a:schemeClr>
                    </a:solidFill>
                  </a:rPr>
                  <a:t>tenemos</a:t>
                </a:r>
                <a:r>
                  <a:rPr lang="en-US" dirty="0">
                    <a:solidFill>
                      <a:schemeClr val="accent1">
                        <a:lumMod val="50000"/>
                      </a:schemeClr>
                    </a:solidFill>
                  </a:rPr>
                  <a:t> un conjunto de </a:t>
                </a:r>
                <a:r>
                  <a:rPr lang="en-US" dirty="0" err="1">
                    <a:solidFill>
                      <a:schemeClr val="accent1">
                        <a:lumMod val="50000"/>
                      </a:schemeClr>
                    </a:solidFill>
                  </a:rPr>
                  <a:t>datos</a:t>
                </a:r>
                <a:r>
                  <a:rPr lang="en-US" dirty="0">
                    <a:solidFill>
                      <a:schemeClr val="accent1">
                        <a:lumMod val="50000"/>
                      </a:schemeClr>
                    </a:solidFill>
                  </a:rPr>
                  <a:t> de entrada: </a:t>
                </a:r>
                <a14:m>
                  <m:oMath xmlns:m="http://schemas.openxmlformats.org/officeDocument/2006/math">
                    <m:r>
                      <a:rPr lang="es-ES" b="1" i="1" smtClean="0">
                        <a:solidFill>
                          <a:schemeClr val="tx2"/>
                        </a:solidFill>
                        <a:latin typeface="Cambria Math" panose="02040503050406030204" pitchFamily="18" charset="0"/>
                        <a:ea typeface="Cambria Math" panose="02040503050406030204" pitchFamily="18" charset="0"/>
                      </a:rPr>
                      <m:t>𝑿</m:t>
                    </m:r>
                    <m:r>
                      <a:rPr lang="es-ES" b="0" i="1" smtClean="0">
                        <a:solidFill>
                          <a:schemeClr val="tx2"/>
                        </a:solidFill>
                        <a:latin typeface="Cambria Math" panose="02040503050406030204" pitchFamily="18" charset="0"/>
                        <a:ea typeface="Cambria Math" panose="02040503050406030204" pitchFamily="18" charset="0"/>
                      </a:rPr>
                      <m:t>=</m:t>
                    </m:r>
                    <m:d>
                      <m:dPr>
                        <m:begChr m:val="["/>
                        <m:endChr m:val="]"/>
                        <m:ctrlPr>
                          <a:rPr lang="es-ES" b="0" i="1" smtClean="0">
                            <a:solidFill>
                              <a:schemeClr val="tx2"/>
                            </a:solidFill>
                            <a:latin typeface="Cambria Math" panose="02040503050406030204" pitchFamily="18" charset="0"/>
                            <a:ea typeface="Cambria Math" panose="02040503050406030204" pitchFamily="18" charset="0"/>
                          </a:rPr>
                        </m:ctrlPr>
                      </m:dPr>
                      <m:e>
                        <m:m>
                          <m:mPr>
                            <m:mcs>
                              <m:mc>
                                <m:mcPr>
                                  <m:count m:val="3"/>
                                  <m:mcJc m:val="center"/>
                                </m:mcPr>
                              </m:mc>
                            </m:mcs>
                            <m:ctrlPr>
                              <a:rPr lang="es-ES" i="1">
                                <a:solidFill>
                                  <a:schemeClr val="tx2"/>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sSubSup>
                                      <m:sSubSupPr>
                                        <m:ctrlPr>
                                          <a:rPr lang="es-ES" i="1">
                                            <a:solidFill>
                                              <a:schemeClr val="tx2"/>
                                            </a:solidFill>
                                            <a:latin typeface="Cambria Math" panose="02040503050406030204" pitchFamily="18" charset="0"/>
                                            <a:ea typeface="Cambria Math" panose="02040503050406030204" pitchFamily="18" charset="0"/>
                                          </a:rPr>
                                        </m:ctrlPr>
                                      </m:sSubSupPr>
                                      <m:e>
                                        <m:r>
                                          <m:rPr>
                                            <m:brk m:alnAt="7"/>
                                          </m:rPr>
                                          <a:rPr lang="es-ES" i="1">
                                            <a:solidFill>
                                              <a:schemeClr val="tx2"/>
                                            </a:solidFill>
                                            <a:latin typeface="Cambria Math" panose="02040503050406030204" pitchFamily="18" charset="0"/>
                                            <a:ea typeface="Cambria Math" panose="02040503050406030204" pitchFamily="18" charset="0"/>
                                          </a:rPr>
                                          <m:t>𝑥</m:t>
                                        </m:r>
                                      </m:e>
                                      <m:sub>
                                        <m:r>
                                          <m:rPr>
                                            <m:brk m:alnAt="7"/>
                                          </m:rPr>
                                          <a:rPr lang="es-ES" i="1">
                                            <a:solidFill>
                                              <a:schemeClr val="tx2"/>
                                            </a:solidFill>
                                            <a:latin typeface="Cambria Math" panose="02040503050406030204" pitchFamily="18" charset="0"/>
                                            <a:ea typeface="Cambria Math" panose="02040503050406030204" pitchFamily="18" charset="0"/>
                                          </a:rPr>
                                          <m:t>1</m:t>
                                        </m:r>
                                      </m:sub>
                                      <m:sup>
                                        <m:r>
                                          <m:rPr>
                                            <m:brk m:alnAt="7"/>
                                          </m:rPr>
                                          <a:rPr lang="es-ES" i="1">
                                            <a:solidFill>
                                              <a:schemeClr val="tx2"/>
                                            </a:solidFill>
                                            <a:latin typeface="Cambria Math" panose="02040503050406030204" pitchFamily="18" charset="0"/>
                                            <a:ea typeface="Cambria Math" panose="02040503050406030204" pitchFamily="18" charset="0"/>
                                          </a:rPr>
                                          <m:t>1</m:t>
                                        </m:r>
                                      </m:sup>
                                    </m:sSubSup>
                                  </m:e>
                                </m:mr>
                                <m:mr>
                                  <m:e>
                                    <m:eqArr>
                                      <m:eqArrPr>
                                        <m:ctrlPr>
                                          <a:rPr lang="es-ES" i="1">
                                            <a:solidFill>
                                              <a:schemeClr val="tx2"/>
                                            </a:solidFill>
                                            <a:latin typeface="Cambria Math" panose="02040503050406030204" pitchFamily="18" charset="0"/>
                                            <a:ea typeface="Cambria Math" panose="02040503050406030204" pitchFamily="18" charset="0"/>
                                          </a:rPr>
                                        </m:ctrlPr>
                                      </m:eqArrPr>
                                      <m:e>
                                        <m:sSubSup>
                                          <m:sSubSupPr>
                                            <m:ctrlPr>
                                              <a:rPr lang="es-ES" i="1">
                                                <a:solidFill>
                                                  <a:schemeClr val="tx2"/>
                                                </a:solidFill>
                                                <a:latin typeface="Cambria Math" panose="02040503050406030204" pitchFamily="18" charset="0"/>
                                                <a:ea typeface="Cambria Math" panose="02040503050406030204" pitchFamily="18" charset="0"/>
                                              </a:rPr>
                                            </m:ctrlPr>
                                          </m:sSubSupPr>
                                          <m:e>
                                            <m:r>
                                              <a:rPr lang="es-ES" i="1">
                                                <a:solidFill>
                                                  <a:schemeClr val="tx2"/>
                                                </a:solidFill>
                                                <a:latin typeface="Cambria Math" panose="02040503050406030204" pitchFamily="18" charset="0"/>
                                                <a:ea typeface="Cambria Math" panose="02040503050406030204" pitchFamily="18" charset="0"/>
                                              </a:rPr>
                                              <m:t>𝑥</m:t>
                                            </m:r>
                                          </m:e>
                                          <m:sub>
                                            <m:r>
                                              <a:rPr lang="es-ES" i="1">
                                                <a:solidFill>
                                                  <a:schemeClr val="tx2"/>
                                                </a:solidFill>
                                                <a:latin typeface="Cambria Math" panose="02040503050406030204" pitchFamily="18" charset="0"/>
                                                <a:ea typeface="Cambria Math" panose="02040503050406030204" pitchFamily="18" charset="0"/>
                                              </a:rPr>
                                              <m:t>2</m:t>
                                            </m:r>
                                          </m:sub>
                                          <m:sup>
                                            <m:r>
                                              <a:rPr lang="es-ES" i="1">
                                                <a:solidFill>
                                                  <a:schemeClr val="tx2"/>
                                                </a:solidFill>
                                                <a:latin typeface="Cambria Math" panose="02040503050406030204" pitchFamily="18" charset="0"/>
                                                <a:ea typeface="Cambria Math" panose="02040503050406030204" pitchFamily="18" charset="0"/>
                                              </a:rPr>
                                              <m:t>1</m:t>
                                            </m:r>
                                          </m:sup>
                                        </m:sSubSup>
                                      </m:e>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r>
                                                <m:rPr>
                                                  <m:brk m:alnAt="7"/>
                                                </m:rPr>
                                                <a:rPr lang="es-ES" i="1">
                                                  <a:solidFill>
                                                    <a:schemeClr val="tx2"/>
                                                  </a:solidFill>
                                                  <a:latin typeface="Cambria Math" panose="02040503050406030204" pitchFamily="18" charset="0"/>
                                                  <a:ea typeface="Cambria Math" panose="02040503050406030204" pitchFamily="18" charset="0"/>
                                                </a:rPr>
                                                <m:t>⋮</m:t>
                                              </m:r>
                                            </m:e>
                                          </m:mr>
                                          <m:mr>
                                            <m:e>
                                              <m:sSubSup>
                                                <m:sSubSupPr>
                                                  <m:ctrlPr>
                                                    <a:rPr lang="es-ES" i="1">
                                                      <a:solidFill>
                                                        <a:schemeClr val="tx2"/>
                                                      </a:solidFill>
                                                      <a:latin typeface="Cambria Math" panose="02040503050406030204" pitchFamily="18" charset="0"/>
                                                      <a:ea typeface="Cambria Math" panose="02040503050406030204" pitchFamily="18" charset="0"/>
                                                    </a:rPr>
                                                  </m:ctrlPr>
                                                </m:sSubSupPr>
                                                <m:e>
                                                  <m:r>
                                                    <a:rPr lang="es-ES" i="1">
                                                      <a:solidFill>
                                                        <a:schemeClr val="tx2"/>
                                                      </a:solidFill>
                                                      <a:latin typeface="Cambria Math" panose="02040503050406030204" pitchFamily="18" charset="0"/>
                                                      <a:ea typeface="Cambria Math" panose="02040503050406030204" pitchFamily="18" charset="0"/>
                                                    </a:rPr>
                                                    <m:t>𝑥</m:t>
                                                  </m:r>
                                                </m:e>
                                                <m:sub>
                                                  <m:sSub>
                                                    <m:sSubPr>
                                                      <m:ctrlPr>
                                                        <a:rPr lang="es-ES" b="0" i="1" smtClean="0">
                                                          <a:solidFill>
                                                            <a:schemeClr val="tx2"/>
                                                          </a:solidFill>
                                                          <a:latin typeface="Cambria Math" panose="02040503050406030204" pitchFamily="18" charset="0"/>
                                                          <a:ea typeface="Cambria Math" panose="02040503050406030204" pitchFamily="18" charset="0"/>
                                                        </a:rPr>
                                                      </m:ctrlPr>
                                                    </m:sSubPr>
                                                    <m:e>
                                                      <m:r>
                                                        <a:rPr lang="es-ES" i="1">
                                                          <a:solidFill>
                                                            <a:schemeClr val="tx2"/>
                                                          </a:solidFill>
                                                          <a:latin typeface="Cambria Math" panose="02040503050406030204" pitchFamily="18" charset="0"/>
                                                          <a:ea typeface="Cambria Math" panose="02040503050406030204" pitchFamily="18" charset="0"/>
                                                        </a:rPr>
                                                        <m:t>𝑛</m:t>
                                                      </m:r>
                                                    </m:e>
                                                    <m:sub>
                                                      <m:r>
                                                        <a:rPr lang="es-ES" b="0" i="1" smtClean="0">
                                                          <a:solidFill>
                                                            <a:schemeClr val="tx2"/>
                                                          </a:solidFill>
                                                          <a:latin typeface="Cambria Math" panose="02040503050406030204" pitchFamily="18" charset="0"/>
                                                          <a:ea typeface="Cambria Math" panose="02040503050406030204" pitchFamily="18" charset="0"/>
                                                        </a:rPr>
                                                        <m:t>𝑥</m:t>
                                                      </m:r>
                                                    </m:sub>
                                                  </m:sSub>
                                                </m:sub>
                                                <m:sup>
                                                  <m:r>
                                                    <a:rPr lang="es-ES" i="1">
                                                      <a:solidFill>
                                                        <a:schemeClr val="tx2"/>
                                                      </a:solidFill>
                                                      <a:latin typeface="Cambria Math" panose="02040503050406030204" pitchFamily="18" charset="0"/>
                                                      <a:ea typeface="Cambria Math" panose="02040503050406030204" pitchFamily="18" charset="0"/>
                                                    </a:rPr>
                                                    <m:t>1</m:t>
                                                  </m:r>
                                                </m:sup>
                                              </m:sSubSup>
                                            </m:e>
                                          </m:mr>
                                        </m:m>
                                      </m:e>
                                    </m:eqArr>
                                  </m:e>
                                </m:mr>
                                <m:mr>
                                  <m:e>
                                    <m:r>
                                      <a:rPr lang="es-ES" i="1">
                                        <a:solidFill>
                                          <a:schemeClr val="tx2"/>
                                        </a:solidFill>
                                        <a:latin typeface="Cambria Math" panose="02040503050406030204" pitchFamily="18" charset="0"/>
                                        <a:ea typeface="Cambria Math" panose="02040503050406030204" pitchFamily="18" charset="0"/>
                                      </a:rPr>
                                      <m:t> </m:t>
                                    </m:r>
                                  </m:e>
                                </m:mr>
                              </m:m>
                            </m:e>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sSubSup>
                                      <m:sSubSupPr>
                                        <m:ctrlPr>
                                          <a:rPr lang="es-ES" i="1">
                                            <a:solidFill>
                                              <a:schemeClr val="tx2"/>
                                            </a:solidFill>
                                            <a:latin typeface="Cambria Math" panose="02040503050406030204" pitchFamily="18" charset="0"/>
                                            <a:ea typeface="Cambria Math" panose="02040503050406030204" pitchFamily="18" charset="0"/>
                                          </a:rPr>
                                        </m:ctrlPr>
                                      </m:sSubSupPr>
                                      <m:e>
                                        <m:r>
                                          <m:rPr>
                                            <m:brk m:alnAt="7"/>
                                          </m:rPr>
                                          <a:rPr lang="es-ES" i="1">
                                            <a:solidFill>
                                              <a:schemeClr val="tx2"/>
                                            </a:solidFill>
                                            <a:latin typeface="Cambria Math" panose="02040503050406030204" pitchFamily="18" charset="0"/>
                                            <a:ea typeface="Cambria Math" panose="02040503050406030204" pitchFamily="18" charset="0"/>
                                          </a:rPr>
                                          <m:t>𝑥</m:t>
                                        </m:r>
                                      </m:e>
                                      <m:sub>
                                        <m:r>
                                          <m:rPr>
                                            <m:brk m:alnAt="7"/>
                                          </m:rPr>
                                          <a:rPr lang="es-ES" i="1">
                                            <a:solidFill>
                                              <a:schemeClr val="tx2"/>
                                            </a:solidFill>
                                            <a:latin typeface="Cambria Math" panose="02040503050406030204" pitchFamily="18" charset="0"/>
                                            <a:ea typeface="Cambria Math" panose="02040503050406030204" pitchFamily="18" charset="0"/>
                                          </a:rPr>
                                          <m:t>1</m:t>
                                        </m:r>
                                      </m:sub>
                                      <m:sup>
                                        <m:r>
                                          <a:rPr lang="es-ES" i="1">
                                            <a:solidFill>
                                              <a:schemeClr val="tx2"/>
                                            </a:solidFill>
                                            <a:latin typeface="Cambria Math" panose="02040503050406030204" pitchFamily="18" charset="0"/>
                                            <a:ea typeface="Cambria Math" panose="02040503050406030204" pitchFamily="18" charset="0"/>
                                          </a:rPr>
                                          <m:t>2</m:t>
                                        </m:r>
                                      </m:sup>
                                    </m:sSubSup>
                                  </m:e>
                                </m:mr>
                                <m:mr>
                                  <m:e>
                                    <m:eqArr>
                                      <m:eqArrPr>
                                        <m:ctrlPr>
                                          <a:rPr lang="es-ES" i="1">
                                            <a:solidFill>
                                              <a:schemeClr val="tx2"/>
                                            </a:solidFill>
                                            <a:latin typeface="Cambria Math" panose="02040503050406030204" pitchFamily="18" charset="0"/>
                                            <a:ea typeface="Cambria Math" panose="02040503050406030204" pitchFamily="18" charset="0"/>
                                          </a:rPr>
                                        </m:ctrlPr>
                                      </m:eqArrPr>
                                      <m:e>
                                        <m:sSubSup>
                                          <m:sSubSupPr>
                                            <m:ctrlPr>
                                              <a:rPr lang="es-ES" i="1">
                                                <a:solidFill>
                                                  <a:schemeClr val="tx2"/>
                                                </a:solidFill>
                                                <a:latin typeface="Cambria Math" panose="02040503050406030204" pitchFamily="18" charset="0"/>
                                                <a:ea typeface="Cambria Math" panose="02040503050406030204" pitchFamily="18" charset="0"/>
                                              </a:rPr>
                                            </m:ctrlPr>
                                          </m:sSubSupPr>
                                          <m:e>
                                            <m:r>
                                              <a:rPr lang="es-ES" i="1">
                                                <a:solidFill>
                                                  <a:schemeClr val="tx2"/>
                                                </a:solidFill>
                                                <a:latin typeface="Cambria Math" panose="02040503050406030204" pitchFamily="18" charset="0"/>
                                                <a:ea typeface="Cambria Math" panose="02040503050406030204" pitchFamily="18" charset="0"/>
                                              </a:rPr>
                                              <m:t>𝑥</m:t>
                                            </m:r>
                                          </m:e>
                                          <m:sub>
                                            <m:r>
                                              <a:rPr lang="es-ES" i="1">
                                                <a:solidFill>
                                                  <a:schemeClr val="tx2"/>
                                                </a:solidFill>
                                                <a:latin typeface="Cambria Math" panose="02040503050406030204" pitchFamily="18" charset="0"/>
                                                <a:ea typeface="Cambria Math" panose="02040503050406030204" pitchFamily="18" charset="0"/>
                                              </a:rPr>
                                              <m:t>2</m:t>
                                            </m:r>
                                          </m:sub>
                                          <m:sup>
                                            <m:r>
                                              <a:rPr lang="es-ES" i="1">
                                                <a:solidFill>
                                                  <a:schemeClr val="tx2"/>
                                                </a:solidFill>
                                                <a:latin typeface="Cambria Math" panose="02040503050406030204" pitchFamily="18" charset="0"/>
                                                <a:ea typeface="Cambria Math" panose="02040503050406030204" pitchFamily="18" charset="0"/>
                                              </a:rPr>
                                              <m:t>2</m:t>
                                            </m:r>
                                          </m:sup>
                                        </m:sSubSup>
                                      </m:e>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r>
                                                <m:rPr>
                                                  <m:brk m:alnAt="7"/>
                                                </m:rPr>
                                                <a:rPr lang="es-ES" i="1">
                                                  <a:solidFill>
                                                    <a:schemeClr val="tx2"/>
                                                  </a:solidFill>
                                                  <a:latin typeface="Cambria Math" panose="02040503050406030204" pitchFamily="18" charset="0"/>
                                                  <a:ea typeface="Cambria Math" panose="02040503050406030204" pitchFamily="18" charset="0"/>
                                                </a:rPr>
                                                <m:t>⋮</m:t>
                                              </m:r>
                                            </m:e>
                                          </m:mr>
                                          <m:mr>
                                            <m:e>
                                              <m:sSubSup>
                                                <m:sSubSupPr>
                                                  <m:ctrlPr>
                                                    <a:rPr lang="es-ES" i="1">
                                                      <a:solidFill>
                                                        <a:schemeClr val="tx2"/>
                                                      </a:solidFill>
                                                      <a:latin typeface="Cambria Math" panose="02040503050406030204" pitchFamily="18" charset="0"/>
                                                      <a:ea typeface="Cambria Math" panose="02040503050406030204" pitchFamily="18" charset="0"/>
                                                    </a:rPr>
                                                  </m:ctrlPr>
                                                </m:sSubSupPr>
                                                <m:e>
                                                  <m:r>
                                                    <a:rPr lang="es-ES" i="1">
                                                      <a:solidFill>
                                                        <a:schemeClr val="tx2"/>
                                                      </a:solidFill>
                                                      <a:latin typeface="Cambria Math" panose="02040503050406030204" pitchFamily="18" charset="0"/>
                                                      <a:ea typeface="Cambria Math" panose="02040503050406030204" pitchFamily="18" charset="0"/>
                                                    </a:rPr>
                                                    <m:t>𝑥</m:t>
                                                  </m:r>
                                                </m:e>
                                                <m:sub>
                                                  <m:sSub>
                                                    <m:sSubPr>
                                                      <m:ctrlPr>
                                                        <a:rPr lang="es-ES" b="0" i="1" smtClean="0">
                                                          <a:solidFill>
                                                            <a:schemeClr val="tx2"/>
                                                          </a:solidFill>
                                                          <a:latin typeface="Cambria Math" panose="02040503050406030204" pitchFamily="18" charset="0"/>
                                                          <a:ea typeface="Cambria Math" panose="02040503050406030204" pitchFamily="18" charset="0"/>
                                                        </a:rPr>
                                                      </m:ctrlPr>
                                                    </m:sSubPr>
                                                    <m:e>
                                                      <m:r>
                                                        <a:rPr lang="es-ES" i="1">
                                                          <a:solidFill>
                                                            <a:schemeClr val="tx2"/>
                                                          </a:solidFill>
                                                          <a:latin typeface="Cambria Math" panose="02040503050406030204" pitchFamily="18" charset="0"/>
                                                          <a:ea typeface="Cambria Math" panose="02040503050406030204" pitchFamily="18" charset="0"/>
                                                        </a:rPr>
                                                        <m:t>𝑛</m:t>
                                                      </m:r>
                                                    </m:e>
                                                    <m:sub>
                                                      <m:r>
                                                        <a:rPr lang="es-ES" b="0" i="1" smtClean="0">
                                                          <a:solidFill>
                                                            <a:schemeClr val="tx2"/>
                                                          </a:solidFill>
                                                          <a:latin typeface="Cambria Math" panose="02040503050406030204" pitchFamily="18" charset="0"/>
                                                          <a:ea typeface="Cambria Math" panose="02040503050406030204" pitchFamily="18" charset="0"/>
                                                        </a:rPr>
                                                        <m:t>𝑥</m:t>
                                                      </m:r>
                                                    </m:sub>
                                                  </m:sSub>
                                                </m:sub>
                                                <m:sup>
                                                  <m:r>
                                                    <a:rPr lang="es-ES" i="1">
                                                      <a:solidFill>
                                                        <a:schemeClr val="tx2"/>
                                                      </a:solidFill>
                                                      <a:latin typeface="Cambria Math" panose="02040503050406030204" pitchFamily="18" charset="0"/>
                                                      <a:ea typeface="Cambria Math" panose="02040503050406030204" pitchFamily="18" charset="0"/>
                                                    </a:rPr>
                                                    <m:t>2</m:t>
                                                  </m:r>
                                                </m:sup>
                                              </m:sSubSup>
                                            </m:e>
                                          </m:mr>
                                        </m:m>
                                      </m:e>
                                    </m:eqArr>
                                  </m:e>
                                </m:mr>
                                <m:mr>
                                  <m:e>
                                    <m:r>
                                      <a:rPr lang="es-ES" i="1">
                                        <a:solidFill>
                                          <a:schemeClr val="tx2"/>
                                        </a:solidFill>
                                        <a:latin typeface="Cambria Math" panose="02040503050406030204" pitchFamily="18" charset="0"/>
                                        <a:ea typeface="Cambria Math" panose="02040503050406030204" pitchFamily="18" charset="0"/>
                                      </a:rPr>
                                      <m:t> </m:t>
                                    </m:r>
                                  </m:e>
                                </m:mr>
                              </m:m>
                            </m:e>
                            <m:e>
                              <m:m>
                                <m:mPr>
                                  <m:mcs>
                                    <m:mc>
                                      <m:mcPr>
                                        <m:count m:val="2"/>
                                        <m:mcJc m:val="center"/>
                                      </m:mcPr>
                                    </m:mc>
                                  </m:mcs>
                                  <m:ctrlPr>
                                    <a:rPr lang="es-ES" i="1">
                                      <a:solidFill>
                                        <a:schemeClr val="tx2"/>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r>
                                                  <m:rPr>
                                                    <m:brk m:alnAt="7"/>
                                                  </m:rPr>
                                                  <a:rPr lang="es-ES" i="1">
                                                    <a:solidFill>
                                                      <a:schemeClr val="tx2"/>
                                                    </a:solidFill>
                                                    <a:latin typeface="Cambria Math" panose="02040503050406030204" pitchFamily="18" charset="0"/>
                                                    <a:ea typeface="Cambria Math" panose="02040503050406030204" pitchFamily="18" charset="0"/>
                                                  </a:rPr>
                                                  <m:t>⋯</m:t>
                                                </m:r>
                                              </m:e>
                                            </m:mr>
                                            <m:mr>
                                              <m:e/>
                                            </m:mr>
                                          </m:m>
                                        </m:e>
                                      </m:mr>
                                      <m:mr>
                                        <m:e/>
                                      </m:mr>
                                      <m:mr>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r>
                                                  <m:rPr>
                                                    <m:brk m:alnAt="7"/>
                                                  </m:rPr>
                                                  <a:rPr lang="es-ES" i="1">
                                                    <a:solidFill>
                                                      <a:schemeClr val="tx2"/>
                                                    </a:solidFill>
                                                    <a:latin typeface="Cambria Math" panose="02040503050406030204" pitchFamily="18" charset="0"/>
                                                    <a:ea typeface="Cambria Math" panose="02040503050406030204" pitchFamily="18" charset="0"/>
                                                  </a:rPr>
                                                  <m:t>⋱</m:t>
                                                </m:r>
                                              </m:e>
                                            </m:mr>
                                            <m:mr>
                                              <m:e>
                                                <m:r>
                                                  <a:rPr lang="es-ES" i="1">
                                                    <a:solidFill>
                                                      <a:schemeClr val="tx2"/>
                                                    </a:solidFill>
                                                    <a:latin typeface="Cambria Math" panose="02040503050406030204" pitchFamily="18" charset="0"/>
                                                    <a:ea typeface="Cambria Math" panose="02040503050406030204" pitchFamily="18" charset="0"/>
                                                  </a:rPr>
                                                  <m:t>⋯</m:t>
                                                </m:r>
                                              </m:e>
                                            </m:mr>
                                          </m:m>
                                        </m:e>
                                      </m:mr>
                                    </m:m>
                                  </m:e>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sSubSup>
                                            <m:sSubSupPr>
                                              <m:ctrlPr>
                                                <a:rPr lang="es-ES" i="1">
                                                  <a:solidFill>
                                                    <a:schemeClr val="tx2"/>
                                                  </a:solidFill>
                                                  <a:latin typeface="Cambria Math" panose="02040503050406030204" pitchFamily="18" charset="0"/>
                                                  <a:ea typeface="Cambria Math" panose="02040503050406030204" pitchFamily="18" charset="0"/>
                                                </a:rPr>
                                              </m:ctrlPr>
                                            </m:sSubSupPr>
                                            <m:e>
                                              <m:r>
                                                <m:rPr>
                                                  <m:brk m:alnAt="7"/>
                                                </m:rPr>
                                                <a:rPr lang="es-ES" i="1">
                                                  <a:solidFill>
                                                    <a:schemeClr val="tx2"/>
                                                  </a:solidFill>
                                                  <a:latin typeface="Cambria Math" panose="02040503050406030204" pitchFamily="18" charset="0"/>
                                                  <a:ea typeface="Cambria Math" panose="02040503050406030204" pitchFamily="18" charset="0"/>
                                                </a:rPr>
                                                <m:t>𝑥</m:t>
                                              </m:r>
                                            </m:e>
                                            <m:sub>
                                              <m:r>
                                                <m:rPr>
                                                  <m:brk m:alnAt="7"/>
                                                </m:rPr>
                                                <a:rPr lang="es-ES" i="1">
                                                  <a:solidFill>
                                                    <a:schemeClr val="tx2"/>
                                                  </a:solidFill>
                                                  <a:latin typeface="Cambria Math" panose="02040503050406030204" pitchFamily="18" charset="0"/>
                                                  <a:ea typeface="Cambria Math" panose="02040503050406030204" pitchFamily="18" charset="0"/>
                                                </a:rPr>
                                                <m:t>1</m:t>
                                              </m:r>
                                            </m:sub>
                                            <m:sup>
                                              <m:r>
                                                <a:rPr lang="es-ES" i="1">
                                                  <a:solidFill>
                                                    <a:schemeClr val="tx2"/>
                                                  </a:solidFill>
                                                  <a:latin typeface="Cambria Math" panose="02040503050406030204" pitchFamily="18" charset="0"/>
                                                  <a:ea typeface="Cambria Math" panose="02040503050406030204" pitchFamily="18" charset="0"/>
                                                </a:rPr>
                                                <m:t>𝑚</m:t>
                                              </m:r>
                                            </m:sup>
                                          </m:sSubSup>
                                        </m:e>
                                      </m:mr>
                                      <m:mr>
                                        <m:e>
                                          <m:eqArr>
                                            <m:eqArrPr>
                                              <m:ctrlPr>
                                                <a:rPr lang="es-ES" i="1">
                                                  <a:solidFill>
                                                    <a:schemeClr val="tx2"/>
                                                  </a:solidFill>
                                                  <a:latin typeface="Cambria Math" panose="02040503050406030204" pitchFamily="18" charset="0"/>
                                                  <a:ea typeface="Cambria Math" panose="02040503050406030204" pitchFamily="18" charset="0"/>
                                                </a:rPr>
                                              </m:ctrlPr>
                                            </m:eqArrPr>
                                            <m:e>
                                              <m:sSubSup>
                                                <m:sSubSupPr>
                                                  <m:ctrlPr>
                                                    <a:rPr lang="es-ES" i="1">
                                                      <a:solidFill>
                                                        <a:schemeClr val="tx2"/>
                                                      </a:solidFill>
                                                      <a:latin typeface="Cambria Math" panose="02040503050406030204" pitchFamily="18" charset="0"/>
                                                      <a:ea typeface="Cambria Math" panose="02040503050406030204" pitchFamily="18" charset="0"/>
                                                    </a:rPr>
                                                  </m:ctrlPr>
                                                </m:sSubSupPr>
                                                <m:e>
                                                  <m:r>
                                                    <a:rPr lang="es-ES" i="1">
                                                      <a:solidFill>
                                                        <a:schemeClr val="tx2"/>
                                                      </a:solidFill>
                                                      <a:latin typeface="Cambria Math" panose="02040503050406030204" pitchFamily="18" charset="0"/>
                                                      <a:ea typeface="Cambria Math" panose="02040503050406030204" pitchFamily="18" charset="0"/>
                                                    </a:rPr>
                                                    <m:t>𝑥</m:t>
                                                  </m:r>
                                                </m:e>
                                                <m:sub>
                                                  <m:r>
                                                    <a:rPr lang="es-ES" i="1">
                                                      <a:solidFill>
                                                        <a:schemeClr val="tx2"/>
                                                      </a:solidFill>
                                                      <a:latin typeface="Cambria Math" panose="02040503050406030204" pitchFamily="18" charset="0"/>
                                                      <a:ea typeface="Cambria Math" panose="02040503050406030204" pitchFamily="18" charset="0"/>
                                                    </a:rPr>
                                                    <m:t>2</m:t>
                                                  </m:r>
                                                </m:sub>
                                                <m:sup>
                                                  <m:r>
                                                    <a:rPr lang="es-ES" i="1">
                                                      <a:solidFill>
                                                        <a:schemeClr val="tx2"/>
                                                      </a:solidFill>
                                                      <a:latin typeface="Cambria Math" panose="02040503050406030204" pitchFamily="18" charset="0"/>
                                                      <a:ea typeface="Cambria Math" panose="02040503050406030204" pitchFamily="18" charset="0"/>
                                                    </a:rPr>
                                                    <m:t>𝑚</m:t>
                                                  </m:r>
                                                </m:sup>
                                              </m:sSubSup>
                                            </m:e>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r>
                                                      <m:rPr>
                                                        <m:brk m:alnAt="7"/>
                                                      </m:rPr>
                                                      <a:rPr lang="es-ES" i="1">
                                                        <a:solidFill>
                                                          <a:schemeClr val="tx2"/>
                                                        </a:solidFill>
                                                        <a:latin typeface="Cambria Math" panose="02040503050406030204" pitchFamily="18" charset="0"/>
                                                        <a:ea typeface="Cambria Math" panose="02040503050406030204" pitchFamily="18" charset="0"/>
                                                      </a:rPr>
                                                      <m:t>⋮</m:t>
                                                    </m:r>
                                                  </m:e>
                                                </m:mr>
                                                <m:mr>
                                                  <m:e>
                                                    <m:sSubSup>
                                                      <m:sSubSupPr>
                                                        <m:ctrlPr>
                                                          <a:rPr lang="es-ES" i="1">
                                                            <a:solidFill>
                                                              <a:schemeClr val="tx2"/>
                                                            </a:solidFill>
                                                            <a:latin typeface="Cambria Math" panose="02040503050406030204" pitchFamily="18" charset="0"/>
                                                            <a:ea typeface="Cambria Math" panose="02040503050406030204" pitchFamily="18" charset="0"/>
                                                          </a:rPr>
                                                        </m:ctrlPr>
                                                      </m:sSubSupPr>
                                                      <m:e>
                                                        <m:r>
                                                          <a:rPr lang="es-ES" i="1">
                                                            <a:solidFill>
                                                              <a:schemeClr val="tx2"/>
                                                            </a:solidFill>
                                                            <a:latin typeface="Cambria Math" panose="02040503050406030204" pitchFamily="18" charset="0"/>
                                                            <a:ea typeface="Cambria Math" panose="02040503050406030204" pitchFamily="18" charset="0"/>
                                                          </a:rPr>
                                                          <m:t>𝑥</m:t>
                                                        </m:r>
                                                      </m:e>
                                                      <m:sub>
                                                        <m:sSub>
                                                          <m:sSubPr>
                                                            <m:ctrlPr>
                                                              <a:rPr lang="es-ES" b="0" i="1" smtClean="0">
                                                                <a:solidFill>
                                                                  <a:schemeClr val="tx2"/>
                                                                </a:solidFill>
                                                                <a:latin typeface="Cambria Math" panose="02040503050406030204" pitchFamily="18" charset="0"/>
                                                                <a:ea typeface="Cambria Math" panose="02040503050406030204" pitchFamily="18" charset="0"/>
                                                              </a:rPr>
                                                            </m:ctrlPr>
                                                          </m:sSubPr>
                                                          <m:e>
                                                            <m:r>
                                                              <a:rPr lang="es-ES" i="1">
                                                                <a:solidFill>
                                                                  <a:schemeClr val="tx2"/>
                                                                </a:solidFill>
                                                                <a:latin typeface="Cambria Math" panose="02040503050406030204" pitchFamily="18" charset="0"/>
                                                                <a:ea typeface="Cambria Math" panose="02040503050406030204" pitchFamily="18" charset="0"/>
                                                              </a:rPr>
                                                              <m:t>𝑛</m:t>
                                                            </m:r>
                                                          </m:e>
                                                          <m:sub>
                                                            <m:r>
                                                              <a:rPr lang="es-ES" b="0" i="1" smtClean="0">
                                                                <a:solidFill>
                                                                  <a:schemeClr val="tx2"/>
                                                                </a:solidFill>
                                                                <a:latin typeface="Cambria Math" panose="02040503050406030204" pitchFamily="18" charset="0"/>
                                                                <a:ea typeface="Cambria Math" panose="02040503050406030204" pitchFamily="18" charset="0"/>
                                                              </a:rPr>
                                                              <m:t>𝑥</m:t>
                                                            </m:r>
                                                          </m:sub>
                                                        </m:sSub>
                                                      </m:sub>
                                                      <m:sup>
                                                        <m:r>
                                                          <a:rPr lang="es-ES" i="1">
                                                            <a:solidFill>
                                                              <a:schemeClr val="tx2"/>
                                                            </a:solidFill>
                                                            <a:latin typeface="Cambria Math" panose="02040503050406030204" pitchFamily="18" charset="0"/>
                                                            <a:ea typeface="Cambria Math" panose="02040503050406030204" pitchFamily="18" charset="0"/>
                                                          </a:rPr>
                                                          <m:t>𝑚</m:t>
                                                        </m:r>
                                                      </m:sup>
                                                    </m:sSubSup>
                                                  </m:e>
                                                </m:mr>
                                              </m:m>
                                            </m:e>
                                          </m:eqArr>
                                        </m:e>
                                      </m:mr>
                                      <m:mr>
                                        <m:e>
                                          <m:r>
                                            <a:rPr lang="es-ES" i="1">
                                              <a:solidFill>
                                                <a:schemeClr val="tx2"/>
                                              </a:solidFill>
                                              <a:latin typeface="Cambria Math" panose="02040503050406030204" pitchFamily="18" charset="0"/>
                                              <a:ea typeface="Cambria Math" panose="02040503050406030204" pitchFamily="18" charset="0"/>
                                            </a:rPr>
                                            <m:t> </m:t>
                                          </m:r>
                                        </m:e>
                                      </m:mr>
                                    </m:m>
                                  </m:e>
                                </m:mr>
                              </m:m>
                            </m:e>
                          </m:mr>
                        </m:m>
                      </m:e>
                    </m:d>
                  </m:oMath>
                </a14:m>
                <a:r>
                  <a:rPr lang="en-US" dirty="0">
                    <a:solidFill>
                      <a:schemeClr val="accent1">
                        <a:lumMod val="50000"/>
                      </a:schemeClr>
                    </a:solidFill>
                  </a:rPr>
                  <a:t> </a:t>
                </a:r>
                <a:r>
                  <a:rPr lang="en-US" dirty="0" err="1">
                    <a:solidFill>
                      <a:schemeClr val="accent1">
                        <a:lumMod val="50000"/>
                      </a:schemeClr>
                    </a:solidFill>
                  </a:rPr>
                  <a:t>formamos</a:t>
                </a:r>
                <a:r>
                  <a:rPr lang="en-US" dirty="0">
                    <a:solidFill>
                      <a:schemeClr val="accent1">
                        <a:lumMod val="50000"/>
                      </a:schemeClr>
                    </a:solidFill>
                  </a:rPr>
                  <a:t> la </a:t>
                </a:r>
                <a:r>
                  <a:rPr lang="en-US" dirty="0" err="1">
                    <a:solidFill>
                      <a:schemeClr val="accent1">
                        <a:lumMod val="50000"/>
                      </a:schemeClr>
                    </a:solidFill>
                  </a:rPr>
                  <a:t>matriz</a:t>
                </a:r>
                <a:r>
                  <a:rPr lang="en-US" dirty="0">
                    <a:solidFill>
                      <a:schemeClr val="accent1">
                        <a:lumMod val="50000"/>
                      </a:schemeClr>
                    </a:solidFill>
                  </a:rPr>
                  <a:t> de </a:t>
                </a:r>
                <a:r>
                  <a:rPr lang="en-US" dirty="0" err="1">
                    <a:solidFill>
                      <a:schemeClr val="accent1">
                        <a:lumMod val="50000"/>
                      </a:schemeClr>
                    </a:solidFill>
                  </a:rPr>
                  <a:t>datos</a:t>
                </a:r>
                <a:r>
                  <a:rPr lang="en-US" dirty="0">
                    <a:solidFill>
                      <a:schemeClr val="accent1">
                        <a:lumMod val="50000"/>
                      </a:schemeClr>
                    </a:solidFill>
                  </a:rPr>
                  <a:t> de entrada de </a:t>
                </a:r>
                <a:r>
                  <a:rPr lang="en-US" dirty="0" err="1">
                    <a:solidFill>
                      <a:schemeClr val="accent1">
                        <a:lumMod val="50000"/>
                      </a:schemeClr>
                    </a:solidFill>
                  </a:rPr>
                  <a:t>dimensiones</a:t>
                </a:r>
                <a:r>
                  <a:rPr lang="en-US" dirty="0">
                    <a:solidFill>
                      <a:schemeClr val="accent1">
                        <a:lumMod val="50000"/>
                      </a:schemeClr>
                    </a:solidFill>
                  </a:rPr>
                  <a:t> </a:t>
                </a:r>
                <a14:m>
                  <m:oMath xmlns:m="http://schemas.openxmlformats.org/officeDocument/2006/math">
                    <m:d>
                      <m:dPr>
                        <m:ctrlPr>
                          <a:rPr lang="es-ES" i="1" smtClean="0">
                            <a:solidFill>
                              <a:schemeClr val="tx2"/>
                            </a:solidFill>
                            <a:latin typeface="Cambria Math" panose="02040503050406030204" pitchFamily="18" charset="0"/>
                            <a:ea typeface="Cambria Math" panose="02040503050406030204" pitchFamily="18" charset="0"/>
                          </a:rPr>
                        </m:ctrlPr>
                      </m:dPr>
                      <m:e>
                        <m:sSub>
                          <m:sSubPr>
                            <m:ctrlPr>
                              <a:rPr lang="es-ES" b="0" i="1" smtClean="0">
                                <a:solidFill>
                                  <a:schemeClr val="tx2"/>
                                </a:solidFill>
                                <a:latin typeface="Cambria Math" panose="02040503050406030204" pitchFamily="18" charset="0"/>
                                <a:ea typeface="Cambria Math" panose="02040503050406030204" pitchFamily="18" charset="0"/>
                              </a:rPr>
                            </m:ctrlPr>
                          </m:sSubPr>
                          <m:e>
                            <m:r>
                              <a:rPr lang="es-ES" b="0" i="1" smtClean="0">
                                <a:solidFill>
                                  <a:schemeClr val="tx2"/>
                                </a:solidFill>
                                <a:latin typeface="Cambria Math" panose="02040503050406030204" pitchFamily="18" charset="0"/>
                                <a:ea typeface="Cambria Math" panose="02040503050406030204" pitchFamily="18" charset="0"/>
                              </a:rPr>
                              <m:t>𝑛</m:t>
                            </m:r>
                          </m:e>
                          <m:sub>
                            <m:r>
                              <a:rPr lang="es-ES" b="0" i="1" smtClean="0">
                                <a:solidFill>
                                  <a:schemeClr val="tx2"/>
                                </a:solidFill>
                                <a:latin typeface="Cambria Math" panose="02040503050406030204" pitchFamily="18" charset="0"/>
                                <a:ea typeface="Cambria Math" panose="02040503050406030204" pitchFamily="18" charset="0"/>
                              </a:rPr>
                              <m:t>𝑥</m:t>
                            </m:r>
                          </m:sub>
                        </m:sSub>
                        <m:r>
                          <a:rPr lang="es-ES" b="0" i="1" smtClean="0">
                            <a:solidFill>
                              <a:schemeClr val="tx2"/>
                            </a:solidFill>
                            <a:latin typeface="Cambria Math" panose="02040503050406030204" pitchFamily="18" charset="0"/>
                            <a:ea typeface="Cambria Math" panose="02040503050406030204" pitchFamily="18" charset="0"/>
                          </a:rPr>
                          <m:t>×</m:t>
                        </m:r>
                        <m:r>
                          <a:rPr lang="es-ES" b="0" i="1" smtClean="0">
                            <a:solidFill>
                              <a:schemeClr val="tx2"/>
                            </a:solidFill>
                            <a:latin typeface="Cambria Math" panose="02040503050406030204" pitchFamily="18" charset="0"/>
                            <a:ea typeface="Cambria Math" panose="02040503050406030204" pitchFamily="18" charset="0"/>
                          </a:rPr>
                          <m:t>𝑚</m:t>
                        </m:r>
                      </m:e>
                    </m:d>
                    <m:r>
                      <a:rPr lang="es-ES" b="0" i="0" smtClean="0">
                        <a:solidFill>
                          <a:schemeClr val="tx2"/>
                        </a:solidFill>
                        <a:latin typeface="Cambria Math" panose="02040503050406030204" pitchFamily="18" charset="0"/>
                        <a:ea typeface="Cambria Math" panose="02040503050406030204" pitchFamily="18" charset="0"/>
                      </a:rPr>
                      <m:t>. </m:t>
                    </m:r>
                  </m:oMath>
                </a14:m>
                <a:r>
                  <a:rPr lang="es-ES" b="1" dirty="0">
                    <a:solidFill>
                      <a:schemeClr val="accent1">
                        <a:lumMod val="50000"/>
                      </a:schemeClr>
                    </a:solidFill>
                  </a:rPr>
                  <a:t>En cada columna hay un dato de entrada.</a:t>
                </a:r>
              </a:p>
            </p:txBody>
          </p:sp>
        </mc:Choice>
        <mc:Fallback xmlns="">
          <p:sp>
            <p:nvSpPr>
              <p:cNvPr id="11" name="CuadroTexto 10">
                <a:extLst>
                  <a:ext uri="{FF2B5EF4-FFF2-40B4-BE49-F238E27FC236}">
                    <a16:creationId xmlns:a16="http://schemas.microsoft.com/office/drawing/2014/main" id="{02F93847-A889-8F93-200A-8360960DF251}"/>
                  </a:ext>
                </a:extLst>
              </p:cNvPr>
              <p:cNvSpPr txBox="1">
                <a:spLocks noRot="1" noChangeAspect="1" noMove="1" noResize="1" noEditPoints="1" noAdjustHandles="1" noChangeArrowheads="1" noChangeShapeType="1" noTextEdit="1"/>
              </p:cNvSpPr>
              <p:nvPr/>
            </p:nvSpPr>
            <p:spPr>
              <a:xfrm>
                <a:off x="580285" y="3120215"/>
                <a:ext cx="8818939" cy="1618072"/>
              </a:xfrm>
              <a:prstGeom prst="rect">
                <a:avLst/>
              </a:prstGeom>
              <a:blipFill>
                <a:blip r:embed="rId3"/>
                <a:stretch>
                  <a:fillRect l="-553" r="-138" b="-5283"/>
                </a:stretch>
              </a:blipFill>
            </p:spPr>
            <p:txBody>
              <a:bodyPr/>
              <a:lstStyle/>
              <a:p>
                <a:r>
                  <a:rPr lang="es-ES">
                    <a:noFill/>
                  </a:rPr>
                  <a:t> </a:t>
                </a:r>
              </a:p>
            </p:txBody>
          </p:sp>
        </mc:Fallback>
      </mc:AlternateContent>
      <p:sp>
        <p:nvSpPr>
          <p:cNvPr id="2" name="Rectángulo: esquinas redondeadas 1">
            <a:extLst>
              <a:ext uri="{FF2B5EF4-FFF2-40B4-BE49-F238E27FC236}">
                <a16:creationId xmlns:a16="http://schemas.microsoft.com/office/drawing/2014/main" id="{22104E93-3F9F-A770-8EA6-95C35DCAA11F}"/>
              </a:ext>
            </a:extLst>
          </p:cNvPr>
          <p:cNvSpPr/>
          <p:nvPr/>
        </p:nvSpPr>
        <p:spPr>
          <a:xfrm>
            <a:off x="385303" y="3094009"/>
            <a:ext cx="8988725" cy="1736785"/>
          </a:xfrm>
          <a:prstGeom prst="roundRect">
            <a:avLst>
              <a:gd name="adj" fmla="val 1269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Rectángulo: esquinas redondeadas 4">
            <a:extLst>
              <a:ext uri="{FF2B5EF4-FFF2-40B4-BE49-F238E27FC236}">
                <a16:creationId xmlns:a16="http://schemas.microsoft.com/office/drawing/2014/main" id="{853F6EC6-EB25-0A44-0858-180BFF4E276E}"/>
              </a:ext>
            </a:extLst>
          </p:cNvPr>
          <p:cNvSpPr/>
          <p:nvPr/>
        </p:nvSpPr>
        <p:spPr>
          <a:xfrm>
            <a:off x="462666" y="3168074"/>
            <a:ext cx="1673524" cy="333555"/>
          </a:xfrm>
          <a:prstGeom prst="roundRect">
            <a:avLst>
              <a:gd name="adj" fmla="val 3735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b="1" dirty="0">
                <a:solidFill>
                  <a:schemeClr val="accent1">
                    <a:lumMod val="50000"/>
                  </a:schemeClr>
                </a:solidFill>
              </a:rPr>
              <a:t>Matricialmente</a:t>
            </a: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4378B4C8-6A72-316C-6F56-DE096824CD84}"/>
                  </a:ext>
                </a:extLst>
              </p:cNvPr>
              <p:cNvSpPr txBox="1"/>
              <p:nvPr/>
            </p:nvSpPr>
            <p:spPr>
              <a:xfrm>
                <a:off x="2715073" y="5305200"/>
                <a:ext cx="6096000" cy="147745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tx2"/>
                              </a:solidFill>
                              <a:latin typeface="Cambria Math" panose="02040503050406030204" pitchFamily="18" charset="0"/>
                              <a:ea typeface="Cambria Math" panose="02040503050406030204" pitchFamily="18" charset="0"/>
                            </a:rPr>
                          </m:ctrlPr>
                        </m:sSupPr>
                        <m:e>
                          <m:r>
                            <a:rPr lang="es-ES" b="1" i="1" smtClean="0">
                              <a:solidFill>
                                <a:schemeClr val="tx2"/>
                              </a:solidFill>
                              <a:latin typeface="Cambria Math" panose="02040503050406030204" pitchFamily="18" charset="0"/>
                              <a:ea typeface="Cambria Math" panose="02040503050406030204" pitchFamily="18" charset="0"/>
                            </a:rPr>
                            <m:t>𝒂</m:t>
                          </m:r>
                        </m:e>
                        <m:sup>
                          <m:r>
                            <a:rPr lang="es-ES" b="1" i="1" smtClean="0">
                              <a:solidFill>
                                <a:schemeClr val="tx2"/>
                              </a:solidFill>
                              <a:latin typeface="Cambria Math" panose="02040503050406030204" pitchFamily="18" charset="0"/>
                              <a:ea typeface="Cambria Math" panose="02040503050406030204" pitchFamily="18" charset="0"/>
                            </a:rPr>
                            <m:t>[</m:t>
                          </m:r>
                          <m:r>
                            <a:rPr lang="es-ES" b="1" i="1" smtClean="0">
                              <a:solidFill>
                                <a:schemeClr val="tx2"/>
                              </a:solidFill>
                              <a:latin typeface="Cambria Math" panose="02040503050406030204" pitchFamily="18" charset="0"/>
                              <a:ea typeface="Cambria Math" panose="02040503050406030204" pitchFamily="18" charset="0"/>
                            </a:rPr>
                            <m:t>𝟎</m:t>
                          </m:r>
                          <m:r>
                            <a:rPr lang="es-ES" b="1" i="1" smtClean="0">
                              <a:solidFill>
                                <a:schemeClr val="tx2"/>
                              </a:solidFill>
                              <a:latin typeface="Cambria Math" panose="02040503050406030204" pitchFamily="18" charset="0"/>
                              <a:ea typeface="Cambria Math" panose="02040503050406030204" pitchFamily="18" charset="0"/>
                            </a:rPr>
                            <m:t>]</m:t>
                          </m:r>
                        </m:sup>
                      </m:sSup>
                      <m:r>
                        <a:rPr lang="es-ES" b="1" i="1" smtClean="0">
                          <a:solidFill>
                            <a:schemeClr val="tx2"/>
                          </a:solidFill>
                          <a:latin typeface="Cambria Math" panose="02040503050406030204" pitchFamily="18" charset="0"/>
                          <a:ea typeface="Cambria Math" panose="02040503050406030204" pitchFamily="18" charset="0"/>
                        </a:rPr>
                        <m:t>=</m:t>
                      </m:r>
                      <m:r>
                        <a:rPr lang="es-ES" b="1" i="1">
                          <a:solidFill>
                            <a:schemeClr val="tx2"/>
                          </a:solidFill>
                          <a:latin typeface="Cambria Math" panose="02040503050406030204" pitchFamily="18" charset="0"/>
                          <a:ea typeface="Cambria Math" panose="02040503050406030204" pitchFamily="18" charset="0"/>
                        </a:rPr>
                        <m:t>𝒙</m:t>
                      </m:r>
                      <m:r>
                        <a:rPr lang="es-ES" i="1">
                          <a:solidFill>
                            <a:schemeClr val="tx2"/>
                          </a:solidFill>
                          <a:latin typeface="Cambria Math" panose="02040503050406030204" pitchFamily="18" charset="0"/>
                          <a:ea typeface="Cambria Math" panose="02040503050406030204" pitchFamily="18" charset="0"/>
                        </a:rPr>
                        <m:t>= </m:t>
                      </m:r>
                      <m:d>
                        <m:dPr>
                          <m:begChr m:val="["/>
                          <m:endChr m:val="]"/>
                          <m:ctrlPr>
                            <a:rPr lang="es-ES" i="1">
                              <a:solidFill>
                                <a:schemeClr val="tx2"/>
                              </a:solidFill>
                              <a:latin typeface="Cambria Math" panose="02040503050406030204" pitchFamily="18" charset="0"/>
                              <a:ea typeface="Cambria Math" panose="02040503050406030204" pitchFamily="18" charset="0"/>
                            </a:rPr>
                          </m:ctrlPr>
                        </m:dPr>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sSub>
                                  <m:sSubPr>
                                    <m:ctrlPr>
                                      <a:rPr lang="es-ES" i="1">
                                        <a:solidFill>
                                          <a:schemeClr val="tx2"/>
                                        </a:solidFill>
                                        <a:latin typeface="Cambria Math" panose="02040503050406030204" pitchFamily="18" charset="0"/>
                                        <a:ea typeface="Cambria Math" panose="02040503050406030204" pitchFamily="18" charset="0"/>
                                      </a:rPr>
                                    </m:ctrlPr>
                                  </m:sSubPr>
                                  <m:e>
                                    <m:r>
                                      <m:rPr>
                                        <m:brk m:alnAt="7"/>
                                      </m:rPr>
                                      <a:rPr lang="es-ES" i="1">
                                        <a:solidFill>
                                          <a:schemeClr val="tx2"/>
                                        </a:solidFill>
                                        <a:latin typeface="Cambria Math" panose="02040503050406030204" pitchFamily="18" charset="0"/>
                                        <a:ea typeface="Cambria Math" panose="02040503050406030204" pitchFamily="18" charset="0"/>
                                      </a:rPr>
                                      <m:t>𝑥</m:t>
                                    </m:r>
                                  </m:e>
                                  <m:sub>
                                    <m:r>
                                      <m:rPr>
                                        <m:brk m:alnAt="7"/>
                                      </m:rPr>
                                      <a:rPr lang="es-ES" i="1">
                                        <a:solidFill>
                                          <a:schemeClr val="tx2"/>
                                        </a:solidFill>
                                        <a:latin typeface="Cambria Math" panose="02040503050406030204" pitchFamily="18" charset="0"/>
                                        <a:ea typeface="Cambria Math" panose="02040503050406030204" pitchFamily="18" charset="0"/>
                                      </a:rPr>
                                      <m:t>1</m:t>
                                    </m:r>
                                  </m:sub>
                                </m:sSub>
                              </m:e>
                            </m:mr>
                            <m:mr>
                              <m:e>
                                <m:eqArr>
                                  <m:eqArrPr>
                                    <m:ctrlPr>
                                      <a:rPr lang="es-ES" i="1">
                                        <a:solidFill>
                                          <a:schemeClr val="tx2"/>
                                        </a:solidFill>
                                        <a:latin typeface="Cambria Math" panose="02040503050406030204" pitchFamily="18" charset="0"/>
                                        <a:ea typeface="Cambria Math" panose="02040503050406030204" pitchFamily="18" charset="0"/>
                                      </a:rPr>
                                    </m:ctrlPr>
                                  </m:eqArrPr>
                                  <m:e>
                                    <m:sSub>
                                      <m:sSubPr>
                                        <m:ctrlPr>
                                          <a:rPr lang="es-ES" i="1">
                                            <a:solidFill>
                                              <a:schemeClr val="tx2"/>
                                            </a:solidFill>
                                            <a:latin typeface="Cambria Math" panose="02040503050406030204" pitchFamily="18" charset="0"/>
                                            <a:ea typeface="Cambria Math" panose="02040503050406030204" pitchFamily="18" charset="0"/>
                                          </a:rPr>
                                        </m:ctrlPr>
                                      </m:sSubPr>
                                      <m:e>
                                        <m:r>
                                          <a:rPr lang="es-ES" i="1">
                                            <a:solidFill>
                                              <a:schemeClr val="tx2"/>
                                            </a:solidFill>
                                            <a:latin typeface="Cambria Math" panose="02040503050406030204" pitchFamily="18" charset="0"/>
                                            <a:ea typeface="Cambria Math" panose="02040503050406030204" pitchFamily="18" charset="0"/>
                                          </a:rPr>
                                          <m:t>𝑥</m:t>
                                        </m:r>
                                      </m:e>
                                      <m:sub>
                                        <m:r>
                                          <a:rPr lang="es-ES" i="1">
                                            <a:solidFill>
                                              <a:schemeClr val="tx2"/>
                                            </a:solidFill>
                                            <a:latin typeface="Cambria Math" panose="02040503050406030204" pitchFamily="18" charset="0"/>
                                            <a:ea typeface="Cambria Math" panose="02040503050406030204" pitchFamily="18" charset="0"/>
                                          </a:rPr>
                                          <m:t>2</m:t>
                                        </m:r>
                                      </m:sub>
                                    </m:sSub>
                                  </m:e>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r>
                                            <m:rPr>
                                              <m:brk m:alnAt="7"/>
                                            </m:rPr>
                                            <a:rPr lang="es-ES" i="1">
                                              <a:solidFill>
                                                <a:schemeClr val="tx2"/>
                                              </a:solidFill>
                                              <a:latin typeface="Cambria Math" panose="02040503050406030204" pitchFamily="18" charset="0"/>
                                              <a:ea typeface="Cambria Math" panose="02040503050406030204" pitchFamily="18" charset="0"/>
                                            </a:rPr>
                                            <m:t>⋮</m:t>
                                          </m:r>
                                        </m:e>
                                      </m:mr>
                                      <m:mr>
                                        <m:e>
                                          <m:sSub>
                                            <m:sSubPr>
                                              <m:ctrlPr>
                                                <a:rPr lang="es-ES" i="1">
                                                  <a:solidFill>
                                                    <a:schemeClr val="tx2"/>
                                                  </a:solidFill>
                                                  <a:latin typeface="Cambria Math" panose="02040503050406030204" pitchFamily="18" charset="0"/>
                                                  <a:ea typeface="Cambria Math" panose="02040503050406030204" pitchFamily="18" charset="0"/>
                                                </a:rPr>
                                              </m:ctrlPr>
                                            </m:sSubPr>
                                            <m:e>
                                              <m:r>
                                                <a:rPr lang="es-ES" i="1">
                                                  <a:solidFill>
                                                    <a:schemeClr val="tx2"/>
                                                  </a:solidFill>
                                                  <a:latin typeface="Cambria Math" panose="02040503050406030204" pitchFamily="18" charset="0"/>
                                                  <a:ea typeface="Cambria Math" panose="02040503050406030204" pitchFamily="18" charset="0"/>
                                                </a:rPr>
                                                <m:t>𝑥</m:t>
                                              </m:r>
                                            </m:e>
                                            <m:sub>
                                              <m:sSub>
                                                <m:sSubPr>
                                                  <m:ctrlPr>
                                                    <a:rPr lang="es-ES" b="0" i="1" smtClean="0">
                                                      <a:solidFill>
                                                        <a:schemeClr val="tx2"/>
                                                      </a:solidFill>
                                                      <a:latin typeface="Cambria Math" panose="02040503050406030204" pitchFamily="18" charset="0"/>
                                                      <a:ea typeface="Cambria Math" panose="02040503050406030204" pitchFamily="18" charset="0"/>
                                                    </a:rPr>
                                                  </m:ctrlPr>
                                                </m:sSubPr>
                                                <m:e>
                                                  <m:r>
                                                    <a:rPr lang="es-ES" i="1">
                                                      <a:solidFill>
                                                        <a:schemeClr val="tx2"/>
                                                      </a:solidFill>
                                                      <a:latin typeface="Cambria Math" panose="02040503050406030204" pitchFamily="18" charset="0"/>
                                                      <a:ea typeface="Cambria Math" panose="02040503050406030204" pitchFamily="18" charset="0"/>
                                                    </a:rPr>
                                                    <m:t>𝑛</m:t>
                                                  </m:r>
                                                </m:e>
                                                <m:sub>
                                                  <m:r>
                                                    <a:rPr lang="es-ES" b="0" i="1" smtClean="0">
                                                      <a:solidFill>
                                                        <a:schemeClr val="tx2"/>
                                                      </a:solidFill>
                                                      <a:latin typeface="Cambria Math" panose="02040503050406030204" pitchFamily="18" charset="0"/>
                                                      <a:ea typeface="Cambria Math" panose="02040503050406030204" pitchFamily="18" charset="0"/>
                                                    </a:rPr>
                                                    <m:t>𝑥</m:t>
                                                  </m:r>
                                                </m:sub>
                                              </m:sSub>
                                            </m:sub>
                                          </m:sSub>
                                        </m:e>
                                      </m:mr>
                                    </m:m>
                                  </m:e>
                                </m:eqArr>
                              </m:e>
                            </m:mr>
                            <m:mr>
                              <m:e>
                                <m:r>
                                  <a:rPr lang="es-ES" i="1">
                                    <a:solidFill>
                                      <a:schemeClr val="tx2"/>
                                    </a:solidFill>
                                    <a:latin typeface="Cambria Math" panose="02040503050406030204" pitchFamily="18" charset="0"/>
                                    <a:ea typeface="Cambria Math" panose="02040503050406030204" pitchFamily="18" charset="0"/>
                                  </a:rPr>
                                  <m:t> </m:t>
                                </m:r>
                              </m:e>
                            </m:mr>
                          </m:m>
                        </m:e>
                      </m:d>
                      <m:r>
                        <a:rPr lang="es-ES" b="0" i="1" smtClean="0">
                          <a:solidFill>
                            <a:schemeClr val="tx2"/>
                          </a:solidFill>
                          <a:latin typeface="Cambria Math" panose="02040503050406030204" pitchFamily="18" charset="0"/>
                          <a:ea typeface="Cambria Math" panose="02040503050406030204" pitchFamily="18" charset="0"/>
                        </a:rPr>
                        <m:t>=</m:t>
                      </m:r>
                      <m:d>
                        <m:dPr>
                          <m:begChr m:val="["/>
                          <m:endChr m:val="]"/>
                          <m:ctrlPr>
                            <a:rPr lang="es-ES" b="0" i="1" smtClean="0">
                              <a:solidFill>
                                <a:schemeClr val="tx2"/>
                              </a:solidFill>
                              <a:latin typeface="Cambria Math" panose="02040503050406030204" pitchFamily="18" charset="0"/>
                              <a:ea typeface="Cambria Math" panose="02040503050406030204" pitchFamily="18" charset="0"/>
                            </a:rPr>
                          </m:ctrlPr>
                        </m:dPr>
                        <m:e>
                          <m:m>
                            <m:mPr>
                              <m:mcs>
                                <m:mc>
                                  <m:mcPr>
                                    <m:count m:val="1"/>
                                    <m:mcJc m:val="center"/>
                                  </m:mcPr>
                                </m:mc>
                              </m:mcs>
                              <m:ctrlPr>
                                <a:rPr lang="es-ES" b="0" i="1" smtClean="0">
                                  <a:solidFill>
                                    <a:schemeClr val="tx2"/>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b="0" i="1" smtClean="0">
                                        <a:solidFill>
                                          <a:schemeClr val="tx2"/>
                                        </a:solidFill>
                                        <a:latin typeface="Cambria Math" panose="02040503050406030204" pitchFamily="18" charset="0"/>
                                        <a:ea typeface="Cambria Math" panose="02040503050406030204" pitchFamily="18" charset="0"/>
                                      </a:rPr>
                                    </m:ctrlPr>
                                  </m:mPr>
                                  <m:mr>
                                    <m:e>
                                      <m:sSubSup>
                                        <m:sSubSupPr>
                                          <m:ctrlPr>
                                            <a:rPr lang="es-ES" b="0" i="1" smtClean="0">
                                              <a:solidFill>
                                                <a:schemeClr val="tx2"/>
                                              </a:solidFill>
                                              <a:latin typeface="Cambria Math" panose="02040503050406030204" pitchFamily="18" charset="0"/>
                                              <a:ea typeface="Cambria Math" panose="02040503050406030204" pitchFamily="18" charset="0"/>
                                            </a:rPr>
                                          </m:ctrlPr>
                                        </m:sSubSupPr>
                                        <m:e>
                                          <m:r>
                                            <m:rPr>
                                              <m:brk m:alnAt="7"/>
                                            </m:rPr>
                                            <a:rPr lang="es-ES" b="0" i="1" smtClean="0">
                                              <a:solidFill>
                                                <a:schemeClr val="tx2"/>
                                              </a:solidFill>
                                              <a:latin typeface="Cambria Math" panose="02040503050406030204" pitchFamily="18" charset="0"/>
                                              <a:ea typeface="Cambria Math" panose="02040503050406030204" pitchFamily="18" charset="0"/>
                                            </a:rPr>
                                            <m:t>𝑎</m:t>
                                          </m:r>
                                        </m:e>
                                        <m:sub>
                                          <m:r>
                                            <m:rPr>
                                              <m:brk m:alnAt="7"/>
                                            </m:rPr>
                                            <a:rPr lang="es-ES" b="0" i="1" smtClean="0">
                                              <a:solidFill>
                                                <a:schemeClr val="tx2"/>
                                              </a:solidFill>
                                              <a:latin typeface="Cambria Math" panose="02040503050406030204" pitchFamily="18" charset="0"/>
                                              <a:ea typeface="Cambria Math" panose="02040503050406030204" pitchFamily="18" charset="0"/>
                                            </a:rPr>
                                            <m:t>1</m:t>
                                          </m:r>
                                        </m:sub>
                                        <m:sup>
                                          <m:r>
                                            <a:rPr lang="es-ES" b="0" i="1" smtClean="0">
                                              <a:solidFill>
                                                <a:schemeClr val="tx2"/>
                                              </a:solidFill>
                                              <a:latin typeface="Cambria Math" panose="02040503050406030204" pitchFamily="18" charset="0"/>
                                              <a:ea typeface="Cambria Math" panose="02040503050406030204" pitchFamily="18" charset="0"/>
                                            </a:rPr>
                                            <m:t>[0]</m:t>
                                          </m:r>
                                        </m:sup>
                                      </m:sSubSup>
                                    </m:e>
                                  </m:mr>
                                  <m:mr>
                                    <m:e>
                                      <m:sSubSup>
                                        <m:sSubSupPr>
                                          <m:ctrlPr>
                                            <a:rPr lang="es-ES" i="1">
                                              <a:solidFill>
                                                <a:schemeClr val="tx2"/>
                                              </a:solidFill>
                                              <a:latin typeface="Cambria Math" panose="02040503050406030204" pitchFamily="18" charset="0"/>
                                              <a:ea typeface="Cambria Math" panose="02040503050406030204" pitchFamily="18" charset="0"/>
                                            </a:rPr>
                                          </m:ctrlPr>
                                        </m:sSubSupPr>
                                        <m:e>
                                          <m:r>
                                            <m:rPr>
                                              <m:brk m:alnAt="7"/>
                                            </m:rPr>
                                            <a:rPr lang="es-ES" i="1">
                                              <a:solidFill>
                                                <a:schemeClr val="tx2"/>
                                              </a:solidFill>
                                              <a:latin typeface="Cambria Math" panose="02040503050406030204" pitchFamily="18" charset="0"/>
                                              <a:ea typeface="Cambria Math" panose="02040503050406030204" pitchFamily="18" charset="0"/>
                                            </a:rPr>
                                            <m:t>𝑎</m:t>
                                          </m:r>
                                        </m:e>
                                        <m:sub>
                                          <m:r>
                                            <a:rPr lang="es-ES" b="0" i="1" smtClean="0">
                                              <a:solidFill>
                                                <a:schemeClr val="tx2"/>
                                              </a:solidFill>
                                              <a:latin typeface="Cambria Math" panose="02040503050406030204" pitchFamily="18" charset="0"/>
                                              <a:ea typeface="Cambria Math" panose="02040503050406030204" pitchFamily="18" charset="0"/>
                                            </a:rPr>
                                            <m:t>2</m:t>
                                          </m:r>
                                        </m:sub>
                                        <m:sup>
                                          <m:r>
                                            <a:rPr lang="es-ES" i="1">
                                              <a:solidFill>
                                                <a:schemeClr val="tx2"/>
                                              </a:solidFill>
                                              <a:latin typeface="Cambria Math" panose="02040503050406030204" pitchFamily="18" charset="0"/>
                                              <a:ea typeface="Cambria Math" panose="02040503050406030204" pitchFamily="18" charset="0"/>
                                            </a:rPr>
                                            <m:t>[0]</m:t>
                                          </m:r>
                                        </m:sup>
                                      </m:sSubSup>
                                    </m:e>
                                  </m:mr>
                                </m:m>
                              </m:e>
                            </m:mr>
                            <m:mr>
                              <m:e>
                                <m:m>
                                  <m:mPr>
                                    <m:mcs>
                                      <m:mc>
                                        <m:mcPr>
                                          <m:count m:val="1"/>
                                          <m:mcJc m:val="center"/>
                                        </m:mcPr>
                                      </m:mc>
                                    </m:mcs>
                                    <m:ctrlPr>
                                      <a:rPr lang="es-ES" b="0" i="1" smtClean="0">
                                        <a:solidFill>
                                          <a:schemeClr val="tx2"/>
                                        </a:solidFill>
                                        <a:latin typeface="Cambria Math" panose="02040503050406030204" pitchFamily="18" charset="0"/>
                                        <a:ea typeface="Cambria Math" panose="02040503050406030204" pitchFamily="18" charset="0"/>
                                      </a:rPr>
                                    </m:ctrlPr>
                                  </m:mPr>
                                  <m:mr>
                                    <m:e>
                                      <m:r>
                                        <m:rPr>
                                          <m:brk m:alnAt="7"/>
                                        </m:rPr>
                                        <a:rPr lang="es-ES" b="0" i="1" smtClean="0">
                                          <a:solidFill>
                                            <a:schemeClr val="tx2"/>
                                          </a:solidFill>
                                          <a:latin typeface="Cambria Math" panose="02040503050406030204" pitchFamily="18" charset="0"/>
                                          <a:ea typeface="Cambria Math" panose="02040503050406030204" pitchFamily="18" charset="0"/>
                                        </a:rPr>
                                        <m:t>⋮</m:t>
                                      </m:r>
                                    </m:e>
                                  </m:mr>
                                  <m:mr>
                                    <m:e>
                                      <m:sSubSup>
                                        <m:sSubSupPr>
                                          <m:ctrlPr>
                                            <a:rPr lang="es-ES" i="1">
                                              <a:solidFill>
                                                <a:schemeClr val="tx2"/>
                                              </a:solidFill>
                                              <a:latin typeface="Cambria Math" panose="02040503050406030204" pitchFamily="18" charset="0"/>
                                              <a:ea typeface="Cambria Math" panose="02040503050406030204" pitchFamily="18" charset="0"/>
                                            </a:rPr>
                                          </m:ctrlPr>
                                        </m:sSubSupPr>
                                        <m:e>
                                          <m:r>
                                            <m:rPr>
                                              <m:brk m:alnAt="7"/>
                                            </m:rPr>
                                            <a:rPr lang="es-ES" i="1">
                                              <a:solidFill>
                                                <a:schemeClr val="tx2"/>
                                              </a:solidFill>
                                              <a:latin typeface="Cambria Math" panose="02040503050406030204" pitchFamily="18" charset="0"/>
                                              <a:ea typeface="Cambria Math" panose="02040503050406030204" pitchFamily="18" charset="0"/>
                                            </a:rPr>
                                            <m:t>𝑎</m:t>
                                          </m:r>
                                        </m:e>
                                        <m:sub>
                                          <m:sSup>
                                            <m:sSupPr>
                                              <m:ctrlPr>
                                                <a:rPr lang="es-ES" b="0" i="1" smtClean="0">
                                                  <a:solidFill>
                                                    <a:schemeClr val="tx2"/>
                                                  </a:solidFill>
                                                  <a:latin typeface="Cambria Math" panose="02040503050406030204" pitchFamily="18" charset="0"/>
                                                  <a:ea typeface="Cambria Math" panose="02040503050406030204" pitchFamily="18" charset="0"/>
                                                </a:rPr>
                                              </m:ctrlPr>
                                            </m:sSupPr>
                                            <m:e>
                                              <m:r>
                                                <a:rPr lang="es-ES" b="0" i="1" smtClean="0">
                                                  <a:solidFill>
                                                    <a:schemeClr val="tx2"/>
                                                  </a:solidFill>
                                                  <a:latin typeface="Cambria Math" panose="02040503050406030204" pitchFamily="18" charset="0"/>
                                                  <a:ea typeface="Cambria Math" panose="02040503050406030204" pitchFamily="18" charset="0"/>
                                                </a:rPr>
                                                <m:t>𝑛</m:t>
                                              </m:r>
                                            </m:e>
                                            <m:sup>
                                              <m:r>
                                                <a:rPr lang="es-ES" b="0" i="1" smtClean="0">
                                                  <a:solidFill>
                                                    <a:schemeClr val="tx2"/>
                                                  </a:solidFill>
                                                  <a:latin typeface="Cambria Math" panose="02040503050406030204" pitchFamily="18" charset="0"/>
                                                  <a:ea typeface="Cambria Math" panose="02040503050406030204" pitchFamily="18" charset="0"/>
                                                </a:rPr>
                                                <m:t>[0]</m:t>
                                              </m:r>
                                            </m:sup>
                                          </m:sSup>
                                        </m:sub>
                                        <m:sup>
                                          <m:r>
                                            <a:rPr lang="es-ES" i="1">
                                              <a:solidFill>
                                                <a:schemeClr val="tx2"/>
                                              </a:solidFill>
                                              <a:latin typeface="Cambria Math" panose="02040503050406030204" pitchFamily="18" charset="0"/>
                                              <a:ea typeface="Cambria Math" panose="02040503050406030204" pitchFamily="18" charset="0"/>
                                            </a:rPr>
                                            <m:t>[0]</m:t>
                                          </m:r>
                                        </m:sup>
                                      </m:sSubSup>
                                    </m:e>
                                  </m:mr>
                                </m:m>
                              </m:e>
                            </m:mr>
                          </m:m>
                        </m:e>
                      </m:d>
                    </m:oMath>
                  </m:oMathPara>
                </a14:m>
                <a:endParaRPr lang="es-ES" dirty="0"/>
              </a:p>
            </p:txBody>
          </p:sp>
        </mc:Choice>
        <mc:Fallback xmlns="">
          <p:sp>
            <p:nvSpPr>
              <p:cNvPr id="8" name="CuadroTexto 7">
                <a:extLst>
                  <a:ext uri="{FF2B5EF4-FFF2-40B4-BE49-F238E27FC236}">
                    <a16:creationId xmlns:a16="http://schemas.microsoft.com/office/drawing/2014/main" id="{4378B4C8-6A72-316C-6F56-DE096824CD84}"/>
                  </a:ext>
                </a:extLst>
              </p:cNvPr>
              <p:cNvSpPr txBox="1">
                <a:spLocks noRot="1" noChangeAspect="1" noMove="1" noResize="1" noEditPoints="1" noAdjustHandles="1" noChangeArrowheads="1" noChangeShapeType="1" noTextEdit="1"/>
              </p:cNvSpPr>
              <p:nvPr/>
            </p:nvSpPr>
            <p:spPr>
              <a:xfrm>
                <a:off x="2715073" y="5305200"/>
                <a:ext cx="6096000" cy="1477456"/>
              </a:xfrm>
              <a:prstGeom prst="rect">
                <a:avLst/>
              </a:prstGeom>
              <a:blipFill>
                <a:blip r:embed="rId4"/>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14168202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7BB28-6A4D-C357-897D-A783519D6AEC}"/>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645A1C18-6023-2F0E-BE38-708E19366B64}"/>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7" name="CuadroTexto 6">
            <a:extLst>
              <a:ext uri="{FF2B5EF4-FFF2-40B4-BE49-F238E27FC236}">
                <a16:creationId xmlns:a16="http://schemas.microsoft.com/office/drawing/2014/main" id="{93BD1379-A8AA-127F-AC1A-D69815767BB4}"/>
              </a:ext>
            </a:extLst>
          </p:cNvPr>
          <p:cNvSpPr txBox="1"/>
          <p:nvPr/>
        </p:nvSpPr>
        <p:spPr>
          <a:xfrm>
            <a:off x="214040" y="447385"/>
            <a:ext cx="11098066" cy="1803699"/>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dirty="0" err="1">
                <a:solidFill>
                  <a:schemeClr val="accent1">
                    <a:lumMod val="50000"/>
                  </a:schemeClr>
                </a:solidFill>
              </a:rPr>
              <a:t>Notación</a:t>
            </a:r>
            <a:r>
              <a:rPr lang="en-US" sz="2000" dirty="0">
                <a:solidFill>
                  <a:schemeClr val="accent1">
                    <a:lumMod val="50000"/>
                  </a:schemeClr>
                </a:solidFill>
              </a:rPr>
              <a:t> II</a:t>
            </a:r>
          </a:p>
          <a:p>
            <a:pPr>
              <a:lnSpc>
                <a:spcPct val="150000"/>
              </a:lnSpc>
            </a:pPr>
            <a:endParaRPr lang="en-US" sz="2000" dirty="0">
              <a:solidFill>
                <a:schemeClr val="accent1">
                  <a:lumMod val="50000"/>
                </a:schemeClr>
              </a:solidFill>
            </a:endParaRPr>
          </a:p>
          <a:p>
            <a:pPr>
              <a:lnSpc>
                <a:spcPct val="150000"/>
              </a:lnSpc>
            </a:pPr>
            <a:r>
              <a:rPr lang="en-US" b="1" dirty="0">
                <a:solidFill>
                  <a:srgbClr val="C00000"/>
                </a:solidFill>
              </a:rPr>
              <a:t>Capa de </a:t>
            </a:r>
            <a:r>
              <a:rPr lang="en-US" b="1" dirty="0" err="1">
                <a:solidFill>
                  <a:srgbClr val="C00000"/>
                </a:solidFill>
              </a:rPr>
              <a:t>salida</a:t>
            </a:r>
            <a:r>
              <a:rPr lang="en-US" b="1" dirty="0">
                <a:solidFill>
                  <a:srgbClr val="C00000"/>
                </a:solidFill>
              </a:rPr>
              <a:t>:</a:t>
            </a:r>
            <a:r>
              <a:rPr lang="en-US" b="1" dirty="0">
                <a:solidFill>
                  <a:schemeClr val="accent1">
                    <a:lumMod val="50000"/>
                  </a:schemeClr>
                </a:solidFill>
              </a:rPr>
              <a:t>  </a:t>
            </a:r>
          </a:p>
          <a:p>
            <a:pPr>
              <a:lnSpc>
                <a:spcPct val="150000"/>
              </a:lnSpc>
            </a:pPr>
            <a:r>
              <a:rPr lang="en-US" dirty="0">
                <a:solidFill>
                  <a:schemeClr val="accent1">
                    <a:lumMod val="50000"/>
                  </a:schemeClr>
                </a:solidFill>
              </a:rPr>
              <a:t> </a:t>
            </a: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3B9E9169-A31B-72DE-F830-C01381D61492}"/>
                  </a:ext>
                </a:extLst>
              </p:cNvPr>
              <p:cNvSpPr txBox="1"/>
              <p:nvPr/>
            </p:nvSpPr>
            <p:spPr>
              <a:xfrm>
                <a:off x="214040" y="1803856"/>
                <a:ext cx="11490097" cy="3362395"/>
              </a:xfrm>
              <a:prstGeom prst="rect">
                <a:avLst/>
              </a:prstGeom>
              <a:noFill/>
            </p:spPr>
            <p:txBody>
              <a:bodyPr wrap="square">
                <a:spAutoFit/>
              </a:bodyPr>
              <a:lstStyle/>
              <a:p>
                <a:pPr>
                  <a:lnSpc>
                    <a:spcPct val="150000"/>
                  </a:lnSpc>
                </a:pPr>
                <a:r>
                  <a:rPr lang="en-US" dirty="0">
                    <a:solidFill>
                      <a:schemeClr val="accent1">
                        <a:lumMod val="50000"/>
                      </a:schemeClr>
                    </a:solidFill>
                  </a:rPr>
                  <a:t>Al pasar </a:t>
                </a:r>
                <a:r>
                  <a:rPr lang="en-US" dirty="0" err="1">
                    <a:solidFill>
                      <a:schemeClr val="accent1">
                        <a:lumMod val="50000"/>
                      </a:schemeClr>
                    </a:solidFill>
                  </a:rPr>
                  <a:t>por</a:t>
                </a:r>
                <a:r>
                  <a:rPr lang="en-US" dirty="0">
                    <a:solidFill>
                      <a:schemeClr val="accent1">
                        <a:lumMod val="50000"/>
                      </a:schemeClr>
                    </a:solidFill>
                  </a:rPr>
                  <a:t> la red neuronal </a:t>
                </a:r>
                <a:r>
                  <a:rPr lang="en-US" dirty="0" err="1">
                    <a:solidFill>
                      <a:schemeClr val="accent1">
                        <a:lumMod val="50000"/>
                      </a:schemeClr>
                    </a:solidFill>
                  </a:rPr>
                  <a:t>el</a:t>
                </a:r>
                <a:r>
                  <a:rPr lang="en-US" dirty="0">
                    <a:solidFill>
                      <a:schemeClr val="accent1">
                        <a:lumMod val="50000"/>
                      </a:schemeClr>
                    </a:solidFill>
                  </a:rPr>
                  <a:t> </a:t>
                </a:r>
                <a:r>
                  <a:rPr lang="en-US" dirty="0" err="1">
                    <a:solidFill>
                      <a:schemeClr val="accent1">
                        <a:lumMod val="50000"/>
                      </a:schemeClr>
                    </a:solidFill>
                  </a:rPr>
                  <a:t>dato</a:t>
                </a:r>
                <a:r>
                  <a:rPr lang="en-US" dirty="0">
                    <a:solidFill>
                      <a:schemeClr val="accent1">
                        <a:lumMod val="50000"/>
                      </a:schemeClr>
                    </a:solidFill>
                  </a:rPr>
                  <a:t> de entrada </a:t>
                </a:r>
                <a14:m>
                  <m:oMath xmlns:m="http://schemas.openxmlformats.org/officeDocument/2006/math">
                    <m:r>
                      <a:rPr lang="es-ES" b="1" i="1" smtClean="0">
                        <a:solidFill>
                          <a:schemeClr val="tx2"/>
                        </a:solidFill>
                        <a:latin typeface="Cambria Math" panose="02040503050406030204" pitchFamily="18" charset="0"/>
                        <a:ea typeface="Cambria Math" panose="02040503050406030204" pitchFamily="18" charset="0"/>
                      </a:rPr>
                      <m:t>𝒙</m:t>
                    </m:r>
                    <m:r>
                      <a:rPr lang="es-ES" b="1" i="1" smtClean="0">
                        <a:solidFill>
                          <a:schemeClr val="tx2"/>
                        </a:solidFill>
                        <a:latin typeface="Cambria Math" panose="02040503050406030204" pitchFamily="18" charset="0"/>
                        <a:ea typeface="Cambria Math" panose="02040503050406030204" pitchFamily="18" charset="0"/>
                      </a:rPr>
                      <m:t>∈</m:t>
                    </m:r>
                    <m:sSup>
                      <m:sSupPr>
                        <m:ctrlPr>
                          <a:rPr lang="es-ES" b="1" i="1" smtClean="0">
                            <a:solidFill>
                              <a:schemeClr val="tx2"/>
                            </a:solidFill>
                            <a:latin typeface="Cambria Math" panose="02040503050406030204" pitchFamily="18" charset="0"/>
                            <a:ea typeface="Cambria Math" panose="02040503050406030204" pitchFamily="18" charset="0"/>
                          </a:rPr>
                        </m:ctrlPr>
                      </m:sSupPr>
                      <m:e>
                        <m:r>
                          <a:rPr lang="es-ES" b="1" i="1" smtClean="0">
                            <a:solidFill>
                              <a:schemeClr val="tx2"/>
                            </a:solidFill>
                            <a:latin typeface="Cambria Math" panose="02040503050406030204" pitchFamily="18" charset="0"/>
                            <a:ea typeface="Cambria Math" panose="02040503050406030204" pitchFamily="18" charset="0"/>
                          </a:rPr>
                          <m:t>ℝ</m:t>
                        </m:r>
                      </m:e>
                      <m:sup>
                        <m:sSub>
                          <m:sSubPr>
                            <m:ctrlPr>
                              <a:rPr lang="es-ES" b="1" i="1" smtClean="0">
                                <a:solidFill>
                                  <a:schemeClr val="tx2"/>
                                </a:solidFill>
                                <a:latin typeface="Cambria Math" panose="02040503050406030204" pitchFamily="18" charset="0"/>
                                <a:ea typeface="Cambria Math" panose="02040503050406030204" pitchFamily="18" charset="0"/>
                              </a:rPr>
                            </m:ctrlPr>
                          </m:sSubPr>
                          <m:e>
                            <m:r>
                              <a:rPr lang="es-ES" b="1" i="1" smtClean="0">
                                <a:solidFill>
                                  <a:schemeClr val="tx2"/>
                                </a:solidFill>
                                <a:latin typeface="Cambria Math" panose="02040503050406030204" pitchFamily="18" charset="0"/>
                                <a:ea typeface="Cambria Math" panose="02040503050406030204" pitchFamily="18" charset="0"/>
                              </a:rPr>
                              <m:t>𝒏</m:t>
                            </m:r>
                          </m:e>
                          <m:sub>
                            <m:r>
                              <a:rPr lang="es-ES" b="1" i="1" smtClean="0">
                                <a:solidFill>
                                  <a:schemeClr val="tx2"/>
                                </a:solidFill>
                                <a:latin typeface="Cambria Math" panose="02040503050406030204" pitchFamily="18" charset="0"/>
                                <a:ea typeface="Cambria Math" panose="02040503050406030204" pitchFamily="18" charset="0"/>
                              </a:rPr>
                              <m:t>𝒙</m:t>
                            </m:r>
                          </m:sub>
                        </m:sSub>
                      </m:sup>
                    </m:sSup>
                  </m:oMath>
                </a14:m>
                <a:r>
                  <a:rPr lang="en-US" b="1" dirty="0">
                    <a:solidFill>
                      <a:schemeClr val="accent1">
                        <a:lumMod val="50000"/>
                      </a:schemeClr>
                    </a:solidFill>
                  </a:rPr>
                  <a:t> </a:t>
                </a:r>
                <a:r>
                  <a:rPr lang="es-ES" b="1" dirty="0">
                    <a:solidFill>
                      <a:schemeClr val="accent1">
                        <a:lumMod val="50000"/>
                      </a:schemeClr>
                    </a:solidFill>
                  </a:rPr>
                  <a:t>produce una salida </a:t>
                </a:r>
                <a14:m>
                  <m:oMath xmlns:m="http://schemas.openxmlformats.org/officeDocument/2006/math">
                    <m:acc>
                      <m:accPr>
                        <m:chr m:val="̂"/>
                        <m:ctrlPr>
                          <a:rPr lang="es-ES" b="1" i="1" smtClean="0">
                            <a:solidFill>
                              <a:schemeClr val="tx2"/>
                            </a:solidFill>
                            <a:latin typeface="Cambria Math" panose="02040503050406030204" pitchFamily="18" charset="0"/>
                            <a:ea typeface="Cambria Math" panose="02040503050406030204" pitchFamily="18" charset="0"/>
                          </a:rPr>
                        </m:ctrlPr>
                      </m:accPr>
                      <m:e>
                        <m:r>
                          <a:rPr lang="es-ES" b="1" i="1" smtClean="0">
                            <a:solidFill>
                              <a:schemeClr val="tx2"/>
                            </a:solidFill>
                            <a:latin typeface="Cambria Math" panose="02040503050406030204" pitchFamily="18" charset="0"/>
                            <a:ea typeface="Cambria Math" panose="02040503050406030204" pitchFamily="18" charset="0"/>
                          </a:rPr>
                          <m:t>𝒚</m:t>
                        </m:r>
                      </m:e>
                    </m:acc>
                    <m:r>
                      <a:rPr lang="es-ES" b="1" i="1">
                        <a:solidFill>
                          <a:schemeClr val="tx2"/>
                        </a:solidFill>
                        <a:latin typeface="Cambria Math" panose="02040503050406030204" pitchFamily="18" charset="0"/>
                        <a:ea typeface="Cambria Math" panose="02040503050406030204" pitchFamily="18" charset="0"/>
                      </a:rPr>
                      <m:t>∈</m:t>
                    </m:r>
                    <m:sSup>
                      <m:sSupPr>
                        <m:ctrlPr>
                          <a:rPr lang="es-ES" b="1" i="1">
                            <a:solidFill>
                              <a:schemeClr val="tx2"/>
                            </a:solidFill>
                            <a:latin typeface="Cambria Math" panose="02040503050406030204" pitchFamily="18" charset="0"/>
                            <a:ea typeface="Cambria Math" panose="02040503050406030204" pitchFamily="18" charset="0"/>
                          </a:rPr>
                        </m:ctrlPr>
                      </m:sSupPr>
                      <m:e>
                        <m:r>
                          <a:rPr lang="es-ES" b="1" i="1">
                            <a:solidFill>
                              <a:schemeClr val="tx2"/>
                            </a:solidFill>
                            <a:latin typeface="Cambria Math" panose="02040503050406030204" pitchFamily="18" charset="0"/>
                            <a:ea typeface="Cambria Math" panose="02040503050406030204" pitchFamily="18" charset="0"/>
                          </a:rPr>
                          <m:t>ℝ</m:t>
                        </m:r>
                      </m:e>
                      <m:sup>
                        <m:sSub>
                          <m:sSubPr>
                            <m:ctrlPr>
                              <a:rPr lang="es-ES" b="1" i="1" smtClean="0">
                                <a:solidFill>
                                  <a:schemeClr val="tx2"/>
                                </a:solidFill>
                                <a:latin typeface="Cambria Math" panose="02040503050406030204" pitchFamily="18" charset="0"/>
                                <a:ea typeface="Cambria Math" panose="02040503050406030204" pitchFamily="18" charset="0"/>
                              </a:rPr>
                            </m:ctrlPr>
                          </m:sSubPr>
                          <m:e>
                            <m:r>
                              <a:rPr lang="es-ES" b="1" i="1" smtClean="0">
                                <a:solidFill>
                                  <a:schemeClr val="tx2"/>
                                </a:solidFill>
                                <a:latin typeface="Cambria Math" panose="02040503050406030204" pitchFamily="18" charset="0"/>
                                <a:ea typeface="Cambria Math" panose="02040503050406030204" pitchFamily="18" charset="0"/>
                              </a:rPr>
                              <m:t>𝒏</m:t>
                            </m:r>
                          </m:e>
                          <m:sub>
                            <m:r>
                              <a:rPr lang="es-ES" b="1" i="1" smtClean="0">
                                <a:solidFill>
                                  <a:schemeClr val="tx2"/>
                                </a:solidFill>
                                <a:latin typeface="Cambria Math" panose="02040503050406030204" pitchFamily="18" charset="0"/>
                                <a:ea typeface="Cambria Math" panose="02040503050406030204" pitchFamily="18" charset="0"/>
                              </a:rPr>
                              <m:t>𝒚</m:t>
                            </m:r>
                          </m:sub>
                        </m:sSub>
                      </m:sup>
                    </m:sSup>
                  </m:oMath>
                </a14:m>
                <a:r>
                  <a:rPr lang="en-US" dirty="0">
                    <a:solidFill>
                      <a:schemeClr val="accent1">
                        <a:lumMod val="50000"/>
                      </a:schemeClr>
                    </a:solidFill>
                  </a:rPr>
                  <a:t>. En la red, la </a:t>
                </a:r>
                <a:r>
                  <a:rPr lang="en-US" dirty="0" err="1">
                    <a:solidFill>
                      <a:schemeClr val="accent1">
                        <a:lumMod val="50000"/>
                      </a:schemeClr>
                    </a:solidFill>
                  </a:rPr>
                  <a:t>salida</a:t>
                </a:r>
                <a:r>
                  <a:rPr lang="en-US" dirty="0">
                    <a:solidFill>
                      <a:schemeClr val="accent1">
                        <a:lumMod val="50000"/>
                      </a:schemeClr>
                    </a:solidFill>
                  </a:rPr>
                  <a:t> </a:t>
                </a:r>
                <a:r>
                  <a:rPr lang="en-US" dirty="0" err="1">
                    <a:solidFill>
                      <a:schemeClr val="accent1">
                        <a:lumMod val="50000"/>
                      </a:schemeClr>
                    </a:solidFill>
                  </a:rPr>
                  <a:t>corresponde</a:t>
                </a:r>
                <a:r>
                  <a:rPr lang="en-US" dirty="0">
                    <a:solidFill>
                      <a:schemeClr val="accent1">
                        <a:lumMod val="50000"/>
                      </a:schemeClr>
                    </a:solidFill>
                  </a:rPr>
                  <a:t> a la </a:t>
                </a:r>
                <a:r>
                  <a:rPr lang="en-US" dirty="0" err="1">
                    <a:solidFill>
                      <a:schemeClr val="accent1">
                        <a:lumMod val="50000"/>
                      </a:schemeClr>
                    </a:solidFill>
                  </a:rPr>
                  <a:t>última</a:t>
                </a:r>
                <a:r>
                  <a:rPr lang="en-US" dirty="0">
                    <a:solidFill>
                      <a:schemeClr val="accent1">
                        <a:lumMod val="50000"/>
                      </a:schemeClr>
                    </a:solidFill>
                  </a:rPr>
                  <a:t> </a:t>
                </a:r>
                <a:r>
                  <a:rPr lang="en-US" dirty="0" err="1">
                    <a:solidFill>
                      <a:schemeClr val="accent1">
                        <a:lumMod val="50000"/>
                      </a:schemeClr>
                    </a:solidFill>
                  </a:rPr>
                  <a:t>capa</a:t>
                </a:r>
                <a:r>
                  <a:rPr lang="en-US" dirty="0">
                    <a:solidFill>
                      <a:schemeClr val="accent1">
                        <a:lumMod val="50000"/>
                      </a:schemeClr>
                    </a:solidFill>
                  </a:rPr>
                  <a:t> de </a:t>
                </a:r>
                <a:r>
                  <a:rPr lang="en-US" dirty="0" err="1">
                    <a:solidFill>
                      <a:schemeClr val="accent1">
                        <a:lumMod val="50000"/>
                      </a:schemeClr>
                    </a:solidFill>
                  </a:rPr>
                  <a:t>neuronas</a:t>
                </a:r>
                <a:r>
                  <a:rPr lang="en-US" dirty="0">
                    <a:solidFill>
                      <a:schemeClr val="accent1">
                        <a:lumMod val="50000"/>
                      </a:schemeClr>
                    </a:solidFill>
                  </a:rPr>
                  <a:t>:</a:t>
                </a:r>
              </a:p>
              <a:p>
                <a:pPr>
                  <a:lnSpc>
                    <a:spcPct val="150000"/>
                  </a:lnSpc>
                </a:pPr>
                <a:endParaRPr lang="en-US" dirty="0">
                  <a:solidFill>
                    <a:schemeClr val="accent1">
                      <a:lumMod val="50000"/>
                    </a:schemeClr>
                  </a:solidFill>
                </a:endParaRPr>
              </a:p>
              <a:p>
                <a:pPr>
                  <a:lnSpc>
                    <a:spcPct val="150000"/>
                  </a:lnSpc>
                </a:pPr>
                <a:r>
                  <a:rPr lang="en-US" dirty="0">
                    <a:solidFill>
                      <a:schemeClr val="accent1">
                        <a:lumMod val="50000"/>
                      </a:schemeClr>
                    </a:solidFill>
                  </a:rPr>
                  <a:t>En la </a:t>
                </a:r>
                <a:r>
                  <a:rPr lang="en-US" dirty="0" err="1">
                    <a:solidFill>
                      <a:schemeClr val="accent1">
                        <a:lumMod val="50000"/>
                      </a:schemeClr>
                    </a:solidFill>
                  </a:rPr>
                  <a:t>fase</a:t>
                </a:r>
                <a:r>
                  <a:rPr lang="en-US" dirty="0">
                    <a:solidFill>
                      <a:schemeClr val="accent1">
                        <a:lumMod val="50000"/>
                      </a:schemeClr>
                    </a:solidFill>
                  </a:rPr>
                  <a:t> de </a:t>
                </a:r>
                <a:r>
                  <a:rPr lang="en-US" dirty="0" err="1">
                    <a:solidFill>
                      <a:schemeClr val="accent1">
                        <a:lumMod val="50000"/>
                      </a:schemeClr>
                    </a:solidFill>
                  </a:rPr>
                  <a:t>entrenamiento</a:t>
                </a:r>
                <a:r>
                  <a:rPr lang="en-US" dirty="0">
                    <a:solidFill>
                      <a:schemeClr val="accent1">
                        <a:lumMod val="50000"/>
                      </a:schemeClr>
                    </a:solidFill>
                  </a:rPr>
                  <a:t> </a:t>
                </a:r>
                <a:r>
                  <a:rPr lang="en-US" dirty="0" err="1">
                    <a:solidFill>
                      <a:schemeClr val="accent1">
                        <a:lumMod val="50000"/>
                      </a:schemeClr>
                    </a:solidFill>
                  </a:rPr>
                  <a:t>queremos</a:t>
                </a:r>
                <a:r>
                  <a:rPr lang="en-US" dirty="0">
                    <a:solidFill>
                      <a:schemeClr val="accent1">
                        <a:lumMod val="50000"/>
                      </a:schemeClr>
                    </a:solidFill>
                  </a:rPr>
                  <a:t> </a:t>
                </a:r>
                <a:r>
                  <a:rPr lang="en-US" dirty="0" err="1">
                    <a:solidFill>
                      <a:schemeClr val="accent1">
                        <a:lumMod val="50000"/>
                      </a:schemeClr>
                    </a:solidFill>
                  </a:rPr>
                  <a:t>minimizar</a:t>
                </a:r>
                <a:r>
                  <a:rPr lang="en-US" dirty="0">
                    <a:solidFill>
                      <a:schemeClr val="accent1">
                        <a:lumMod val="50000"/>
                      </a:schemeClr>
                    </a:solidFill>
                  </a:rPr>
                  <a:t> </a:t>
                </a:r>
                <a:r>
                  <a:rPr lang="en-US" dirty="0" err="1">
                    <a:solidFill>
                      <a:schemeClr val="accent1">
                        <a:lumMod val="50000"/>
                      </a:schemeClr>
                    </a:solidFill>
                  </a:rPr>
                  <a:t>el</a:t>
                </a:r>
                <a:r>
                  <a:rPr lang="en-US" dirty="0">
                    <a:solidFill>
                      <a:schemeClr val="accent1">
                        <a:lumMod val="50000"/>
                      </a:schemeClr>
                    </a:solidFill>
                  </a:rPr>
                  <a:t> error de </a:t>
                </a:r>
                <a:r>
                  <a:rPr lang="en-US" dirty="0" err="1">
                    <a:solidFill>
                      <a:schemeClr val="accent1">
                        <a:lumMod val="50000"/>
                      </a:schemeClr>
                    </a:solidFill>
                  </a:rPr>
                  <a:t>cada</a:t>
                </a:r>
                <a:r>
                  <a:rPr lang="en-US" dirty="0">
                    <a:solidFill>
                      <a:schemeClr val="accent1">
                        <a:lumMod val="50000"/>
                      </a:schemeClr>
                    </a:solidFill>
                  </a:rPr>
                  <a:t> </a:t>
                </a:r>
                <a:r>
                  <a:rPr lang="en-US" dirty="0" err="1">
                    <a:solidFill>
                      <a:schemeClr val="accent1">
                        <a:lumMod val="50000"/>
                      </a:schemeClr>
                    </a:solidFill>
                  </a:rPr>
                  <a:t>predicción</a:t>
                </a:r>
                <a:r>
                  <a:rPr lang="en-US" dirty="0">
                    <a:solidFill>
                      <a:schemeClr val="accent1">
                        <a:lumMod val="50000"/>
                      </a:schemeClr>
                    </a:solidFill>
                  </a:rPr>
                  <a:t> </a:t>
                </a:r>
                <a14:m>
                  <m:oMath xmlns:m="http://schemas.openxmlformats.org/officeDocument/2006/math">
                    <m:acc>
                      <m:accPr>
                        <m:chr m:val="̂"/>
                        <m:ctrlPr>
                          <a:rPr lang="es-ES" b="1" i="1">
                            <a:solidFill>
                              <a:schemeClr val="tx2"/>
                            </a:solidFill>
                            <a:latin typeface="Cambria Math" panose="02040503050406030204" pitchFamily="18" charset="0"/>
                            <a:ea typeface="Cambria Math" panose="02040503050406030204" pitchFamily="18" charset="0"/>
                          </a:rPr>
                        </m:ctrlPr>
                      </m:accPr>
                      <m:e>
                        <m:r>
                          <a:rPr lang="es-ES" b="1" i="1">
                            <a:solidFill>
                              <a:schemeClr val="tx2"/>
                            </a:solidFill>
                            <a:latin typeface="Cambria Math" panose="02040503050406030204" pitchFamily="18" charset="0"/>
                            <a:ea typeface="Cambria Math" panose="02040503050406030204" pitchFamily="18" charset="0"/>
                          </a:rPr>
                          <m:t>𝒚</m:t>
                        </m:r>
                      </m:e>
                    </m:acc>
                  </m:oMath>
                </a14:m>
                <a:r>
                  <a:rPr lang="en-US" dirty="0">
                    <a:solidFill>
                      <a:schemeClr val="accent1">
                        <a:lumMod val="50000"/>
                      </a:schemeClr>
                    </a:solidFill>
                  </a:rPr>
                  <a:t> </a:t>
                </a:r>
                <a:r>
                  <a:rPr lang="en-US" dirty="0" err="1">
                    <a:solidFill>
                      <a:schemeClr val="accent1">
                        <a:lumMod val="50000"/>
                      </a:schemeClr>
                    </a:solidFill>
                  </a:rPr>
                  <a:t>frente</a:t>
                </a:r>
                <a:r>
                  <a:rPr lang="en-US" dirty="0">
                    <a:solidFill>
                      <a:schemeClr val="accent1">
                        <a:lumMod val="50000"/>
                      </a:schemeClr>
                    </a:solidFill>
                  </a:rPr>
                  <a:t> al “ground truth” </a:t>
                </a:r>
                <a14:m>
                  <m:oMath xmlns:m="http://schemas.openxmlformats.org/officeDocument/2006/math">
                    <m:r>
                      <a:rPr lang="es-ES" b="1" i="1" smtClean="0">
                        <a:solidFill>
                          <a:schemeClr val="tx2"/>
                        </a:solidFill>
                        <a:latin typeface="Cambria Math" panose="02040503050406030204" pitchFamily="18" charset="0"/>
                        <a:ea typeface="Cambria Math" panose="02040503050406030204" pitchFamily="18" charset="0"/>
                      </a:rPr>
                      <m:t>𝒚</m:t>
                    </m:r>
                    <m:r>
                      <a:rPr lang="es-ES" b="1" i="1" smtClean="0">
                        <a:solidFill>
                          <a:schemeClr val="tx2"/>
                        </a:solidFill>
                        <a:latin typeface="Cambria Math" panose="02040503050406030204" pitchFamily="18" charset="0"/>
                        <a:ea typeface="Cambria Math" panose="02040503050406030204" pitchFamily="18" charset="0"/>
                      </a:rPr>
                      <m:t>=</m:t>
                    </m:r>
                    <m:r>
                      <a:rPr lang="es-ES" i="1">
                        <a:solidFill>
                          <a:schemeClr val="tx2"/>
                        </a:solidFill>
                        <a:latin typeface="Cambria Math" panose="02040503050406030204" pitchFamily="18" charset="0"/>
                        <a:ea typeface="Cambria Math" panose="02040503050406030204" pitchFamily="18" charset="0"/>
                      </a:rPr>
                      <m:t> </m:t>
                    </m:r>
                    <m:d>
                      <m:dPr>
                        <m:begChr m:val="["/>
                        <m:endChr m:val="]"/>
                        <m:ctrlPr>
                          <a:rPr lang="es-ES" i="1">
                            <a:solidFill>
                              <a:schemeClr val="tx2"/>
                            </a:solidFill>
                            <a:latin typeface="Cambria Math" panose="02040503050406030204" pitchFamily="18" charset="0"/>
                            <a:ea typeface="Cambria Math" panose="02040503050406030204" pitchFamily="18" charset="0"/>
                          </a:rPr>
                        </m:ctrlPr>
                      </m:dPr>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sSub>
                                <m:sSubPr>
                                  <m:ctrlPr>
                                    <a:rPr lang="es-ES" i="1">
                                      <a:solidFill>
                                        <a:schemeClr val="tx2"/>
                                      </a:solidFill>
                                      <a:latin typeface="Cambria Math" panose="02040503050406030204" pitchFamily="18" charset="0"/>
                                      <a:ea typeface="Cambria Math" panose="02040503050406030204" pitchFamily="18" charset="0"/>
                                    </a:rPr>
                                  </m:ctrlPr>
                                </m:sSubPr>
                                <m:e>
                                  <m:r>
                                    <a:rPr lang="es-ES" b="0" i="1" smtClean="0">
                                      <a:solidFill>
                                        <a:schemeClr val="tx2"/>
                                      </a:solidFill>
                                      <a:latin typeface="Cambria Math" panose="02040503050406030204" pitchFamily="18" charset="0"/>
                                      <a:ea typeface="Cambria Math" panose="02040503050406030204" pitchFamily="18" charset="0"/>
                                    </a:rPr>
                                    <m:t>𝑦</m:t>
                                  </m:r>
                                </m:e>
                                <m:sub>
                                  <m:r>
                                    <m:rPr>
                                      <m:brk m:alnAt="7"/>
                                    </m:rPr>
                                    <a:rPr lang="es-ES" i="1">
                                      <a:solidFill>
                                        <a:schemeClr val="tx2"/>
                                      </a:solidFill>
                                      <a:latin typeface="Cambria Math" panose="02040503050406030204" pitchFamily="18" charset="0"/>
                                      <a:ea typeface="Cambria Math" panose="02040503050406030204" pitchFamily="18" charset="0"/>
                                    </a:rPr>
                                    <m:t>1</m:t>
                                  </m:r>
                                </m:sub>
                              </m:sSub>
                            </m:e>
                          </m:mr>
                          <m:mr>
                            <m:e>
                              <m:eqArr>
                                <m:eqArrPr>
                                  <m:ctrlPr>
                                    <a:rPr lang="es-ES" i="1">
                                      <a:solidFill>
                                        <a:schemeClr val="tx2"/>
                                      </a:solidFill>
                                      <a:latin typeface="Cambria Math" panose="02040503050406030204" pitchFamily="18" charset="0"/>
                                      <a:ea typeface="Cambria Math" panose="02040503050406030204" pitchFamily="18" charset="0"/>
                                    </a:rPr>
                                  </m:ctrlPr>
                                </m:eqArrPr>
                                <m:e>
                                  <m:sSub>
                                    <m:sSubPr>
                                      <m:ctrlPr>
                                        <a:rPr lang="es-ES" i="1">
                                          <a:solidFill>
                                            <a:schemeClr val="tx2"/>
                                          </a:solidFill>
                                          <a:latin typeface="Cambria Math" panose="02040503050406030204" pitchFamily="18" charset="0"/>
                                          <a:ea typeface="Cambria Math" panose="02040503050406030204" pitchFamily="18" charset="0"/>
                                        </a:rPr>
                                      </m:ctrlPr>
                                    </m:sSubPr>
                                    <m:e>
                                      <m:r>
                                        <a:rPr lang="es-ES" b="0" i="1" smtClean="0">
                                          <a:solidFill>
                                            <a:schemeClr val="tx2"/>
                                          </a:solidFill>
                                          <a:latin typeface="Cambria Math" panose="02040503050406030204" pitchFamily="18" charset="0"/>
                                          <a:ea typeface="Cambria Math" panose="02040503050406030204" pitchFamily="18" charset="0"/>
                                        </a:rPr>
                                        <m:t>𝑦</m:t>
                                      </m:r>
                                    </m:e>
                                    <m:sub>
                                      <m:r>
                                        <a:rPr lang="es-ES" i="1">
                                          <a:solidFill>
                                            <a:schemeClr val="tx2"/>
                                          </a:solidFill>
                                          <a:latin typeface="Cambria Math" panose="02040503050406030204" pitchFamily="18" charset="0"/>
                                          <a:ea typeface="Cambria Math" panose="02040503050406030204" pitchFamily="18" charset="0"/>
                                        </a:rPr>
                                        <m:t>2</m:t>
                                      </m:r>
                                    </m:sub>
                                  </m:sSub>
                                </m:e>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r>
                                          <m:rPr>
                                            <m:brk m:alnAt="7"/>
                                          </m:rPr>
                                          <a:rPr lang="es-ES" i="1">
                                            <a:solidFill>
                                              <a:schemeClr val="tx2"/>
                                            </a:solidFill>
                                            <a:latin typeface="Cambria Math" panose="02040503050406030204" pitchFamily="18" charset="0"/>
                                            <a:ea typeface="Cambria Math" panose="02040503050406030204" pitchFamily="18" charset="0"/>
                                          </a:rPr>
                                          <m:t>⋮</m:t>
                                        </m:r>
                                      </m:e>
                                    </m:mr>
                                    <m:mr>
                                      <m:e>
                                        <m:sSub>
                                          <m:sSubPr>
                                            <m:ctrlPr>
                                              <a:rPr lang="es-ES" i="1">
                                                <a:solidFill>
                                                  <a:schemeClr val="tx2"/>
                                                </a:solidFill>
                                                <a:latin typeface="Cambria Math" panose="02040503050406030204" pitchFamily="18" charset="0"/>
                                                <a:ea typeface="Cambria Math" panose="02040503050406030204" pitchFamily="18" charset="0"/>
                                              </a:rPr>
                                            </m:ctrlPr>
                                          </m:sSubPr>
                                          <m:e>
                                            <m:r>
                                              <a:rPr lang="es-ES" b="0" i="1" smtClean="0">
                                                <a:solidFill>
                                                  <a:schemeClr val="tx2"/>
                                                </a:solidFill>
                                                <a:latin typeface="Cambria Math" panose="02040503050406030204" pitchFamily="18" charset="0"/>
                                                <a:ea typeface="Cambria Math" panose="02040503050406030204" pitchFamily="18" charset="0"/>
                                              </a:rPr>
                                              <m:t>𝑦</m:t>
                                            </m:r>
                                          </m:e>
                                          <m:sub>
                                            <m:sSub>
                                              <m:sSubPr>
                                                <m:ctrlPr>
                                                  <a:rPr lang="es-ES" i="1">
                                                    <a:solidFill>
                                                      <a:schemeClr val="tx2"/>
                                                    </a:solidFill>
                                                    <a:latin typeface="Cambria Math" panose="02040503050406030204" pitchFamily="18" charset="0"/>
                                                    <a:ea typeface="Cambria Math" panose="02040503050406030204" pitchFamily="18" charset="0"/>
                                                  </a:rPr>
                                                </m:ctrlPr>
                                              </m:sSubPr>
                                              <m:e>
                                                <m:r>
                                                  <a:rPr lang="es-ES" i="1">
                                                    <a:solidFill>
                                                      <a:schemeClr val="tx2"/>
                                                    </a:solidFill>
                                                    <a:latin typeface="Cambria Math" panose="02040503050406030204" pitchFamily="18" charset="0"/>
                                                    <a:ea typeface="Cambria Math" panose="02040503050406030204" pitchFamily="18" charset="0"/>
                                                  </a:rPr>
                                                  <m:t>𝑛</m:t>
                                                </m:r>
                                              </m:e>
                                              <m:sub>
                                                <m:r>
                                                  <a:rPr lang="es-ES" i="1">
                                                    <a:solidFill>
                                                      <a:schemeClr val="tx2"/>
                                                    </a:solidFill>
                                                    <a:latin typeface="Cambria Math" panose="02040503050406030204" pitchFamily="18" charset="0"/>
                                                    <a:ea typeface="Cambria Math" panose="02040503050406030204" pitchFamily="18" charset="0"/>
                                                  </a:rPr>
                                                  <m:t>𝑦</m:t>
                                                </m:r>
                                              </m:sub>
                                            </m:sSub>
                                          </m:sub>
                                        </m:sSub>
                                      </m:e>
                                    </m:mr>
                                  </m:m>
                                </m:e>
                              </m:eqArr>
                            </m:e>
                          </m:mr>
                          <m:mr>
                            <m:e>
                              <m:r>
                                <a:rPr lang="es-ES" i="1">
                                  <a:solidFill>
                                    <a:schemeClr val="tx2"/>
                                  </a:solidFill>
                                  <a:latin typeface="Cambria Math" panose="02040503050406030204" pitchFamily="18" charset="0"/>
                                  <a:ea typeface="Cambria Math" panose="02040503050406030204" pitchFamily="18" charset="0"/>
                                </a:rPr>
                                <m:t> </m:t>
                              </m:r>
                            </m:e>
                          </m:mr>
                        </m:m>
                      </m:e>
                    </m:d>
                  </m:oMath>
                </a14:m>
                <a:endParaRPr lang="en-US" dirty="0">
                  <a:solidFill>
                    <a:schemeClr val="accent1">
                      <a:lumMod val="50000"/>
                    </a:schemeClr>
                  </a:solidFill>
                </a:endParaRPr>
              </a:p>
              <a:p>
                <a:pPr>
                  <a:lnSpc>
                    <a:spcPct val="150000"/>
                  </a:lnSpc>
                </a:pPr>
                <a:endParaRPr lang="en-US" dirty="0">
                  <a:solidFill>
                    <a:schemeClr val="accent1">
                      <a:lumMod val="50000"/>
                    </a:schemeClr>
                  </a:solidFill>
                </a:endParaRPr>
              </a:p>
            </p:txBody>
          </p:sp>
        </mc:Choice>
        <mc:Fallback xmlns="">
          <p:sp>
            <p:nvSpPr>
              <p:cNvPr id="4" name="CuadroTexto 3">
                <a:extLst>
                  <a:ext uri="{FF2B5EF4-FFF2-40B4-BE49-F238E27FC236}">
                    <a16:creationId xmlns:a16="http://schemas.microsoft.com/office/drawing/2014/main" id="{3B9E9169-A31B-72DE-F830-C01381D61492}"/>
                  </a:ext>
                </a:extLst>
              </p:cNvPr>
              <p:cNvSpPr txBox="1">
                <a:spLocks noRot="1" noChangeAspect="1" noMove="1" noResize="1" noEditPoints="1" noAdjustHandles="1" noChangeArrowheads="1" noChangeShapeType="1" noTextEdit="1"/>
              </p:cNvSpPr>
              <p:nvPr/>
            </p:nvSpPr>
            <p:spPr>
              <a:xfrm>
                <a:off x="214040" y="1803856"/>
                <a:ext cx="11490097" cy="3362395"/>
              </a:xfrm>
              <a:prstGeom prst="rect">
                <a:avLst/>
              </a:prstGeom>
              <a:blipFill>
                <a:blip r:embed="rId2"/>
                <a:stretch>
                  <a:fillRect l="-424" r="-15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E4DDE069-5C9B-58AA-3646-931EFD94A7D7}"/>
                  </a:ext>
                </a:extLst>
              </p:cNvPr>
              <p:cNvSpPr txBox="1"/>
              <p:nvPr/>
            </p:nvSpPr>
            <p:spPr>
              <a:xfrm>
                <a:off x="640395" y="4850560"/>
                <a:ext cx="8818940" cy="1687578"/>
              </a:xfrm>
              <a:prstGeom prst="rect">
                <a:avLst/>
              </a:prstGeom>
              <a:noFill/>
            </p:spPr>
            <p:txBody>
              <a:bodyPr wrap="square">
                <a:spAutoFit/>
              </a:bodyPr>
              <a:lstStyle/>
              <a:p>
                <a:r>
                  <a:rPr lang="en-US" dirty="0">
                    <a:solidFill>
                      <a:schemeClr val="accent1">
                        <a:lumMod val="50000"/>
                      </a:schemeClr>
                    </a:solidFill>
                  </a:rPr>
                  <a:t>Si </a:t>
                </a:r>
                <a:r>
                  <a:rPr lang="en-US" dirty="0" err="1">
                    <a:solidFill>
                      <a:schemeClr val="accent1">
                        <a:lumMod val="50000"/>
                      </a:schemeClr>
                    </a:solidFill>
                  </a:rPr>
                  <a:t>tenemos</a:t>
                </a:r>
                <a:r>
                  <a:rPr lang="en-US" dirty="0">
                    <a:solidFill>
                      <a:schemeClr val="accent1">
                        <a:lumMod val="50000"/>
                      </a:schemeClr>
                    </a:solidFill>
                  </a:rPr>
                  <a:t> </a:t>
                </a:r>
                <a:r>
                  <a:rPr lang="en-US" dirty="0" err="1">
                    <a:solidFill>
                      <a:schemeClr val="accent1">
                        <a:lumMod val="50000"/>
                      </a:schemeClr>
                    </a:solidFill>
                  </a:rPr>
                  <a:t>una</a:t>
                </a:r>
                <a:r>
                  <a:rPr lang="en-US" dirty="0">
                    <a:solidFill>
                      <a:schemeClr val="accent1">
                        <a:lumMod val="50000"/>
                      </a:schemeClr>
                    </a:solidFill>
                  </a:rPr>
                  <a:t> </a:t>
                </a:r>
                <a:r>
                  <a:rPr lang="en-US" dirty="0" err="1">
                    <a:solidFill>
                      <a:schemeClr val="accent1">
                        <a:lumMod val="50000"/>
                      </a:schemeClr>
                    </a:solidFill>
                  </a:rPr>
                  <a:t>matriz</a:t>
                </a:r>
                <a:r>
                  <a:rPr lang="en-US" dirty="0">
                    <a:solidFill>
                      <a:schemeClr val="accent1">
                        <a:lumMod val="50000"/>
                      </a:schemeClr>
                    </a:solidFill>
                  </a:rPr>
                  <a:t> de entrada, </a:t>
                </a:r>
                <a14:m>
                  <m:oMath xmlns:m="http://schemas.openxmlformats.org/officeDocument/2006/math">
                    <m:r>
                      <a:rPr lang="es-ES" b="1" i="1" smtClean="0">
                        <a:solidFill>
                          <a:schemeClr val="tx2"/>
                        </a:solidFill>
                        <a:latin typeface="Cambria Math" panose="02040503050406030204" pitchFamily="18" charset="0"/>
                        <a:ea typeface="Cambria Math" panose="02040503050406030204" pitchFamily="18" charset="0"/>
                      </a:rPr>
                      <m:t>𝑿</m:t>
                    </m:r>
                  </m:oMath>
                </a14:m>
                <a:r>
                  <a:rPr lang="en-US" dirty="0">
                    <a:solidFill>
                      <a:schemeClr val="accent1">
                        <a:lumMod val="50000"/>
                      </a:schemeClr>
                    </a:solidFill>
                  </a:rPr>
                  <a:t>, la red </a:t>
                </a:r>
                <a:r>
                  <a:rPr lang="en-US" dirty="0" err="1">
                    <a:solidFill>
                      <a:schemeClr val="accent1">
                        <a:lumMod val="50000"/>
                      </a:schemeClr>
                    </a:solidFill>
                  </a:rPr>
                  <a:t>devolverá</a:t>
                </a:r>
                <a:r>
                  <a:rPr lang="en-US" dirty="0">
                    <a:solidFill>
                      <a:schemeClr val="accent1">
                        <a:lumMod val="50000"/>
                      </a:schemeClr>
                    </a:solidFill>
                  </a:rPr>
                  <a:t> la </a:t>
                </a:r>
                <a:r>
                  <a:rPr lang="en-US" dirty="0" err="1">
                    <a:solidFill>
                      <a:schemeClr val="accent1">
                        <a:lumMod val="50000"/>
                      </a:schemeClr>
                    </a:solidFill>
                  </a:rPr>
                  <a:t>matriz</a:t>
                </a:r>
                <a:r>
                  <a:rPr lang="en-US" dirty="0">
                    <a:solidFill>
                      <a:schemeClr val="accent1">
                        <a:lumMod val="50000"/>
                      </a:schemeClr>
                    </a:solidFill>
                  </a:rPr>
                  <a:t>:</a:t>
                </a:r>
                <a14:m>
                  <m:oMath xmlns:m="http://schemas.openxmlformats.org/officeDocument/2006/math">
                    <m:r>
                      <a:rPr lang="es-ES" b="0" i="0" smtClean="0">
                        <a:solidFill>
                          <a:schemeClr val="tx2"/>
                        </a:solidFill>
                        <a:latin typeface="Cambria Math" panose="02040503050406030204" pitchFamily="18" charset="0"/>
                        <a:ea typeface="Cambria Math" panose="02040503050406030204" pitchFamily="18" charset="0"/>
                      </a:rPr>
                      <m:t> </m:t>
                    </m:r>
                    <m:acc>
                      <m:accPr>
                        <m:chr m:val="̂"/>
                        <m:ctrlPr>
                          <a:rPr lang="es-ES" b="1" i="1">
                            <a:solidFill>
                              <a:schemeClr val="tx2"/>
                            </a:solidFill>
                            <a:latin typeface="Cambria Math" panose="02040503050406030204" pitchFamily="18" charset="0"/>
                            <a:ea typeface="Cambria Math" panose="02040503050406030204" pitchFamily="18" charset="0"/>
                          </a:rPr>
                        </m:ctrlPr>
                      </m:accPr>
                      <m:e>
                        <m:r>
                          <a:rPr lang="es-ES" b="1" i="1" smtClean="0">
                            <a:solidFill>
                              <a:schemeClr val="tx2"/>
                            </a:solidFill>
                            <a:latin typeface="Cambria Math" panose="02040503050406030204" pitchFamily="18" charset="0"/>
                            <a:ea typeface="Cambria Math" panose="02040503050406030204" pitchFamily="18" charset="0"/>
                          </a:rPr>
                          <m:t>𝒀</m:t>
                        </m:r>
                      </m:e>
                    </m:acc>
                    <m:r>
                      <a:rPr lang="es-ES" i="1">
                        <a:solidFill>
                          <a:schemeClr val="tx2"/>
                        </a:solidFill>
                        <a:latin typeface="Cambria Math" panose="02040503050406030204" pitchFamily="18" charset="0"/>
                        <a:ea typeface="Cambria Math" panose="02040503050406030204" pitchFamily="18" charset="0"/>
                      </a:rPr>
                      <m:t>=</m:t>
                    </m:r>
                    <m:d>
                      <m:dPr>
                        <m:begChr m:val="["/>
                        <m:endChr m:val="]"/>
                        <m:ctrlPr>
                          <a:rPr lang="es-ES" i="1">
                            <a:solidFill>
                              <a:schemeClr val="tx2"/>
                            </a:solidFill>
                            <a:latin typeface="Cambria Math" panose="02040503050406030204" pitchFamily="18" charset="0"/>
                            <a:ea typeface="Cambria Math" panose="02040503050406030204" pitchFamily="18" charset="0"/>
                          </a:rPr>
                        </m:ctrlPr>
                      </m:dPr>
                      <m:e>
                        <m:m>
                          <m:mPr>
                            <m:mcs>
                              <m:mc>
                                <m:mcPr>
                                  <m:count m:val="3"/>
                                  <m:mcJc m:val="center"/>
                                </m:mcPr>
                              </m:mc>
                            </m:mcs>
                            <m:ctrlPr>
                              <a:rPr lang="es-ES" i="1">
                                <a:solidFill>
                                  <a:schemeClr val="tx2"/>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sSubSup>
                                      <m:sSubSupPr>
                                        <m:ctrlPr>
                                          <a:rPr lang="es-ES" i="1">
                                            <a:solidFill>
                                              <a:schemeClr val="tx2"/>
                                            </a:solidFill>
                                            <a:latin typeface="Cambria Math" panose="02040503050406030204" pitchFamily="18" charset="0"/>
                                            <a:ea typeface="Cambria Math" panose="02040503050406030204" pitchFamily="18" charset="0"/>
                                          </a:rPr>
                                        </m:ctrlPr>
                                      </m:sSubSupPr>
                                      <m:e>
                                        <m:acc>
                                          <m:accPr>
                                            <m:chr m:val="̂"/>
                                            <m:ctrlPr>
                                              <a:rPr lang="es-ES" b="0" i="1" smtClean="0">
                                                <a:solidFill>
                                                  <a:schemeClr val="tx2"/>
                                                </a:solidFill>
                                                <a:latin typeface="Cambria Math" panose="02040503050406030204" pitchFamily="18" charset="0"/>
                                                <a:ea typeface="Cambria Math" panose="02040503050406030204" pitchFamily="18" charset="0"/>
                                              </a:rPr>
                                            </m:ctrlPr>
                                          </m:accPr>
                                          <m:e>
                                            <m:r>
                                              <a:rPr lang="es-ES" b="0" i="1" smtClean="0">
                                                <a:solidFill>
                                                  <a:schemeClr val="tx2"/>
                                                </a:solidFill>
                                                <a:latin typeface="Cambria Math" panose="02040503050406030204" pitchFamily="18" charset="0"/>
                                                <a:ea typeface="Cambria Math" panose="02040503050406030204" pitchFamily="18" charset="0"/>
                                              </a:rPr>
                                              <m:t>𝑦</m:t>
                                            </m:r>
                                          </m:e>
                                        </m:acc>
                                      </m:e>
                                      <m:sub>
                                        <m:r>
                                          <m:rPr>
                                            <m:brk m:alnAt="7"/>
                                          </m:rPr>
                                          <a:rPr lang="es-ES" i="1">
                                            <a:solidFill>
                                              <a:schemeClr val="tx2"/>
                                            </a:solidFill>
                                            <a:latin typeface="Cambria Math" panose="02040503050406030204" pitchFamily="18" charset="0"/>
                                            <a:ea typeface="Cambria Math" panose="02040503050406030204" pitchFamily="18" charset="0"/>
                                          </a:rPr>
                                          <m:t>1</m:t>
                                        </m:r>
                                      </m:sub>
                                      <m:sup>
                                        <m:r>
                                          <m:rPr>
                                            <m:brk m:alnAt="7"/>
                                          </m:rPr>
                                          <a:rPr lang="es-ES" i="1">
                                            <a:solidFill>
                                              <a:schemeClr val="tx2"/>
                                            </a:solidFill>
                                            <a:latin typeface="Cambria Math" panose="02040503050406030204" pitchFamily="18" charset="0"/>
                                            <a:ea typeface="Cambria Math" panose="02040503050406030204" pitchFamily="18" charset="0"/>
                                          </a:rPr>
                                          <m:t>1</m:t>
                                        </m:r>
                                      </m:sup>
                                    </m:sSubSup>
                                  </m:e>
                                </m:mr>
                                <m:mr>
                                  <m:e>
                                    <m:eqArr>
                                      <m:eqArrPr>
                                        <m:ctrlPr>
                                          <a:rPr lang="es-ES" i="1">
                                            <a:solidFill>
                                              <a:schemeClr val="tx2"/>
                                            </a:solidFill>
                                            <a:latin typeface="Cambria Math" panose="02040503050406030204" pitchFamily="18" charset="0"/>
                                            <a:ea typeface="Cambria Math" panose="02040503050406030204" pitchFamily="18" charset="0"/>
                                          </a:rPr>
                                        </m:ctrlPr>
                                      </m:eqArrPr>
                                      <m:e>
                                        <m:sSubSup>
                                          <m:sSubSupPr>
                                            <m:ctrlPr>
                                              <a:rPr lang="es-ES" i="1">
                                                <a:solidFill>
                                                  <a:schemeClr val="tx2"/>
                                                </a:solidFill>
                                                <a:latin typeface="Cambria Math" panose="02040503050406030204" pitchFamily="18" charset="0"/>
                                                <a:ea typeface="Cambria Math" panose="02040503050406030204" pitchFamily="18" charset="0"/>
                                              </a:rPr>
                                            </m:ctrlPr>
                                          </m:sSubSupPr>
                                          <m:e>
                                            <m:acc>
                                              <m:accPr>
                                                <m:chr m:val="̂"/>
                                                <m:ctrlPr>
                                                  <a:rPr lang="es-ES" i="1">
                                                    <a:solidFill>
                                                      <a:schemeClr val="tx2"/>
                                                    </a:solidFill>
                                                    <a:latin typeface="Cambria Math" panose="02040503050406030204" pitchFamily="18" charset="0"/>
                                                    <a:ea typeface="Cambria Math" panose="02040503050406030204" pitchFamily="18" charset="0"/>
                                                  </a:rPr>
                                                </m:ctrlPr>
                                              </m:accPr>
                                              <m:e>
                                                <m:r>
                                                  <a:rPr lang="es-ES" i="1">
                                                    <a:solidFill>
                                                      <a:schemeClr val="tx2"/>
                                                    </a:solidFill>
                                                    <a:latin typeface="Cambria Math" panose="02040503050406030204" pitchFamily="18" charset="0"/>
                                                    <a:ea typeface="Cambria Math" panose="02040503050406030204" pitchFamily="18" charset="0"/>
                                                  </a:rPr>
                                                  <m:t>𝑦</m:t>
                                                </m:r>
                                              </m:e>
                                            </m:acc>
                                          </m:e>
                                          <m:sub>
                                            <m:r>
                                              <a:rPr lang="es-ES" i="1">
                                                <a:solidFill>
                                                  <a:schemeClr val="tx2"/>
                                                </a:solidFill>
                                                <a:latin typeface="Cambria Math" panose="02040503050406030204" pitchFamily="18" charset="0"/>
                                                <a:ea typeface="Cambria Math" panose="02040503050406030204" pitchFamily="18" charset="0"/>
                                              </a:rPr>
                                              <m:t>2</m:t>
                                            </m:r>
                                          </m:sub>
                                          <m:sup>
                                            <m:r>
                                              <a:rPr lang="es-ES" i="1">
                                                <a:solidFill>
                                                  <a:schemeClr val="tx2"/>
                                                </a:solidFill>
                                                <a:latin typeface="Cambria Math" panose="02040503050406030204" pitchFamily="18" charset="0"/>
                                                <a:ea typeface="Cambria Math" panose="02040503050406030204" pitchFamily="18" charset="0"/>
                                              </a:rPr>
                                              <m:t>1</m:t>
                                            </m:r>
                                          </m:sup>
                                        </m:sSubSup>
                                      </m:e>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r>
                                                <m:rPr>
                                                  <m:brk m:alnAt="7"/>
                                                </m:rPr>
                                                <a:rPr lang="es-ES" i="1">
                                                  <a:solidFill>
                                                    <a:schemeClr val="tx2"/>
                                                  </a:solidFill>
                                                  <a:latin typeface="Cambria Math" panose="02040503050406030204" pitchFamily="18" charset="0"/>
                                                  <a:ea typeface="Cambria Math" panose="02040503050406030204" pitchFamily="18" charset="0"/>
                                                </a:rPr>
                                                <m:t>⋮</m:t>
                                              </m:r>
                                            </m:e>
                                          </m:mr>
                                          <m:mr>
                                            <m:e>
                                              <m:sSubSup>
                                                <m:sSubSupPr>
                                                  <m:ctrlPr>
                                                    <a:rPr lang="es-ES" i="1">
                                                      <a:solidFill>
                                                        <a:schemeClr val="tx2"/>
                                                      </a:solidFill>
                                                      <a:latin typeface="Cambria Math" panose="02040503050406030204" pitchFamily="18" charset="0"/>
                                                      <a:ea typeface="Cambria Math" panose="02040503050406030204" pitchFamily="18" charset="0"/>
                                                    </a:rPr>
                                                  </m:ctrlPr>
                                                </m:sSubSupPr>
                                                <m:e>
                                                  <m:acc>
                                                    <m:accPr>
                                                      <m:chr m:val="̂"/>
                                                      <m:ctrlPr>
                                                        <a:rPr lang="es-ES" i="1">
                                                          <a:solidFill>
                                                            <a:schemeClr val="tx2"/>
                                                          </a:solidFill>
                                                          <a:latin typeface="Cambria Math" panose="02040503050406030204" pitchFamily="18" charset="0"/>
                                                          <a:ea typeface="Cambria Math" panose="02040503050406030204" pitchFamily="18" charset="0"/>
                                                        </a:rPr>
                                                      </m:ctrlPr>
                                                    </m:accPr>
                                                    <m:e>
                                                      <m:r>
                                                        <a:rPr lang="es-ES" i="1">
                                                          <a:solidFill>
                                                            <a:schemeClr val="tx2"/>
                                                          </a:solidFill>
                                                          <a:latin typeface="Cambria Math" panose="02040503050406030204" pitchFamily="18" charset="0"/>
                                                          <a:ea typeface="Cambria Math" panose="02040503050406030204" pitchFamily="18" charset="0"/>
                                                        </a:rPr>
                                                        <m:t>𝑦</m:t>
                                                      </m:r>
                                                    </m:e>
                                                  </m:acc>
                                                </m:e>
                                                <m:sub>
                                                  <m:sSub>
                                                    <m:sSubPr>
                                                      <m:ctrlPr>
                                                        <a:rPr lang="es-ES" i="1">
                                                          <a:solidFill>
                                                            <a:schemeClr val="tx2"/>
                                                          </a:solidFill>
                                                          <a:latin typeface="Cambria Math" panose="02040503050406030204" pitchFamily="18" charset="0"/>
                                                          <a:ea typeface="Cambria Math" panose="02040503050406030204" pitchFamily="18" charset="0"/>
                                                        </a:rPr>
                                                      </m:ctrlPr>
                                                    </m:sSubPr>
                                                    <m:e>
                                                      <m:r>
                                                        <a:rPr lang="es-ES" i="1">
                                                          <a:solidFill>
                                                            <a:schemeClr val="tx2"/>
                                                          </a:solidFill>
                                                          <a:latin typeface="Cambria Math" panose="02040503050406030204" pitchFamily="18" charset="0"/>
                                                          <a:ea typeface="Cambria Math" panose="02040503050406030204" pitchFamily="18" charset="0"/>
                                                        </a:rPr>
                                                        <m:t>𝑛</m:t>
                                                      </m:r>
                                                    </m:e>
                                                    <m:sub>
                                                      <m:r>
                                                        <a:rPr lang="es-ES" b="0" i="1" smtClean="0">
                                                          <a:solidFill>
                                                            <a:schemeClr val="tx2"/>
                                                          </a:solidFill>
                                                          <a:latin typeface="Cambria Math" panose="02040503050406030204" pitchFamily="18" charset="0"/>
                                                          <a:ea typeface="Cambria Math" panose="02040503050406030204" pitchFamily="18" charset="0"/>
                                                        </a:rPr>
                                                        <m:t>𝑦</m:t>
                                                      </m:r>
                                                    </m:sub>
                                                  </m:sSub>
                                                </m:sub>
                                                <m:sup>
                                                  <m:r>
                                                    <a:rPr lang="es-ES" i="1">
                                                      <a:solidFill>
                                                        <a:schemeClr val="tx2"/>
                                                      </a:solidFill>
                                                      <a:latin typeface="Cambria Math" panose="02040503050406030204" pitchFamily="18" charset="0"/>
                                                      <a:ea typeface="Cambria Math" panose="02040503050406030204" pitchFamily="18" charset="0"/>
                                                    </a:rPr>
                                                    <m:t>1</m:t>
                                                  </m:r>
                                                </m:sup>
                                              </m:sSubSup>
                                            </m:e>
                                          </m:mr>
                                        </m:m>
                                      </m:e>
                                    </m:eqArr>
                                  </m:e>
                                </m:mr>
                                <m:mr>
                                  <m:e>
                                    <m:r>
                                      <a:rPr lang="es-ES" i="1">
                                        <a:solidFill>
                                          <a:schemeClr val="tx2"/>
                                        </a:solidFill>
                                        <a:latin typeface="Cambria Math" panose="02040503050406030204" pitchFamily="18" charset="0"/>
                                        <a:ea typeface="Cambria Math" panose="02040503050406030204" pitchFamily="18" charset="0"/>
                                      </a:rPr>
                                      <m:t> </m:t>
                                    </m:r>
                                  </m:e>
                                </m:mr>
                              </m:m>
                            </m:e>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sSubSup>
                                      <m:sSubSupPr>
                                        <m:ctrlPr>
                                          <a:rPr lang="es-ES" i="1">
                                            <a:solidFill>
                                              <a:schemeClr val="tx2"/>
                                            </a:solidFill>
                                            <a:latin typeface="Cambria Math" panose="02040503050406030204" pitchFamily="18" charset="0"/>
                                            <a:ea typeface="Cambria Math" panose="02040503050406030204" pitchFamily="18" charset="0"/>
                                          </a:rPr>
                                        </m:ctrlPr>
                                      </m:sSubSupPr>
                                      <m:e>
                                        <m:acc>
                                          <m:accPr>
                                            <m:chr m:val="̂"/>
                                            <m:ctrlPr>
                                              <a:rPr lang="es-ES" i="1">
                                                <a:solidFill>
                                                  <a:schemeClr val="tx2"/>
                                                </a:solidFill>
                                                <a:latin typeface="Cambria Math" panose="02040503050406030204" pitchFamily="18" charset="0"/>
                                                <a:ea typeface="Cambria Math" panose="02040503050406030204" pitchFamily="18" charset="0"/>
                                              </a:rPr>
                                            </m:ctrlPr>
                                          </m:accPr>
                                          <m:e>
                                            <m:r>
                                              <a:rPr lang="es-ES" i="1">
                                                <a:solidFill>
                                                  <a:schemeClr val="tx2"/>
                                                </a:solidFill>
                                                <a:latin typeface="Cambria Math" panose="02040503050406030204" pitchFamily="18" charset="0"/>
                                                <a:ea typeface="Cambria Math" panose="02040503050406030204" pitchFamily="18" charset="0"/>
                                              </a:rPr>
                                              <m:t>𝑦</m:t>
                                            </m:r>
                                          </m:e>
                                        </m:acc>
                                      </m:e>
                                      <m:sub>
                                        <m:r>
                                          <m:rPr>
                                            <m:brk m:alnAt="7"/>
                                          </m:rPr>
                                          <a:rPr lang="es-ES" i="1">
                                            <a:solidFill>
                                              <a:schemeClr val="tx2"/>
                                            </a:solidFill>
                                            <a:latin typeface="Cambria Math" panose="02040503050406030204" pitchFamily="18" charset="0"/>
                                            <a:ea typeface="Cambria Math" panose="02040503050406030204" pitchFamily="18" charset="0"/>
                                          </a:rPr>
                                          <m:t>1</m:t>
                                        </m:r>
                                      </m:sub>
                                      <m:sup>
                                        <m:r>
                                          <a:rPr lang="es-ES" i="1">
                                            <a:solidFill>
                                              <a:schemeClr val="tx2"/>
                                            </a:solidFill>
                                            <a:latin typeface="Cambria Math" panose="02040503050406030204" pitchFamily="18" charset="0"/>
                                            <a:ea typeface="Cambria Math" panose="02040503050406030204" pitchFamily="18" charset="0"/>
                                          </a:rPr>
                                          <m:t>2</m:t>
                                        </m:r>
                                      </m:sup>
                                    </m:sSubSup>
                                  </m:e>
                                </m:mr>
                                <m:mr>
                                  <m:e>
                                    <m:eqArr>
                                      <m:eqArrPr>
                                        <m:ctrlPr>
                                          <a:rPr lang="es-ES" i="1">
                                            <a:solidFill>
                                              <a:schemeClr val="tx2"/>
                                            </a:solidFill>
                                            <a:latin typeface="Cambria Math" panose="02040503050406030204" pitchFamily="18" charset="0"/>
                                            <a:ea typeface="Cambria Math" panose="02040503050406030204" pitchFamily="18" charset="0"/>
                                          </a:rPr>
                                        </m:ctrlPr>
                                      </m:eqArrPr>
                                      <m:e>
                                        <m:sSubSup>
                                          <m:sSubSupPr>
                                            <m:ctrlPr>
                                              <a:rPr lang="es-ES" i="1">
                                                <a:solidFill>
                                                  <a:schemeClr val="tx2"/>
                                                </a:solidFill>
                                                <a:latin typeface="Cambria Math" panose="02040503050406030204" pitchFamily="18" charset="0"/>
                                                <a:ea typeface="Cambria Math" panose="02040503050406030204" pitchFamily="18" charset="0"/>
                                              </a:rPr>
                                            </m:ctrlPr>
                                          </m:sSubSupPr>
                                          <m:e>
                                            <m:acc>
                                              <m:accPr>
                                                <m:chr m:val="̂"/>
                                                <m:ctrlPr>
                                                  <a:rPr lang="es-ES" i="1">
                                                    <a:solidFill>
                                                      <a:schemeClr val="tx2"/>
                                                    </a:solidFill>
                                                    <a:latin typeface="Cambria Math" panose="02040503050406030204" pitchFamily="18" charset="0"/>
                                                    <a:ea typeface="Cambria Math" panose="02040503050406030204" pitchFamily="18" charset="0"/>
                                                  </a:rPr>
                                                </m:ctrlPr>
                                              </m:accPr>
                                              <m:e>
                                                <m:r>
                                                  <a:rPr lang="es-ES" i="1">
                                                    <a:solidFill>
                                                      <a:schemeClr val="tx2"/>
                                                    </a:solidFill>
                                                    <a:latin typeface="Cambria Math" panose="02040503050406030204" pitchFamily="18" charset="0"/>
                                                    <a:ea typeface="Cambria Math" panose="02040503050406030204" pitchFamily="18" charset="0"/>
                                                  </a:rPr>
                                                  <m:t>𝑦</m:t>
                                                </m:r>
                                              </m:e>
                                            </m:acc>
                                          </m:e>
                                          <m:sub>
                                            <m:r>
                                              <a:rPr lang="es-ES" i="1">
                                                <a:solidFill>
                                                  <a:schemeClr val="tx2"/>
                                                </a:solidFill>
                                                <a:latin typeface="Cambria Math" panose="02040503050406030204" pitchFamily="18" charset="0"/>
                                                <a:ea typeface="Cambria Math" panose="02040503050406030204" pitchFamily="18" charset="0"/>
                                              </a:rPr>
                                              <m:t>2</m:t>
                                            </m:r>
                                          </m:sub>
                                          <m:sup>
                                            <m:r>
                                              <a:rPr lang="es-ES" i="1">
                                                <a:solidFill>
                                                  <a:schemeClr val="tx2"/>
                                                </a:solidFill>
                                                <a:latin typeface="Cambria Math" panose="02040503050406030204" pitchFamily="18" charset="0"/>
                                                <a:ea typeface="Cambria Math" panose="02040503050406030204" pitchFamily="18" charset="0"/>
                                              </a:rPr>
                                              <m:t>2</m:t>
                                            </m:r>
                                          </m:sup>
                                        </m:sSubSup>
                                      </m:e>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r>
                                                <m:rPr>
                                                  <m:brk m:alnAt="7"/>
                                                </m:rPr>
                                                <a:rPr lang="es-ES" i="1">
                                                  <a:solidFill>
                                                    <a:schemeClr val="tx2"/>
                                                  </a:solidFill>
                                                  <a:latin typeface="Cambria Math" panose="02040503050406030204" pitchFamily="18" charset="0"/>
                                                  <a:ea typeface="Cambria Math" panose="02040503050406030204" pitchFamily="18" charset="0"/>
                                                </a:rPr>
                                                <m:t>⋮</m:t>
                                              </m:r>
                                            </m:e>
                                          </m:mr>
                                          <m:mr>
                                            <m:e>
                                              <m:sSubSup>
                                                <m:sSubSupPr>
                                                  <m:ctrlPr>
                                                    <a:rPr lang="es-ES" i="1">
                                                      <a:solidFill>
                                                        <a:schemeClr val="tx2"/>
                                                      </a:solidFill>
                                                      <a:latin typeface="Cambria Math" panose="02040503050406030204" pitchFamily="18" charset="0"/>
                                                      <a:ea typeface="Cambria Math" panose="02040503050406030204" pitchFamily="18" charset="0"/>
                                                    </a:rPr>
                                                  </m:ctrlPr>
                                                </m:sSubSupPr>
                                                <m:e>
                                                  <m:acc>
                                                    <m:accPr>
                                                      <m:chr m:val="̂"/>
                                                      <m:ctrlPr>
                                                        <a:rPr lang="es-ES" i="1">
                                                          <a:solidFill>
                                                            <a:schemeClr val="tx2"/>
                                                          </a:solidFill>
                                                          <a:latin typeface="Cambria Math" panose="02040503050406030204" pitchFamily="18" charset="0"/>
                                                          <a:ea typeface="Cambria Math" panose="02040503050406030204" pitchFamily="18" charset="0"/>
                                                        </a:rPr>
                                                      </m:ctrlPr>
                                                    </m:accPr>
                                                    <m:e>
                                                      <m:r>
                                                        <a:rPr lang="es-ES" i="1">
                                                          <a:solidFill>
                                                            <a:schemeClr val="tx2"/>
                                                          </a:solidFill>
                                                          <a:latin typeface="Cambria Math" panose="02040503050406030204" pitchFamily="18" charset="0"/>
                                                          <a:ea typeface="Cambria Math" panose="02040503050406030204" pitchFamily="18" charset="0"/>
                                                        </a:rPr>
                                                        <m:t>𝑦</m:t>
                                                      </m:r>
                                                    </m:e>
                                                  </m:acc>
                                                </m:e>
                                                <m:sub>
                                                  <m:sSub>
                                                    <m:sSubPr>
                                                      <m:ctrlPr>
                                                        <a:rPr lang="es-ES" i="1">
                                                          <a:solidFill>
                                                            <a:schemeClr val="tx2"/>
                                                          </a:solidFill>
                                                          <a:latin typeface="Cambria Math" panose="02040503050406030204" pitchFamily="18" charset="0"/>
                                                          <a:ea typeface="Cambria Math" panose="02040503050406030204" pitchFamily="18" charset="0"/>
                                                        </a:rPr>
                                                      </m:ctrlPr>
                                                    </m:sSubPr>
                                                    <m:e>
                                                      <m:r>
                                                        <a:rPr lang="es-ES" i="1">
                                                          <a:solidFill>
                                                            <a:schemeClr val="tx2"/>
                                                          </a:solidFill>
                                                          <a:latin typeface="Cambria Math" panose="02040503050406030204" pitchFamily="18" charset="0"/>
                                                          <a:ea typeface="Cambria Math" panose="02040503050406030204" pitchFamily="18" charset="0"/>
                                                        </a:rPr>
                                                        <m:t>𝑛</m:t>
                                                      </m:r>
                                                    </m:e>
                                                    <m:sub>
                                                      <m:r>
                                                        <a:rPr lang="es-ES" b="0" i="1" smtClean="0">
                                                          <a:solidFill>
                                                            <a:schemeClr val="tx2"/>
                                                          </a:solidFill>
                                                          <a:latin typeface="Cambria Math" panose="02040503050406030204" pitchFamily="18" charset="0"/>
                                                          <a:ea typeface="Cambria Math" panose="02040503050406030204" pitchFamily="18" charset="0"/>
                                                        </a:rPr>
                                                        <m:t>𝑦</m:t>
                                                      </m:r>
                                                    </m:sub>
                                                  </m:sSub>
                                                </m:sub>
                                                <m:sup>
                                                  <m:r>
                                                    <a:rPr lang="es-ES" i="1">
                                                      <a:solidFill>
                                                        <a:schemeClr val="tx2"/>
                                                      </a:solidFill>
                                                      <a:latin typeface="Cambria Math" panose="02040503050406030204" pitchFamily="18" charset="0"/>
                                                      <a:ea typeface="Cambria Math" panose="02040503050406030204" pitchFamily="18" charset="0"/>
                                                    </a:rPr>
                                                    <m:t>2</m:t>
                                                  </m:r>
                                                </m:sup>
                                              </m:sSubSup>
                                            </m:e>
                                          </m:mr>
                                        </m:m>
                                      </m:e>
                                    </m:eqArr>
                                  </m:e>
                                </m:mr>
                                <m:mr>
                                  <m:e>
                                    <m:r>
                                      <a:rPr lang="es-ES" i="1">
                                        <a:solidFill>
                                          <a:schemeClr val="tx2"/>
                                        </a:solidFill>
                                        <a:latin typeface="Cambria Math" panose="02040503050406030204" pitchFamily="18" charset="0"/>
                                        <a:ea typeface="Cambria Math" panose="02040503050406030204" pitchFamily="18" charset="0"/>
                                      </a:rPr>
                                      <m:t> </m:t>
                                    </m:r>
                                  </m:e>
                                </m:mr>
                              </m:m>
                            </m:e>
                            <m:e>
                              <m:m>
                                <m:mPr>
                                  <m:mcs>
                                    <m:mc>
                                      <m:mcPr>
                                        <m:count m:val="2"/>
                                        <m:mcJc m:val="center"/>
                                      </m:mcPr>
                                    </m:mc>
                                  </m:mcs>
                                  <m:ctrlPr>
                                    <a:rPr lang="es-ES" i="1">
                                      <a:solidFill>
                                        <a:schemeClr val="tx2"/>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r>
                                                  <m:rPr>
                                                    <m:brk m:alnAt="7"/>
                                                  </m:rPr>
                                                  <a:rPr lang="es-ES" i="1">
                                                    <a:solidFill>
                                                      <a:schemeClr val="tx2"/>
                                                    </a:solidFill>
                                                    <a:latin typeface="Cambria Math" panose="02040503050406030204" pitchFamily="18" charset="0"/>
                                                    <a:ea typeface="Cambria Math" panose="02040503050406030204" pitchFamily="18" charset="0"/>
                                                  </a:rPr>
                                                  <m:t>⋯</m:t>
                                                </m:r>
                                              </m:e>
                                            </m:mr>
                                            <m:mr>
                                              <m:e/>
                                            </m:mr>
                                          </m:m>
                                        </m:e>
                                      </m:mr>
                                      <m:mr>
                                        <m:e/>
                                      </m:mr>
                                      <m:mr>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r>
                                                  <m:rPr>
                                                    <m:brk m:alnAt="7"/>
                                                  </m:rPr>
                                                  <a:rPr lang="es-ES" i="1">
                                                    <a:solidFill>
                                                      <a:schemeClr val="tx2"/>
                                                    </a:solidFill>
                                                    <a:latin typeface="Cambria Math" panose="02040503050406030204" pitchFamily="18" charset="0"/>
                                                    <a:ea typeface="Cambria Math" panose="02040503050406030204" pitchFamily="18" charset="0"/>
                                                  </a:rPr>
                                                  <m:t>⋱</m:t>
                                                </m:r>
                                              </m:e>
                                            </m:mr>
                                            <m:mr>
                                              <m:e>
                                                <m:r>
                                                  <a:rPr lang="es-ES" i="1">
                                                    <a:solidFill>
                                                      <a:schemeClr val="tx2"/>
                                                    </a:solidFill>
                                                    <a:latin typeface="Cambria Math" panose="02040503050406030204" pitchFamily="18" charset="0"/>
                                                    <a:ea typeface="Cambria Math" panose="02040503050406030204" pitchFamily="18" charset="0"/>
                                                  </a:rPr>
                                                  <m:t>⋯</m:t>
                                                </m:r>
                                              </m:e>
                                            </m:mr>
                                          </m:m>
                                        </m:e>
                                      </m:mr>
                                    </m:m>
                                  </m:e>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sSubSup>
                                            <m:sSubSupPr>
                                              <m:ctrlPr>
                                                <a:rPr lang="es-ES" i="1">
                                                  <a:solidFill>
                                                    <a:schemeClr val="tx2"/>
                                                  </a:solidFill>
                                                  <a:latin typeface="Cambria Math" panose="02040503050406030204" pitchFamily="18" charset="0"/>
                                                  <a:ea typeface="Cambria Math" panose="02040503050406030204" pitchFamily="18" charset="0"/>
                                                </a:rPr>
                                              </m:ctrlPr>
                                            </m:sSubSupPr>
                                            <m:e>
                                              <m:acc>
                                                <m:accPr>
                                                  <m:chr m:val="̂"/>
                                                  <m:ctrlPr>
                                                    <a:rPr lang="es-ES" i="1">
                                                      <a:solidFill>
                                                        <a:schemeClr val="tx2"/>
                                                      </a:solidFill>
                                                      <a:latin typeface="Cambria Math" panose="02040503050406030204" pitchFamily="18" charset="0"/>
                                                      <a:ea typeface="Cambria Math" panose="02040503050406030204" pitchFamily="18" charset="0"/>
                                                    </a:rPr>
                                                  </m:ctrlPr>
                                                </m:accPr>
                                                <m:e>
                                                  <m:r>
                                                    <a:rPr lang="es-ES" i="1">
                                                      <a:solidFill>
                                                        <a:schemeClr val="tx2"/>
                                                      </a:solidFill>
                                                      <a:latin typeface="Cambria Math" panose="02040503050406030204" pitchFamily="18" charset="0"/>
                                                      <a:ea typeface="Cambria Math" panose="02040503050406030204" pitchFamily="18" charset="0"/>
                                                    </a:rPr>
                                                    <m:t>𝑦</m:t>
                                                  </m:r>
                                                </m:e>
                                              </m:acc>
                                            </m:e>
                                            <m:sub>
                                              <m:r>
                                                <m:rPr>
                                                  <m:brk m:alnAt="7"/>
                                                </m:rPr>
                                                <a:rPr lang="es-ES" i="1">
                                                  <a:solidFill>
                                                    <a:schemeClr val="tx2"/>
                                                  </a:solidFill>
                                                  <a:latin typeface="Cambria Math" panose="02040503050406030204" pitchFamily="18" charset="0"/>
                                                  <a:ea typeface="Cambria Math" panose="02040503050406030204" pitchFamily="18" charset="0"/>
                                                </a:rPr>
                                                <m:t>1</m:t>
                                              </m:r>
                                            </m:sub>
                                            <m:sup>
                                              <m:r>
                                                <a:rPr lang="es-ES" i="1">
                                                  <a:solidFill>
                                                    <a:schemeClr val="tx2"/>
                                                  </a:solidFill>
                                                  <a:latin typeface="Cambria Math" panose="02040503050406030204" pitchFamily="18" charset="0"/>
                                                  <a:ea typeface="Cambria Math" panose="02040503050406030204" pitchFamily="18" charset="0"/>
                                                </a:rPr>
                                                <m:t>𝑚</m:t>
                                              </m:r>
                                            </m:sup>
                                          </m:sSubSup>
                                        </m:e>
                                      </m:mr>
                                      <m:mr>
                                        <m:e>
                                          <m:eqArr>
                                            <m:eqArrPr>
                                              <m:ctrlPr>
                                                <a:rPr lang="es-ES" i="1">
                                                  <a:solidFill>
                                                    <a:schemeClr val="tx2"/>
                                                  </a:solidFill>
                                                  <a:latin typeface="Cambria Math" panose="02040503050406030204" pitchFamily="18" charset="0"/>
                                                  <a:ea typeface="Cambria Math" panose="02040503050406030204" pitchFamily="18" charset="0"/>
                                                </a:rPr>
                                              </m:ctrlPr>
                                            </m:eqArrPr>
                                            <m:e>
                                              <m:sSubSup>
                                                <m:sSubSupPr>
                                                  <m:ctrlPr>
                                                    <a:rPr lang="es-ES" i="1" smtClean="0">
                                                      <a:solidFill>
                                                        <a:schemeClr val="tx2"/>
                                                      </a:solidFill>
                                                      <a:latin typeface="Cambria Math" panose="02040503050406030204" pitchFamily="18" charset="0"/>
                                                      <a:ea typeface="Cambria Math" panose="02040503050406030204" pitchFamily="18" charset="0"/>
                                                    </a:rPr>
                                                  </m:ctrlPr>
                                                </m:sSubSupPr>
                                                <m:e>
                                                  <m:acc>
                                                    <m:accPr>
                                                      <m:chr m:val="̂"/>
                                                      <m:ctrlPr>
                                                        <a:rPr lang="es-ES" i="1">
                                                          <a:solidFill>
                                                            <a:schemeClr val="tx2"/>
                                                          </a:solidFill>
                                                          <a:latin typeface="Cambria Math" panose="02040503050406030204" pitchFamily="18" charset="0"/>
                                                          <a:ea typeface="Cambria Math" panose="02040503050406030204" pitchFamily="18" charset="0"/>
                                                        </a:rPr>
                                                      </m:ctrlPr>
                                                    </m:accPr>
                                                    <m:e>
                                                      <m:r>
                                                        <a:rPr lang="es-ES" i="1">
                                                          <a:solidFill>
                                                            <a:schemeClr val="tx2"/>
                                                          </a:solidFill>
                                                          <a:latin typeface="Cambria Math" panose="02040503050406030204" pitchFamily="18" charset="0"/>
                                                          <a:ea typeface="Cambria Math" panose="02040503050406030204" pitchFamily="18" charset="0"/>
                                                        </a:rPr>
                                                        <m:t>𝑦</m:t>
                                                      </m:r>
                                                    </m:e>
                                                  </m:acc>
                                                </m:e>
                                                <m:sub>
                                                  <m:r>
                                                    <a:rPr lang="es-ES" i="1">
                                                      <a:solidFill>
                                                        <a:schemeClr val="tx2"/>
                                                      </a:solidFill>
                                                      <a:latin typeface="Cambria Math" panose="02040503050406030204" pitchFamily="18" charset="0"/>
                                                      <a:ea typeface="Cambria Math" panose="02040503050406030204" pitchFamily="18" charset="0"/>
                                                    </a:rPr>
                                                    <m:t>2</m:t>
                                                  </m:r>
                                                </m:sub>
                                                <m:sup>
                                                  <m:r>
                                                    <a:rPr lang="es-ES" i="1">
                                                      <a:solidFill>
                                                        <a:schemeClr val="tx2"/>
                                                      </a:solidFill>
                                                      <a:latin typeface="Cambria Math" panose="02040503050406030204" pitchFamily="18" charset="0"/>
                                                      <a:ea typeface="Cambria Math" panose="02040503050406030204" pitchFamily="18" charset="0"/>
                                                    </a:rPr>
                                                    <m:t>𝑚</m:t>
                                                  </m:r>
                                                </m:sup>
                                              </m:sSubSup>
                                            </m:e>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r>
                                                      <m:rPr>
                                                        <m:brk m:alnAt="7"/>
                                                      </m:rPr>
                                                      <a:rPr lang="es-ES" i="1">
                                                        <a:solidFill>
                                                          <a:schemeClr val="tx2"/>
                                                        </a:solidFill>
                                                        <a:latin typeface="Cambria Math" panose="02040503050406030204" pitchFamily="18" charset="0"/>
                                                        <a:ea typeface="Cambria Math" panose="02040503050406030204" pitchFamily="18" charset="0"/>
                                                      </a:rPr>
                                                      <m:t>⋮</m:t>
                                                    </m:r>
                                                  </m:e>
                                                </m:mr>
                                                <m:mr>
                                                  <m:e>
                                                    <m:sSubSup>
                                                      <m:sSubSupPr>
                                                        <m:ctrlPr>
                                                          <a:rPr lang="es-ES" i="1">
                                                            <a:solidFill>
                                                              <a:schemeClr val="tx2"/>
                                                            </a:solidFill>
                                                            <a:latin typeface="Cambria Math" panose="02040503050406030204" pitchFamily="18" charset="0"/>
                                                            <a:ea typeface="Cambria Math" panose="02040503050406030204" pitchFamily="18" charset="0"/>
                                                          </a:rPr>
                                                        </m:ctrlPr>
                                                      </m:sSubSupPr>
                                                      <m:e>
                                                        <m:acc>
                                                          <m:accPr>
                                                            <m:chr m:val="̂"/>
                                                            <m:ctrlPr>
                                                              <a:rPr lang="es-ES" i="1">
                                                                <a:solidFill>
                                                                  <a:schemeClr val="tx2"/>
                                                                </a:solidFill>
                                                                <a:latin typeface="Cambria Math" panose="02040503050406030204" pitchFamily="18" charset="0"/>
                                                                <a:ea typeface="Cambria Math" panose="02040503050406030204" pitchFamily="18" charset="0"/>
                                                              </a:rPr>
                                                            </m:ctrlPr>
                                                          </m:accPr>
                                                          <m:e>
                                                            <m:r>
                                                              <a:rPr lang="es-ES" i="1">
                                                                <a:solidFill>
                                                                  <a:schemeClr val="tx2"/>
                                                                </a:solidFill>
                                                                <a:latin typeface="Cambria Math" panose="02040503050406030204" pitchFamily="18" charset="0"/>
                                                                <a:ea typeface="Cambria Math" panose="02040503050406030204" pitchFamily="18" charset="0"/>
                                                              </a:rPr>
                                                              <m:t>𝑦</m:t>
                                                            </m:r>
                                                          </m:e>
                                                        </m:acc>
                                                      </m:e>
                                                      <m:sub>
                                                        <m:sSub>
                                                          <m:sSubPr>
                                                            <m:ctrlPr>
                                                              <a:rPr lang="es-ES" i="1">
                                                                <a:solidFill>
                                                                  <a:schemeClr val="tx2"/>
                                                                </a:solidFill>
                                                                <a:latin typeface="Cambria Math" panose="02040503050406030204" pitchFamily="18" charset="0"/>
                                                                <a:ea typeface="Cambria Math" panose="02040503050406030204" pitchFamily="18" charset="0"/>
                                                              </a:rPr>
                                                            </m:ctrlPr>
                                                          </m:sSubPr>
                                                          <m:e>
                                                            <m:r>
                                                              <a:rPr lang="es-ES" i="1">
                                                                <a:solidFill>
                                                                  <a:schemeClr val="tx2"/>
                                                                </a:solidFill>
                                                                <a:latin typeface="Cambria Math" panose="02040503050406030204" pitchFamily="18" charset="0"/>
                                                                <a:ea typeface="Cambria Math" panose="02040503050406030204" pitchFamily="18" charset="0"/>
                                                              </a:rPr>
                                                              <m:t>𝑛</m:t>
                                                            </m:r>
                                                          </m:e>
                                                          <m:sub>
                                                            <m:r>
                                                              <a:rPr lang="es-ES" b="0" i="1" smtClean="0">
                                                                <a:solidFill>
                                                                  <a:schemeClr val="tx2"/>
                                                                </a:solidFill>
                                                                <a:latin typeface="Cambria Math" panose="02040503050406030204" pitchFamily="18" charset="0"/>
                                                                <a:ea typeface="Cambria Math" panose="02040503050406030204" pitchFamily="18" charset="0"/>
                                                              </a:rPr>
                                                              <m:t>𝑦</m:t>
                                                            </m:r>
                                                          </m:sub>
                                                        </m:sSub>
                                                      </m:sub>
                                                      <m:sup>
                                                        <m:r>
                                                          <a:rPr lang="es-ES" i="1">
                                                            <a:solidFill>
                                                              <a:schemeClr val="tx2"/>
                                                            </a:solidFill>
                                                            <a:latin typeface="Cambria Math" panose="02040503050406030204" pitchFamily="18" charset="0"/>
                                                            <a:ea typeface="Cambria Math" panose="02040503050406030204" pitchFamily="18" charset="0"/>
                                                          </a:rPr>
                                                          <m:t>𝑚</m:t>
                                                        </m:r>
                                                      </m:sup>
                                                    </m:sSubSup>
                                                  </m:e>
                                                </m:mr>
                                              </m:m>
                                            </m:e>
                                          </m:eqArr>
                                        </m:e>
                                      </m:mr>
                                      <m:mr>
                                        <m:e>
                                          <m:r>
                                            <a:rPr lang="es-ES" i="1">
                                              <a:solidFill>
                                                <a:schemeClr val="tx2"/>
                                              </a:solidFill>
                                              <a:latin typeface="Cambria Math" panose="02040503050406030204" pitchFamily="18" charset="0"/>
                                              <a:ea typeface="Cambria Math" panose="02040503050406030204" pitchFamily="18" charset="0"/>
                                            </a:rPr>
                                            <m:t> </m:t>
                                          </m:r>
                                        </m:e>
                                      </m:mr>
                                    </m:m>
                                  </m:e>
                                </m:mr>
                              </m:m>
                            </m:e>
                          </m:mr>
                        </m:m>
                      </m:e>
                    </m:d>
                    <m:r>
                      <a:rPr lang="es-ES" i="1">
                        <a:solidFill>
                          <a:schemeClr val="tx2"/>
                        </a:solidFill>
                        <a:latin typeface="Cambria Math" panose="02040503050406030204" pitchFamily="18" charset="0"/>
                        <a:ea typeface="Cambria Math" panose="02040503050406030204" pitchFamily="18" charset="0"/>
                      </a:rPr>
                      <m:t> </m:t>
                    </m:r>
                  </m:oMath>
                </a14:m>
                <a:endParaRPr lang="es-ES" dirty="0">
                  <a:solidFill>
                    <a:schemeClr val="tx2"/>
                  </a:solidFill>
                  <a:ea typeface="Cambria Math" panose="02040503050406030204" pitchFamily="18" charset="0"/>
                </a:endParaRPr>
              </a:p>
              <a:p>
                <a:r>
                  <a:rPr lang="en-US" dirty="0">
                    <a:solidFill>
                      <a:schemeClr val="accent1">
                        <a:lumMod val="50000"/>
                      </a:schemeClr>
                    </a:solidFill>
                  </a:rPr>
                  <a:t>de </a:t>
                </a:r>
                <a:r>
                  <a:rPr lang="en-US" dirty="0" err="1">
                    <a:solidFill>
                      <a:schemeClr val="accent1">
                        <a:lumMod val="50000"/>
                      </a:schemeClr>
                    </a:solidFill>
                  </a:rPr>
                  <a:t>dimensiones</a:t>
                </a:r>
                <a:r>
                  <a:rPr lang="en-US" dirty="0">
                    <a:solidFill>
                      <a:schemeClr val="accent1">
                        <a:lumMod val="50000"/>
                      </a:schemeClr>
                    </a:solidFill>
                  </a:rPr>
                  <a:t> </a:t>
                </a:r>
                <a14:m>
                  <m:oMath xmlns:m="http://schemas.openxmlformats.org/officeDocument/2006/math">
                    <m:d>
                      <m:dPr>
                        <m:ctrlPr>
                          <a:rPr lang="es-ES" i="1" smtClean="0">
                            <a:solidFill>
                              <a:schemeClr val="tx2"/>
                            </a:solidFill>
                            <a:latin typeface="Cambria Math" panose="02040503050406030204" pitchFamily="18" charset="0"/>
                            <a:ea typeface="Cambria Math" panose="02040503050406030204" pitchFamily="18" charset="0"/>
                          </a:rPr>
                        </m:ctrlPr>
                      </m:dPr>
                      <m:e>
                        <m:sSub>
                          <m:sSubPr>
                            <m:ctrlPr>
                              <a:rPr lang="es-ES" b="0" i="1" smtClean="0">
                                <a:solidFill>
                                  <a:schemeClr val="tx2"/>
                                </a:solidFill>
                                <a:latin typeface="Cambria Math" panose="02040503050406030204" pitchFamily="18" charset="0"/>
                                <a:ea typeface="Cambria Math" panose="02040503050406030204" pitchFamily="18" charset="0"/>
                              </a:rPr>
                            </m:ctrlPr>
                          </m:sSubPr>
                          <m:e>
                            <m:r>
                              <a:rPr lang="es-ES" b="0" i="1" smtClean="0">
                                <a:solidFill>
                                  <a:schemeClr val="tx2"/>
                                </a:solidFill>
                                <a:latin typeface="Cambria Math" panose="02040503050406030204" pitchFamily="18" charset="0"/>
                                <a:ea typeface="Cambria Math" panose="02040503050406030204" pitchFamily="18" charset="0"/>
                              </a:rPr>
                              <m:t>𝑛</m:t>
                            </m:r>
                          </m:e>
                          <m:sub>
                            <m:r>
                              <a:rPr lang="es-ES" b="0" i="1" smtClean="0">
                                <a:solidFill>
                                  <a:schemeClr val="tx2"/>
                                </a:solidFill>
                                <a:latin typeface="Cambria Math" panose="02040503050406030204" pitchFamily="18" charset="0"/>
                                <a:ea typeface="Cambria Math" panose="02040503050406030204" pitchFamily="18" charset="0"/>
                              </a:rPr>
                              <m:t>𝑦</m:t>
                            </m:r>
                          </m:sub>
                        </m:sSub>
                        <m:r>
                          <a:rPr lang="es-ES" b="0" i="1" smtClean="0">
                            <a:solidFill>
                              <a:schemeClr val="tx2"/>
                            </a:solidFill>
                            <a:latin typeface="Cambria Math" panose="02040503050406030204" pitchFamily="18" charset="0"/>
                            <a:ea typeface="Cambria Math" panose="02040503050406030204" pitchFamily="18" charset="0"/>
                          </a:rPr>
                          <m:t>×</m:t>
                        </m:r>
                        <m:r>
                          <a:rPr lang="es-ES" b="0" i="1" smtClean="0">
                            <a:solidFill>
                              <a:schemeClr val="tx2"/>
                            </a:solidFill>
                            <a:latin typeface="Cambria Math" panose="02040503050406030204" pitchFamily="18" charset="0"/>
                            <a:ea typeface="Cambria Math" panose="02040503050406030204" pitchFamily="18" charset="0"/>
                          </a:rPr>
                          <m:t>𝑚</m:t>
                        </m:r>
                      </m:e>
                    </m:d>
                  </m:oMath>
                </a14:m>
                <a:r>
                  <a:rPr lang="en-US" dirty="0">
                    <a:solidFill>
                      <a:schemeClr val="accent1">
                        <a:lumMod val="50000"/>
                      </a:schemeClr>
                    </a:solidFill>
                  </a:rPr>
                  <a:t> , </a:t>
                </a:r>
                <a:r>
                  <a:rPr lang="en-US" dirty="0" err="1">
                    <a:solidFill>
                      <a:schemeClr val="accent1">
                        <a:lumMod val="50000"/>
                      </a:schemeClr>
                    </a:solidFill>
                  </a:rPr>
                  <a:t>como</a:t>
                </a:r>
                <a:r>
                  <a:rPr lang="en-US" dirty="0">
                    <a:solidFill>
                      <a:schemeClr val="accent1">
                        <a:lumMod val="50000"/>
                      </a:schemeClr>
                    </a:solidFill>
                  </a:rPr>
                  <a:t> </a:t>
                </a:r>
                <a:r>
                  <a:rPr lang="en-US" dirty="0" err="1">
                    <a:solidFill>
                      <a:schemeClr val="accent1">
                        <a:lumMod val="50000"/>
                      </a:schemeClr>
                    </a:solidFill>
                  </a:rPr>
                  <a:t>salida</a:t>
                </a:r>
                <a:r>
                  <a:rPr lang="en-US" dirty="0">
                    <a:solidFill>
                      <a:schemeClr val="accent1">
                        <a:lumMod val="50000"/>
                      </a:schemeClr>
                    </a:solidFill>
                  </a:rPr>
                  <a:t>. </a:t>
                </a:r>
                <a:r>
                  <a:rPr lang="es-ES" b="1" dirty="0">
                    <a:solidFill>
                      <a:schemeClr val="accent1">
                        <a:lumMod val="50000"/>
                      </a:schemeClr>
                    </a:solidFill>
                  </a:rPr>
                  <a:t>En cada columna hay una predicción.</a:t>
                </a:r>
              </a:p>
            </p:txBody>
          </p:sp>
        </mc:Choice>
        <mc:Fallback xmlns="">
          <p:sp>
            <p:nvSpPr>
              <p:cNvPr id="11" name="CuadroTexto 10">
                <a:extLst>
                  <a:ext uri="{FF2B5EF4-FFF2-40B4-BE49-F238E27FC236}">
                    <a16:creationId xmlns:a16="http://schemas.microsoft.com/office/drawing/2014/main" id="{E4DDE069-5C9B-58AA-3646-931EFD94A7D7}"/>
                  </a:ext>
                </a:extLst>
              </p:cNvPr>
              <p:cNvSpPr txBox="1">
                <a:spLocks noRot="1" noChangeAspect="1" noMove="1" noResize="1" noEditPoints="1" noAdjustHandles="1" noChangeArrowheads="1" noChangeShapeType="1" noTextEdit="1"/>
              </p:cNvSpPr>
              <p:nvPr/>
            </p:nvSpPr>
            <p:spPr>
              <a:xfrm>
                <a:off x="640395" y="4850560"/>
                <a:ext cx="8818940" cy="1687578"/>
              </a:xfrm>
              <a:prstGeom prst="rect">
                <a:avLst/>
              </a:prstGeom>
              <a:blipFill>
                <a:blip r:embed="rId3"/>
                <a:stretch>
                  <a:fillRect l="-553" b="-3610"/>
                </a:stretch>
              </a:blipFill>
            </p:spPr>
            <p:txBody>
              <a:bodyPr/>
              <a:lstStyle/>
              <a:p>
                <a:r>
                  <a:rPr lang="es-ES">
                    <a:noFill/>
                  </a:rPr>
                  <a:t> </a:t>
                </a:r>
              </a:p>
            </p:txBody>
          </p:sp>
        </mc:Fallback>
      </mc:AlternateContent>
      <p:sp>
        <p:nvSpPr>
          <p:cNvPr id="2" name="Rectángulo: esquinas redondeadas 1">
            <a:extLst>
              <a:ext uri="{FF2B5EF4-FFF2-40B4-BE49-F238E27FC236}">
                <a16:creationId xmlns:a16="http://schemas.microsoft.com/office/drawing/2014/main" id="{70F40887-4ACD-987E-2C3F-2577B789FCDF}"/>
              </a:ext>
            </a:extLst>
          </p:cNvPr>
          <p:cNvSpPr/>
          <p:nvPr/>
        </p:nvSpPr>
        <p:spPr>
          <a:xfrm>
            <a:off x="445413" y="4784791"/>
            <a:ext cx="8988725" cy="1736785"/>
          </a:xfrm>
          <a:prstGeom prst="roundRect">
            <a:avLst>
              <a:gd name="adj" fmla="val 1269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Rectángulo: esquinas redondeadas 4">
            <a:extLst>
              <a:ext uri="{FF2B5EF4-FFF2-40B4-BE49-F238E27FC236}">
                <a16:creationId xmlns:a16="http://schemas.microsoft.com/office/drawing/2014/main" id="{D001F31B-1564-898A-D238-E2DB258B3854}"/>
              </a:ext>
            </a:extLst>
          </p:cNvPr>
          <p:cNvSpPr/>
          <p:nvPr/>
        </p:nvSpPr>
        <p:spPr>
          <a:xfrm>
            <a:off x="522776" y="4858856"/>
            <a:ext cx="1673524" cy="333555"/>
          </a:xfrm>
          <a:prstGeom prst="roundRect">
            <a:avLst>
              <a:gd name="adj" fmla="val 3735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b="1" dirty="0">
                <a:solidFill>
                  <a:schemeClr val="accent1">
                    <a:lumMod val="50000"/>
                  </a:schemeClr>
                </a:solidFill>
              </a:rPr>
              <a:t>Matricialmente</a:t>
            </a: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3C58E7EF-586F-650C-7FC7-956D557CF26E}"/>
                  </a:ext>
                </a:extLst>
              </p:cNvPr>
              <p:cNvSpPr txBox="1"/>
              <p:nvPr/>
            </p:nvSpPr>
            <p:spPr>
              <a:xfrm>
                <a:off x="1359538" y="2400193"/>
                <a:ext cx="6096000" cy="147745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tx2"/>
                              </a:solidFill>
                              <a:latin typeface="Cambria Math" panose="02040503050406030204" pitchFamily="18" charset="0"/>
                              <a:ea typeface="Cambria Math" panose="02040503050406030204" pitchFamily="18" charset="0"/>
                            </a:rPr>
                          </m:ctrlPr>
                        </m:sSupPr>
                        <m:e>
                          <m:r>
                            <a:rPr lang="es-ES" b="1" i="1" smtClean="0">
                              <a:solidFill>
                                <a:schemeClr val="tx2"/>
                              </a:solidFill>
                              <a:latin typeface="Cambria Math" panose="02040503050406030204" pitchFamily="18" charset="0"/>
                              <a:ea typeface="Cambria Math" panose="02040503050406030204" pitchFamily="18" charset="0"/>
                            </a:rPr>
                            <m:t>𝒂</m:t>
                          </m:r>
                        </m:e>
                        <m:sup>
                          <m:r>
                            <a:rPr lang="es-ES" b="1" i="1" smtClean="0">
                              <a:solidFill>
                                <a:schemeClr val="tx2"/>
                              </a:solidFill>
                              <a:latin typeface="Cambria Math" panose="02040503050406030204" pitchFamily="18" charset="0"/>
                              <a:ea typeface="Cambria Math" panose="02040503050406030204" pitchFamily="18" charset="0"/>
                            </a:rPr>
                            <m:t>[</m:t>
                          </m:r>
                          <m:r>
                            <a:rPr lang="es-ES" b="1" i="1" smtClean="0">
                              <a:solidFill>
                                <a:schemeClr val="tx2"/>
                              </a:solidFill>
                              <a:latin typeface="Cambria Math" panose="02040503050406030204" pitchFamily="18" charset="0"/>
                              <a:ea typeface="Cambria Math" panose="02040503050406030204" pitchFamily="18" charset="0"/>
                            </a:rPr>
                            <m:t>𝑳</m:t>
                          </m:r>
                          <m:r>
                            <a:rPr lang="es-ES" b="1" i="1" smtClean="0">
                              <a:solidFill>
                                <a:schemeClr val="tx2"/>
                              </a:solidFill>
                              <a:latin typeface="Cambria Math" panose="02040503050406030204" pitchFamily="18" charset="0"/>
                              <a:ea typeface="Cambria Math" panose="02040503050406030204" pitchFamily="18" charset="0"/>
                            </a:rPr>
                            <m:t>]</m:t>
                          </m:r>
                        </m:sup>
                      </m:sSup>
                      <m:r>
                        <a:rPr lang="es-ES" b="1" i="1" smtClean="0">
                          <a:solidFill>
                            <a:schemeClr val="tx2"/>
                          </a:solidFill>
                          <a:latin typeface="Cambria Math" panose="02040503050406030204" pitchFamily="18" charset="0"/>
                          <a:ea typeface="Cambria Math" panose="02040503050406030204" pitchFamily="18" charset="0"/>
                        </a:rPr>
                        <m:t>=</m:t>
                      </m:r>
                      <m:acc>
                        <m:accPr>
                          <m:chr m:val="̂"/>
                          <m:ctrlPr>
                            <a:rPr lang="es-ES" b="1" i="1">
                              <a:solidFill>
                                <a:schemeClr val="tx2"/>
                              </a:solidFill>
                              <a:latin typeface="Cambria Math" panose="02040503050406030204" pitchFamily="18" charset="0"/>
                              <a:ea typeface="Cambria Math" panose="02040503050406030204" pitchFamily="18" charset="0"/>
                            </a:rPr>
                          </m:ctrlPr>
                        </m:accPr>
                        <m:e>
                          <m:r>
                            <a:rPr lang="es-ES" b="1" i="1">
                              <a:solidFill>
                                <a:schemeClr val="tx2"/>
                              </a:solidFill>
                              <a:latin typeface="Cambria Math" panose="02040503050406030204" pitchFamily="18" charset="0"/>
                              <a:ea typeface="Cambria Math" panose="02040503050406030204" pitchFamily="18" charset="0"/>
                            </a:rPr>
                            <m:t>𝒚</m:t>
                          </m:r>
                        </m:e>
                      </m:acc>
                      <m:r>
                        <a:rPr lang="es-ES" i="1">
                          <a:solidFill>
                            <a:schemeClr val="tx2"/>
                          </a:solidFill>
                          <a:latin typeface="Cambria Math" panose="02040503050406030204" pitchFamily="18" charset="0"/>
                          <a:ea typeface="Cambria Math" panose="02040503050406030204" pitchFamily="18" charset="0"/>
                        </a:rPr>
                        <m:t>= </m:t>
                      </m:r>
                      <m:d>
                        <m:dPr>
                          <m:begChr m:val="["/>
                          <m:endChr m:val="]"/>
                          <m:ctrlPr>
                            <a:rPr lang="es-ES" i="1">
                              <a:solidFill>
                                <a:schemeClr val="tx2"/>
                              </a:solidFill>
                              <a:latin typeface="Cambria Math" panose="02040503050406030204" pitchFamily="18" charset="0"/>
                              <a:ea typeface="Cambria Math" panose="02040503050406030204" pitchFamily="18" charset="0"/>
                            </a:rPr>
                          </m:ctrlPr>
                        </m:dPr>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sSub>
                                  <m:sSubPr>
                                    <m:ctrlPr>
                                      <a:rPr lang="es-ES" i="1">
                                        <a:solidFill>
                                          <a:schemeClr val="tx2"/>
                                        </a:solidFill>
                                        <a:latin typeface="Cambria Math" panose="02040503050406030204" pitchFamily="18" charset="0"/>
                                        <a:ea typeface="Cambria Math" panose="02040503050406030204" pitchFamily="18" charset="0"/>
                                      </a:rPr>
                                    </m:ctrlPr>
                                  </m:sSubPr>
                                  <m:e>
                                    <m:acc>
                                      <m:accPr>
                                        <m:chr m:val="̂"/>
                                        <m:ctrlPr>
                                          <a:rPr lang="es-ES" i="1">
                                            <a:solidFill>
                                              <a:schemeClr val="tx2"/>
                                            </a:solidFill>
                                            <a:latin typeface="Cambria Math" panose="02040503050406030204" pitchFamily="18" charset="0"/>
                                            <a:ea typeface="Cambria Math" panose="02040503050406030204" pitchFamily="18" charset="0"/>
                                          </a:rPr>
                                        </m:ctrlPr>
                                      </m:accPr>
                                      <m:e>
                                        <m:r>
                                          <a:rPr lang="es-ES" i="1">
                                            <a:solidFill>
                                              <a:schemeClr val="tx2"/>
                                            </a:solidFill>
                                            <a:latin typeface="Cambria Math" panose="02040503050406030204" pitchFamily="18" charset="0"/>
                                            <a:ea typeface="Cambria Math" panose="02040503050406030204" pitchFamily="18" charset="0"/>
                                          </a:rPr>
                                          <m:t>𝑦</m:t>
                                        </m:r>
                                      </m:e>
                                    </m:acc>
                                  </m:e>
                                  <m:sub>
                                    <m:r>
                                      <m:rPr>
                                        <m:brk m:alnAt="7"/>
                                      </m:rPr>
                                      <a:rPr lang="es-ES" i="1">
                                        <a:solidFill>
                                          <a:schemeClr val="tx2"/>
                                        </a:solidFill>
                                        <a:latin typeface="Cambria Math" panose="02040503050406030204" pitchFamily="18" charset="0"/>
                                        <a:ea typeface="Cambria Math" panose="02040503050406030204" pitchFamily="18" charset="0"/>
                                      </a:rPr>
                                      <m:t>1</m:t>
                                    </m:r>
                                  </m:sub>
                                </m:sSub>
                              </m:e>
                            </m:mr>
                            <m:mr>
                              <m:e>
                                <m:eqArr>
                                  <m:eqArrPr>
                                    <m:ctrlPr>
                                      <a:rPr lang="es-ES" i="1">
                                        <a:solidFill>
                                          <a:schemeClr val="tx2"/>
                                        </a:solidFill>
                                        <a:latin typeface="Cambria Math" panose="02040503050406030204" pitchFamily="18" charset="0"/>
                                        <a:ea typeface="Cambria Math" panose="02040503050406030204" pitchFamily="18" charset="0"/>
                                      </a:rPr>
                                    </m:ctrlPr>
                                  </m:eqArrPr>
                                  <m:e>
                                    <m:sSub>
                                      <m:sSubPr>
                                        <m:ctrlPr>
                                          <a:rPr lang="es-ES" i="1">
                                            <a:solidFill>
                                              <a:schemeClr val="tx2"/>
                                            </a:solidFill>
                                            <a:latin typeface="Cambria Math" panose="02040503050406030204" pitchFamily="18" charset="0"/>
                                            <a:ea typeface="Cambria Math" panose="02040503050406030204" pitchFamily="18" charset="0"/>
                                          </a:rPr>
                                        </m:ctrlPr>
                                      </m:sSubPr>
                                      <m:e>
                                        <m:acc>
                                          <m:accPr>
                                            <m:chr m:val="̂"/>
                                            <m:ctrlPr>
                                              <a:rPr lang="es-ES" i="1">
                                                <a:solidFill>
                                                  <a:schemeClr val="tx2"/>
                                                </a:solidFill>
                                                <a:latin typeface="Cambria Math" panose="02040503050406030204" pitchFamily="18" charset="0"/>
                                                <a:ea typeface="Cambria Math" panose="02040503050406030204" pitchFamily="18" charset="0"/>
                                              </a:rPr>
                                            </m:ctrlPr>
                                          </m:accPr>
                                          <m:e>
                                            <m:r>
                                              <a:rPr lang="es-ES" i="1">
                                                <a:solidFill>
                                                  <a:schemeClr val="tx2"/>
                                                </a:solidFill>
                                                <a:latin typeface="Cambria Math" panose="02040503050406030204" pitchFamily="18" charset="0"/>
                                                <a:ea typeface="Cambria Math" panose="02040503050406030204" pitchFamily="18" charset="0"/>
                                              </a:rPr>
                                              <m:t>𝑦</m:t>
                                            </m:r>
                                          </m:e>
                                        </m:acc>
                                      </m:e>
                                      <m:sub>
                                        <m:r>
                                          <a:rPr lang="es-ES" i="1">
                                            <a:solidFill>
                                              <a:schemeClr val="tx2"/>
                                            </a:solidFill>
                                            <a:latin typeface="Cambria Math" panose="02040503050406030204" pitchFamily="18" charset="0"/>
                                            <a:ea typeface="Cambria Math" panose="02040503050406030204" pitchFamily="18" charset="0"/>
                                          </a:rPr>
                                          <m:t>2</m:t>
                                        </m:r>
                                      </m:sub>
                                    </m:sSub>
                                  </m:e>
                                  <m:e>
                                    <m:m>
                                      <m:mPr>
                                        <m:mcs>
                                          <m:mc>
                                            <m:mcPr>
                                              <m:count m:val="1"/>
                                              <m:mcJc m:val="center"/>
                                            </m:mcPr>
                                          </m:mc>
                                        </m:mcs>
                                        <m:ctrlPr>
                                          <a:rPr lang="es-ES" i="1">
                                            <a:solidFill>
                                              <a:schemeClr val="tx2"/>
                                            </a:solidFill>
                                            <a:latin typeface="Cambria Math" panose="02040503050406030204" pitchFamily="18" charset="0"/>
                                            <a:ea typeface="Cambria Math" panose="02040503050406030204" pitchFamily="18" charset="0"/>
                                          </a:rPr>
                                        </m:ctrlPr>
                                      </m:mPr>
                                      <m:mr>
                                        <m:e>
                                          <m:r>
                                            <m:rPr>
                                              <m:brk m:alnAt="7"/>
                                            </m:rPr>
                                            <a:rPr lang="es-ES" i="1">
                                              <a:solidFill>
                                                <a:schemeClr val="tx2"/>
                                              </a:solidFill>
                                              <a:latin typeface="Cambria Math" panose="02040503050406030204" pitchFamily="18" charset="0"/>
                                              <a:ea typeface="Cambria Math" panose="02040503050406030204" pitchFamily="18" charset="0"/>
                                            </a:rPr>
                                            <m:t>⋮</m:t>
                                          </m:r>
                                        </m:e>
                                      </m:mr>
                                      <m:mr>
                                        <m:e>
                                          <m:sSub>
                                            <m:sSubPr>
                                              <m:ctrlPr>
                                                <a:rPr lang="es-ES" i="1">
                                                  <a:solidFill>
                                                    <a:schemeClr val="tx2"/>
                                                  </a:solidFill>
                                                  <a:latin typeface="Cambria Math" panose="02040503050406030204" pitchFamily="18" charset="0"/>
                                                  <a:ea typeface="Cambria Math" panose="02040503050406030204" pitchFamily="18" charset="0"/>
                                                </a:rPr>
                                              </m:ctrlPr>
                                            </m:sSubPr>
                                            <m:e>
                                              <m:acc>
                                                <m:accPr>
                                                  <m:chr m:val="̂"/>
                                                  <m:ctrlPr>
                                                    <a:rPr lang="es-ES" i="1">
                                                      <a:solidFill>
                                                        <a:schemeClr val="tx2"/>
                                                      </a:solidFill>
                                                      <a:latin typeface="Cambria Math" panose="02040503050406030204" pitchFamily="18" charset="0"/>
                                                      <a:ea typeface="Cambria Math" panose="02040503050406030204" pitchFamily="18" charset="0"/>
                                                    </a:rPr>
                                                  </m:ctrlPr>
                                                </m:accPr>
                                                <m:e>
                                                  <m:r>
                                                    <a:rPr lang="es-ES" i="1">
                                                      <a:solidFill>
                                                        <a:schemeClr val="tx2"/>
                                                      </a:solidFill>
                                                      <a:latin typeface="Cambria Math" panose="02040503050406030204" pitchFamily="18" charset="0"/>
                                                      <a:ea typeface="Cambria Math" panose="02040503050406030204" pitchFamily="18" charset="0"/>
                                                    </a:rPr>
                                                    <m:t>𝑦</m:t>
                                                  </m:r>
                                                </m:e>
                                              </m:acc>
                                            </m:e>
                                            <m:sub>
                                              <m:sSub>
                                                <m:sSubPr>
                                                  <m:ctrlPr>
                                                    <a:rPr lang="es-ES" b="0" i="1" smtClean="0">
                                                      <a:solidFill>
                                                        <a:schemeClr val="tx2"/>
                                                      </a:solidFill>
                                                      <a:latin typeface="Cambria Math" panose="02040503050406030204" pitchFamily="18" charset="0"/>
                                                      <a:ea typeface="Cambria Math" panose="02040503050406030204" pitchFamily="18" charset="0"/>
                                                    </a:rPr>
                                                  </m:ctrlPr>
                                                </m:sSubPr>
                                                <m:e>
                                                  <m:r>
                                                    <a:rPr lang="es-ES" i="1">
                                                      <a:solidFill>
                                                        <a:schemeClr val="tx2"/>
                                                      </a:solidFill>
                                                      <a:latin typeface="Cambria Math" panose="02040503050406030204" pitchFamily="18" charset="0"/>
                                                      <a:ea typeface="Cambria Math" panose="02040503050406030204" pitchFamily="18" charset="0"/>
                                                    </a:rPr>
                                                    <m:t>𝑛</m:t>
                                                  </m:r>
                                                </m:e>
                                                <m:sub>
                                                  <m:r>
                                                    <a:rPr lang="es-ES" b="0" i="1" smtClean="0">
                                                      <a:solidFill>
                                                        <a:schemeClr val="tx2"/>
                                                      </a:solidFill>
                                                      <a:latin typeface="Cambria Math" panose="02040503050406030204" pitchFamily="18" charset="0"/>
                                                      <a:ea typeface="Cambria Math" panose="02040503050406030204" pitchFamily="18" charset="0"/>
                                                    </a:rPr>
                                                    <m:t>𝑦</m:t>
                                                  </m:r>
                                                </m:sub>
                                              </m:sSub>
                                            </m:sub>
                                          </m:sSub>
                                        </m:e>
                                      </m:mr>
                                    </m:m>
                                  </m:e>
                                </m:eqArr>
                              </m:e>
                            </m:mr>
                            <m:mr>
                              <m:e>
                                <m:r>
                                  <a:rPr lang="es-ES" i="1">
                                    <a:solidFill>
                                      <a:schemeClr val="tx2"/>
                                    </a:solidFill>
                                    <a:latin typeface="Cambria Math" panose="02040503050406030204" pitchFamily="18" charset="0"/>
                                    <a:ea typeface="Cambria Math" panose="02040503050406030204" pitchFamily="18" charset="0"/>
                                  </a:rPr>
                                  <m:t> </m:t>
                                </m:r>
                              </m:e>
                            </m:mr>
                          </m:m>
                        </m:e>
                      </m:d>
                      <m:r>
                        <a:rPr lang="es-ES" b="0" i="1" smtClean="0">
                          <a:solidFill>
                            <a:schemeClr val="tx2"/>
                          </a:solidFill>
                          <a:latin typeface="Cambria Math" panose="02040503050406030204" pitchFamily="18" charset="0"/>
                          <a:ea typeface="Cambria Math" panose="02040503050406030204" pitchFamily="18" charset="0"/>
                        </a:rPr>
                        <m:t>=</m:t>
                      </m:r>
                      <m:d>
                        <m:dPr>
                          <m:begChr m:val="["/>
                          <m:endChr m:val="]"/>
                          <m:ctrlPr>
                            <a:rPr lang="es-ES" b="0" i="1" smtClean="0">
                              <a:solidFill>
                                <a:schemeClr val="tx2"/>
                              </a:solidFill>
                              <a:latin typeface="Cambria Math" panose="02040503050406030204" pitchFamily="18" charset="0"/>
                              <a:ea typeface="Cambria Math" panose="02040503050406030204" pitchFamily="18" charset="0"/>
                            </a:rPr>
                          </m:ctrlPr>
                        </m:dPr>
                        <m:e>
                          <m:m>
                            <m:mPr>
                              <m:mcs>
                                <m:mc>
                                  <m:mcPr>
                                    <m:count m:val="1"/>
                                    <m:mcJc m:val="center"/>
                                  </m:mcPr>
                                </m:mc>
                              </m:mcs>
                              <m:ctrlPr>
                                <a:rPr lang="es-ES" b="0" i="1" smtClean="0">
                                  <a:solidFill>
                                    <a:schemeClr val="tx2"/>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b="0" i="1" smtClean="0">
                                        <a:solidFill>
                                          <a:schemeClr val="tx2"/>
                                        </a:solidFill>
                                        <a:latin typeface="Cambria Math" panose="02040503050406030204" pitchFamily="18" charset="0"/>
                                        <a:ea typeface="Cambria Math" panose="02040503050406030204" pitchFamily="18" charset="0"/>
                                      </a:rPr>
                                    </m:ctrlPr>
                                  </m:mPr>
                                  <m:mr>
                                    <m:e>
                                      <m:sSubSup>
                                        <m:sSubSupPr>
                                          <m:ctrlPr>
                                            <a:rPr lang="es-ES" b="0" i="1" smtClean="0">
                                              <a:solidFill>
                                                <a:schemeClr val="tx2"/>
                                              </a:solidFill>
                                              <a:latin typeface="Cambria Math" panose="02040503050406030204" pitchFamily="18" charset="0"/>
                                              <a:ea typeface="Cambria Math" panose="02040503050406030204" pitchFamily="18" charset="0"/>
                                            </a:rPr>
                                          </m:ctrlPr>
                                        </m:sSubSupPr>
                                        <m:e>
                                          <m:r>
                                            <m:rPr>
                                              <m:brk m:alnAt="7"/>
                                            </m:rPr>
                                            <a:rPr lang="es-ES" b="0" i="1" smtClean="0">
                                              <a:solidFill>
                                                <a:schemeClr val="tx2"/>
                                              </a:solidFill>
                                              <a:latin typeface="Cambria Math" panose="02040503050406030204" pitchFamily="18" charset="0"/>
                                              <a:ea typeface="Cambria Math" panose="02040503050406030204" pitchFamily="18" charset="0"/>
                                            </a:rPr>
                                            <m:t>𝑎</m:t>
                                          </m:r>
                                        </m:e>
                                        <m:sub>
                                          <m:r>
                                            <m:rPr>
                                              <m:brk m:alnAt="7"/>
                                            </m:rPr>
                                            <a:rPr lang="es-ES" b="0" i="1" smtClean="0">
                                              <a:solidFill>
                                                <a:schemeClr val="tx2"/>
                                              </a:solidFill>
                                              <a:latin typeface="Cambria Math" panose="02040503050406030204" pitchFamily="18" charset="0"/>
                                              <a:ea typeface="Cambria Math" panose="02040503050406030204" pitchFamily="18" charset="0"/>
                                            </a:rPr>
                                            <m:t>1</m:t>
                                          </m:r>
                                        </m:sub>
                                        <m:sup>
                                          <m:r>
                                            <a:rPr lang="es-ES" b="0" i="1" smtClean="0">
                                              <a:solidFill>
                                                <a:schemeClr val="tx2"/>
                                              </a:solidFill>
                                              <a:latin typeface="Cambria Math" panose="02040503050406030204" pitchFamily="18" charset="0"/>
                                              <a:ea typeface="Cambria Math" panose="02040503050406030204" pitchFamily="18" charset="0"/>
                                            </a:rPr>
                                            <m:t>[</m:t>
                                          </m:r>
                                          <m:r>
                                            <a:rPr lang="es-ES" b="0" i="1" smtClean="0">
                                              <a:solidFill>
                                                <a:schemeClr val="tx2"/>
                                              </a:solidFill>
                                              <a:latin typeface="Cambria Math" panose="02040503050406030204" pitchFamily="18" charset="0"/>
                                              <a:ea typeface="Cambria Math" panose="02040503050406030204" pitchFamily="18" charset="0"/>
                                            </a:rPr>
                                            <m:t>𝐿</m:t>
                                          </m:r>
                                          <m:r>
                                            <a:rPr lang="es-ES" b="0" i="1" smtClean="0">
                                              <a:solidFill>
                                                <a:schemeClr val="tx2"/>
                                              </a:solidFill>
                                              <a:latin typeface="Cambria Math" panose="02040503050406030204" pitchFamily="18" charset="0"/>
                                              <a:ea typeface="Cambria Math" panose="02040503050406030204" pitchFamily="18" charset="0"/>
                                            </a:rPr>
                                            <m:t>]</m:t>
                                          </m:r>
                                        </m:sup>
                                      </m:sSubSup>
                                    </m:e>
                                  </m:mr>
                                  <m:mr>
                                    <m:e>
                                      <m:sSubSup>
                                        <m:sSubSupPr>
                                          <m:ctrlPr>
                                            <a:rPr lang="es-ES" i="1">
                                              <a:solidFill>
                                                <a:schemeClr val="tx2"/>
                                              </a:solidFill>
                                              <a:latin typeface="Cambria Math" panose="02040503050406030204" pitchFamily="18" charset="0"/>
                                              <a:ea typeface="Cambria Math" panose="02040503050406030204" pitchFamily="18" charset="0"/>
                                            </a:rPr>
                                          </m:ctrlPr>
                                        </m:sSubSupPr>
                                        <m:e>
                                          <m:r>
                                            <m:rPr>
                                              <m:brk m:alnAt="7"/>
                                            </m:rPr>
                                            <a:rPr lang="es-ES" i="1">
                                              <a:solidFill>
                                                <a:schemeClr val="tx2"/>
                                              </a:solidFill>
                                              <a:latin typeface="Cambria Math" panose="02040503050406030204" pitchFamily="18" charset="0"/>
                                              <a:ea typeface="Cambria Math" panose="02040503050406030204" pitchFamily="18" charset="0"/>
                                            </a:rPr>
                                            <m:t>𝑎</m:t>
                                          </m:r>
                                        </m:e>
                                        <m:sub>
                                          <m:r>
                                            <a:rPr lang="es-ES" b="0" i="1" smtClean="0">
                                              <a:solidFill>
                                                <a:schemeClr val="tx2"/>
                                              </a:solidFill>
                                              <a:latin typeface="Cambria Math" panose="02040503050406030204" pitchFamily="18" charset="0"/>
                                              <a:ea typeface="Cambria Math" panose="02040503050406030204" pitchFamily="18" charset="0"/>
                                            </a:rPr>
                                            <m:t>2</m:t>
                                          </m:r>
                                        </m:sub>
                                        <m:sup>
                                          <m:r>
                                            <a:rPr lang="es-ES" i="1">
                                              <a:solidFill>
                                                <a:schemeClr val="tx2"/>
                                              </a:solidFill>
                                              <a:latin typeface="Cambria Math" panose="02040503050406030204" pitchFamily="18" charset="0"/>
                                              <a:ea typeface="Cambria Math" panose="02040503050406030204" pitchFamily="18" charset="0"/>
                                            </a:rPr>
                                            <m:t>[</m:t>
                                          </m:r>
                                          <m:r>
                                            <a:rPr lang="es-ES" b="0" i="1" smtClean="0">
                                              <a:solidFill>
                                                <a:schemeClr val="tx2"/>
                                              </a:solidFill>
                                              <a:latin typeface="Cambria Math" panose="02040503050406030204" pitchFamily="18" charset="0"/>
                                              <a:ea typeface="Cambria Math" panose="02040503050406030204" pitchFamily="18" charset="0"/>
                                            </a:rPr>
                                            <m:t>𝐿</m:t>
                                          </m:r>
                                          <m:r>
                                            <a:rPr lang="es-ES" i="1">
                                              <a:solidFill>
                                                <a:schemeClr val="tx2"/>
                                              </a:solidFill>
                                              <a:latin typeface="Cambria Math" panose="02040503050406030204" pitchFamily="18" charset="0"/>
                                              <a:ea typeface="Cambria Math" panose="02040503050406030204" pitchFamily="18" charset="0"/>
                                            </a:rPr>
                                            <m:t>]</m:t>
                                          </m:r>
                                        </m:sup>
                                      </m:sSubSup>
                                    </m:e>
                                  </m:mr>
                                </m:m>
                              </m:e>
                            </m:mr>
                            <m:mr>
                              <m:e>
                                <m:m>
                                  <m:mPr>
                                    <m:mcs>
                                      <m:mc>
                                        <m:mcPr>
                                          <m:count m:val="1"/>
                                          <m:mcJc m:val="center"/>
                                        </m:mcPr>
                                      </m:mc>
                                    </m:mcs>
                                    <m:ctrlPr>
                                      <a:rPr lang="es-ES" b="0" i="1" smtClean="0">
                                        <a:solidFill>
                                          <a:schemeClr val="tx2"/>
                                        </a:solidFill>
                                        <a:latin typeface="Cambria Math" panose="02040503050406030204" pitchFamily="18" charset="0"/>
                                        <a:ea typeface="Cambria Math" panose="02040503050406030204" pitchFamily="18" charset="0"/>
                                      </a:rPr>
                                    </m:ctrlPr>
                                  </m:mPr>
                                  <m:mr>
                                    <m:e>
                                      <m:r>
                                        <m:rPr>
                                          <m:brk m:alnAt="7"/>
                                        </m:rPr>
                                        <a:rPr lang="es-ES" b="0" i="1" smtClean="0">
                                          <a:solidFill>
                                            <a:schemeClr val="tx2"/>
                                          </a:solidFill>
                                          <a:latin typeface="Cambria Math" panose="02040503050406030204" pitchFamily="18" charset="0"/>
                                          <a:ea typeface="Cambria Math" panose="02040503050406030204" pitchFamily="18" charset="0"/>
                                        </a:rPr>
                                        <m:t>⋮</m:t>
                                      </m:r>
                                    </m:e>
                                  </m:mr>
                                  <m:mr>
                                    <m:e>
                                      <m:sSubSup>
                                        <m:sSubSupPr>
                                          <m:ctrlPr>
                                            <a:rPr lang="es-ES" i="1">
                                              <a:solidFill>
                                                <a:schemeClr val="tx2"/>
                                              </a:solidFill>
                                              <a:latin typeface="Cambria Math" panose="02040503050406030204" pitchFamily="18" charset="0"/>
                                              <a:ea typeface="Cambria Math" panose="02040503050406030204" pitchFamily="18" charset="0"/>
                                            </a:rPr>
                                          </m:ctrlPr>
                                        </m:sSubSupPr>
                                        <m:e>
                                          <m:r>
                                            <m:rPr>
                                              <m:brk m:alnAt="7"/>
                                            </m:rPr>
                                            <a:rPr lang="es-ES" i="1">
                                              <a:solidFill>
                                                <a:schemeClr val="tx2"/>
                                              </a:solidFill>
                                              <a:latin typeface="Cambria Math" panose="02040503050406030204" pitchFamily="18" charset="0"/>
                                              <a:ea typeface="Cambria Math" panose="02040503050406030204" pitchFamily="18" charset="0"/>
                                            </a:rPr>
                                            <m:t>𝑎</m:t>
                                          </m:r>
                                        </m:e>
                                        <m:sub>
                                          <m:sSup>
                                            <m:sSupPr>
                                              <m:ctrlPr>
                                                <a:rPr lang="es-ES" b="0" i="1" smtClean="0">
                                                  <a:solidFill>
                                                    <a:schemeClr val="tx2"/>
                                                  </a:solidFill>
                                                  <a:latin typeface="Cambria Math" panose="02040503050406030204" pitchFamily="18" charset="0"/>
                                                  <a:ea typeface="Cambria Math" panose="02040503050406030204" pitchFamily="18" charset="0"/>
                                                </a:rPr>
                                              </m:ctrlPr>
                                            </m:sSupPr>
                                            <m:e>
                                              <m:r>
                                                <a:rPr lang="es-ES" b="0" i="1" smtClean="0">
                                                  <a:solidFill>
                                                    <a:schemeClr val="tx2"/>
                                                  </a:solidFill>
                                                  <a:latin typeface="Cambria Math" panose="02040503050406030204" pitchFamily="18" charset="0"/>
                                                  <a:ea typeface="Cambria Math" panose="02040503050406030204" pitchFamily="18" charset="0"/>
                                                </a:rPr>
                                                <m:t>𝑛</m:t>
                                              </m:r>
                                            </m:e>
                                            <m:sup>
                                              <m:r>
                                                <a:rPr lang="es-ES" b="0" i="1" smtClean="0">
                                                  <a:solidFill>
                                                    <a:schemeClr val="tx2"/>
                                                  </a:solidFill>
                                                  <a:latin typeface="Cambria Math" panose="02040503050406030204" pitchFamily="18" charset="0"/>
                                                  <a:ea typeface="Cambria Math" panose="02040503050406030204" pitchFamily="18" charset="0"/>
                                                </a:rPr>
                                                <m:t>[</m:t>
                                              </m:r>
                                              <m:r>
                                                <a:rPr lang="es-ES" b="0" i="1" smtClean="0">
                                                  <a:solidFill>
                                                    <a:schemeClr val="tx2"/>
                                                  </a:solidFill>
                                                  <a:latin typeface="Cambria Math" panose="02040503050406030204" pitchFamily="18" charset="0"/>
                                                  <a:ea typeface="Cambria Math" panose="02040503050406030204" pitchFamily="18" charset="0"/>
                                                </a:rPr>
                                                <m:t>𝐿</m:t>
                                              </m:r>
                                              <m:r>
                                                <a:rPr lang="es-ES" b="0" i="1" smtClean="0">
                                                  <a:solidFill>
                                                    <a:schemeClr val="tx2"/>
                                                  </a:solidFill>
                                                  <a:latin typeface="Cambria Math" panose="02040503050406030204" pitchFamily="18" charset="0"/>
                                                  <a:ea typeface="Cambria Math" panose="02040503050406030204" pitchFamily="18" charset="0"/>
                                                </a:rPr>
                                                <m:t>]</m:t>
                                              </m:r>
                                            </m:sup>
                                          </m:sSup>
                                        </m:sub>
                                        <m:sup>
                                          <m:r>
                                            <a:rPr lang="es-ES" i="1">
                                              <a:solidFill>
                                                <a:schemeClr val="tx2"/>
                                              </a:solidFill>
                                              <a:latin typeface="Cambria Math" panose="02040503050406030204" pitchFamily="18" charset="0"/>
                                              <a:ea typeface="Cambria Math" panose="02040503050406030204" pitchFamily="18" charset="0"/>
                                            </a:rPr>
                                            <m:t>[</m:t>
                                          </m:r>
                                          <m:r>
                                            <a:rPr lang="es-ES" b="0" i="1" smtClean="0">
                                              <a:solidFill>
                                                <a:schemeClr val="tx2"/>
                                              </a:solidFill>
                                              <a:latin typeface="Cambria Math" panose="02040503050406030204" pitchFamily="18" charset="0"/>
                                              <a:ea typeface="Cambria Math" panose="02040503050406030204" pitchFamily="18" charset="0"/>
                                            </a:rPr>
                                            <m:t>𝐿</m:t>
                                          </m:r>
                                          <m:r>
                                            <a:rPr lang="es-ES" i="1">
                                              <a:solidFill>
                                                <a:schemeClr val="tx2"/>
                                              </a:solidFill>
                                              <a:latin typeface="Cambria Math" panose="02040503050406030204" pitchFamily="18" charset="0"/>
                                              <a:ea typeface="Cambria Math" panose="02040503050406030204" pitchFamily="18" charset="0"/>
                                            </a:rPr>
                                            <m:t>]</m:t>
                                          </m:r>
                                        </m:sup>
                                      </m:sSubSup>
                                    </m:e>
                                  </m:mr>
                                </m:m>
                              </m:e>
                            </m:mr>
                          </m:m>
                        </m:e>
                      </m:d>
                    </m:oMath>
                  </m:oMathPara>
                </a14:m>
                <a:endParaRPr lang="es-ES" dirty="0"/>
              </a:p>
            </p:txBody>
          </p:sp>
        </mc:Choice>
        <mc:Fallback xmlns="">
          <p:sp>
            <p:nvSpPr>
              <p:cNvPr id="8" name="CuadroTexto 7">
                <a:extLst>
                  <a:ext uri="{FF2B5EF4-FFF2-40B4-BE49-F238E27FC236}">
                    <a16:creationId xmlns:a16="http://schemas.microsoft.com/office/drawing/2014/main" id="{3C58E7EF-586F-650C-7FC7-956D557CF26E}"/>
                  </a:ext>
                </a:extLst>
              </p:cNvPr>
              <p:cNvSpPr txBox="1">
                <a:spLocks noRot="1" noChangeAspect="1" noMove="1" noResize="1" noEditPoints="1" noAdjustHandles="1" noChangeArrowheads="1" noChangeShapeType="1" noTextEdit="1"/>
              </p:cNvSpPr>
              <p:nvPr/>
            </p:nvSpPr>
            <p:spPr>
              <a:xfrm>
                <a:off x="1359538" y="2400193"/>
                <a:ext cx="6096000" cy="1477456"/>
              </a:xfrm>
              <a:prstGeom prst="rect">
                <a:avLst/>
              </a:prstGeom>
              <a:blipFill>
                <a:blip r:embed="rId4"/>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9964822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A6E7F-3897-AD81-E8C4-551530E4009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3" name="Rectángulo: esquinas redondeadas 102">
                <a:extLst>
                  <a:ext uri="{FF2B5EF4-FFF2-40B4-BE49-F238E27FC236}">
                    <a16:creationId xmlns:a16="http://schemas.microsoft.com/office/drawing/2014/main" id="{E51B0978-78CD-34B7-7AC7-09D09024AD71}"/>
                  </a:ext>
                </a:extLst>
              </p:cNvPr>
              <p:cNvSpPr/>
              <p:nvPr/>
            </p:nvSpPr>
            <p:spPr>
              <a:xfrm>
                <a:off x="3034380" y="1468009"/>
                <a:ext cx="986285" cy="3953021"/>
              </a:xfrm>
              <a:prstGeom prst="roundRect">
                <a:avLst/>
              </a:prstGeom>
              <a:solidFill>
                <a:schemeClr val="accent1">
                  <a:lumMod val="40000"/>
                  <a:lumOff val="6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lIns="72000" rIns="0" rtlCol="0" anchor="t" anchorCtr="0"/>
              <a:lstStyle/>
              <a:p>
                <a:pPr algn="ct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dirty="0"/>
              </a:p>
            </p:txBody>
          </p:sp>
        </mc:Choice>
        <mc:Fallback xmlns="">
          <p:sp>
            <p:nvSpPr>
              <p:cNvPr id="103" name="Rectángulo: esquinas redondeadas 102">
                <a:extLst>
                  <a:ext uri="{FF2B5EF4-FFF2-40B4-BE49-F238E27FC236}">
                    <a16:creationId xmlns:a16="http://schemas.microsoft.com/office/drawing/2014/main" id="{E51B0978-78CD-34B7-7AC7-09D09024AD71}"/>
                  </a:ext>
                </a:extLst>
              </p:cNvPr>
              <p:cNvSpPr>
                <a:spLocks noRot="1" noChangeAspect="1" noMove="1" noResize="1" noEditPoints="1" noAdjustHandles="1" noChangeArrowheads="1" noChangeShapeType="1" noTextEdit="1"/>
              </p:cNvSpPr>
              <p:nvPr/>
            </p:nvSpPr>
            <p:spPr>
              <a:xfrm>
                <a:off x="3034380" y="1468009"/>
                <a:ext cx="986285" cy="3953021"/>
              </a:xfrm>
              <a:prstGeom prst="roundRect">
                <a:avLst/>
              </a:prstGeom>
              <a:blipFill>
                <a:blip r:embed="rId2"/>
                <a:stretch>
                  <a:fillRect l="-3049" r="-3049"/>
                </a:stretch>
              </a:blipFill>
            </p:spPr>
            <p:txBody>
              <a:bodyPr/>
              <a:lstStyle/>
              <a:p>
                <a:r>
                  <a:rPr lang="es-ES">
                    <a:noFill/>
                  </a:rPr>
                  <a:t> </a:t>
                </a:r>
              </a:p>
            </p:txBody>
          </p:sp>
        </mc:Fallback>
      </mc:AlternateContent>
      <p:sp>
        <p:nvSpPr>
          <p:cNvPr id="3" name="CuadroTexto 2">
            <a:extLst>
              <a:ext uri="{FF2B5EF4-FFF2-40B4-BE49-F238E27FC236}">
                <a16:creationId xmlns:a16="http://schemas.microsoft.com/office/drawing/2014/main" id="{0668AAD9-B7B5-4C43-FBCA-8A39C8FA6A74}"/>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7" name="CuadroTexto 6">
            <a:extLst>
              <a:ext uri="{FF2B5EF4-FFF2-40B4-BE49-F238E27FC236}">
                <a16:creationId xmlns:a16="http://schemas.microsoft.com/office/drawing/2014/main" id="{0F2B4650-CD84-4A57-CAAA-01279793CB4F}"/>
              </a:ext>
            </a:extLst>
          </p:cNvPr>
          <p:cNvSpPr txBox="1"/>
          <p:nvPr/>
        </p:nvSpPr>
        <p:spPr>
          <a:xfrm>
            <a:off x="214040" y="447385"/>
            <a:ext cx="11098066" cy="553998"/>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dirty="0" err="1">
                <a:solidFill>
                  <a:schemeClr val="accent1">
                    <a:lumMod val="50000"/>
                  </a:schemeClr>
                </a:solidFill>
              </a:rPr>
              <a:t>Notación</a:t>
            </a:r>
            <a:r>
              <a:rPr lang="en-US" sz="2000" dirty="0">
                <a:solidFill>
                  <a:schemeClr val="accent1">
                    <a:lumMod val="50000"/>
                  </a:schemeClr>
                </a:solidFill>
              </a:rPr>
              <a:t> III. Red neuronal de </a:t>
            </a:r>
            <a:r>
              <a:rPr lang="en-US" sz="2000" dirty="0" smtClean="0">
                <a:solidFill>
                  <a:schemeClr val="accent1">
                    <a:lumMod val="50000"/>
                  </a:schemeClr>
                </a:solidFill>
              </a:rPr>
              <a:t>L </a:t>
            </a:r>
            <a:r>
              <a:rPr lang="en-US" sz="2000" dirty="0" err="1">
                <a:solidFill>
                  <a:schemeClr val="accent1">
                    <a:lumMod val="50000"/>
                  </a:schemeClr>
                </a:solidFill>
              </a:rPr>
              <a:t>capas</a:t>
            </a:r>
            <a:r>
              <a:rPr lang="en-US" sz="2000" dirty="0">
                <a:solidFill>
                  <a:schemeClr val="accent1">
                    <a:lumMod val="50000"/>
                  </a:schemeClr>
                </a:solidFill>
              </a:rPr>
              <a:t>.</a:t>
            </a:r>
          </a:p>
        </p:txBody>
      </p:sp>
      <p:cxnSp>
        <p:nvCxnSpPr>
          <p:cNvPr id="55" name="Conector recto 54">
            <a:extLst>
              <a:ext uri="{FF2B5EF4-FFF2-40B4-BE49-F238E27FC236}">
                <a16:creationId xmlns:a16="http://schemas.microsoft.com/office/drawing/2014/main" id="{D76600EF-303B-72A3-95F9-FD34443F633A}"/>
              </a:ext>
            </a:extLst>
          </p:cNvPr>
          <p:cNvCxnSpPr>
            <a:cxnSpLocks/>
            <a:stCxn id="52" idx="6"/>
            <a:endCxn id="109" idx="2"/>
          </p:cNvCxnSpPr>
          <p:nvPr/>
        </p:nvCxnSpPr>
        <p:spPr>
          <a:xfrm>
            <a:off x="6679844" y="3102520"/>
            <a:ext cx="1312156" cy="99942"/>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49EA6553-F56D-2F34-BF37-128621FE4501}"/>
              </a:ext>
            </a:extLst>
          </p:cNvPr>
          <p:cNvCxnSpPr>
            <a:cxnSpLocks/>
            <a:stCxn id="61" idx="6"/>
            <a:endCxn id="19" idx="2"/>
          </p:cNvCxnSpPr>
          <p:nvPr/>
        </p:nvCxnSpPr>
        <p:spPr>
          <a:xfrm>
            <a:off x="832172" y="2646725"/>
            <a:ext cx="1265653" cy="2146806"/>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F13A9E93-C4A0-FDDC-7B06-77E233259301}"/>
              </a:ext>
            </a:extLst>
          </p:cNvPr>
          <p:cNvCxnSpPr>
            <a:cxnSpLocks/>
            <a:stCxn id="61" idx="6"/>
            <a:endCxn id="15" idx="2"/>
          </p:cNvCxnSpPr>
          <p:nvPr/>
        </p:nvCxnSpPr>
        <p:spPr>
          <a:xfrm flipV="1">
            <a:off x="832172" y="2184130"/>
            <a:ext cx="1265653" cy="462595"/>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A581FBFA-1201-EA29-AF9D-7673F47E2B60}"/>
              </a:ext>
            </a:extLst>
          </p:cNvPr>
          <p:cNvCxnSpPr>
            <a:cxnSpLocks/>
            <a:stCxn id="61" idx="6"/>
            <a:endCxn id="16" idx="2"/>
          </p:cNvCxnSpPr>
          <p:nvPr/>
        </p:nvCxnSpPr>
        <p:spPr>
          <a:xfrm>
            <a:off x="832172" y="2646725"/>
            <a:ext cx="1289592" cy="591737"/>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Elipse 14">
                <a:extLst>
                  <a:ext uri="{FF2B5EF4-FFF2-40B4-BE49-F238E27FC236}">
                    <a16:creationId xmlns:a16="http://schemas.microsoft.com/office/drawing/2014/main" id="{10F42AE3-381F-1DDC-F1C8-42E0444B7FFF}"/>
                  </a:ext>
                </a:extLst>
              </p:cNvPr>
              <p:cNvSpPr/>
              <p:nvPr/>
            </p:nvSpPr>
            <p:spPr>
              <a:xfrm>
                <a:off x="2097825" y="1824130"/>
                <a:ext cx="756000" cy="72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5" name="Elipse 14">
                <a:extLst>
                  <a:ext uri="{FF2B5EF4-FFF2-40B4-BE49-F238E27FC236}">
                    <a16:creationId xmlns:a16="http://schemas.microsoft.com/office/drawing/2014/main" id="{10F42AE3-381F-1DDC-F1C8-42E0444B7FFF}"/>
                  </a:ext>
                </a:extLst>
              </p:cNvPr>
              <p:cNvSpPr>
                <a:spLocks noRot="1" noChangeAspect="1" noMove="1" noResize="1" noEditPoints="1" noAdjustHandles="1" noChangeArrowheads="1" noChangeShapeType="1" noTextEdit="1"/>
              </p:cNvSpPr>
              <p:nvPr/>
            </p:nvSpPr>
            <p:spPr>
              <a:xfrm>
                <a:off x="2097825" y="1824130"/>
                <a:ext cx="756000" cy="720000"/>
              </a:xfrm>
              <a:prstGeom prst="ellipse">
                <a:avLst/>
              </a:prstGeom>
              <a:blipFill>
                <a:blip r:embed="rId3"/>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6" name="Elipse 15">
                <a:extLst>
                  <a:ext uri="{FF2B5EF4-FFF2-40B4-BE49-F238E27FC236}">
                    <a16:creationId xmlns:a16="http://schemas.microsoft.com/office/drawing/2014/main" id="{28E4EE2E-0C5B-7F9E-F2B8-6977C4E3DCA1}"/>
                  </a:ext>
                </a:extLst>
              </p:cNvPr>
              <p:cNvSpPr/>
              <p:nvPr/>
            </p:nvSpPr>
            <p:spPr>
              <a:xfrm>
                <a:off x="2121764" y="2878462"/>
                <a:ext cx="756000" cy="72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2</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6" name="Elipse 15">
                <a:extLst>
                  <a:ext uri="{FF2B5EF4-FFF2-40B4-BE49-F238E27FC236}">
                    <a16:creationId xmlns:a16="http://schemas.microsoft.com/office/drawing/2014/main" id="{28E4EE2E-0C5B-7F9E-F2B8-6977C4E3DCA1}"/>
                  </a:ext>
                </a:extLst>
              </p:cNvPr>
              <p:cNvSpPr>
                <a:spLocks noRot="1" noChangeAspect="1" noMove="1" noResize="1" noEditPoints="1" noAdjustHandles="1" noChangeArrowheads="1" noChangeShapeType="1" noTextEdit="1"/>
              </p:cNvSpPr>
              <p:nvPr/>
            </p:nvSpPr>
            <p:spPr>
              <a:xfrm>
                <a:off x="2121764" y="2878462"/>
                <a:ext cx="756000" cy="720000"/>
              </a:xfrm>
              <a:prstGeom prst="ellipse">
                <a:avLst/>
              </a:prstGeom>
              <a:blipFill>
                <a:blip r:embed="rId4"/>
                <a:stretch>
                  <a:fillRect/>
                </a:stretch>
              </a:blipFill>
              <a:ln w="31750">
                <a:solidFill>
                  <a:schemeClr val="accent1">
                    <a:lumMod val="50000"/>
                  </a:schemeClr>
                </a:solidFill>
              </a:ln>
            </p:spPr>
            <p:txBody>
              <a:bodyPr/>
              <a:lstStyle/>
              <a:p>
                <a:r>
                  <a:rPr lang="es-ES">
                    <a:noFill/>
                  </a:rPr>
                  <a:t> </a:t>
                </a:r>
              </a:p>
            </p:txBody>
          </p:sp>
        </mc:Fallback>
      </mc:AlternateContent>
      <p:cxnSp>
        <p:nvCxnSpPr>
          <p:cNvPr id="17" name="Conector recto 16">
            <a:extLst>
              <a:ext uri="{FF2B5EF4-FFF2-40B4-BE49-F238E27FC236}">
                <a16:creationId xmlns:a16="http://schemas.microsoft.com/office/drawing/2014/main" id="{93A1A4EA-8C3C-5DF5-CA49-FD41F229B310}"/>
              </a:ext>
            </a:extLst>
          </p:cNvPr>
          <p:cNvCxnSpPr>
            <a:cxnSpLocks/>
            <a:stCxn id="65" idx="6"/>
            <a:endCxn id="16" idx="2"/>
          </p:cNvCxnSpPr>
          <p:nvPr/>
        </p:nvCxnSpPr>
        <p:spPr>
          <a:xfrm flipV="1">
            <a:off x="832172" y="3238462"/>
            <a:ext cx="1289592" cy="115459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2E22EF93-4D53-ABFB-5B1B-0FBC7187F31D}"/>
              </a:ext>
            </a:extLst>
          </p:cNvPr>
          <p:cNvCxnSpPr>
            <a:cxnSpLocks/>
            <a:stCxn id="65" idx="6"/>
            <a:endCxn id="15" idx="2"/>
          </p:cNvCxnSpPr>
          <p:nvPr/>
        </p:nvCxnSpPr>
        <p:spPr>
          <a:xfrm flipV="1">
            <a:off x="832172" y="2184130"/>
            <a:ext cx="1265653" cy="2208922"/>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Elipse 18">
                <a:extLst>
                  <a:ext uri="{FF2B5EF4-FFF2-40B4-BE49-F238E27FC236}">
                    <a16:creationId xmlns:a16="http://schemas.microsoft.com/office/drawing/2014/main" id="{A1913065-2286-7092-EF46-71DF156240B4}"/>
                  </a:ext>
                </a:extLst>
              </p:cNvPr>
              <p:cNvSpPr/>
              <p:nvPr/>
            </p:nvSpPr>
            <p:spPr>
              <a:xfrm>
                <a:off x="2097825" y="4433531"/>
                <a:ext cx="756000" cy="72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𝑛</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9" name="Elipse 18">
                <a:extLst>
                  <a:ext uri="{FF2B5EF4-FFF2-40B4-BE49-F238E27FC236}">
                    <a16:creationId xmlns:a16="http://schemas.microsoft.com/office/drawing/2014/main" id="{A1913065-2286-7092-EF46-71DF156240B4}"/>
                  </a:ext>
                </a:extLst>
              </p:cNvPr>
              <p:cNvSpPr>
                <a:spLocks noRot="1" noChangeAspect="1" noMove="1" noResize="1" noEditPoints="1" noAdjustHandles="1" noChangeArrowheads="1" noChangeShapeType="1" noTextEdit="1"/>
              </p:cNvSpPr>
              <p:nvPr/>
            </p:nvSpPr>
            <p:spPr>
              <a:xfrm>
                <a:off x="2097825" y="4433531"/>
                <a:ext cx="756000" cy="720000"/>
              </a:xfrm>
              <a:prstGeom prst="ellipse">
                <a:avLst/>
              </a:prstGeom>
              <a:blipFill>
                <a:blip r:embed="rId5"/>
                <a:stretch>
                  <a:fillRect/>
                </a:stretch>
              </a:blipFill>
              <a:ln w="31750">
                <a:solidFill>
                  <a:schemeClr val="accent1">
                    <a:lumMod val="50000"/>
                  </a:schemeClr>
                </a:solidFill>
              </a:ln>
            </p:spPr>
            <p:txBody>
              <a:bodyPr/>
              <a:lstStyle/>
              <a:p>
                <a:r>
                  <a:rPr lang="es-ES">
                    <a:noFill/>
                  </a:rPr>
                  <a:t> </a:t>
                </a:r>
              </a:p>
            </p:txBody>
          </p:sp>
        </mc:Fallback>
      </mc:AlternateContent>
      <p:cxnSp>
        <p:nvCxnSpPr>
          <p:cNvPr id="20" name="Conector recto 19">
            <a:extLst>
              <a:ext uri="{FF2B5EF4-FFF2-40B4-BE49-F238E27FC236}">
                <a16:creationId xmlns:a16="http://schemas.microsoft.com/office/drawing/2014/main" id="{B21BA968-96E2-2441-9A9D-15F5CACFA090}"/>
              </a:ext>
            </a:extLst>
          </p:cNvPr>
          <p:cNvCxnSpPr>
            <a:cxnSpLocks/>
            <a:stCxn id="65" idx="6"/>
            <a:endCxn id="19" idx="2"/>
          </p:cNvCxnSpPr>
          <p:nvPr/>
        </p:nvCxnSpPr>
        <p:spPr>
          <a:xfrm>
            <a:off x="832172" y="4393052"/>
            <a:ext cx="1265653" cy="400479"/>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036E6A50-F23D-A329-4FF7-434A9A8AEC80}"/>
                  </a:ext>
                </a:extLst>
              </p:cNvPr>
              <p:cNvSpPr txBox="1"/>
              <p:nvPr/>
            </p:nvSpPr>
            <p:spPr>
              <a:xfrm>
                <a:off x="401706" y="3639453"/>
                <a:ext cx="32593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2400" b="0" i="1" smtClean="0">
                          <a:solidFill>
                            <a:schemeClr val="accent6">
                              <a:lumMod val="50000"/>
                            </a:schemeClr>
                          </a:solidFill>
                          <a:latin typeface="Cambria Math" panose="02040503050406030204" pitchFamily="18" charset="0"/>
                          <a:ea typeface="Cambria Math" panose="02040503050406030204" pitchFamily="18" charset="0"/>
                        </a:rPr>
                        <m:t>⋮</m:t>
                      </m:r>
                    </m:oMath>
                  </m:oMathPara>
                </a14:m>
                <a:endParaRPr lang="es-ES" sz="2400" dirty="0">
                  <a:solidFill>
                    <a:schemeClr val="accent6">
                      <a:lumMod val="50000"/>
                    </a:schemeClr>
                  </a:solidFill>
                </a:endParaRPr>
              </a:p>
            </p:txBody>
          </p:sp>
        </mc:Choice>
        <mc:Fallback xmlns="">
          <p:sp>
            <p:nvSpPr>
              <p:cNvPr id="24" name="CuadroTexto 23">
                <a:extLst>
                  <a:ext uri="{FF2B5EF4-FFF2-40B4-BE49-F238E27FC236}">
                    <a16:creationId xmlns:a16="http://schemas.microsoft.com/office/drawing/2014/main" id="{036E6A50-F23D-A329-4FF7-434A9A8AEC80}"/>
                  </a:ext>
                </a:extLst>
              </p:cNvPr>
              <p:cNvSpPr txBox="1">
                <a:spLocks noRot="1" noChangeAspect="1" noMove="1" noResize="1" noEditPoints="1" noAdjustHandles="1" noChangeArrowheads="1" noChangeShapeType="1" noTextEdit="1"/>
              </p:cNvSpPr>
              <p:nvPr/>
            </p:nvSpPr>
            <p:spPr>
              <a:xfrm>
                <a:off x="401706" y="3639453"/>
                <a:ext cx="325939" cy="461665"/>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545C3EF0-9574-DA21-16A9-BBA093E2ABDA}"/>
                  </a:ext>
                </a:extLst>
              </p:cNvPr>
              <p:cNvSpPr txBox="1"/>
              <p:nvPr/>
            </p:nvSpPr>
            <p:spPr>
              <a:xfrm>
                <a:off x="2301362" y="3789767"/>
                <a:ext cx="32593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2400" b="0" i="1" smtClean="0">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sz="2400" dirty="0">
                  <a:solidFill>
                    <a:schemeClr val="accent1">
                      <a:lumMod val="50000"/>
                    </a:schemeClr>
                  </a:solidFill>
                </a:endParaRPr>
              </a:p>
            </p:txBody>
          </p:sp>
        </mc:Choice>
        <mc:Fallback xmlns="">
          <p:sp>
            <p:nvSpPr>
              <p:cNvPr id="25" name="CuadroTexto 24">
                <a:extLst>
                  <a:ext uri="{FF2B5EF4-FFF2-40B4-BE49-F238E27FC236}">
                    <a16:creationId xmlns:a16="http://schemas.microsoft.com/office/drawing/2014/main" id="{545C3EF0-9574-DA21-16A9-BBA093E2ABDA}"/>
                  </a:ext>
                </a:extLst>
              </p:cNvPr>
              <p:cNvSpPr txBox="1">
                <a:spLocks noRot="1" noChangeAspect="1" noMove="1" noResize="1" noEditPoints="1" noAdjustHandles="1" noChangeArrowheads="1" noChangeShapeType="1" noTextEdit="1"/>
              </p:cNvSpPr>
              <p:nvPr/>
            </p:nvSpPr>
            <p:spPr>
              <a:xfrm>
                <a:off x="2301362" y="3789767"/>
                <a:ext cx="325939" cy="461665"/>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6" name="Elipse 25">
                <a:extLst>
                  <a:ext uri="{FF2B5EF4-FFF2-40B4-BE49-F238E27FC236}">
                    <a16:creationId xmlns:a16="http://schemas.microsoft.com/office/drawing/2014/main" id="{A6971938-6C9E-0A8E-5D67-C0E787E024D2}"/>
                  </a:ext>
                </a:extLst>
              </p:cNvPr>
              <p:cNvSpPr/>
              <p:nvPr/>
            </p:nvSpPr>
            <p:spPr>
              <a:xfrm>
                <a:off x="4159936" y="2300714"/>
                <a:ext cx="756000" cy="72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bSup>
                    </m:oMath>
                  </m:oMathPara>
                </a14:m>
                <a:endParaRPr lang="es-ES" dirty="0"/>
              </a:p>
            </p:txBody>
          </p:sp>
        </mc:Choice>
        <mc:Fallback xmlns="">
          <p:sp>
            <p:nvSpPr>
              <p:cNvPr id="26" name="Elipse 25">
                <a:extLst>
                  <a:ext uri="{FF2B5EF4-FFF2-40B4-BE49-F238E27FC236}">
                    <a16:creationId xmlns:a16="http://schemas.microsoft.com/office/drawing/2014/main" id="{A6971938-6C9E-0A8E-5D67-C0E787E024D2}"/>
                  </a:ext>
                </a:extLst>
              </p:cNvPr>
              <p:cNvSpPr>
                <a:spLocks noRot="1" noChangeAspect="1" noMove="1" noResize="1" noEditPoints="1" noAdjustHandles="1" noChangeArrowheads="1" noChangeShapeType="1" noTextEdit="1"/>
              </p:cNvSpPr>
              <p:nvPr/>
            </p:nvSpPr>
            <p:spPr>
              <a:xfrm>
                <a:off x="4159936" y="2300714"/>
                <a:ext cx="756000" cy="720000"/>
              </a:xfrm>
              <a:prstGeom prst="ellipse">
                <a:avLst/>
              </a:prstGeom>
              <a:blipFill>
                <a:blip r:embed="rId8"/>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7" name="Elipse 26">
                <a:extLst>
                  <a:ext uri="{FF2B5EF4-FFF2-40B4-BE49-F238E27FC236}">
                    <a16:creationId xmlns:a16="http://schemas.microsoft.com/office/drawing/2014/main" id="{E1DAC9B9-FCB7-DD70-6E2B-41F8BFC032E6}"/>
                  </a:ext>
                </a:extLst>
              </p:cNvPr>
              <p:cNvSpPr/>
              <p:nvPr/>
            </p:nvSpPr>
            <p:spPr>
              <a:xfrm>
                <a:off x="4159936" y="3891432"/>
                <a:ext cx="756000" cy="72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𝑛</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m:t>
                              </m:r>
                            </m:sup>
                          </m:sSup>
                        </m:sub>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bSup>
                    </m:oMath>
                  </m:oMathPara>
                </a14:m>
                <a:endParaRPr lang="es-ES" dirty="0"/>
              </a:p>
            </p:txBody>
          </p:sp>
        </mc:Choice>
        <mc:Fallback xmlns="">
          <p:sp>
            <p:nvSpPr>
              <p:cNvPr id="27" name="Elipse 26">
                <a:extLst>
                  <a:ext uri="{FF2B5EF4-FFF2-40B4-BE49-F238E27FC236}">
                    <a16:creationId xmlns:a16="http://schemas.microsoft.com/office/drawing/2014/main" id="{E1DAC9B9-FCB7-DD70-6E2B-41F8BFC032E6}"/>
                  </a:ext>
                </a:extLst>
              </p:cNvPr>
              <p:cNvSpPr>
                <a:spLocks noRot="1" noChangeAspect="1" noMove="1" noResize="1" noEditPoints="1" noAdjustHandles="1" noChangeArrowheads="1" noChangeShapeType="1" noTextEdit="1"/>
              </p:cNvSpPr>
              <p:nvPr/>
            </p:nvSpPr>
            <p:spPr>
              <a:xfrm>
                <a:off x="4159936" y="3891432"/>
                <a:ext cx="756000" cy="720000"/>
              </a:xfrm>
              <a:prstGeom prst="ellipse">
                <a:avLst/>
              </a:prstGeom>
              <a:blipFill>
                <a:blip r:embed="rId9"/>
                <a:stretch>
                  <a:fillRect/>
                </a:stretch>
              </a:blipFill>
              <a:ln w="31750">
                <a:solidFill>
                  <a:schemeClr val="accent1">
                    <a:lumMod val="50000"/>
                  </a:schemeClr>
                </a:solidFill>
              </a:ln>
            </p:spPr>
            <p:txBody>
              <a:bodyPr/>
              <a:lstStyle/>
              <a:p>
                <a:r>
                  <a:rPr lang="es-ES">
                    <a:noFill/>
                  </a:rPr>
                  <a:t> </a:t>
                </a:r>
              </a:p>
            </p:txBody>
          </p:sp>
        </mc:Fallback>
      </mc:AlternateContent>
      <p:cxnSp>
        <p:nvCxnSpPr>
          <p:cNvPr id="28" name="Conector recto 27">
            <a:extLst>
              <a:ext uri="{FF2B5EF4-FFF2-40B4-BE49-F238E27FC236}">
                <a16:creationId xmlns:a16="http://schemas.microsoft.com/office/drawing/2014/main" id="{488A6E9B-6E6B-2D85-DCC5-4169BBAFEE96}"/>
              </a:ext>
            </a:extLst>
          </p:cNvPr>
          <p:cNvCxnSpPr>
            <a:cxnSpLocks/>
            <a:stCxn id="15" idx="6"/>
            <a:endCxn id="26" idx="2"/>
          </p:cNvCxnSpPr>
          <p:nvPr/>
        </p:nvCxnSpPr>
        <p:spPr>
          <a:xfrm>
            <a:off x="2853825" y="2184130"/>
            <a:ext cx="1306111" cy="476584"/>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8F189A1B-445C-2041-69D6-CB1FB3367016}"/>
              </a:ext>
            </a:extLst>
          </p:cNvPr>
          <p:cNvCxnSpPr>
            <a:cxnSpLocks/>
            <a:stCxn id="16" idx="6"/>
            <a:endCxn id="26" idx="2"/>
          </p:cNvCxnSpPr>
          <p:nvPr/>
        </p:nvCxnSpPr>
        <p:spPr>
          <a:xfrm flipV="1">
            <a:off x="2877764" y="2660714"/>
            <a:ext cx="1282172" cy="577748"/>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4AEC7ED2-CBEA-2D77-04D9-D09356CF1523}"/>
              </a:ext>
            </a:extLst>
          </p:cNvPr>
          <p:cNvCxnSpPr>
            <a:cxnSpLocks/>
            <a:stCxn id="19" idx="7"/>
            <a:endCxn id="26" idx="2"/>
          </p:cNvCxnSpPr>
          <p:nvPr/>
        </p:nvCxnSpPr>
        <p:spPr>
          <a:xfrm flipV="1">
            <a:off x="2743111" y="2660714"/>
            <a:ext cx="1416825" cy="1878259"/>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7DF991EC-6B27-01DB-6AB8-486B429947E1}"/>
              </a:ext>
            </a:extLst>
          </p:cNvPr>
          <p:cNvCxnSpPr>
            <a:cxnSpLocks/>
            <a:stCxn id="19" idx="7"/>
            <a:endCxn id="27" idx="2"/>
          </p:cNvCxnSpPr>
          <p:nvPr/>
        </p:nvCxnSpPr>
        <p:spPr>
          <a:xfrm flipV="1">
            <a:off x="2743111" y="4251432"/>
            <a:ext cx="1416825" cy="287541"/>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Conector recto 31">
            <a:extLst>
              <a:ext uri="{FF2B5EF4-FFF2-40B4-BE49-F238E27FC236}">
                <a16:creationId xmlns:a16="http://schemas.microsoft.com/office/drawing/2014/main" id="{09EFCE43-2630-A799-E780-43F19C8E16CF}"/>
              </a:ext>
            </a:extLst>
          </p:cNvPr>
          <p:cNvCxnSpPr>
            <a:cxnSpLocks/>
            <a:stCxn id="16" idx="6"/>
            <a:endCxn id="27" idx="2"/>
          </p:cNvCxnSpPr>
          <p:nvPr/>
        </p:nvCxnSpPr>
        <p:spPr>
          <a:xfrm>
            <a:off x="2877764" y="3238462"/>
            <a:ext cx="1282172" cy="101297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Conector recto 32">
            <a:extLst>
              <a:ext uri="{FF2B5EF4-FFF2-40B4-BE49-F238E27FC236}">
                <a16:creationId xmlns:a16="http://schemas.microsoft.com/office/drawing/2014/main" id="{24C648B9-5A46-AAAB-2518-01DF5731104F}"/>
              </a:ext>
            </a:extLst>
          </p:cNvPr>
          <p:cNvCxnSpPr>
            <a:cxnSpLocks/>
            <a:stCxn id="15" idx="6"/>
            <a:endCxn id="27" idx="2"/>
          </p:cNvCxnSpPr>
          <p:nvPr/>
        </p:nvCxnSpPr>
        <p:spPr>
          <a:xfrm>
            <a:off x="2853825" y="2184130"/>
            <a:ext cx="1306111" cy="2067302"/>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CuadroTexto 33">
                <a:extLst>
                  <a:ext uri="{FF2B5EF4-FFF2-40B4-BE49-F238E27FC236}">
                    <a16:creationId xmlns:a16="http://schemas.microsoft.com/office/drawing/2014/main" id="{96F0D855-93FE-8040-F2BE-2AB8EEDD6543}"/>
                  </a:ext>
                </a:extLst>
              </p:cNvPr>
              <p:cNvSpPr txBox="1"/>
              <p:nvPr/>
            </p:nvSpPr>
            <p:spPr>
              <a:xfrm>
                <a:off x="4387100" y="3222800"/>
                <a:ext cx="32593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2400" b="0" i="1" smtClean="0">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sz="2400" dirty="0">
                  <a:solidFill>
                    <a:schemeClr val="accent1">
                      <a:lumMod val="50000"/>
                    </a:schemeClr>
                  </a:solidFill>
                </a:endParaRPr>
              </a:p>
            </p:txBody>
          </p:sp>
        </mc:Choice>
        <mc:Fallback xmlns="">
          <p:sp>
            <p:nvSpPr>
              <p:cNvPr id="34" name="CuadroTexto 33">
                <a:extLst>
                  <a:ext uri="{FF2B5EF4-FFF2-40B4-BE49-F238E27FC236}">
                    <a16:creationId xmlns:a16="http://schemas.microsoft.com/office/drawing/2014/main" id="{96F0D855-93FE-8040-F2BE-2AB8EEDD6543}"/>
                  </a:ext>
                </a:extLst>
              </p:cNvPr>
              <p:cNvSpPr txBox="1">
                <a:spLocks noRot="1" noChangeAspect="1" noMove="1" noResize="1" noEditPoints="1" noAdjustHandles="1" noChangeArrowheads="1" noChangeShapeType="1" noTextEdit="1"/>
              </p:cNvSpPr>
              <p:nvPr/>
            </p:nvSpPr>
            <p:spPr>
              <a:xfrm>
                <a:off x="4387100" y="3222800"/>
                <a:ext cx="325939" cy="461665"/>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D8A329C6-397E-F995-F4B8-14AFA21BD460}"/>
                  </a:ext>
                </a:extLst>
              </p:cNvPr>
              <p:cNvSpPr txBox="1"/>
              <p:nvPr/>
            </p:nvSpPr>
            <p:spPr>
              <a:xfrm>
                <a:off x="8139042" y="3653565"/>
                <a:ext cx="32593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2400" i="1" smtClean="0">
                          <a:solidFill>
                            <a:srgbClr val="FF0000"/>
                          </a:solidFill>
                          <a:latin typeface="Cambria Math" panose="02040503050406030204" pitchFamily="18" charset="0"/>
                          <a:ea typeface="Cambria Math" panose="02040503050406030204" pitchFamily="18" charset="0"/>
                        </a:rPr>
                        <m:t>⋮</m:t>
                      </m:r>
                    </m:oMath>
                  </m:oMathPara>
                </a14:m>
                <a:endParaRPr lang="es-ES" sz="2400" dirty="0">
                  <a:solidFill>
                    <a:srgbClr val="FF0000"/>
                  </a:solidFill>
                </a:endParaRPr>
              </a:p>
            </p:txBody>
          </p:sp>
        </mc:Choice>
        <mc:Fallback xmlns="">
          <p:sp>
            <p:nvSpPr>
              <p:cNvPr id="36" name="CuadroTexto 35">
                <a:extLst>
                  <a:ext uri="{FF2B5EF4-FFF2-40B4-BE49-F238E27FC236}">
                    <a16:creationId xmlns:a16="http://schemas.microsoft.com/office/drawing/2014/main" id="{D8A329C6-397E-F995-F4B8-14AFA21BD460}"/>
                  </a:ext>
                </a:extLst>
              </p:cNvPr>
              <p:cNvSpPr txBox="1">
                <a:spLocks noRot="1" noChangeAspect="1" noMove="1" noResize="1" noEditPoints="1" noAdjustHandles="1" noChangeArrowheads="1" noChangeShapeType="1" noTextEdit="1"/>
              </p:cNvSpPr>
              <p:nvPr/>
            </p:nvSpPr>
            <p:spPr>
              <a:xfrm>
                <a:off x="8139042" y="3653565"/>
                <a:ext cx="325939" cy="461665"/>
              </a:xfrm>
              <a:prstGeom prst="rect">
                <a:avLst/>
              </a:prstGeom>
              <a:blipFill>
                <a:blip r:embed="rId11"/>
                <a:stretch>
                  <a:fillRect/>
                </a:stretch>
              </a:blipFill>
            </p:spPr>
            <p:txBody>
              <a:bodyPr/>
              <a:lstStyle/>
              <a:p>
                <a:r>
                  <a:rPr lang="es-ES">
                    <a:noFill/>
                  </a:rPr>
                  <a:t> </a:t>
                </a:r>
              </a:p>
            </p:txBody>
          </p:sp>
        </mc:Fallback>
      </mc:AlternateContent>
      <p:cxnSp>
        <p:nvCxnSpPr>
          <p:cNvPr id="37" name="Conector recto 36">
            <a:extLst>
              <a:ext uri="{FF2B5EF4-FFF2-40B4-BE49-F238E27FC236}">
                <a16:creationId xmlns:a16="http://schemas.microsoft.com/office/drawing/2014/main" id="{0CB954B2-6406-E5A9-3851-E3C7F59912AF}"/>
              </a:ext>
            </a:extLst>
          </p:cNvPr>
          <p:cNvCxnSpPr>
            <a:cxnSpLocks/>
            <a:stCxn id="52" idx="6"/>
            <a:endCxn id="100" idx="2"/>
          </p:cNvCxnSpPr>
          <p:nvPr/>
        </p:nvCxnSpPr>
        <p:spPr>
          <a:xfrm flipV="1">
            <a:off x="6679844" y="2484000"/>
            <a:ext cx="1312156" cy="61852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Conector recto 37">
            <a:extLst>
              <a:ext uri="{FF2B5EF4-FFF2-40B4-BE49-F238E27FC236}">
                <a16:creationId xmlns:a16="http://schemas.microsoft.com/office/drawing/2014/main" id="{9ACD3338-BDB4-C437-9E93-142AB4F661F8}"/>
              </a:ext>
            </a:extLst>
          </p:cNvPr>
          <p:cNvCxnSpPr>
            <a:cxnSpLocks/>
            <a:stCxn id="51" idx="6"/>
            <a:endCxn id="100" idx="2"/>
          </p:cNvCxnSpPr>
          <p:nvPr/>
        </p:nvCxnSpPr>
        <p:spPr>
          <a:xfrm>
            <a:off x="6685219" y="2165329"/>
            <a:ext cx="1306781" cy="318671"/>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Conector recto 38">
            <a:extLst>
              <a:ext uri="{FF2B5EF4-FFF2-40B4-BE49-F238E27FC236}">
                <a16:creationId xmlns:a16="http://schemas.microsoft.com/office/drawing/2014/main" id="{51671F8A-D964-9D3B-F134-5AF0B471926C}"/>
              </a:ext>
            </a:extLst>
          </p:cNvPr>
          <p:cNvCxnSpPr>
            <a:cxnSpLocks/>
            <a:stCxn id="53" idx="6"/>
            <a:endCxn id="100" idx="2"/>
          </p:cNvCxnSpPr>
          <p:nvPr/>
        </p:nvCxnSpPr>
        <p:spPr>
          <a:xfrm flipV="1">
            <a:off x="6679844" y="2484000"/>
            <a:ext cx="1312156" cy="2242929"/>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348ADF1F-4137-34EA-2926-9C56F935A262}"/>
              </a:ext>
            </a:extLst>
          </p:cNvPr>
          <p:cNvCxnSpPr>
            <a:cxnSpLocks/>
            <a:stCxn id="51" idx="6"/>
            <a:endCxn id="111" idx="2"/>
          </p:cNvCxnSpPr>
          <p:nvPr/>
        </p:nvCxnSpPr>
        <p:spPr>
          <a:xfrm>
            <a:off x="6685219" y="2165329"/>
            <a:ext cx="1306781" cy="2298671"/>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Conector recto 40">
            <a:extLst>
              <a:ext uri="{FF2B5EF4-FFF2-40B4-BE49-F238E27FC236}">
                <a16:creationId xmlns:a16="http://schemas.microsoft.com/office/drawing/2014/main" id="{89C4A8DB-6A24-E738-6CF8-2393598A0256}"/>
              </a:ext>
            </a:extLst>
          </p:cNvPr>
          <p:cNvCxnSpPr>
            <a:cxnSpLocks/>
            <a:stCxn id="52" idx="6"/>
            <a:endCxn id="111" idx="2"/>
          </p:cNvCxnSpPr>
          <p:nvPr/>
        </p:nvCxnSpPr>
        <p:spPr>
          <a:xfrm>
            <a:off x="6679844" y="3102520"/>
            <a:ext cx="1312156" cy="136148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FFD5AE1D-8C77-4B1F-C4C4-5C6C39C6D0A7}"/>
              </a:ext>
            </a:extLst>
          </p:cNvPr>
          <p:cNvCxnSpPr>
            <a:cxnSpLocks/>
            <a:stCxn id="53" idx="6"/>
            <a:endCxn id="111" idx="2"/>
          </p:cNvCxnSpPr>
          <p:nvPr/>
        </p:nvCxnSpPr>
        <p:spPr>
          <a:xfrm flipV="1">
            <a:off x="6679844" y="4464000"/>
            <a:ext cx="1312156" cy="262929"/>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81A9944E-9686-41FA-041B-0A5F8831F9B2}"/>
              </a:ext>
            </a:extLst>
          </p:cNvPr>
          <p:cNvCxnSpPr>
            <a:cxnSpLocks/>
            <a:stCxn id="53" idx="6"/>
            <a:endCxn id="109" idx="2"/>
          </p:cNvCxnSpPr>
          <p:nvPr/>
        </p:nvCxnSpPr>
        <p:spPr>
          <a:xfrm flipV="1">
            <a:off x="6679844" y="3202462"/>
            <a:ext cx="1312156" cy="1524467"/>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5E67069D-C81C-3C5B-A3CA-5C605135DD4C}"/>
              </a:ext>
            </a:extLst>
          </p:cNvPr>
          <p:cNvCxnSpPr>
            <a:cxnSpLocks/>
            <a:stCxn id="51" idx="6"/>
            <a:endCxn id="109" idx="2"/>
          </p:cNvCxnSpPr>
          <p:nvPr/>
        </p:nvCxnSpPr>
        <p:spPr>
          <a:xfrm>
            <a:off x="6685219" y="2165329"/>
            <a:ext cx="1306781" cy="1037133"/>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CuadroTexto 44">
                <a:extLst>
                  <a:ext uri="{FF2B5EF4-FFF2-40B4-BE49-F238E27FC236}">
                    <a16:creationId xmlns:a16="http://schemas.microsoft.com/office/drawing/2014/main" id="{8CCB6AC2-8944-D596-70FF-FAD6882C119E}"/>
                  </a:ext>
                </a:extLst>
              </p:cNvPr>
              <p:cNvSpPr txBox="1"/>
              <p:nvPr/>
            </p:nvSpPr>
            <p:spPr>
              <a:xfrm rot="5400000">
                <a:off x="5133285" y="1435728"/>
                <a:ext cx="437462"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2800" b="0" i="1" smtClean="0">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sz="2800" dirty="0">
                  <a:solidFill>
                    <a:schemeClr val="accent1">
                      <a:lumMod val="50000"/>
                    </a:schemeClr>
                  </a:solidFill>
                </a:endParaRPr>
              </a:p>
            </p:txBody>
          </p:sp>
        </mc:Choice>
        <mc:Fallback xmlns="">
          <p:sp>
            <p:nvSpPr>
              <p:cNvPr id="45" name="CuadroTexto 44">
                <a:extLst>
                  <a:ext uri="{FF2B5EF4-FFF2-40B4-BE49-F238E27FC236}">
                    <a16:creationId xmlns:a16="http://schemas.microsoft.com/office/drawing/2014/main" id="{8CCB6AC2-8944-D596-70FF-FAD6882C119E}"/>
                  </a:ext>
                </a:extLst>
              </p:cNvPr>
              <p:cNvSpPr txBox="1">
                <a:spLocks noRot="1" noChangeAspect="1" noMove="1" noResize="1" noEditPoints="1" noAdjustHandles="1" noChangeArrowheads="1" noChangeShapeType="1" noTextEdit="1"/>
              </p:cNvSpPr>
              <p:nvPr/>
            </p:nvSpPr>
            <p:spPr>
              <a:xfrm rot="5400000">
                <a:off x="5133285" y="1435728"/>
                <a:ext cx="437462" cy="523220"/>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1" name="Elipse 50">
                <a:extLst>
                  <a:ext uri="{FF2B5EF4-FFF2-40B4-BE49-F238E27FC236}">
                    <a16:creationId xmlns:a16="http://schemas.microsoft.com/office/drawing/2014/main" id="{8A548AE2-8355-9512-D8E6-4188B656A40D}"/>
                  </a:ext>
                </a:extLst>
              </p:cNvPr>
              <p:cNvSpPr/>
              <p:nvPr/>
            </p:nvSpPr>
            <p:spPr>
              <a:xfrm>
                <a:off x="5965219" y="1823329"/>
                <a:ext cx="720000" cy="684000"/>
              </a:xfrm>
              <a:prstGeom prst="ellipse">
                <a:avLst/>
              </a:prstGeom>
              <a:no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sz="1600" i="1">
                              <a:solidFill>
                                <a:schemeClr val="accent1">
                                  <a:lumMod val="50000"/>
                                </a:schemeClr>
                              </a:solidFill>
                              <a:latin typeface="Cambria Math" panose="02040503050406030204" pitchFamily="18" charset="0"/>
                              <a:ea typeface="Cambria Math" panose="02040503050406030204" pitchFamily="18" charset="0"/>
                            </a:rPr>
                            <m:t>𝑎</m:t>
                          </m:r>
                        </m:e>
                        <m:sub>
                          <m:r>
                            <a:rPr lang="es-ES" sz="1600" i="1">
                              <a:solidFill>
                                <a:schemeClr val="accent1">
                                  <a:lumMod val="50000"/>
                                </a:schemeClr>
                              </a:solidFill>
                              <a:latin typeface="Cambria Math" panose="02040503050406030204" pitchFamily="18" charset="0"/>
                              <a:ea typeface="Cambria Math" panose="02040503050406030204" pitchFamily="18" charset="0"/>
                            </a:rPr>
                            <m:t>1</m:t>
                          </m:r>
                        </m:sub>
                        <m: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r>
                            <a:rPr lang="es-ES" sz="1600" b="0" i="1" smtClean="0">
                              <a:solidFill>
                                <a:schemeClr val="accent1">
                                  <a:lumMod val="50000"/>
                                </a:schemeClr>
                              </a:solidFill>
                              <a:latin typeface="Cambria Math" panose="02040503050406030204" pitchFamily="18" charset="0"/>
                              <a:ea typeface="Cambria Math" panose="02040503050406030204" pitchFamily="18" charset="0"/>
                            </a:rPr>
                            <m:t>𝐿</m:t>
                          </m:r>
                          <m:r>
                            <a:rPr lang="es-ES" sz="1600"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sz="1600" dirty="0"/>
              </a:p>
            </p:txBody>
          </p:sp>
        </mc:Choice>
        <mc:Fallback xmlns="">
          <p:sp>
            <p:nvSpPr>
              <p:cNvPr id="51" name="Elipse 50">
                <a:extLst>
                  <a:ext uri="{FF2B5EF4-FFF2-40B4-BE49-F238E27FC236}">
                    <a16:creationId xmlns:a16="http://schemas.microsoft.com/office/drawing/2014/main" id="{8A548AE2-8355-9512-D8E6-4188B656A40D}"/>
                  </a:ext>
                </a:extLst>
              </p:cNvPr>
              <p:cNvSpPr>
                <a:spLocks noRot="1" noChangeAspect="1" noMove="1" noResize="1" noEditPoints="1" noAdjustHandles="1" noChangeArrowheads="1" noChangeShapeType="1" noTextEdit="1"/>
              </p:cNvSpPr>
              <p:nvPr/>
            </p:nvSpPr>
            <p:spPr>
              <a:xfrm>
                <a:off x="5965219" y="1823329"/>
                <a:ext cx="720000" cy="684000"/>
              </a:xfrm>
              <a:prstGeom prst="ellipse">
                <a:avLst/>
              </a:prstGeom>
              <a:blipFill>
                <a:blip r:embed="rId13"/>
                <a:stretch>
                  <a:fillRect/>
                </a:stretch>
              </a:blipFill>
              <a:ln w="31750"/>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2" name="Elipse 51">
                <a:extLst>
                  <a:ext uri="{FF2B5EF4-FFF2-40B4-BE49-F238E27FC236}">
                    <a16:creationId xmlns:a16="http://schemas.microsoft.com/office/drawing/2014/main" id="{9BD22AEA-7122-99C0-569D-E43505D2906E}"/>
                  </a:ext>
                </a:extLst>
              </p:cNvPr>
              <p:cNvSpPr/>
              <p:nvPr/>
            </p:nvSpPr>
            <p:spPr>
              <a:xfrm>
                <a:off x="5959844" y="2760520"/>
                <a:ext cx="720000" cy="684000"/>
              </a:xfrm>
              <a:prstGeom prst="ellipse">
                <a:avLst/>
              </a:prstGeom>
              <a:no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sz="1600" i="1">
                              <a:solidFill>
                                <a:schemeClr val="accent1">
                                  <a:lumMod val="50000"/>
                                </a:schemeClr>
                              </a:solidFill>
                              <a:latin typeface="Cambria Math" panose="02040503050406030204" pitchFamily="18" charset="0"/>
                              <a:ea typeface="Cambria Math" panose="02040503050406030204" pitchFamily="18" charset="0"/>
                            </a:rPr>
                            <m:t>𝑎</m:t>
                          </m:r>
                        </m:e>
                        <m:sub>
                          <m:r>
                            <a:rPr lang="es-ES" sz="1600" i="1">
                              <a:solidFill>
                                <a:schemeClr val="accent1">
                                  <a:lumMod val="50000"/>
                                </a:schemeClr>
                              </a:solidFill>
                              <a:latin typeface="Cambria Math" panose="02040503050406030204" pitchFamily="18" charset="0"/>
                              <a:ea typeface="Cambria Math" panose="02040503050406030204" pitchFamily="18" charset="0"/>
                            </a:rPr>
                            <m:t>2</m:t>
                          </m:r>
                        </m:sub>
                        <m: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𝐿</m:t>
                          </m:r>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1</m:t>
                          </m:r>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sup>
                      </m:sSubSup>
                    </m:oMath>
                  </m:oMathPara>
                </a14:m>
                <a:endParaRPr lang="es-ES" sz="1600" dirty="0"/>
              </a:p>
            </p:txBody>
          </p:sp>
        </mc:Choice>
        <mc:Fallback xmlns="">
          <p:sp>
            <p:nvSpPr>
              <p:cNvPr id="52" name="Elipse 51">
                <a:extLst>
                  <a:ext uri="{FF2B5EF4-FFF2-40B4-BE49-F238E27FC236}">
                    <a16:creationId xmlns:a16="http://schemas.microsoft.com/office/drawing/2014/main" id="{9BD22AEA-7122-99C0-569D-E43505D2906E}"/>
                  </a:ext>
                </a:extLst>
              </p:cNvPr>
              <p:cNvSpPr>
                <a:spLocks noRot="1" noChangeAspect="1" noMove="1" noResize="1" noEditPoints="1" noAdjustHandles="1" noChangeArrowheads="1" noChangeShapeType="1" noTextEdit="1"/>
              </p:cNvSpPr>
              <p:nvPr/>
            </p:nvSpPr>
            <p:spPr>
              <a:xfrm>
                <a:off x="5959844" y="2760520"/>
                <a:ext cx="720000" cy="684000"/>
              </a:xfrm>
              <a:prstGeom prst="ellipse">
                <a:avLst/>
              </a:prstGeom>
              <a:blipFill>
                <a:blip r:embed="rId14"/>
                <a:stretch>
                  <a:fillRect/>
                </a:stretch>
              </a:blipFill>
              <a:ln w="31750"/>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3" name="Elipse 52">
                <a:extLst>
                  <a:ext uri="{FF2B5EF4-FFF2-40B4-BE49-F238E27FC236}">
                    <a16:creationId xmlns:a16="http://schemas.microsoft.com/office/drawing/2014/main" id="{062525A0-AF24-54FA-A003-FE1E3F1C7AAE}"/>
                  </a:ext>
                </a:extLst>
              </p:cNvPr>
              <p:cNvSpPr/>
              <p:nvPr/>
            </p:nvSpPr>
            <p:spPr>
              <a:xfrm>
                <a:off x="5959844" y="4384929"/>
                <a:ext cx="720000" cy="684000"/>
              </a:xfrm>
              <a:prstGeom prst="ellipse">
                <a:avLst/>
              </a:prstGeom>
              <a:no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sz="1600" i="1">
                              <a:solidFill>
                                <a:schemeClr val="accent1">
                                  <a:lumMod val="50000"/>
                                </a:schemeClr>
                              </a:solidFill>
                              <a:latin typeface="Cambria Math" panose="02040503050406030204" pitchFamily="18" charset="0"/>
                              <a:ea typeface="Cambria Math" panose="02040503050406030204" pitchFamily="18" charset="0"/>
                            </a:rPr>
                            <m:t>𝑎</m:t>
                          </m:r>
                        </m:e>
                        <m:sub>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r>
                                <a:rPr lang="es-ES" sz="1600" i="1">
                                  <a:solidFill>
                                    <a:schemeClr val="accent1">
                                      <a:lumMod val="50000"/>
                                    </a:schemeClr>
                                  </a:solidFill>
                                  <a:latin typeface="Cambria Math" panose="02040503050406030204" pitchFamily="18" charset="0"/>
                                  <a:ea typeface="Cambria Math" panose="02040503050406030204" pitchFamily="18" charset="0"/>
                                </a:rPr>
                                <m:t>𝑛</m:t>
                              </m:r>
                            </m:e>
                            <m:sup>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b="0" i="1" smtClean="0">
                                  <a:solidFill>
                                    <a:schemeClr val="accent1">
                                      <a:lumMod val="50000"/>
                                    </a:schemeClr>
                                  </a:solidFill>
                                  <a:latin typeface="Cambria Math" panose="02040503050406030204" pitchFamily="18" charset="0"/>
                                  <a:ea typeface="Cambria Math" panose="02040503050406030204" pitchFamily="18" charset="0"/>
                                </a:rPr>
                                <m:t>𝐿</m:t>
                              </m:r>
                              <m:r>
                                <a:rPr lang="es-ES" sz="1600" b="0" i="1" smtClean="0">
                                  <a:solidFill>
                                    <a:schemeClr val="accent1">
                                      <a:lumMod val="50000"/>
                                    </a:schemeClr>
                                  </a:solidFill>
                                  <a:latin typeface="Cambria Math" panose="02040503050406030204" pitchFamily="18" charset="0"/>
                                  <a:ea typeface="Cambria Math" panose="02040503050406030204" pitchFamily="18" charset="0"/>
                                </a:rPr>
                                <m:t>−1]</m:t>
                              </m:r>
                            </m:sup>
                          </m:sSup>
                        </m:sub>
                        <m: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𝐿</m:t>
                          </m:r>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1</m:t>
                          </m:r>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sup>
                      </m:sSubSup>
                    </m:oMath>
                  </m:oMathPara>
                </a14:m>
                <a:endParaRPr lang="es-ES" sz="1600" dirty="0"/>
              </a:p>
            </p:txBody>
          </p:sp>
        </mc:Choice>
        <mc:Fallback xmlns="">
          <p:sp>
            <p:nvSpPr>
              <p:cNvPr id="53" name="Elipse 52">
                <a:extLst>
                  <a:ext uri="{FF2B5EF4-FFF2-40B4-BE49-F238E27FC236}">
                    <a16:creationId xmlns:a16="http://schemas.microsoft.com/office/drawing/2014/main" id="{062525A0-AF24-54FA-A003-FE1E3F1C7AAE}"/>
                  </a:ext>
                </a:extLst>
              </p:cNvPr>
              <p:cNvSpPr>
                <a:spLocks noRot="1" noChangeAspect="1" noMove="1" noResize="1" noEditPoints="1" noAdjustHandles="1" noChangeArrowheads="1" noChangeShapeType="1" noTextEdit="1"/>
              </p:cNvSpPr>
              <p:nvPr/>
            </p:nvSpPr>
            <p:spPr>
              <a:xfrm>
                <a:off x="5959844" y="4384929"/>
                <a:ext cx="720000" cy="684000"/>
              </a:xfrm>
              <a:prstGeom prst="ellipse">
                <a:avLst/>
              </a:prstGeom>
              <a:blipFill>
                <a:blip r:embed="rId15"/>
                <a:stretch>
                  <a:fillRect/>
                </a:stretch>
              </a:blipFill>
              <a:ln w="31750"/>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1" name="Elipse 60">
                <a:extLst>
                  <a:ext uri="{FF2B5EF4-FFF2-40B4-BE49-F238E27FC236}">
                    <a16:creationId xmlns:a16="http://schemas.microsoft.com/office/drawing/2014/main" id="{908B2974-D58E-EDB7-D217-CAC761C34B74}"/>
                  </a:ext>
                </a:extLst>
              </p:cNvPr>
              <p:cNvSpPr/>
              <p:nvPr/>
            </p:nvSpPr>
            <p:spPr>
              <a:xfrm>
                <a:off x="292172" y="2376725"/>
                <a:ext cx="540000" cy="540000"/>
              </a:xfrm>
              <a:prstGeom prst="ellipse">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numCol="2" rtlCol="0" anchor="ctr">
                <a:noAutofit/>
              </a:bodyPr>
              <a:lstStyle/>
              <a:p>
                <a:pPr algn="ctr"/>
                <a14:m>
                  <m:oMathPara xmlns:m="http://schemas.openxmlformats.org/officeDocument/2006/math">
                    <m:oMathParaPr>
                      <m:jc m:val="centerGroup"/>
                    </m:oMathParaPr>
                    <m:oMath xmlns:m="http://schemas.openxmlformats.org/officeDocument/2006/math">
                      <m:sSub>
                        <m:sSub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sz="1600" i="1">
                              <a:solidFill>
                                <a:schemeClr val="accent1">
                                  <a:lumMod val="50000"/>
                                </a:schemeClr>
                              </a:solidFill>
                              <a:latin typeface="Cambria Math" panose="02040503050406030204" pitchFamily="18" charset="0"/>
                              <a:ea typeface="Cambria Math" panose="02040503050406030204" pitchFamily="18" charset="0"/>
                            </a:rPr>
                            <m:t>𝑥</m:t>
                          </m:r>
                        </m:e>
                        <m:sub>
                          <m:r>
                            <a:rPr lang="es-ES" sz="1600" b="0" i="1" smtClean="0">
                              <a:solidFill>
                                <a:schemeClr val="accent1">
                                  <a:lumMod val="50000"/>
                                </a:schemeClr>
                              </a:solidFill>
                              <a:latin typeface="Cambria Math" panose="02040503050406030204" pitchFamily="18" charset="0"/>
                              <a:ea typeface="Cambria Math" panose="02040503050406030204" pitchFamily="18" charset="0"/>
                            </a:rPr>
                            <m:t>1</m:t>
                          </m:r>
                        </m:sub>
                      </m:sSub>
                    </m:oMath>
                  </m:oMathPara>
                </a14:m>
                <a:endParaRPr lang="es-ES" sz="1600" dirty="0"/>
              </a:p>
            </p:txBody>
          </p:sp>
        </mc:Choice>
        <mc:Fallback xmlns="">
          <p:sp>
            <p:nvSpPr>
              <p:cNvPr id="61" name="Elipse 60">
                <a:extLst>
                  <a:ext uri="{FF2B5EF4-FFF2-40B4-BE49-F238E27FC236}">
                    <a16:creationId xmlns:a16="http://schemas.microsoft.com/office/drawing/2014/main" id="{908B2974-D58E-EDB7-D217-CAC761C34B74}"/>
                  </a:ext>
                </a:extLst>
              </p:cNvPr>
              <p:cNvSpPr>
                <a:spLocks noRot="1" noChangeAspect="1" noMove="1" noResize="1" noEditPoints="1" noAdjustHandles="1" noChangeArrowheads="1" noChangeShapeType="1" noTextEdit="1"/>
              </p:cNvSpPr>
              <p:nvPr/>
            </p:nvSpPr>
            <p:spPr>
              <a:xfrm>
                <a:off x="292172" y="2376725"/>
                <a:ext cx="540000" cy="540000"/>
              </a:xfrm>
              <a:prstGeom prst="ellipse">
                <a:avLst/>
              </a:prstGeom>
              <a:blipFill>
                <a:blip r:embed="rId16"/>
                <a:stretch>
                  <a:fillRect/>
                </a:stretch>
              </a:blipFill>
              <a:ln w="31750">
                <a:solidFill>
                  <a:schemeClr val="accent6">
                    <a:lumMod val="75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5" name="Elipse 64">
                <a:extLst>
                  <a:ext uri="{FF2B5EF4-FFF2-40B4-BE49-F238E27FC236}">
                    <a16:creationId xmlns:a16="http://schemas.microsoft.com/office/drawing/2014/main" id="{1B2458E3-D150-C90D-ED95-5D75297C6E3E}"/>
                  </a:ext>
                </a:extLst>
              </p:cNvPr>
              <p:cNvSpPr/>
              <p:nvPr/>
            </p:nvSpPr>
            <p:spPr>
              <a:xfrm>
                <a:off x="292172" y="4123052"/>
                <a:ext cx="540000" cy="540000"/>
              </a:xfrm>
              <a:prstGeom prst="ellipse">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numCol="2" rtlCol="0" anchor="ctr">
                <a:noAutofit/>
              </a:bodyPr>
              <a:lstStyle/>
              <a:p>
                <a:pPr algn="ctr"/>
                <a14:m>
                  <m:oMathPara xmlns:m="http://schemas.openxmlformats.org/officeDocument/2006/math">
                    <m:oMathParaPr>
                      <m:jc m:val="centerGroup"/>
                    </m:oMathParaPr>
                    <m:oMath xmlns:m="http://schemas.openxmlformats.org/officeDocument/2006/math">
                      <m:sSub>
                        <m:sSubPr>
                          <m:ctrlPr>
                            <a:rPr lang="es-ES" sz="1600" i="1">
                              <a:solidFill>
                                <a:schemeClr val="accent1">
                                  <a:lumMod val="50000"/>
                                </a:schemeClr>
                              </a:solidFill>
                              <a:latin typeface="Cambria Math" panose="02040503050406030204" pitchFamily="18" charset="0"/>
                              <a:ea typeface="Cambria Math" panose="02040503050406030204" pitchFamily="18" charset="0"/>
                            </a:rPr>
                          </m:ctrlPr>
                        </m:sSubPr>
                        <m:e>
                          <m:r>
                            <a:rPr lang="es-ES" sz="1600" i="1">
                              <a:solidFill>
                                <a:schemeClr val="accent1">
                                  <a:lumMod val="50000"/>
                                </a:schemeClr>
                              </a:solidFill>
                              <a:latin typeface="Cambria Math" panose="02040503050406030204" pitchFamily="18" charset="0"/>
                              <a:ea typeface="Cambria Math" panose="02040503050406030204" pitchFamily="18" charset="0"/>
                            </a:rPr>
                            <m:t>𝑥</m:t>
                          </m:r>
                        </m:e>
                        <m:sub>
                          <m:sSub>
                            <m:sSubPr>
                              <m:ctrlPr>
                                <a:rPr lang="es-ES" sz="1600" i="1">
                                  <a:solidFill>
                                    <a:schemeClr val="accent1">
                                      <a:lumMod val="50000"/>
                                    </a:schemeClr>
                                  </a:solidFill>
                                  <a:latin typeface="Cambria Math" panose="02040503050406030204" pitchFamily="18" charset="0"/>
                                  <a:ea typeface="Cambria Math" panose="02040503050406030204" pitchFamily="18" charset="0"/>
                                </a:rPr>
                              </m:ctrlPr>
                            </m:sSubPr>
                            <m:e>
                              <m:r>
                                <a:rPr lang="es-ES" sz="1600" i="1">
                                  <a:solidFill>
                                    <a:schemeClr val="accent1">
                                      <a:lumMod val="50000"/>
                                    </a:schemeClr>
                                  </a:solidFill>
                                  <a:latin typeface="Cambria Math" panose="02040503050406030204" pitchFamily="18" charset="0"/>
                                  <a:ea typeface="Cambria Math" panose="02040503050406030204" pitchFamily="18" charset="0"/>
                                </a:rPr>
                                <m:t>𝑛</m:t>
                              </m:r>
                            </m:e>
                            <m:sub>
                              <m:r>
                                <a:rPr lang="es-ES" sz="1600" i="1">
                                  <a:solidFill>
                                    <a:schemeClr val="accent1">
                                      <a:lumMod val="50000"/>
                                    </a:schemeClr>
                                  </a:solidFill>
                                  <a:latin typeface="Cambria Math" panose="02040503050406030204" pitchFamily="18" charset="0"/>
                                  <a:ea typeface="Cambria Math" panose="02040503050406030204" pitchFamily="18" charset="0"/>
                                </a:rPr>
                                <m:t>𝑥</m:t>
                              </m:r>
                            </m:sub>
                          </m:sSub>
                        </m:sub>
                      </m:sSub>
                    </m:oMath>
                  </m:oMathPara>
                </a14:m>
                <a:endParaRPr lang="es-ES" sz="1600" dirty="0"/>
              </a:p>
            </p:txBody>
          </p:sp>
        </mc:Choice>
        <mc:Fallback xmlns="">
          <p:sp>
            <p:nvSpPr>
              <p:cNvPr id="65" name="Elipse 64">
                <a:extLst>
                  <a:ext uri="{FF2B5EF4-FFF2-40B4-BE49-F238E27FC236}">
                    <a16:creationId xmlns:a16="http://schemas.microsoft.com/office/drawing/2014/main" id="{1B2458E3-D150-C90D-ED95-5D75297C6E3E}"/>
                  </a:ext>
                </a:extLst>
              </p:cNvPr>
              <p:cNvSpPr>
                <a:spLocks noRot="1" noChangeAspect="1" noMove="1" noResize="1" noEditPoints="1" noAdjustHandles="1" noChangeArrowheads="1" noChangeShapeType="1" noTextEdit="1"/>
              </p:cNvSpPr>
              <p:nvPr/>
            </p:nvSpPr>
            <p:spPr>
              <a:xfrm>
                <a:off x="292172" y="4123052"/>
                <a:ext cx="540000" cy="540000"/>
              </a:xfrm>
              <a:prstGeom prst="ellipse">
                <a:avLst/>
              </a:prstGeom>
              <a:blipFill>
                <a:blip r:embed="rId17"/>
                <a:stretch>
                  <a:fillRect/>
                </a:stretch>
              </a:blipFill>
              <a:ln w="31750">
                <a:solidFill>
                  <a:schemeClr val="accent6">
                    <a:lumMod val="75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0" name="Elipse 99">
                <a:extLst>
                  <a:ext uri="{FF2B5EF4-FFF2-40B4-BE49-F238E27FC236}">
                    <a16:creationId xmlns:a16="http://schemas.microsoft.com/office/drawing/2014/main" id="{302058F8-F41F-62AC-A7D5-49C8EC2F6F0F}"/>
                  </a:ext>
                </a:extLst>
              </p:cNvPr>
              <p:cNvSpPr/>
              <p:nvPr/>
            </p:nvSpPr>
            <p:spPr>
              <a:xfrm>
                <a:off x="7992000" y="2160000"/>
                <a:ext cx="648000" cy="648000"/>
              </a:xfrm>
              <a:prstGeom prst="ellipse">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numCol="2" rtlCol="0" anchor="ctr">
                <a:noAutofit/>
              </a:bodyPr>
              <a:lstStyle/>
              <a:p>
                <a:pPr algn="ctr"/>
                <a14:m>
                  <m:oMathPara xmlns:m="http://schemas.openxmlformats.org/officeDocument/2006/math">
                    <m:oMathParaPr>
                      <m:jc m:val="centerGroup"/>
                    </m:oMathParaPr>
                    <m:oMath xmlns:m="http://schemas.openxmlformats.org/officeDocument/2006/math">
                      <m:sSubSup>
                        <m:sSub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bSupPr>
                        <m:e>
                          <m:r>
                            <a:rPr lang="es-ES" sz="1600" i="1">
                              <a:solidFill>
                                <a:schemeClr val="accent1">
                                  <a:lumMod val="50000"/>
                                </a:schemeClr>
                              </a:solidFill>
                              <a:latin typeface="Cambria Math" panose="02040503050406030204" pitchFamily="18" charset="0"/>
                              <a:ea typeface="Cambria Math" panose="02040503050406030204" pitchFamily="18" charset="0"/>
                            </a:rPr>
                            <m:t>𝑎</m:t>
                          </m:r>
                        </m:e>
                        <m:sub>
                          <m:r>
                            <a:rPr lang="es-ES" sz="1600" i="1">
                              <a:solidFill>
                                <a:schemeClr val="accent1">
                                  <a:lumMod val="50000"/>
                                </a:schemeClr>
                              </a:solidFill>
                              <a:latin typeface="Cambria Math" panose="02040503050406030204" pitchFamily="18" charset="0"/>
                              <a:ea typeface="Cambria Math" panose="02040503050406030204" pitchFamily="18" charset="0"/>
                            </a:rPr>
                            <m:t>1</m:t>
                          </m:r>
                        </m:sub>
                        <m:sup>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𝐿</m:t>
                          </m:r>
                          <m:r>
                            <a:rPr lang="es-ES" sz="1600" i="1">
                              <a:solidFill>
                                <a:schemeClr val="accent1">
                                  <a:lumMod val="50000"/>
                                </a:schemeClr>
                              </a:solidFill>
                              <a:latin typeface="Cambria Math" panose="02040503050406030204" pitchFamily="18" charset="0"/>
                              <a:ea typeface="Cambria Math" panose="02040503050406030204" pitchFamily="18" charset="0"/>
                            </a:rPr>
                            <m:t>]</m:t>
                          </m:r>
                        </m:sup>
                      </m:sSubSup>
                    </m:oMath>
                  </m:oMathPara>
                </a14:m>
                <a:endParaRPr lang="es-ES" sz="1600" dirty="0"/>
              </a:p>
            </p:txBody>
          </p:sp>
        </mc:Choice>
        <mc:Fallback xmlns="">
          <p:sp>
            <p:nvSpPr>
              <p:cNvPr id="100" name="Elipse 99">
                <a:extLst>
                  <a:ext uri="{FF2B5EF4-FFF2-40B4-BE49-F238E27FC236}">
                    <a16:creationId xmlns:a16="http://schemas.microsoft.com/office/drawing/2014/main" id="{302058F8-F41F-62AC-A7D5-49C8EC2F6F0F}"/>
                  </a:ext>
                </a:extLst>
              </p:cNvPr>
              <p:cNvSpPr>
                <a:spLocks noRot="1" noChangeAspect="1" noMove="1" noResize="1" noEditPoints="1" noAdjustHandles="1" noChangeArrowheads="1" noChangeShapeType="1" noTextEdit="1"/>
              </p:cNvSpPr>
              <p:nvPr/>
            </p:nvSpPr>
            <p:spPr>
              <a:xfrm>
                <a:off x="7992000" y="2160000"/>
                <a:ext cx="648000" cy="648000"/>
              </a:xfrm>
              <a:prstGeom prst="ellipse">
                <a:avLst/>
              </a:prstGeom>
              <a:blipFill>
                <a:blip r:embed="rId18"/>
                <a:stretch>
                  <a:fillRect/>
                </a:stretch>
              </a:blipFill>
              <a:ln w="31750">
                <a:solidFill>
                  <a:srgbClr val="C00000"/>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9" name="Elipse 108">
                <a:extLst>
                  <a:ext uri="{FF2B5EF4-FFF2-40B4-BE49-F238E27FC236}">
                    <a16:creationId xmlns:a16="http://schemas.microsoft.com/office/drawing/2014/main" id="{E104F8F4-6F75-E1FF-65DC-A564006363DE}"/>
                  </a:ext>
                </a:extLst>
              </p:cNvPr>
              <p:cNvSpPr/>
              <p:nvPr/>
            </p:nvSpPr>
            <p:spPr>
              <a:xfrm>
                <a:off x="7992000" y="2878462"/>
                <a:ext cx="648000" cy="648000"/>
              </a:xfrm>
              <a:prstGeom prst="ellipse">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numCol="2" rtlCol="0" anchor="ctr">
                <a:noAutofit/>
              </a:bodyPr>
              <a:lstStyle/>
              <a:p>
                <a:pPr algn="ctr"/>
                <a14:m>
                  <m:oMathPara xmlns:m="http://schemas.openxmlformats.org/officeDocument/2006/math">
                    <m:oMathParaPr>
                      <m:jc m:val="centerGroup"/>
                    </m:oMathParaPr>
                    <m:oMath xmlns:m="http://schemas.openxmlformats.org/officeDocument/2006/math">
                      <m:sSubSup>
                        <m:sSubSup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sz="1600" i="1">
                              <a:solidFill>
                                <a:schemeClr val="accent1">
                                  <a:lumMod val="50000"/>
                                </a:schemeClr>
                              </a:solidFill>
                              <a:latin typeface="Cambria Math" panose="02040503050406030204" pitchFamily="18" charset="0"/>
                              <a:ea typeface="Cambria Math" panose="02040503050406030204" pitchFamily="18" charset="0"/>
                            </a:rPr>
                            <m:t>𝑎</m:t>
                          </m:r>
                        </m:e>
                        <m:sub>
                          <m:r>
                            <a:rPr lang="es-ES" sz="1600" b="0" i="1" smtClean="0">
                              <a:solidFill>
                                <a:schemeClr val="accent1">
                                  <a:lumMod val="50000"/>
                                </a:schemeClr>
                              </a:solidFill>
                              <a:latin typeface="Cambria Math" panose="02040503050406030204" pitchFamily="18" charset="0"/>
                              <a:ea typeface="Cambria Math" panose="02040503050406030204" pitchFamily="18" charset="0"/>
                            </a:rPr>
                            <m:t>2</m:t>
                          </m:r>
                        </m:sub>
                        <m:sup>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𝐿</m:t>
                          </m:r>
                          <m:r>
                            <a:rPr lang="es-ES" sz="1600" i="1">
                              <a:solidFill>
                                <a:schemeClr val="accent1">
                                  <a:lumMod val="50000"/>
                                </a:schemeClr>
                              </a:solidFill>
                              <a:latin typeface="Cambria Math" panose="02040503050406030204" pitchFamily="18" charset="0"/>
                              <a:ea typeface="Cambria Math" panose="02040503050406030204" pitchFamily="18" charset="0"/>
                            </a:rPr>
                            <m:t>]</m:t>
                          </m:r>
                        </m:sup>
                      </m:sSubSup>
                    </m:oMath>
                  </m:oMathPara>
                </a14:m>
                <a:endParaRPr lang="es-ES" sz="1600" dirty="0"/>
              </a:p>
            </p:txBody>
          </p:sp>
        </mc:Choice>
        <mc:Fallback xmlns="">
          <p:sp>
            <p:nvSpPr>
              <p:cNvPr id="109" name="Elipse 108">
                <a:extLst>
                  <a:ext uri="{FF2B5EF4-FFF2-40B4-BE49-F238E27FC236}">
                    <a16:creationId xmlns:a16="http://schemas.microsoft.com/office/drawing/2014/main" id="{E104F8F4-6F75-E1FF-65DC-A564006363DE}"/>
                  </a:ext>
                </a:extLst>
              </p:cNvPr>
              <p:cNvSpPr>
                <a:spLocks noRot="1" noChangeAspect="1" noMove="1" noResize="1" noEditPoints="1" noAdjustHandles="1" noChangeArrowheads="1" noChangeShapeType="1" noTextEdit="1"/>
              </p:cNvSpPr>
              <p:nvPr/>
            </p:nvSpPr>
            <p:spPr>
              <a:xfrm>
                <a:off x="7992000" y="2878462"/>
                <a:ext cx="648000" cy="648000"/>
              </a:xfrm>
              <a:prstGeom prst="ellipse">
                <a:avLst/>
              </a:prstGeom>
              <a:blipFill>
                <a:blip r:embed="rId19"/>
                <a:stretch>
                  <a:fillRect/>
                </a:stretch>
              </a:blipFill>
              <a:ln w="31750">
                <a:solidFill>
                  <a:srgbClr val="C00000"/>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1" name="Elipse 110">
                <a:extLst>
                  <a:ext uri="{FF2B5EF4-FFF2-40B4-BE49-F238E27FC236}">
                    <a16:creationId xmlns:a16="http://schemas.microsoft.com/office/drawing/2014/main" id="{DE8572F7-C6D2-B519-3338-006E0FABDBE5}"/>
                  </a:ext>
                </a:extLst>
              </p:cNvPr>
              <p:cNvSpPr/>
              <p:nvPr/>
            </p:nvSpPr>
            <p:spPr>
              <a:xfrm>
                <a:off x="7992000" y="4140000"/>
                <a:ext cx="648000" cy="648000"/>
              </a:xfrm>
              <a:prstGeom prst="ellipse">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numCol="2" rtlCol="0" anchor="ctr">
                <a:noAutofit/>
              </a:bodyPr>
              <a:lstStyle/>
              <a:p>
                <a:pPr algn="ctr"/>
                <a14:m>
                  <m:oMathPara xmlns:m="http://schemas.openxmlformats.org/officeDocument/2006/math">
                    <m:oMathParaPr>
                      <m:jc m:val="centerGroup"/>
                    </m:oMathParaPr>
                    <m:oMath xmlns:m="http://schemas.openxmlformats.org/officeDocument/2006/math">
                      <m:sSubSup>
                        <m:sSubSup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sz="1600" i="1">
                              <a:solidFill>
                                <a:schemeClr val="accent1">
                                  <a:lumMod val="50000"/>
                                </a:schemeClr>
                              </a:solidFill>
                              <a:latin typeface="Cambria Math" panose="02040503050406030204" pitchFamily="18" charset="0"/>
                              <a:ea typeface="Cambria Math" panose="02040503050406030204" pitchFamily="18" charset="0"/>
                            </a:rPr>
                            <m:t>𝑎</m:t>
                          </m:r>
                        </m:e>
                        <m:sub>
                          <m:sSup>
                            <m:sSupPr>
                              <m:ctrlPr>
                                <a:rPr lang="es-ES" sz="1600"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0" i="1" smtClean="0">
                                  <a:solidFill>
                                    <a:schemeClr val="accent1">
                                      <a:lumMod val="50000"/>
                                    </a:schemeClr>
                                  </a:solidFill>
                                  <a:latin typeface="Cambria Math" panose="02040503050406030204" pitchFamily="18" charset="0"/>
                                  <a:ea typeface="Cambria Math" panose="02040503050406030204" pitchFamily="18" charset="0"/>
                                </a:rPr>
                                <m:t>𝑛</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r>
                                <a:rPr lang="es-ES" sz="1600" b="0" i="1" smtClean="0">
                                  <a:solidFill>
                                    <a:schemeClr val="accent1">
                                      <a:lumMod val="50000"/>
                                    </a:schemeClr>
                                  </a:solidFill>
                                  <a:latin typeface="Cambria Math" panose="02040503050406030204" pitchFamily="18" charset="0"/>
                                  <a:ea typeface="Cambria Math" panose="02040503050406030204" pitchFamily="18" charset="0"/>
                                </a:rPr>
                                <m:t>𝐿</m:t>
                              </m:r>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sup>
                          </m:sSup>
                        </m:sub>
                        <m:sup>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𝐿</m:t>
                          </m:r>
                          <m:r>
                            <a:rPr lang="es-ES" sz="1600" i="1">
                              <a:solidFill>
                                <a:schemeClr val="accent1">
                                  <a:lumMod val="50000"/>
                                </a:schemeClr>
                              </a:solidFill>
                              <a:latin typeface="Cambria Math" panose="02040503050406030204" pitchFamily="18" charset="0"/>
                              <a:ea typeface="Cambria Math" panose="02040503050406030204" pitchFamily="18" charset="0"/>
                            </a:rPr>
                            <m:t>]</m:t>
                          </m:r>
                        </m:sup>
                      </m:sSubSup>
                    </m:oMath>
                  </m:oMathPara>
                </a14:m>
                <a:endParaRPr lang="es-ES" sz="1600" dirty="0"/>
              </a:p>
            </p:txBody>
          </p:sp>
        </mc:Choice>
        <mc:Fallback xmlns="">
          <p:sp>
            <p:nvSpPr>
              <p:cNvPr id="111" name="Elipse 110">
                <a:extLst>
                  <a:ext uri="{FF2B5EF4-FFF2-40B4-BE49-F238E27FC236}">
                    <a16:creationId xmlns:a16="http://schemas.microsoft.com/office/drawing/2014/main" id="{DE8572F7-C6D2-B519-3338-006E0FABDBE5}"/>
                  </a:ext>
                </a:extLst>
              </p:cNvPr>
              <p:cNvSpPr>
                <a:spLocks noRot="1" noChangeAspect="1" noMove="1" noResize="1" noEditPoints="1" noAdjustHandles="1" noChangeArrowheads="1" noChangeShapeType="1" noTextEdit="1"/>
              </p:cNvSpPr>
              <p:nvPr/>
            </p:nvSpPr>
            <p:spPr>
              <a:xfrm>
                <a:off x="7992000" y="4140000"/>
                <a:ext cx="648000" cy="648000"/>
              </a:xfrm>
              <a:prstGeom prst="ellipse">
                <a:avLst/>
              </a:prstGeom>
              <a:blipFill>
                <a:blip r:embed="rId20"/>
                <a:stretch>
                  <a:fillRect/>
                </a:stretch>
              </a:blipFill>
              <a:ln w="31750">
                <a:solidFill>
                  <a:srgbClr val="C00000"/>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2" name="CuadroTexto 111">
                <a:extLst>
                  <a:ext uri="{FF2B5EF4-FFF2-40B4-BE49-F238E27FC236}">
                    <a16:creationId xmlns:a16="http://schemas.microsoft.com/office/drawing/2014/main" id="{5F892835-C00B-3478-04ED-15C0C61A93E3}"/>
                  </a:ext>
                </a:extLst>
              </p:cNvPr>
              <p:cNvSpPr txBox="1"/>
              <p:nvPr/>
            </p:nvSpPr>
            <p:spPr>
              <a:xfrm>
                <a:off x="6184459" y="3667222"/>
                <a:ext cx="32593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2400" b="0" i="1" smtClean="0">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sz="2400" dirty="0">
                  <a:solidFill>
                    <a:schemeClr val="accent1">
                      <a:lumMod val="50000"/>
                    </a:schemeClr>
                  </a:solidFill>
                </a:endParaRPr>
              </a:p>
            </p:txBody>
          </p:sp>
        </mc:Choice>
        <mc:Fallback xmlns="">
          <p:sp>
            <p:nvSpPr>
              <p:cNvPr id="112" name="CuadroTexto 111">
                <a:extLst>
                  <a:ext uri="{FF2B5EF4-FFF2-40B4-BE49-F238E27FC236}">
                    <a16:creationId xmlns:a16="http://schemas.microsoft.com/office/drawing/2014/main" id="{5F892835-C00B-3478-04ED-15C0C61A93E3}"/>
                  </a:ext>
                </a:extLst>
              </p:cNvPr>
              <p:cNvSpPr txBox="1">
                <a:spLocks noRot="1" noChangeAspect="1" noMove="1" noResize="1" noEditPoints="1" noAdjustHandles="1" noChangeArrowheads="1" noChangeShapeType="1" noTextEdit="1"/>
              </p:cNvSpPr>
              <p:nvPr/>
            </p:nvSpPr>
            <p:spPr>
              <a:xfrm>
                <a:off x="6184459" y="3667222"/>
                <a:ext cx="325939" cy="461665"/>
              </a:xfrm>
              <a:prstGeom prst="rect">
                <a:avLst/>
              </a:prstGeom>
              <a:blipFill>
                <a:blip r:embed="rId2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 name="Elipse 1">
                <a:extLst>
                  <a:ext uri="{FF2B5EF4-FFF2-40B4-BE49-F238E27FC236}">
                    <a16:creationId xmlns:a16="http://schemas.microsoft.com/office/drawing/2014/main" id="{2E835B8A-D6B7-EF26-C7AB-76D185B69476}"/>
                  </a:ext>
                </a:extLst>
              </p:cNvPr>
              <p:cNvSpPr/>
              <p:nvPr/>
            </p:nvSpPr>
            <p:spPr>
              <a:xfrm>
                <a:off x="289699" y="3130392"/>
                <a:ext cx="540000" cy="540000"/>
              </a:xfrm>
              <a:prstGeom prst="ellipse">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numCol="2" rtlCol="0" anchor="ctr">
                <a:noAutofit/>
              </a:bodyPr>
              <a:lstStyle/>
              <a:p>
                <a:pPr algn="ctr"/>
                <a14:m>
                  <m:oMathPara xmlns:m="http://schemas.openxmlformats.org/officeDocument/2006/math">
                    <m:oMathParaPr>
                      <m:jc m:val="centerGroup"/>
                    </m:oMathParaPr>
                    <m:oMath xmlns:m="http://schemas.openxmlformats.org/officeDocument/2006/math">
                      <m:sSub>
                        <m:sSub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sz="1600" i="1">
                              <a:solidFill>
                                <a:schemeClr val="accent1">
                                  <a:lumMod val="50000"/>
                                </a:schemeClr>
                              </a:solidFill>
                              <a:latin typeface="Cambria Math" panose="02040503050406030204" pitchFamily="18" charset="0"/>
                              <a:ea typeface="Cambria Math" panose="02040503050406030204" pitchFamily="18" charset="0"/>
                            </a:rPr>
                            <m:t>𝑥</m:t>
                          </m:r>
                        </m:e>
                        <m:sub>
                          <m:r>
                            <a:rPr lang="es-ES" sz="1600" b="0" i="1" smtClean="0">
                              <a:solidFill>
                                <a:schemeClr val="accent1">
                                  <a:lumMod val="50000"/>
                                </a:schemeClr>
                              </a:solidFill>
                              <a:latin typeface="Cambria Math" panose="02040503050406030204" pitchFamily="18" charset="0"/>
                              <a:ea typeface="Cambria Math" panose="02040503050406030204" pitchFamily="18" charset="0"/>
                            </a:rPr>
                            <m:t>2</m:t>
                          </m:r>
                        </m:sub>
                      </m:sSub>
                    </m:oMath>
                  </m:oMathPara>
                </a14:m>
                <a:endParaRPr lang="es-ES" sz="1600" dirty="0"/>
              </a:p>
            </p:txBody>
          </p:sp>
        </mc:Choice>
        <mc:Fallback xmlns="">
          <p:sp>
            <p:nvSpPr>
              <p:cNvPr id="2" name="Elipse 1">
                <a:extLst>
                  <a:ext uri="{FF2B5EF4-FFF2-40B4-BE49-F238E27FC236}">
                    <a16:creationId xmlns:a16="http://schemas.microsoft.com/office/drawing/2014/main" id="{2E835B8A-D6B7-EF26-C7AB-76D185B69476}"/>
                  </a:ext>
                </a:extLst>
              </p:cNvPr>
              <p:cNvSpPr>
                <a:spLocks noRot="1" noChangeAspect="1" noMove="1" noResize="1" noEditPoints="1" noAdjustHandles="1" noChangeArrowheads="1" noChangeShapeType="1" noTextEdit="1"/>
              </p:cNvSpPr>
              <p:nvPr/>
            </p:nvSpPr>
            <p:spPr>
              <a:xfrm>
                <a:off x="289699" y="3130392"/>
                <a:ext cx="540000" cy="540000"/>
              </a:xfrm>
              <a:prstGeom prst="ellipse">
                <a:avLst/>
              </a:prstGeom>
              <a:blipFill>
                <a:blip r:embed="rId22"/>
                <a:stretch>
                  <a:fillRect/>
                </a:stretch>
              </a:blipFill>
              <a:ln w="31750">
                <a:solidFill>
                  <a:schemeClr val="accent6">
                    <a:lumMod val="75000"/>
                  </a:schemeClr>
                </a:solidFill>
              </a:ln>
            </p:spPr>
            <p:txBody>
              <a:bodyPr/>
              <a:lstStyle/>
              <a:p>
                <a:r>
                  <a:rPr lang="es-ES">
                    <a:noFill/>
                  </a:rPr>
                  <a:t> </a:t>
                </a:r>
              </a:p>
            </p:txBody>
          </p:sp>
        </mc:Fallback>
      </mc:AlternateContent>
      <p:grpSp>
        <p:nvGrpSpPr>
          <p:cNvPr id="89" name="Grupo 88">
            <a:extLst>
              <a:ext uri="{FF2B5EF4-FFF2-40B4-BE49-F238E27FC236}">
                <a16:creationId xmlns:a16="http://schemas.microsoft.com/office/drawing/2014/main" id="{35217A47-0AD8-38D4-6E6A-3ACC98AF5709}"/>
              </a:ext>
            </a:extLst>
          </p:cNvPr>
          <p:cNvGrpSpPr/>
          <p:nvPr/>
        </p:nvGrpSpPr>
        <p:grpSpPr>
          <a:xfrm>
            <a:off x="10319023" y="2160000"/>
            <a:ext cx="542044" cy="2687368"/>
            <a:chOff x="8636967" y="2112382"/>
            <a:chExt cx="542044" cy="2687368"/>
          </a:xfrm>
        </p:grpSpPr>
        <mc:AlternateContent xmlns:mc="http://schemas.openxmlformats.org/markup-compatibility/2006" xmlns:a14="http://schemas.microsoft.com/office/drawing/2010/main">
          <mc:Choice Requires="a14">
            <p:sp>
              <p:nvSpPr>
                <p:cNvPr id="83" name="CuadroTexto 82">
                  <a:extLst>
                    <a:ext uri="{FF2B5EF4-FFF2-40B4-BE49-F238E27FC236}">
                      <a16:creationId xmlns:a16="http://schemas.microsoft.com/office/drawing/2014/main" id="{AACF733B-CBC6-DD1F-33F4-DA847190604B}"/>
                    </a:ext>
                  </a:extLst>
                </p:cNvPr>
                <p:cNvSpPr txBox="1"/>
                <p:nvPr/>
              </p:nvSpPr>
              <p:spPr>
                <a:xfrm>
                  <a:off x="8739351" y="3580211"/>
                  <a:ext cx="32593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2400" i="1" smtClean="0">
                            <a:solidFill>
                              <a:srgbClr val="FF0000"/>
                            </a:solidFill>
                            <a:latin typeface="Cambria Math" panose="02040503050406030204" pitchFamily="18" charset="0"/>
                            <a:ea typeface="Cambria Math" panose="02040503050406030204" pitchFamily="18" charset="0"/>
                          </a:rPr>
                          <m:t>⋮</m:t>
                        </m:r>
                      </m:oMath>
                    </m:oMathPara>
                  </a14:m>
                  <a:endParaRPr lang="es-ES" sz="2400" dirty="0">
                    <a:solidFill>
                      <a:srgbClr val="FF0000"/>
                    </a:solidFill>
                  </a:endParaRPr>
                </a:p>
              </p:txBody>
            </p:sp>
          </mc:Choice>
          <mc:Fallback xmlns="">
            <p:sp>
              <p:nvSpPr>
                <p:cNvPr id="83" name="CuadroTexto 82">
                  <a:extLst>
                    <a:ext uri="{FF2B5EF4-FFF2-40B4-BE49-F238E27FC236}">
                      <a16:creationId xmlns:a16="http://schemas.microsoft.com/office/drawing/2014/main" id="{AACF733B-CBC6-DD1F-33F4-DA847190604B}"/>
                    </a:ext>
                  </a:extLst>
                </p:cNvPr>
                <p:cNvSpPr txBox="1">
                  <a:spLocks noRot="1" noChangeAspect="1" noMove="1" noResize="1" noEditPoints="1" noAdjustHandles="1" noChangeArrowheads="1" noChangeShapeType="1" noTextEdit="1"/>
                </p:cNvSpPr>
                <p:nvPr/>
              </p:nvSpPr>
              <p:spPr>
                <a:xfrm>
                  <a:off x="8739351" y="3580211"/>
                  <a:ext cx="325939" cy="461665"/>
                </a:xfrm>
                <a:prstGeom prst="rect">
                  <a:avLst/>
                </a:prstGeom>
                <a:blipFill>
                  <a:blip r:embed="rId2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4" name="Elipse 83">
                  <a:extLst>
                    <a:ext uri="{FF2B5EF4-FFF2-40B4-BE49-F238E27FC236}">
                      <a16:creationId xmlns:a16="http://schemas.microsoft.com/office/drawing/2014/main" id="{3AA81C46-8129-6515-9518-7D700CA488E7}"/>
                    </a:ext>
                  </a:extLst>
                </p:cNvPr>
                <p:cNvSpPr/>
                <p:nvPr/>
              </p:nvSpPr>
              <p:spPr>
                <a:xfrm>
                  <a:off x="8639011" y="2112382"/>
                  <a:ext cx="540000" cy="540000"/>
                </a:xfrm>
                <a:prstGeom prst="ellipse">
                  <a:avLst/>
                </a:prstGeom>
                <a:noFill/>
                <a:ln w="317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numCol="2" rtlCol="0" anchor="ctr">
                  <a:noAutofit/>
                </a:bodyPr>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ea typeface="Cambria Math" panose="02040503050406030204" pitchFamily="18" charset="0"/>
                              </a:rPr>
                              <m:t>𝑦</m:t>
                            </m:r>
                          </m:e>
                          <m:sub>
                            <m:r>
                              <a:rPr lang="es-ES" i="1">
                                <a:solidFill>
                                  <a:schemeClr val="accent1">
                                    <a:lumMod val="50000"/>
                                  </a:schemeClr>
                                </a:solidFill>
                                <a:latin typeface="Cambria Math" panose="02040503050406030204" pitchFamily="18" charset="0"/>
                                <a:ea typeface="Cambria Math" panose="02040503050406030204" pitchFamily="18" charset="0"/>
                              </a:rPr>
                              <m:t>1</m:t>
                            </m:r>
                          </m:sub>
                        </m:sSub>
                      </m:oMath>
                    </m:oMathPara>
                  </a14:m>
                  <a:endParaRPr lang="es-ES" dirty="0"/>
                </a:p>
              </p:txBody>
            </p:sp>
          </mc:Choice>
          <mc:Fallback xmlns="">
            <p:sp>
              <p:nvSpPr>
                <p:cNvPr id="84" name="Elipse 83">
                  <a:extLst>
                    <a:ext uri="{FF2B5EF4-FFF2-40B4-BE49-F238E27FC236}">
                      <a16:creationId xmlns:a16="http://schemas.microsoft.com/office/drawing/2014/main" id="{3AA81C46-8129-6515-9518-7D700CA488E7}"/>
                    </a:ext>
                  </a:extLst>
                </p:cNvPr>
                <p:cNvSpPr>
                  <a:spLocks noRot="1" noChangeAspect="1" noMove="1" noResize="1" noEditPoints="1" noAdjustHandles="1" noChangeArrowheads="1" noChangeShapeType="1" noTextEdit="1"/>
                </p:cNvSpPr>
                <p:nvPr/>
              </p:nvSpPr>
              <p:spPr>
                <a:xfrm>
                  <a:off x="8639011" y="2112382"/>
                  <a:ext cx="540000" cy="540000"/>
                </a:xfrm>
                <a:prstGeom prst="ellipse">
                  <a:avLst/>
                </a:prstGeom>
                <a:blipFill>
                  <a:blip r:embed="rId24"/>
                  <a:stretch>
                    <a:fillRect/>
                  </a:stretch>
                </a:blipFill>
                <a:ln w="31750">
                  <a:solidFill>
                    <a:schemeClr val="accent2">
                      <a:lumMod val="75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5" name="Elipse 84">
                  <a:extLst>
                    <a:ext uri="{FF2B5EF4-FFF2-40B4-BE49-F238E27FC236}">
                      <a16:creationId xmlns:a16="http://schemas.microsoft.com/office/drawing/2014/main" id="{9DEEC096-9C77-DDE6-6FBD-C863615ECB94}"/>
                    </a:ext>
                  </a:extLst>
                </p:cNvPr>
                <p:cNvSpPr/>
                <p:nvPr/>
              </p:nvSpPr>
              <p:spPr>
                <a:xfrm>
                  <a:off x="8637648" y="2805108"/>
                  <a:ext cx="540000" cy="540000"/>
                </a:xfrm>
                <a:prstGeom prst="ellipse">
                  <a:avLst/>
                </a:prstGeom>
                <a:noFill/>
                <a:ln w="317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numCol="2" rtlCol="0" anchor="ctr">
                  <a:noAutofit/>
                </a:bodyPr>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ea typeface="Cambria Math" panose="02040503050406030204" pitchFamily="18" charset="0"/>
                              </a:rPr>
                              <m:t>𝑦</m:t>
                            </m:r>
                          </m:e>
                          <m:sub>
                            <m:r>
                              <a:rPr lang="es-ES" b="1" i="1">
                                <a:solidFill>
                                  <a:schemeClr val="accent1">
                                    <a:lumMod val="50000"/>
                                  </a:schemeClr>
                                </a:solidFill>
                                <a:latin typeface="Cambria Math" panose="02040503050406030204" pitchFamily="18" charset="0"/>
                                <a:ea typeface="Cambria Math" panose="02040503050406030204" pitchFamily="18" charset="0"/>
                              </a:rPr>
                              <m:t>𝟐</m:t>
                            </m:r>
                          </m:sub>
                        </m:sSub>
                      </m:oMath>
                    </m:oMathPara>
                  </a14:m>
                  <a:endParaRPr lang="es-ES" dirty="0"/>
                </a:p>
              </p:txBody>
            </p:sp>
          </mc:Choice>
          <mc:Fallback xmlns="">
            <p:sp>
              <p:nvSpPr>
                <p:cNvPr id="85" name="Elipse 84">
                  <a:extLst>
                    <a:ext uri="{FF2B5EF4-FFF2-40B4-BE49-F238E27FC236}">
                      <a16:creationId xmlns:a16="http://schemas.microsoft.com/office/drawing/2014/main" id="{9DEEC096-9C77-DDE6-6FBD-C863615ECB94}"/>
                    </a:ext>
                  </a:extLst>
                </p:cNvPr>
                <p:cNvSpPr>
                  <a:spLocks noRot="1" noChangeAspect="1" noMove="1" noResize="1" noEditPoints="1" noAdjustHandles="1" noChangeArrowheads="1" noChangeShapeType="1" noTextEdit="1"/>
                </p:cNvSpPr>
                <p:nvPr/>
              </p:nvSpPr>
              <p:spPr>
                <a:xfrm>
                  <a:off x="8637648" y="2805108"/>
                  <a:ext cx="540000" cy="540000"/>
                </a:xfrm>
                <a:prstGeom prst="ellipse">
                  <a:avLst/>
                </a:prstGeom>
                <a:blipFill>
                  <a:blip r:embed="rId25"/>
                  <a:stretch>
                    <a:fillRect/>
                  </a:stretch>
                </a:blipFill>
                <a:ln w="31750">
                  <a:solidFill>
                    <a:schemeClr val="accent2">
                      <a:lumMod val="75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8" name="Elipse 87">
                  <a:extLst>
                    <a:ext uri="{FF2B5EF4-FFF2-40B4-BE49-F238E27FC236}">
                      <a16:creationId xmlns:a16="http://schemas.microsoft.com/office/drawing/2014/main" id="{0DEE98C5-CDAF-F122-A266-BF57B2E96FA3}"/>
                    </a:ext>
                  </a:extLst>
                </p:cNvPr>
                <p:cNvSpPr/>
                <p:nvPr/>
              </p:nvSpPr>
              <p:spPr>
                <a:xfrm>
                  <a:off x="8636967" y="4259750"/>
                  <a:ext cx="540000" cy="540000"/>
                </a:xfrm>
                <a:prstGeom prst="ellipse">
                  <a:avLst/>
                </a:prstGeom>
                <a:noFill/>
                <a:ln w="317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numCol="2" rtlCol="0" anchor="ctr">
                  <a:noAutofit/>
                </a:bodyPr>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ea typeface="Cambria Math" panose="02040503050406030204" pitchFamily="18" charset="0"/>
                              </a:rPr>
                              <m:t>𝑦</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r>
                                  <a:rPr lang="es-ES" i="1">
                                    <a:solidFill>
                                      <a:schemeClr val="accent1">
                                        <a:lumMod val="50000"/>
                                      </a:schemeClr>
                                    </a:solidFill>
                                    <a:latin typeface="Cambria Math" panose="02040503050406030204" pitchFamily="18" charset="0"/>
                                    <a:ea typeface="Cambria Math" panose="02040503050406030204" pitchFamily="18" charset="0"/>
                                  </a:rPr>
                                  <m:t>𝑦</m:t>
                                </m:r>
                              </m:sub>
                            </m:sSub>
                          </m:sub>
                        </m:sSub>
                      </m:oMath>
                    </m:oMathPara>
                  </a14:m>
                  <a:endParaRPr lang="es-ES" dirty="0"/>
                </a:p>
              </p:txBody>
            </p:sp>
          </mc:Choice>
          <mc:Fallback xmlns="">
            <p:sp>
              <p:nvSpPr>
                <p:cNvPr id="88" name="Elipse 87">
                  <a:extLst>
                    <a:ext uri="{FF2B5EF4-FFF2-40B4-BE49-F238E27FC236}">
                      <a16:creationId xmlns:a16="http://schemas.microsoft.com/office/drawing/2014/main" id="{0DEE98C5-CDAF-F122-A266-BF57B2E96FA3}"/>
                    </a:ext>
                  </a:extLst>
                </p:cNvPr>
                <p:cNvSpPr>
                  <a:spLocks noRot="1" noChangeAspect="1" noMove="1" noResize="1" noEditPoints="1" noAdjustHandles="1" noChangeArrowheads="1" noChangeShapeType="1" noTextEdit="1"/>
                </p:cNvSpPr>
                <p:nvPr/>
              </p:nvSpPr>
              <p:spPr>
                <a:xfrm>
                  <a:off x="8636967" y="4259750"/>
                  <a:ext cx="540000" cy="540000"/>
                </a:xfrm>
                <a:prstGeom prst="ellipse">
                  <a:avLst/>
                </a:prstGeom>
                <a:blipFill>
                  <a:blip r:embed="rId26"/>
                  <a:stretch>
                    <a:fillRect/>
                  </a:stretch>
                </a:blipFill>
                <a:ln w="31750">
                  <a:solidFill>
                    <a:schemeClr val="accent2">
                      <a:lumMod val="75000"/>
                    </a:schemeClr>
                  </a:solidFill>
                </a:ln>
              </p:spPr>
              <p:txBody>
                <a:bodyPr/>
                <a:lstStyle/>
                <a:p>
                  <a:r>
                    <a:rPr lang="es-ES">
                      <a:noFill/>
                    </a:rPr>
                    <a:t> </a:t>
                  </a:r>
                </a:p>
              </p:txBody>
            </p:sp>
          </mc:Fallback>
        </mc:AlternateContent>
      </p:grpSp>
      <p:cxnSp>
        <p:nvCxnSpPr>
          <p:cNvPr id="91" name="Conector recto 90">
            <a:extLst>
              <a:ext uri="{FF2B5EF4-FFF2-40B4-BE49-F238E27FC236}">
                <a16:creationId xmlns:a16="http://schemas.microsoft.com/office/drawing/2014/main" id="{237724ED-37CA-2672-E1FF-D57C141FCE42}"/>
              </a:ext>
            </a:extLst>
          </p:cNvPr>
          <p:cNvCxnSpPr>
            <a:cxnSpLocks/>
            <a:stCxn id="2" idx="6"/>
            <a:endCxn id="15" idx="2"/>
          </p:cNvCxnSpPr>
          <p:nvPr/>
        </p:nvCxnSpPr>
        <p:spPr>
          <a:xfrm flipV="1">
            <a:off x="829699" y="2184130"/>
            <a:ext cx="1268126" cy="1216262"/>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4" name="Conector recto 93">
            <a:extLst>
              <a:ext uri="{FF2B5EF4-FFF2-40B4-BE49-F238E27FC236}">
                <a16:creationId xmlns:a16="http://schemas.microsoft.com/office/drawing/2014/main" id="{95E74CD6-3090-4731-FE8D-6A579DD7B071}"/>
              </a:ext>
            </a:extLst>
          </p:cNvPr>
          <p:cNvCxnSpPr>
            <a:cxnSpLocks/>
            <a:stCxn id="2" idx="6"/>
            <a:endCxn id="16" idx="2"/>
          </p:cNvCxnSpPr>
          <p:nvPr/>
        </p:nvCxnSpPr>
        <p:spPr>
          <a:xfrm flipV="1">
            <a:off x="829699" y="3238462"/>
            <a:ext cx="1292065" cy="16193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7" name="Conector recto 96">
            <a:extLst>
              <a:ext uri="{FF2B5EF4-FFF2-40B4-BE49-F238E27FC236}">
                <a16:creationId xmlns:a16="http://schemas.microsoft.com/office/drawing/2014/main" id="{F2623E95-15F1-16B4-1230-BA882FBF46C4}"/>
              </a:ext>
            </a:extLst>
          </p:cNvPr>
          <p:cNvCxnSpPr>
            <a:cxnSpLocks/>
            <a:stCxn id="2" idx="6"/>
            <a:endCxn id="19" idx="2"/>
          </p:cNvCxnSpPr>
          <p:nvPr/>
        </p:nvCxnSpPr>
        <p:spPr>
          <a:xfrm>
            <a:off x="829699" y="3400392"/>
            <a:ext cx="1268126" cy="1393139"/>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1" name="Rectángulo: esquinas redondeadas 100">
                <a:extLst>
                  <a:ext uri="{FF2B5EF4-FFF2-40B4-BE49-F238E27FC236}">
                    <a16:creationId xmlns:a16="http://schemas.microsoft.com/office/drawing/2014/main" id="{37E571A4-B5E9-C4B3-E270-ADBBB397D9DB}"/>
                  </a:ext>
                </a:extLst>
              </p:cNvPr>
              <p:cNvSpPr/>
              <p:nvPr/>
            </p:nvSpPr>
            <p:spPr>
              <a:xfrm>
                <a:off x="978354" y="1470074"/>
                <a:ext cx="986285" cy="3953021"/>
              </a:xfrm>
              <a:prstGeom prst="roundRect">
                <a:avLst/>
              </a:prstGeom>
              <a:solidFill>
                <a:schemeClr val="accent1">
                  <a:lumMod val="40000"/>
                  <a:lumOff val="6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lIns="72000" rIns="0" rtlCol="0" anchor="t" anchorCtr="0"/>
              <a:lstStyle/>
              <a:p>
                <a:pPr algn="ctr"/>
                <a14:m>
                  <m:oMathPara xmlns:m="http://schemas.openxmlformats.org/officeDocument/2006/math">
                    <m:oMathParaPr>
                      <m:jc m:val="centerGroup"/>
                    </m:oMathParaPr>
                    <m:oMath xmlns:m="http://schemas.openxmlformats.org/officeDocument/2006/math">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oMath>
                  </m:oMathPara>
                </a14:m>
                <a:endParaRPr lang="es-ES" dirty="0"/>
              </a:p>
            </p:txBody>
          </p:sp>
        </mc:Choice>
        <mc:Fallback xmlns="">
          <p:sp>
            <p:nvSpPr>
              <p:cNvPr id="101" name="Rectángulo: esquinas redondeadas 100">
                <a:extLst>
                  <a:ext uri="{FF2B5EF4-FFF2-40B4-BE49-F238E27FC236}">
                    <a16:creationId xmlns:a16="http://schemas.microsoft.com/office/drawing/2014/main" id="{37E571A4-B5E9-C4B3-E270-ADBBB397D9DB}"/>
                  </a:ext>
                </a:extLst>
              </p:cNvPr>
              <p:cNvSpPr>
                <a:spLocks noRot="1" noChangeAspect="1" noMove="1" noResize="1" noEditPoints="1" noAdjustHandles="1" noChangeArrowheads="1" noChangeShapeType="1" noTextEdit="1"/>
              </p:cNvSpPr>
              <p:nvPr/>
            </p:nvSpPr>
            <p:spPr>
              <a:xfrm>
                <a:off x="978354" y="1470074"/>
                <a:ext cx="986285" cy="3953021"/>
              </a:xfrm>
              <a:prstGeom prst="roundRect">
                <a:avLst/>
              </a:prstGeom>
              <a:blipFill>
                <a:blip r:embed="rId27"/>
                <a:stretch>
                  <a:fillRect l="-2439" r="-304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7" name="Rectángulo: esquinas redondeadas 126">
                <a:extLst>
                  <a:ext uri="{FF2B5EF4-FFF2-40B4-BE49-F238E27FC236}">
                    <a16:creationId xmlns:a16="http://schemas.microsoft.com/office/drawing/2014/main" id="{4CE98158-FDC1-B707-5AA4-C5B9C7CAAEE6}"/>
                  </a:ext>
                </a:extLst>
              </p:cNvPr>
              <p:cNvSpPr/>
              <p:nvPr/>
            </p:nvSpPr>
            <p:spPr>
              <a:xfrm>
                <a:off x="6838186" y="1468009"/>
                <a:ext cx="986285" cy="3953021"/>
              </a:xfrm>
              <a:prstGeom prst="roundRect">
                <a:avLst/>
              </a:prstGeom>
              <a:solidFill>
                <a:schemeClr val="accent1">
                  <a:lumMod val="40000"/>
                  <a:lumOff val="6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lIns="72000" rIns="0" rtlCol="0" anchor="t" anchorCtr="0"/>
              <a:lstStyle/>
              <a:p>
                <a:pPr algn="ct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dirty="0"/>
              </a:p>
            </p:txBody>
          </p:sp>
        </mc:Choice>
        <mc:Fallback xmlns="">
          <p:sp>
            <p:nvSpPr>
              <p:cNvPr id="127" name="Rectángulo: esquinas redondeadas 126">
                <a:extLst>
                  <a:ext uri="{FF2B5EF4-FFF2-40B4-BE49-F238E27FC236}">
                    <a16:creationId xmlns:a16="http://schemas.microsoft.com/office/drawing/2014/main" id="{4CE98158-FDC1-B707-5AA4-C5B9C7CAAEE6}"/>
                  </a:ext>
                </a:extLst>
              </p:cNvPr>
              <p:cNvSpPr>
                <a:spLocks noRot="1" noChangeAspect="1" noMove="1" noResize="1" noEditPoints="1" noAdjustHandles="1" noChangeArrowheads="1" noChangeShapeType="1" noTextEdit="1"/>
              </p:cNvSpPr>
              <p:nvPr/>
            </p:nvSpPr>
            <p:spPr>
              <a:xfrm>
                <a:off x="6838186" y="1468009"/>
                <a:ext cx="986285" cy="3953021"/>
              </a:xfrm>
              <a:prstGeom prst="roundRect">
                <a:avLst/>
              </a:prstGeom>
              <a:blipFill>
                <a:blip r:embed="rId28"/>
                <a:stretch>
                  <a:fillRect l="-3049" r="-243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8" name="CuadroTexto 127">
                <a:extLst>
                  <a:ext uri="{FF2B5EF4-FFF2-40B4-BE49-F238E27FC236}">
                    <a16:creationId xmlns:a16="http://schemas.microsoft.com/office/drawing/2014/main" id="{BF9FB40F-2ACF-93C9-3206-674BE5D2EE5A}"/>
                  </a:ext>
                </a:extLst>
              </p:cNvPr>
              <p:cNvSpPr txBox="1"/>
              <p:nvPr/>
            </p:nvSpPr>
            <p:spPr>
              <a:xfrm>
                <a:off x="9096221" y="3654779"/>
                <a:ext cx="32593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2400" i="1" smtClean="0">
                          <a:solidFill>
                            <a:srgbClr val="FF0000"/>
                          </a:solidFill>
                          <a:latin typeface="Cambria Math" panose="02040503050406030204" pitchFamily="18" charset="0"/>
                          <a:ea typeface="Cambria Math" panose="02040503050406030204" pitchFamily="18" charset="0"/>
                        </a:rPr>
                        <m:t>⋮</m:t>
                      </m:r>
                    </m:oMath>
                  </m:oMathPara>
                </a14:m>
                <a:endParaRPr lang="es-ES" sz="2400" dirty="0">
                  <a:solidFill>
                    <a:srgbClr val="FF0000"/>
                  </a:solidFill>
                </a:endParaRPr>
              </a:p>
            </p:txBody>
          </p:sp>
        </mc:Choice>
        <mc:Fallback xmlns="">
          <p:sp>
            <p:nvSpPr>
              <p:cNvPr id="128" name="CuadroTexto 127">
                <a:extLst>
                  <a:ext uri="{FF2B5EF4-FFF2-40B4-BE49-F238E27FC236}">
                    <a16:creationId xmlns:a16="http://schemas.microsoft.com/office/drawing/2014/main" id="{BF9FB40F-2ACF-93C9-3206-674BE5D2EE5A}"/>
                  </a:ext>
                </a:extLst>
              </p:cNvPr>
              <p:cNvSpPr txBox="1">
                <a:spLocks noRot="1" noChangeAspect="1" noMove="1" noResize="1" noEditPoints="1" noAdjustHandles="1" noChangeArrowheads="1" noChangeShapeType="1" noTextEdit="1"/>
              </p:cNvSpPr>
              <p:nvPr/>
            </p:nvSpPr>
            <p:spPr>
              <a:xfrm>
                <a:off x="9096221" y="3654779"/>
                <a:ext cx="325939" cy="461665"/>
              </a:xfrm>
              <a:prstGeom prst="rect">
                <a:avLst/>
              </a:prstGeom>
              <a:blipFill>
                <a:blip r:embed="rId2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9" name="Elipse 128">
                <a:extLst>
                  <a:ext uri="{FF2B5EF4-FFF2-40B4-BE49-F238E27FC236}">
                    <a16:creationId xmlns:a16="http://schemas.microsoft.com/office/drawing/2014/main" id="{BAED1A9E-3A3D-CA62-3B43-105342AE0A26}"/>
                  </a:ext>
                </a:extLst>
              </p:cNvPr>
              <p:cNvSpPr/>
              <p:nvPr/>
            </p:nvSpPr>
            <p:spPr>
              <a:xfrm>
                <a:off x="8901666" y="2160000"/>
                <a:ext cx="648000" cy="648000"/>
              </a:xfrm>
              <a:prstGeom prst="ellipse">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numCol="2" rtlCol="0" anchor="ctr">
                <a:noAutofit/>
              </a:bodyPr>
              <a:lstStyle/>
              <a:p>
                <a:pPr algn="ctr"/>
                <a14:m>
                  <m:oMathPara xmlns:m="http://schemas.openxmlformats.org/officeDocument/2006/math">
                    <m:oMathParaPr>
                      <m:jc m:val="centerGroup"/>
                    </m:oMathParaPr>
                    <m:oMath xmlns:m="http://schemas.openxmlformats.org/officeDocument/2006/math">
                      <m:sSub>
                        <m:sSubPr>
                          <m:ctrlPr>
                            <a:rPr lang="es-ES" sz="1600" i="1">
                              <a:solidFill>
                                <a:schemeClr val="accent1">
                                  <a:lumMod val="50000"/>
                                </a:schemeClr>
                              </a:solidFill>
                              <a:latin typeface="Cambria Math" panose="02040503050406030204" pitchFamily="18" charset="0"/>
                              <a:ea typeface="Cambria Math" panose="02040503050406030204" pitchFamily="18" charset="0"/>
                            </a:rPr>
                          </m:ctrlPr>
                        </m:sSubPr>
                        <m:e>
                          <m:acc>
                            <m:accPr>
                              <m:chr m:val="̂"/>
                              <m:ctrlPr>
                                <a:rPr lang="es-ES" sz="1600" i="1">
                                  <a:solidFill>
                                    <a:schemeClr val="accent1">
                                      <a:lumMod val="50000"/>
                                    </a:schemeClr>
                                  </a:solidFill>
                                  <a:latin typeface="Cambria Math" panose="02040503050406030204" pitchFamily="18" charset="0"/>
                                  <a:ea typeface="Cambria Math" panose="02040503050406030204" pitchFamily="18" charset="0"/>
                                </a:rPr>
                              </m:ctrlPr>
                            </m:accPr>
                            <m:e>
                              <m:r>
                                <a:rPr lang="es-ES" sz="1600" i="1">
                                  <a:solidFill>
                                    <a:schemeClr val="accent1">
                                      <a:lumMod val="50000"/>
                                    </a:schemeClr>
                                  </a:solidFill>
                                  <a:latin typeface="Cambria Math" panose="02040503050406030204" pitchFamily="18" charset="0"/>
                                  <a:ea typeface="Cambria Math" panose="02040503050406030204" pitchFamily="18" charset="0"/>
                                </a:rPr>
                                <m:t>𝑦</m:t>
                              </m:r>
                            </m:e>
                          </m:acc>
                        </m:e>
                        <m:sub>
                          <m:r>
                            <a:rPr lang="es-ES" sz="1600" i="1">
                              <a:solidFill>
                                <a:schemeClr val="accent1">
                                  <a:lumMod val="50000"/>
                                </a:schemeClr>
                              </a:solidFill>
                              <a:latin typeface="Cambria Math" panose="02040503050406030204" pitchFamily="18" charset="0"/>
                              <a:ea typeface="Cambria Math" panose="02040503050406030204" pitchFamily="18" charset="0"/>
                            </a:rPr>
                            <m:t>1</m:t>
                          </m:r>
                        </m:sub>
                      </m:sSub>
                    </m:oMath>
                  </m:oMathPara>
                </a14:m>
                <a:endParaRPr lang="es-ES" sz="1600" dirty="0"/>
              </a:p>
            </p:txBody>
          </p:sp>
        </mc:Choice>
        <mc:Fallback xmlns="">
          <p:sp>
            <p:nvSpPr>
              <p:cNvPr id="129" name="Elipse 128">
                <a:extLst>
                  <a:ext uri="{FF2B5EF4-FFF2-40B4-BE49-F238E27FC236}">
                    <a16:creationId xmlns:a16="http://schemas.microsoft.com/office/drawing/2014/main" id="{BAED1A9E-3A3D-CA62-3B43-105342AE0A26}"/>
                  </a:ext>
                </a:extLst>
              </p:cNvPr>
              <p:cNvSpPr>
                <a:spLocks noRot="1" noChangeAspect="1" noMove="1" noResize="1" noEditPoints="1" noAdjustHandles="1" noChangeArrowheads="1" noChangeShapeType="1" noTextEdit="1"/>
              </p:cNvSpPr>
              <p:nvPr/>
            </p:nvSpPr>
            <p:spPr>
              <a:xfrm>
                <a:off x="8901666" y="2160000"/>
                <a:ext cx="648000" cy="648000"/>
              </a:xfrm>
              <a:prstGeom prst="ellipse">
                <a:avLst/>
              </a:prstGeom>
              <a:blipFill>
                <a:blip r:embed="rId30"/>
                <a:stretch>
                  <a:fillRect/>
                </a:stretch>
              </a:blipFill>
              <a:ln w="31750">
                <a:solidFill>
                  <a:srgbClr val="C00000"/>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0" name="Elipse 129">
                <a:extLst>
                  <a:ext uri="{FF2B5EF4-FFF2-40B4-BE49-F238E27FC236}">
                    <a16:creationId xmlns:a16="http://schemas.microsoft.com/office/drawing/2014/main" id="{66624F58-F9B0-C9E2-DEF6-255C2DF7CD9F}"/>
                  </a:ext>
                </a:extLst>
              </p:cNvPr>
              <p:cNvSpPr/>
              <p:nvPr/>
            </p:nvSpPr>
            <p:spPr>
              <a:xfrm>
                <a:off x="8901666" y="2861222"/>
                <a:ext cx="648000" cy="648000"/>
              </a:xfrm>
              <a:prstGeom prst="ellipse">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numCol="2" rtlCol="0" anchor="ctr">
                <a:noAutofit/>
              </a:bodyPr>
              <a:lstStyle/>
              <a:p>
                <a:pPr algn="ctr"/>
                <a14:m>
                  <m:oMathPara xmlns:m="http://schemas.openxmlformats.org/officeDocument/2006/math">
                    <m:oMathParaPr>
                      <m:jc m:val="centerGroup"/>
                    </m:oMathParaPr>
                    <m:oMath xmlns:m="http://schemas.openxmlformats.org/officeDocument/2006/math">
                      <m:sSub>
                        <m:sSub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sSubPr>
                        <m:e>
                          <m:acc>
                            <m:accPr>
                              <m:chr m:val="̂"/>
                              <m:ctrlPr>
                                <a:rPr lang="es-ES" sz="1600" i="1">
                                  <a:solidFill>
                                    <a:schemeClr val="accent1">
                                      <a:lumMod val="50000"/>
                                    </a:schemeClr>
                                  </a:solidFill>
                                  <a:latin typeface="Cambria Math" panose="02040503050406030204" pitchFamily="18" charset="0"/>
                                  <a:ea typeface="Cambria Math" panose="02040503050406030204" pitchFamily="18" charset="0"/>
                                </a:rPr>
                              </m:ctrlPr>
                            </m:accPr>
                            <m:e>
                              <m:r>
                                <a:rPr lang="es-ES" sz="1600" i="1">
                                  <a:solidFill>
                                    <a:schemeClr val="accent1">
                                      <a:lumMod val="50000"/>
                                    </a:schemeClr>
                                  </a:solidFill>
                                  <a:latin typeface="Cambria Math" panose="02040503050406030204" pitchFamily="18" charset="0"/>
                                  <a:ea typeface="Cambria Math" panose="02040503050406030204" pitchFamily="18" charset="0"/>
                                </a:rPr>
                                <m:t>𝑦</m:t>
                              </m:r>
                            </m:e>
                          </m:acc>
                        </m:e>
                        <m:sub>
                          <m:r>
                            <a:rPr lang="es-ES" sz="1600" b="0" i="1" smtClean="0">
                              <a:solidFill>
                                <a:schemeClr val="accent1">
                                  <a:lumMod val="50000"/>
                                </a:schemeClr>
                              </a:solidFill>
                              <a:latin typeface="Cambria Math" panose="02040503050406030204" pitchFamily="18" charset="0"/>
                              <a:ea typeface="Cambria Math" panose="02040503050406030204" pitchFamily="18" charset="0"/>
                            </a:rPr>
                            <m:t>2</m:t>
                          </m:r>
                        </m:sub>
                      </m:sSub>
                    </m:oMath>
                  </m:oMathPara>
                </a14:m>
                <a:endParaRPr lang="es-ES" sz="1600" dirty="0"/>
              </a:p>
            </p:txBody>
          </p:sp>
        </mc:Choice>
        <mc:Fallback xmlns="">
          <p:sp>
            <p:nvSpPr>
              <p:cNvPr id="130" name="Elipse 129">
                <a:extLst>
                  <a:ext uri="{FF2B5EF4-FFF2-40B4-BE49-F238E27FC236}">
                    <a16:creationId xmlns:a16="http://schemas.microsoft.com/office/drawing/2014/main" id="{66624F58-F9B0-C9E2-DEF6-255C2DF7CD9F}"/>
                  </a:ext>
                </a:extLst>
              </p:cNvPr>
              <p:cNvSpPr>
                <a:spLocks noRot="1" noChangeAspect="1" noMove="1" noResize="1" noEditPoints="1" noAdjustHandles="1" noChangeArrowheads="1" noChangeShapeType="1" noTextEdit="1"/>
              </p:cNvSpPr>
              <p:nvPr/>
            </p:nvSpPr>
            <p:spPr>
              <a:xfrm>
                <a:off x="8901666" y="2861222"/>
                <a:ext cx="648000" cy="648000"/>
              </a:xfrm>
              <a:prstGeom prst="ellipse">
                <a:avLst/>
              </a:prstGeom>
              <a:blipFill>
                <a:blip r:embed="rId31"/>
                <a:stretch>
                  <a:fillRect/>
                </a:stretch>
              </a:blipFill>
              <a:ln w="31750">
                <a:solidFill>
                  <a:srgbClr val="C00000"/>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1" name="Elipse 130">
                <a:extLst>
                  <a:ext uri="{FF2B5EF4-FFF2-40B4-BE49-F238E27FC236}">
                    <a16:creationId xmlns:a16="http://schemas.microsoft.com/office/drawing/2014/main" id="{C39CF83F-358B-3B7F-3239-B4543D5C9482}"/>
                  </a:ext>
                </a:extLst>
              </p:cNvPr>
              <p:cNvSpPr/>
              <p:nvPr/>
            </p:nvSpPr>
            <p:spPr>
              <a:xfrm>
                <a:off x="8901666" y="4140000"/>
                <a:ext cx="648000" cy="648000"/>
              </a:xfrm>
              <a:prstGeom prst="ellipse">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numCol="2" rtlCol="0" anchor="ctr">
                <a:noAutofit/>
              </a:bodyPr>
              <a:lstStyle/>
              <a:p>
                <a:pPr algn="ctr"/>
                <a14:m>
                  <m:oMathPara xmlns:m="http://schemas.openxmlformats.org/officeDocument/2006/math">
                    <m:oMathParaPr>
                      <m:jc m:val="centerGroup"/>
                    </m:oMathParaPr>
                    <m:oMath xmlns:m="http://schemas.openxmlformats.org/officeDocument/2006/math">
                      <m:sSub>
                        <m:sSub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sSubPr>
                        <m:e>
                          <m:acc>
                            <m:accPr>
                              <m:chr m:val="̂"/>
                              <m:ctrlPr>
                                <a:rPr lang="es-ES" sz="1600" i="1">
                                  <a:solidFill>
                                    <a:schemeClr val="accent1">
                                      <a:lumMod val="50000"/>
                                    </a:schemeClr>
                                  </a:solidFill>
                                  <a:latin typeface="Cambria Math" panose="02040503050406030204" pitchFamily="18" charset="0"/>
                                  <a:ea typeface="Cambria Math" panose="02040503050406030204" pitchFamily="18" charset="0"/>
                                </a:rPr>
                              </m:ctrlPr>
                            </m:accPr>
                            <m:e>
                              <m:r>
                                <a:rPr lang="es-ES" sz="1600" i="1">
                                  <a:solidFill>
                                    <a:schemeClr val="accent1">
                                      <a:lumMod val="50000"/>
                                    </a:schemeClr>
                                  </a:solidFill>
                                  <a:latin typeface="Cambria Math" panose="02040503050406030204" pitchFamily="18" charset="0"/>
                                  <a:ea typeface="Cambria Math" panose="02040503050406030204" pitchFamily="18" charset="0"/>
                                </a:rPr>
                                <m:t>𝑦</m:t>
                              </m:r>
                            </m:e>
                          </m:acc>
                        </m:e>
                        <m:sub>
                          <m:sSub>
                            <m:sSubPr>
                              <m:ctrlPr>
                                <a:rPr lang="es-ES" sz="1600" b="0"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sz="1600" b="0" i="1" smtClean="0">
                                  <a:solidFill>
                                    <a:schemeClr val="accent1">
                                      <a:lumMod val="50000"/>
                                    </a:schemeClr>
                                  </a:solidFill>
                                  <a:latin typeface="Cambria Math" panose="02040503050406030204" pitchFamily="18" charset="0"/>
                                  <a:ea typeface="Cambria Math" panose="02040503050406030204" pitchFamily="18" charset="0"/>
                                </a:rPr>
                                <m:t>𝑛</m:t>
                              </m:r>
                            </m:e>
                            <m:sub>
                              <m:r>
                                <a:rPr lang="es-ES" sz="1600" b="0" i="1" smtClean="0">
                                  <a:solidFill>
                                    <a:schemeClr val="accent1">
                                      <a:lumMod val="50000"/>
                                    </a:schemeClr>
                                  </a:solidFill>
                                  <a:latin typeface="Cambria Math" panose="02040503050406030204" pitchFamily="18" charset="0"/>
                                  <a:ea typeface="Cambria Math" panose="02040503050406030204" pitchFamily="18" charset="0"/>
                                </a:rPr>
                                <m:t>𝑦</m:t>
                              </m:r>
                            </m:sub>
                          </m:sSub>
                        </m:sub>
                      </m:sSub>
                    </m:oMath>
                  </m:oMathPara>
                </a14:m>
                <a:endParaRPr lang="es-ES" sz="1600" dirty="0"/>
              </a:p>
            </p:txBody>
          </p:sp>
        </mc:Choice>
        <mc:Fallback xmlns="">
          <p:sp>
            <p:nvSpPr>
              <p:cNvPr id="131" name="Elipse 130">
                <a:extLst>
                  <a:ext uri="{FF2B5EF4-FFF2-40B4-BE49-F238E27FC236}">
                    <a16:creationId xmlns:a16="http://schemas.microsoft.com/office/drawing/2014/main" id="{C39CF83F-358B-3B7F-3239-B4543D5C9482}"/>
                  </a:ext>
                </a:extLst>
              </p:cNvPr>
              <p:cNvSpPr>
                <a:spLocks noRot="1" noChangeAspect="1" noMove="1" noResize="1" noEditPoints="1" noAdjustHandles="1" noChangeArrowheads="1" noChangeShapeType="1" noTextEdit="1"/>
              </p:cNvSpPr>
              <p:nvPr/>
            </p:nvSpPr>
            <p:spPr>
              <a:xfrm>
                <a:off x="8901666" y="4140000"/>
                <a:ext cx="648000" cy="648000"/>
              </a:xfrm>
              <a:prstGeom prst="ellipse">
                <a:avLst/>
              </a:prstGeom>
              <a:blipFill>
                <a:blip r:embed="rId32"/>
                <a:stretch>
                  <a:fillRect/>
                </a:stretch>
              </a:blipFill>
              <a:ln w="31750">
                <a:solidFill>
                  <a:srgbClr val="C00000"/>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3" name="CuadroTexto 132">
                <a:extLst>
                  <a:ext uri="{FF2B5EF4-FFF2-40B4-BE49-F238E27FC236}">
                    <a16:creationId xmlns:a16="http://schemas.microsoft.com/office/drawing/2014/main" id="{C15B69D7-D74C-1A97-52C3-961A131713EF}"/>
                  </a:ext>
                </a:extLst>
              </p:cNvPr>
              <p:cNvSpPr txBox="1"/>
              <p:nvPr/>
            </p:nvSpPr>
            <p:spPr>
              <a:xfrm>
                <a:off x="7561798" y="3328130"/>
                <a:ext cx="239700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1800" i="1" smtClean="0">
                          <a:solidFill>
                            <a:srgbClr val="FF0000"/>
                          </a:solidFill>
                          <a:latin typeface="Cambria Math" panose="02040503050406030204" pitchFamily="18" charset="0"/>
                          <a:ea typeface="Cambria Math" panose="02040503050406030204" pitchFamily="18" charset="0"/>
                        </a:rPr>
                        <m:t>≡</m:t>
                      </m:r>
                    </m:oMath>
                  </m:oMathPara>
                </a14:m>
                <a:endParaRPr lang="es-ES" dirty="0"/>
              </a:p>
            </p:txBody>
          </p:sp>
        </mc:Choice>
        <mc:Fallback xmlns="">
          <p:sp>
            <p:nvSpPr>
              <p:cNvPr id="133" name="CuadroTexto 132">
                <a:extLst>
                  <a:ext uri="{FF2B5EF4-FFF2-40B4-BE49-F238E27FC236}">
                    <a16:creationId xmlns:a16="http://schemas.microsoft.com/office/drawing/2014/main" id="{C15B69D7-D74C-1A97-52C3-961A131713EF}"/>
                  </a:ext>
                </a:extLst>
              </p:cNvPr>
              <p:cNvSpPr txBox="1">
                <a:spLocks noRot="1" noChangeAspect="1" noMove="1" noResize="1" noEditPoints="1" noAdjustHandles="1" noChangeArrowheads="1" noChangeShapeType="1" noTextEdit="1"/>
              </p:cNvSpPr>
              <p:nvPr/>
            </p:nvSpPr>
            <p:spPr>
              <a:xfrm>
                <a:off x="7561798" y="3328130"/>
                <a:ext cx="2397007" cy="369332"/>
              </a:xfrm>
              <a:prstGeom prst="rect">
                <a:avLst/>
              </a:prstGeom>
              <a:blipFill>
                <a:blip r:embed="rId3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2" name="CuadroTexto 61">
                <a:extLst>
                  <a:ext uri="{FF2B5EF4-FFF2-40B4-BE49-F238E27FC236}">
                    <a16:creationId xmlns:a16="http://schemas.microsoft.com/office/drawing/2014/main" id="{B8BFCCA6-E498-05D6-FF26-B69D32D2832D}"/>
                  </a:ext>
                </a:extLst>
              </p:cNvPr>
              <p:cNvSpPr txBox="1"/>
              <p:nvPr/>
            </p:nvSpPr>
            <p:spPr>
              <a:xfrm>
                <a:off x="8490502" y="1542270"/>
                <a:ext cx="1815476" cy="430182"/>
              </a:xfrm>
              <a:prstGeom prst="rect">
                <a:avLst/>
              </a:prstGeom>
              <a:noFill/>
            </p:spPr>
            <p:txBody>
              <a:bodyPr wrap="square">
                <a:spAutoFit/>
              </a:bodyPr>
              <a:lstStyle/>
              <a:p>
                <a14:m>
                  <m:oMath xmlns:m="http://schemas.openxmlformats.org/officeDocument/2006/math">
                    <m:acc>
                      <m:accPr>
                        <m:chr m:val="̂"/>
                        <m:ctrlPr>
                          <a:rPr lang="es-ES" sz="2000" b="1" i="1" smtClean="0">
                            <a:solidFill>
                              <a:schemeClr val="accent1">
                                <a:lumMod val="50000"/>
                              </a:schemeClr>
                            </a:solidFill>
                            <a:latin typeface="Cambria Math" panose="02040503050406030204" pitchFamily="18" charset="0"/>
                            <a:ea typeface="Cambria Math" panose="02040503050406030204" pitchFamily="18" charset="0"/>
                          </a:rPr>
                        </m:ctrlPr>
                      </m:accPr>
                      <m:e>
                        <m:r>
                          <a:rPr lang="es-ES" sz="2000" b="1" i="1" smtClean="0">
                            <a:solidFill>
                              <a:schemeClr val="accent1">
                                <a:lumMod val="50000"/>
                              </a:schemeClr>
                            </a:solidFill>
                            <a:latin typeface="Cambria Math" panose="02040503050406030204" pitchFamily="18" charset="0"/>
                            <a:ea typeface="Cambria Math" panose="02040503050406030204" pitchFamily="18" charset="0"/>
                          </a:rPr>
                          <m:t>𝒚</m:t>
                        </m:r>
                      </m:e>
                    </m:acc>
                    <m:r>
                      <a:rPr lang="es-ES" sz="2000" b="1" i="1" smtClean="0">
                        <a:solidFill>
                          <a:schemeClr val="accent1">
                            <a:lumMod val="50000"/>
                          </a:schemeClr>
                        </a:solidFill>
                        <a:latin typeface="Cambria Math" panose="02040503050406030204" pitchFamily="18" charset="0"/>
                        <a:ea typeface="Cambria Math" panose="02040503050406030204" pitchFamily="18" charset="0"/>
                      </a:rPr>
                      <m:t>=</m:t>
                    </m:r>
                  </m:oMath>
                </a14:m>
                <a:r>
                  <a:rPr lang="es-ES" sz="2000" b="1" dirty="0">
                    <a:solidFill>
                      <a:schemeClr val="accent1">
                        <a:lumMod val="50000"/>
                      </a:schemeClr>
                    </a:solidFill>
                    <a:ea typeface="Cambria Math" panose="02040503050406030204" pitchFamily="18" charset="0"/>
                  </a:rPr>
                  <a:t> </a:t>
                </a:r>
                <a14:m>
                  <m:oMath xmlns:m="http://schemas.openxmlformats.org/officeDocument/2006/math">
                    <m:sSub>
                      <m:sSubPr>
                        <m:ctrlPr>
                          <a:rPr lang="es-ES" sz="2000" b="1" i="1">
                            <a:solidFill>
                              <a:schemeClr val="accent1">
                                <a:lumMod val="50000"/>
                              </a:schemeClr>
                            </a:solidFill>
                            <a:latin typeface="Cambria Math" panose="02040503050406030204" pitchFamily="18" charset="0"/>
                            <a:ea typeface="Cambria Math" panose="02040503050406030204" pitchFamily="18" charset="0"/>
                          </a:rPr>
                        </m:ctrlPr>
                      </m:sSubPr>
                      <m:e>
                        <m:r>
                          <a:rPr lang="es-ES" sz="2000" b="1" i="1">
                            <a:solidFill>
                              <a:schemeClr val="accent1">
                                <a:lumMod val="50000"/>
                              </a:schemeClr>
                            </a:solidFill>
                            <a:latin typeface="Cambria Math" panose="02040503050406030204" pitchFamily="18" charset="0"/>
                            <a:ea typeface="Cambria Math" panose="02040503050406030204" pitchFamily="18" charset="0"/>
                          </a:rPr>
                          <m:t>𝒉</m:t>
                        </m:r>
                      </m:e>
                      <m:sub>
                        <m:r>
                          <a:rPr lang="es-ES" sz="2000" b="0" i="1" smtClean="0">
                            <a:solidFill>
                              <a:schemeClr val="accent1">
                                <a:lumMod val="50000"/>
                              </a:schemeClr>
                            </a:solidFill>
                            <a:latin typeface="Cambria Math" panose="02040503050406030204" pitchFamily="18" charset="0"/>
                            <a:ea typeface="Cambria Math" panose="02040503050406030204" pitchFamily="18" charset="0"/>
                          </a:rPr>
                          <m:t>{</m:t>
                        </m:r>
                        <m:r>
                          <a:rPr lang="es-ES" sz="2000" b="1" i="1" smtClean="0">
                            <a:solidFill>
                              <a:schemeClr val="accent1">
                                <a:lumMod val="50000"/>
                              </a:schemeClr>
                            </a:solidFill>
                            <a:latin typeface="Cambria Math" panose="02040503050406030204" pitchFamily="18" charset="0"/>
                            <a:ea typeface="Cambria Math" panose="02040503050406030204" pitchFamily="18" charset="0"/>
                          </a:rPr>
                          <m:t>𝑾</m:t>
                        </m:r>
                        <m:r>
                          <a:rPr lang="es-ES" sz="2000" b="1" i="1" smtClean="0">
                            <a:solidFill>
                              <a:schemeClr val="accent1">
                                <a:lumMod val="50000"/>
                              </a:schemeClr>
                            </a:solidFill>
                            <a:latin typeface="Cambria Math" panose="02040503050406030204" pitchFamily="18" charset="0"/>
                            <a:ea typeface="Cambria Math" panose="02040503050406030204" pitchFamily="18" charset="0"/>
                          </a:rPr>
                          <m:t>,</m:t>
                        </m:r>
                        <m:r>
                          <a:rPr lang="es-ES" sz="2000" b="1" i="1" smtClean="0">
                            <a:solidFill>
                              <a:schemeClr val="accent1">
                                <a:lumMod val="50000"/>
                              </a:schemeClr>
                            </a:solidFill>
                            <a:latin typeface="Cambria Math" panose="02040503050406030204" pitchFamily="18" charset="0"/>
                            <a:ea typeface="Cambria Math" panose="02040503050406030204" pitchFamily="18" charset="0"/>
                          </a:rPr>
                          <m:t>𝒃</m:t>
                        </m:r>
                        <m:r>
                          <a:rPr lang="es-ES" sz="2000" b="0" i="1" smtClean="0">
                            <a:solidFill>
                              <a:schemeClr val="accent1">
                                <a:lumMod val="50000"/>
                              </a:schemeClr>
                            </a:solidFill>
                            <a:latin typeface="Cambria Math" panose="02040503050406030204" pitchFamily="18" charset="0"/>
                            <a:ea typeface="Cambria Math" panose="02040503050406030204" pitchFamily="18" charset="0"/>
                          </a:rPr>
                          <m:t>}</m:t>
                        </m:r>
                      </m:sub>
                    </m:sSub>
                    <m:d>
                      <m:dPr>
                        <m:ctrlPr>
                          <a:rPr lang="es-ES" sz="2000" b="1" i="1">
                            <a:solidFill>
                              <a:schemeClr val="accent1">
                                <a:lumMod val="50000"/>
                              </a:schemeClr>
                            </a:solidFill>
                            <a:latin typeface="Cambria Math" panose="02040503050406030204" pitchFamily="18" charset="0"/>
                            <a:ea typeface="Cambria Math" panose="02040503050406030204" pitchFamily="18" charset="0"/>
                          </a:rPr>
                        </m:ctrlPr>
                      </m:dPr>
                      <m:e>
                        <m:r>
                          <a:rPr lang="es-ES" sz="2000" b="1" i="1" smtClean="0">
                            <a:solidFill>
                              <a:schemeClr val="accent1">
                                <a:lumMod val="50000"/>
                              </a:schemeClr>
                            </a:solidFill>
                            <a:latin typeface="Cambria Math" panose="02040503050406030204" pitchFamily="18" charset="0"/>
                            <a:ea typeface="Cambria Math" panose="02040503050406030204" pitchFamily="18" charset="0"/>
                          </a:rPr>
                          <m:t>𝒙</m:t>
                        </m:r>
                      </m:e>
                    </m:d>
                  </m:oMath>
                </a14:m>
                <a:endParaRPr lang="es-ES" sz="2000" dirty="0"/>
              </a:p>
            </p:txBody>
          </p:sp>
        </mc:Choice>
        <mc:Fallback xmlns="">
          <p:sp>
            <p:nvSpPr>
              <p:cNvPr id="62" name="CuadroTexto 61">
                <a:extLst>
                  <a:ext uri="{FF2B5EF4-FFF2-40B4-BE49-F238E27FC236}">
                    <a16:creationId xmlns:a16="http://schemas.microsoft.com/office/drawing/2014/main" id="{B8BFCCA6-E498-05D6-FF26-B69D32D2832D}"/>
                  </a:ext>
                </a:extLst>
              </p:cNvPr>
              <p:cNvSpPr txBox="1">
                <a:spLocks noRot="1" noChangeAspect="1" noMove="1" noResize="1" noEditPoints="1" noAdjustHandles="1" noChangeArrowheads="1" noChangeShapeType="1" noTextEdit="1"/>
              </p:cNvSpPr>
              <p:nvPr/>
            </p:nvSpPr>
            <p:spPr>
              <a:xfrm>
                <a:off x="8490502" y="1542270"/>
                <a:ext cx="1815476" cy="430182"/>
              </a:xfrm>
              <a:prstGeom prst="rect">
                <a:avLst/>
              </a:prstGeom>
              <a:blipFill>
                <a:blip r:embed="rId34"/>
                <a:stretch>
                  <a:fillRect l="-671" t="-5634" b="-9859"/>
                </a:stretch>
              </a:blipFill>
            </p:spPr>
            <p:txBody>
              <a:bodyPr/>
              <a:lstStyle/>
              <a:p>
                <a:r>
                  <a:rPr lang="es-ES">
                    <a:noFill/>
                  </a:rPr>
                  <a:t> </a:t>
                </a:r>
              </a:p>
            </p:txBody>
          </p:sp>
        </mc:Fallback>
      </mc:AlternateContent>
    </p:spTree>
    <p:extLst>
      <p:ext uri="{BB962C8B-B14F-4D97-AF65-F5344CB8AC3E}">
        <p14:creationId xmlns:p14="http://schemas.microsoft.com/office/powerpoint/2010/main" val="10451678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88445-B593-3362-E37D-B68373E2FBC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ángulo: esquinas redondeadas 4">
                <a:extLst>
                  <a:ext uri="{FF2B5EF4-FFF2-40B4-BE49-F238E27FC236}">
                    <a16:creationId xmlns:a16="http://schemas.microsoft.com/office/drawing/2014/main" id="{2F0622E4-D4E2-23B7-9BB2-4E841B8F5733}"/>
                  </a:ext>
                </a:extLst>
              </p:cNvPr>
              <p:cNvSpPr/>
              <p:nvPr/>
            </p:nvSpPr>
            <p:spPr>
              <a:xfrm>
                <a:off x="535047" y="1102749"/>
                <a:ext cx="11507428" cy="3032797"/>
              </a:xfrm>
              <a:prstGeom prst="roundRect">
                <a:avLst>
                  <a:gd name="adj" fmla="val 2777"/>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nSpc>
                    <a:spcPct val="150000"/>
                  </a:lnSpc>
                  <a:buFont typeface="Arial" panose="020B0604020202020204" pitchFamily="34" charset="0"/>
                  <a:buChar char="•"/>
                </a:pPr>
                <a:r>
                  <a:rPr lang="es-ES" dirty="0" smtClean="0">
                    <a:solidFill>
                      <a:schemeClr val="accent1">
                        <a:lumMod val="50000"/>
                      </a:schemeClr>
                    </a:solidFill>
                  </a:rPr>
                  <a:t>Los pesos y sesgos propagan la información entre dos capas:</a:t>
                </a:r>
              </a:p>
              <a:p>
                <a:pPr>
                  <a:lnSpc>
                    <a:spcPct val="150000"/>
                  </a:lnSpc>
                </a:pPr>
                <a:endParaRPr lang="es-ES" dirty="0">
                  <a:solidFill>
                    <a:schemeClr val="accent1">
                      <a:lumMod val="50000"/>
                    </a:schemeClr>
                  </a:solidFill>
                </a:endParaRPr>
              </a:p>
              <a:p>
                <a:pPr>
                  <a:lnSpc>
                    <a:spcPct val="150000"/>
                  </a:lnSpc>
                </a:pPr>
                <a:endParaRPr lang="es-ES" dirty="0">
                  <a:solidFill>
                    <a:schemeClr val="accent1">
                      <a:lumMod val="50000"/>
                    </a:schemeClr>
                  </a:solidFill>
                </a:endParaRPr>
              </a:p>
              <a:p>
                <a:pPr>
                  <a:lnSpc>
                    <a:spcPct val="150000"/>
                  </a:lnSpc>
                </a:pPr>
                <a:endParaRPr lang="es-ES" dirty="0">
                  <a:solidFill>
                    <a:schemeClr val="accent1">
                      <a:lumMod val="50000"/>
                    </a:schemeClr>
                  </a:solidFill>
                </a:endParaRPr>
              </a:p>
              <a:p>
                <a:pPr marL="285750" indent="-285750">
                  <a:lnSpc>
                    <a:spcPct val="150000"/>
                  </a:lnSpc>
                  <a:buFont typeface="Arial" panose="020B0604020202020204" pitchFamily="34" charset="0"/>
                  <a:buChar char="•"/>
                </a:pPr>
                <a:r>
                  <a:rPr lang="es-ES" dirty="0">
                    <a:solidFill>
                      <a:schemeClr val="accent1">
                        <a:lumMod val="50000"/>
                      </a:schemeClr>
                    </a:solidFill>
                  </a:rPr>
                  <a:t>En la entrada de cada capa de neuronas tenemos el vector de </a:t>
                </a:r>
                <a:r>
                  <a:rPr lang="es-ES" dirty="0" err="1">
                    <a:solidFill>
                      <a:schemeClr val="accent1">
                        <a:lumMod val="50000"/>
                      </a:schemeClr>
                    </a:solidFill>
                  </a:rPr>
                  <a:t>pre-activación</a:t>
                </a:r>
                <a:r>
                  <a:rPr lang="es-ES" dirty="0">
                    <a:solidFill>
                      <a:schemeClr val="accent1">
                        <a:lumMod val="50000"/>
                      </a:schemeClr>
                    </a:solidFill>
                  </a:rPr>
                  <a:t>: </a:t>
                </a:r>
                <a14:m>
                  <m:oMath xmlns:m="http://schemas.openxmlformats.org/officeDocument/2006/math">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𝒛</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𝒂</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oMath>
                </a14:m>
                <a:endParaRPr lang="es-ES" dirty="0">
                  <a:solidFill>
                    <a:schemeClr val="accent1">
                      <a:lumMod val="50000"/>
                    </a:schemeClr>
                  </a:solidFill>
                </a:endParaRPr>
              </a:p>
              <a:p>
                <a:pPr marL="285750" indent="-285750">
                  <a:lnSpc>
                    <a:spcPct val="150000"/>
                  </a:lnSpc>
                  <a:buFont typeface="Arial" panose="020B0604020202020204" pitchFamily="34" charset="0"/>
                  <a:buChar char="•"/>
                </a:pPr>
                <a:r>
                  <a:rPr lang="es-ES" dirty="0">
                    <a:solidFill>
                      <a:schemeClr val="accent1">
                        <a:lumMod val="50000"/>
                      </a:schemeClr>
                    </a:solidFill>
                  </a:rPr>
                  <a:t>Sobre el que actúa la función de activación de la capa para generar el vector de activación: </a:t>
                </a:r>
                <a14:m>
                  <m:oMath xmlns:m="http://schemas.openxmlformats.org/officeDocument/2006/math">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𝒂</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𝒛</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r>
                      <a:rPr lang="es-ES" b="1" i="1" smtClean="0">
                        <a:solidFill>
                          <a:schemeClr val="accent1">
                            <a:lumMod val="50000"/>
                          </a:schemeClr>
                        </a:solidFill>
                        <a:latin typeface="Cambria Math" panose="02040503050406030204" pitchFamily="18" charset="0"/>
                        <a:ea typeface="Cambria Math" panose="02040503050406030204" pitchFamily="18" charset="0"/>
                      </a:rPr>
                      <m:t>)</m:t>
                    </m:r>
                  </m:oMath>
                </a14:m>
                <a:endParaRPr lang="es-ES" dirty="0">
                  <a:solidFill>
                    <a:schemeClr val="accent1">
                      <a:lumMod val="50000"/>
                    </a:schemeClr>
                  </a:solidFill>
                </a:endParaRPr>
              </a:p>
              <a:p>
                <a:pPr>
                  <a:lnSpc>
                    <a:spcPct val="150000"/>
                  </a:lnSpc>
                </a:pPr>
                <a:endParaRPr lang="es-ES" dirty="0">
                  <a:solidFill>
                    <a:schemeClr val="accent1">
                      <a:lumMod val="50000"/>
                    </a:schemeClr>
                  </a:solidFill>
                </a:endParaRPr>
              </a:p>
              <a:p>
                <a:pPr>
                  <a:lnSpc>
                    <a:spcPct val="150000"/>
                  </a:lnSpc>
                </a:pPr>
                <a:endParaRPr lang="es-ES" dirty="0">
                  <a:solidFill>
                    <a:schemeClr val="accent1">
                      <a:lumMod val="50000"/>
                    </a:schemeClr>
                  </a:solidFill>
                </a:endParaRPr>
              </a:p>
            </p:txBody>
          </p:sp>
        </mc:Choice>
        <mc:Fallback xmlns="">
          <p:sp>
            <p:nvSpPr>
              <p:cNvPr id="5" name="Rectángulo: esquinas redondeadas 4">
                <a:extLst>
                  <a:ext uri="{FF2B5EF4-FFF2-40B4-BE49-F238E27FC236}">
                    <a16:creationId xmlns:a16="http://schemas.microsoft.com/office/drawing/2014/main" id="{2F0622E4-D4E2-23B7-9BB2-4E841B8F5733}"/>
                  </a:ext>
                </a:extLst>
              </p:cNvPr>
              <p:cNvSpPr>
                <a:spLocks noRot="1" noChangeAspect="1" noMove="1" noResize="1" noEditPoints="1" noAdjustHandles="1" noChangeArrowheads="1" noChangeShapeType="1" noTextEdit="1"/>
              </p:cNvSpPr>
              <p:nvPr/>
            </p:nvSpPr>
            <p:spPr>
              <a:xfrm>
                <a:off x="535047" y="1102749"/>
                <a:ext cx="11507428" cy="3032797"/>
              </a:xfrm>
              <a:prstGeom prst="roundRect">
                <a:avLst>
                  <a:gd name="adj" fmla="val 2777"/>
                </a:avLst>
              </a:prstGeom>
              <a:blipFill>
                <a:blip r:embed="rId2"/>
                <a:stretch>
                  <a:fillRect l="-159"/>
                </a:stretch>
              </a:blipFill>
              <a:ln>
                <a:noFill/>
              </a:ln>
            </p:spPr>
            <p:txBody>
              <a:bodyPr/>
              <a:lstStyle/>
              <a:p>
                <a:r>
                  <a:rPr lang="es-ES">
                    <a:noFill/>
                  </a:rPr>
                  <a:t> </a:t>
                </a:r>
              </a:p>
            </p:txBody>
          </p:sp>
        </mc:Fallback>
      </mc:AlternateContent>
      <p:sp>
        <p:nvSpPr>
          <p:cNvPr id="3" name="CuadroTexto 2">
            <a:extLst>
              <a:ext uri="{FF2B5EF4-FFF2-40B4-BE49-F238E27FC236}">
                <a16:creationId xmlns:a16="http://schemas.microsoft.com/office/drawing/2014/main" id="{4150F7BC-1176-C2FA-E54A-269358E000F8}"/>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7" name="CuadroTexto 6">
            <a:extLst>
              <a:ext uri="{FF2B5EF4-FFF2-40B4-BE49-F238E27FC236}">
                <a16:creationId xmlns:a16="http://schemas.microsoft.com/office/drawing/2014/main" id="{59BD84D1-AF32-D4F3-5E55-8B410AD8B1F2}"/>
              </a:ext>
            </a:extLst>
          </p:cNvPr>
          <p:cNvSpPr txBox="1"/>
          <p:nvPr/>
        </p:nvSpPr>
        <p:spPr>
          <a:xfrm>
            <a:off x="214040" y="447385"/>
            <a:ext cx="1109806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Notación</a:t>
            </a:r>
            <a:r>
              <a:rPr lang="en-US" sz="2000" b="1" dirty="0">
                <a:solidFill>
                  <a:schemeClr val="accent1">
                    <a:lumMod val="50000"/>
                  </a:schemeClr>
                </a:solidFill>
              </a:rPr>
              <a:t> IV.</a:t>
            </a:r>
            <a:r>
              <a:rPr lang="en-US" sz="2000" dirty="0">
                <a:solidFill>
                  <a:schemeClr val="accent1">
                    <a:lumMod val="50000"/>
                  </a:schemeClr>
                </a:solidFill>
              </a:rPr>
              <a:t> Red neuronal de L+1 </a:t>
            </a:r>
            <a:r>
              <a:rPr lang="en-US" sz="2000" dirty="0" err="1">
                <a:solidFill>
                  <a:schemeClr val="accent1">
                    <a:lumMod val="50000"/>
                  </a:schemeClr>
                </a:solidFill>
              </a:rPr>
              <a:t>capas</a:t>
            </a:r>
            <a:r>
              <a:rPr lang="en-US" sz="2000" dirty="0">
                <a:solidFill>
                  <a:schemeClr val="accent1">
                    <a:lumMod val="50000"/>
                  </a:schemeClr>
                </a:solidFill>
              </a:rPr>
              <a:t>.</a:t>
            </a:r>
          </a:p>
        </p:txBody>
      </p:sp>
      <mc:AlternateContent xmlns:mc="http://schemas.openxmlformats.org/markup-compatibility/2006" xmlns:a14="http://schemas.microsoft.com/office/drawing/2010/main">
        <mc:Choice Requires="a14">
          <p:sp>
            <p:nvSpPr>
              <p:cNvPr id="6" name="Rectángulo: esquinas redondeadas 5">
                <a:extLst>
                  <a:ext uri="{FF2B5EF4-FFF2-40B4-BE49-F238E27FC236}">
                    <a16:creationId xmlns:a16="http://schemas.microsoft.com/office/drawing/2014/main" id="{41B0249E-4006-0A90-5068-BA846437BBC4}"/>
                  </a:ext>
                </a:extLst>
              </p:cNvPr>
              <p:cNvSpPr/>
              <p:nvPr/>
            </p:nvSpPr>
            <p:spPr>
              <a:xfrm>
                <a:off x="1333333" y="1746957"/>
                <a:ext cx="540589" cy="1008000"/>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s-ES" sz="1600" dirty="0">
                    <a:solidFill>
                      <a:schemeClr val="accent1">
                        <a:lumMod val="50000"/>
                      </a:schemeClr>
                    </a:solidFill>
                  </a:rPr>
                  <a:t>Capa </a:t>
                </a:r>
                <a14:m>
                  <m:oMath xmlns:m="http://schemas.openxmlformats.org/officeDocument/2006/math">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b="0" i="1" smtClean="0">
                        <a:solidFill>
                          <a:schemeClr val="accent1">
                            <a:lumMod val="50000"/>
                          </a:schemeClr>
                        </a:solidFill>
                        <a:latin typeface="Cambria Math" panose="02040503050406030204" pitchFamily="18" charset="0"/>
                        <a:ea typeface="Cambria Math" panose="02040503050406030204" pitchFamily="18" charset="0"/>
                      </a:rPr>
                      <m:t>𝑙</m:t>
                    </m:r>
                    <m:r>
                      <m:rPr>
                        <m:nor/>
                      </m:rPr>
                      <a:rPr lang="es-ES" sz="1600" i="0">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1]</m:t>
                    </m:r>
                  </m:oMath>
                </a14:m>
                <a:endParaRPr lang="es-ES" sz="1600" dirty="0">
                  <a:solidFill>
                    <a:schemeClr val="accent1">
                      <a:lumMod val="50000"/>
                    </a:schemeClr>
                  </a:solidFill>
                </a:endParaRPr>
              </a:p>
            </p:txBody>
          </p:sp>
        </mc:Choice>
        <mc:Fallback xmlns="">
          <p:sp>
            <p:nvSpPr>
              <p:cNvPr id="6" name="Rectángulo: esquinas redondeadas 5">
                <a:extLst>
                  <a:ext uri="{FF2B5EF4-FFF2-40B4-BE49-F238E27FC236}">
                    <a16:creationId xmlns:a16="http://schemas.microsoft.com/office/drawing/2014/main" id="{41B0249E-4006-0A90-5068-BA846437BBC4}"/>
                  </a:ext>
                </a:extLst>
              </p:cNvPr>
              <p:cNvSpPr>
                <a:spLocks noRot="1" noChangeAspect="1" noMove="1" noResize="1" noEditPoints="1" noAdjustHandles="1" noChangeArrowheads="1" noChangeShapeType="1" noTextEdit="1"/>
              </p:cNvSpPr>
              <p:nvPr/>
            </p:nvSpPr>
            <p:spPr>
              <a:xfrm>
                <a:off x="1333333" y="1746957"/>
                <a:ext cx="540589" cy="1008000"/>
              </a:xfrm>
              <a:prstGeom prst="roundRect">
                <a:avLst/>
              </a:prstGeom>
              <a:blipFill>
                <a:blip r:embed="rId3"/>
                <a:stretch>
                  <a:fillRect b="-2353"/>
                </a:stretch>
              </a:blipFill>
              <a:ln w="28575"/>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Rectángulo: esquinas redondeadas 7">
                <a:extLst>
                  <a:ext uri="{FF2B5EF4-FFF2-40B4-BE49-F238E27FC236}">
                    <a16:creationId xmlns:a16="http://schemas.microsoft.com/office/drawing/2014/main" id="{8516E806-4F43-F460-4B3B-5F8A8DBA2B61}"/>
                  </a:ext>
                </a:extLst>
              </p:cNvPr>
              <p:cNvSpPr/>
              <p:nvPr/>
            </p:nvSpPr>
            <p:spPr>
              <a:xfrm>
                <a:off x="3726988" y="1746957"/>
                <a:ext cx="540589" cy="1008000"/>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s-ES" sz="1600" dirty="0">
                    <a:solidFill>
                      <a:schemeClr val="accent1">
                        <a:lumMod val="50000"/>
                      </a:schemeClr>
                    </a:solidFill>
                  </a:rPr>
                  <a:t>Capa </a:t>
                </a:r>
                <a14:m>
                  <m:oMath xmlns:m="http://schemas.openxmlformats.org/officeDocument/2006/math">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b="0" i="1" smtClean="0">
                        <a:solidFill>
                          <a:schemeClr val="accent1">
                            <a:lumMod val="50000"/>
                          </a:schemeClr>
                        </a:solidFill>
                        <a:latin typeface="Cambria Math" panose="02040503050406030204" pitchFamily="18" charset="0"/>
                        <a:ea typeface="Cambria Math" panose="02040503050406030204" pitchFamily="18" charset="0"/>
                      </a:rPr>
                      <m:t>𝑙</m:t>
                    </m:r>
                    <m:r>
                      <a:rPr lang="es-ES" sz="1600" i="1">
                        <a:solidFill>
                          <a:schemeClr val="accent1">
                            <a:lumMod val="50000"/>
                          </a:schemeClr>
                        </a:solidFill>
                        <a:latin typeface="Cambria Math" panose="02040503050406030204" pitchFamily="18" charset="0"/>
                        <a:ea typeface="Cambria Math" panose="02040503050406030204" pitchFamily="18" charset="0"/>
                      </a:rPr>
                      <m:t>]</m:t>
                    </m:r>
                  </m:oMath>
                </a14:m>
                <a:endParaRPr lang="es-ES" sz="1600" dirty="0">
                  <a:solidFill>
                    <a:schemeClr val="accent1">
                      <a:lumMod val="50000"/>
                    </a:schemeClr>
                  </a:solidFill>
                </a:endParaRPr>
              </a:p>
            </p:txBody>
          </p:sp>
        </mc:Choice>
        <mc:Fallback xmlns="">
          <p:sp>
            <p:nvSpPr>
              <p:cNvPr id="8" name="Rectángulo: esquinas redondeadas 7">
                <a:extLst>
                  <a:ext uri="{FF2B5EF4-FFF2-40B4-BE49-F238E27FC236}">
                    <a16:creationId xmlns:a16="http://schemas.microsoft.com/office/drawing/2014/main" id="{8516E806-4F43-F460-4B3B-5F8A8DBA2B61}"/>
                  </a:ext>
                </a:extLst>
              </p:cNvPr>
              <p:cNvSpPr>
                <a:spLocks noRot="1" noChangeAspect="1" noMove="1" noResize="1" noEditPoints="1" noAdjustHandles="1" noChangeArrowheads="1" noChangeShapeType="1" noTextEdit="1"/>
              </p:cNvSpPr>
              <p:nvPr/>
            </p:nvSpPr>
            <p:spPr>
              <a:xfrm>
                <a:off x="3726988" y="1746957"/>
                <a:ext cx="540589" cy="1008000"/>
              </a:xfrm>
              <a:prstGeom prst="roundRect">
                <a:avLst/>
              </a:prstGeom>
              <a:blipFill>
                <a:blip r:embed="rId4"/>
                <a:stretch>
                  <a:fillRect/>
                </a:stretch>
              </a:blipFill>
              <a:ln w="28575"/>
            </p:spPr>
            <p:txBody>
              <a:bodyPr/>
              <a:lstStyle/>
              <a:p>
                <a:r>
                  <a:rPr lang="es-ES">
                    <a:noFill/>
                  </a:rPr>
                  <a:t> </a:t>
                </a:r>
              </a:p>
            </p:txBody>
          </p:sp>
        </mc:Fallback>
      </mc:AlternateContent>
      <p:sp>
        <p:nvSpPr>
          <p:cNvPr id="9" name="Flecha: a la derecha 8">
            <a:extLst>
              <a:ext uri="{FF2B5EF4-FFF2-40B4-BE49-F238E27FC236}">
                <a16:creationId xmlns:a16="http://schemas.microsoft.com/office/drawing/2014/main" id="{DD0D83C3-2172-A402-42C7-BE919D880593}"/>
              </a:ext>
            </a:extLst>
          </p:cNvPr>
          <p:cNvSpPr/>
          <p:nvPr/>
        </p:nvSpPr>
        <p:spPr>
          <a:xfrm>
            <a:off x="2205613" y="1964450"/>
            <a:ext cx="1190730" cy="612000"/>
          </a:xfrm>
          <a:prstGeom prst="rightArrow">
            <a:avLst>
              <a:gd name="adj1" fmla="val 50000"/>
              <a:gd name="adj2" fmla="val 38028"/>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90E80DA7-8FF7-5E1A-AF0D-65FAC1A00F9D}"/>
                  </a:ext>
                </a:extLst>
              </p:cNvPr>
              <p:cNvSpPr txBox="1"/>
              <p:nvPr/>
            </p:nvSpPr>
            <p:spPr>
              <a:xfrm>
                <a:off x="2162586" y="2122504"/>
                <a:ext cx="1115999" cy="324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1" i="1" smtClean="0">
                              <a:solidFill>
                                <a:schemeClr val="accent1">
                                  <a:lumMod val="50000"/>
                                </a:schemeClr>
                              </a:solidFill>
                              <a:latin typeface="Cambria Math" panose="02040503050406030204" pitchFamily="18" charset="0"/>
                              <a:ea typeface="Cambria Math" panose="02040503050406030204" pitchFamily="18" charset="0"/>
                            </a:rPr>
                            <m:t>𝑾</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r>
                            <a:rPr lang="es-ES" sz="1600" b="0" i="1" smtClean="0">
                              <a:solidFill>
                                <a:schemeClr val="accent1">
                                  <a:lumMod val="50000"/>
                                </a:schemeClr>
                              </a:solidFill>
                              <a:latin typeface="Cambria Math" panose="02040503050406030204" pitchFamily="18" charset="0"/>
                              <a:ea typeface="Cambria Math" panose="02040503050406030204" pitchFamily="18" charset="0"/>
                            </a:rPr>
                            <m:t>𝑙</m:t>
                          </m:r>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sz="1600"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1" i="1" smtClean="0">
                              <a:solidFill>
                                <a:schemeClr val="accent1">
                                  <a:lumMod val="50000"/>
                                </a:schemeClr>
                              </a:solidFill>
                              <a:latin typeface="Cambria Math" panose="02040503050406030204" pitchFamily="18" charset="0"/>
                              <a:ea typeface="Cambria Math" panose="02040503050406030204" pitchFamily="18" charset="0"/>
                            </a:rPr>
                            <m:t>𝒃</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r>
                            <a:rPr lang="es-ES" sz="1600" b="0" i="1" smtClean="0">
                              <a:solidFill>
                                <a:schemeClr val="accent1">
                                  <a:lumMod val="50000"/>
                                </a:schemeClr>
                              </a:solidFill>
                              <a:latin typeface="Cambria Math" panose="02040503050406030204" pitchFamily="18" charset="0"/>
                              <a:ea typeface="Cambria Math" panose="02040503050406030204" pitchFamily="18" charset="0"/>
                            </a:rPr>
                            <m:t>𝑙</m:t>
                          </m:r>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sz="1600" dirty="0"/>
              </a:p>
            </p:txBody>
          </p:sp>
        </mc:Choice>
        <mc:Fallback xmlns="">
          <p:sp>
            <p:nvSpPr>
              <p:cNvPr id="10" name="CuadroTexto 9">
                <a:extLst>
                  <a:ext uri="{FF2B5EF4-FFF2-40B4-BE49-F238E27FC236}">
                    <a16:creationId xmlns:a16="http://schemas.microsoft.com/office/drawing/2014/main" id="{90E80DA7-8FF7-5E1A-AF0D-65FAC1A00F9D}"/>
                  </a:ext>
                </a:extLst>
              </p:cNvPr>
              <p:cNvSpPr txBox="1">
                <a:spLocks noRot="1" noChangeAspect="1" noMove="1" noResize="1" noEditPoints="1" noAdjustHandles="1" noChangeArrowheads="1" noChangeShapeType="1" noTextEdit="1"/>
              </p:cNvSpPr>
              <p:nvPr/>
            </p:nvSpPr>
            <p:spPr>
              <a:xfrm>
                <a:off x="2162586" y="2122504"/>
                <a:ext cx="1115999" cy="324000"/>
              </a:xfrm>
              <a:prstGeom prst="rect">
                <a:avLst/>
              </a:prstGeom>
              <a:blipFill>
                <a:blip r:embed="rId5"/>
                <a:stretch>
                  <a:fillRect b="-3774"/>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5" name="Elipse 34">
                <a:extLst>
                  <a:ext uri="{FF2B5EF4-FFF2-40B4-BE49-F238E27FC236}">
                    <a16:creationId xmlns:a16="http://schemas.microsoft.com/office/drawing/2014/main" id="{8F59BEBA-BA19-3375-6542-A30F49235638}"/>
                  </a:ext>
                </a:extLst>
              </p:cNvPr>
              <p:cNvSpPr/>
              <p:nvPr/>
            </p:nvSpPr>
            <p:spPr>
              <a:xfrm>
                <a:off x="2394988" y="4218171"/>
                <a:ext cx="1332000" cy="126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sz="200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sz="2000" b="0" i="1" smtClean="0">
                              <a:solidFill>
                                <a:schemeClr val="accent1">
                                  <a:lumMod val="50000"/>
                                </a:schemeClr>
                              </a:solidFill>
                              <a:latin typeface="Cambria Math" panose="02040503050406030204" pitchFamily="18" charset="0"/>
                              <a:ea typeface="Cambria Math" panose="02040503050406030204" pitchFamily="18" charset="0"/>
                            </a:rPr>
                            <m:t>𝑧</m:t>
                          </m:r>
                        </m:e>
                        <m:sub>
                          <m:r>
                            <a:rPr lang="es-ES" sz="2000" i="1">
                              <a:solidFill>
                                <a:schemeClr val="accent1">
                                  <a:lumMod val="50000"/>
                                </a:schemeClr>
                              </a:solidFill>
                              <a:latin typeface="Cambria Math" panose="02040503050406030204" pitchFamily="18" charset="0"/>
                              <a:ea typeface="Cambria Math" panose="02040503050406030204" pitchFamily="18" charset="0"/>
                            </a:rPr>
                            <m:t>𝑖</m:t>
                          </m:r>
                        </m:sub>
                        <m:sup>
                          <m:r>
                            <a:rPr lang="es-ES" sz="2000" i="1">
                              <a:solidFill>
                                <a:schemeClr val="accent1">
                                  <a:lumMod val="50000"/>
                                </a:schemeClr>
                              </a:solidFill>
                              <a:latin typeface="Cambria Math" panose="02040503050406030204" pitchFamily="18" charset="0"/>
                              <a:ea typeface="Cambria Math" panose="02040503050406030204" pitchFamily="18" charset="0"/>
                            </a:rPr>
                            <m:t>[</m:t>
                          </m:r>
                          <m:r>
                            <a:rPr lang="es-ES" sz="2000" i="1">
                              <a:solidFill>
                                <a:schemeClr val="accent1">
                                  <a:lumMod val="50000"/>
                                </a:schemeClr>
                              </a:solidFill>
                              <a:latin typeface="Cambria Math" panose="02040503050406030204" pitchFamily="18" charset="0"/>
                              <a:ea typeface="Cambria Math" panose="02040503050406030204" pitchFamily="18" charset="0"/>
                            </a:rPr>
                            <m:t>𝑙</m:t>
                          </m:r>
                          <m:r>
                            <a:rPr lang="es-ES" sz="2000" i="1">
                              <a:solidFill>
                                <a:schemeClr val="accent1">
                                  <a:lumMod val="50000"/>
                                </a:schemeClr>
                              </a:solidFill>
                              <a:latin typeface="Cambria Math" panose="02040503050406030204" pitchFamily="18" charset="0"/>
                              <a:ea typeface="Cambria Math" panose="02040503050406030204" pitchFamily="18" charset="0"/>
                            </a:rPr>
                            <m:t>]</m:t>
                          </m:r>
                        </m:sup>
                      </m:sSubSup>
                      <m:groupChr>
                        <m:groupChrPr>
                          <m:chr m:val="→"/>
                          <m:vertJc m:val="bot"/>
                          <m:ctrlPr>
                            <a:rPr lang="es-ES" sz="2000" i="1" smtClean="0">
                              <a:solidFill>
                                <a:schemeClr val="accent1">
                                  <a:lumMod val="50000"/>
                                </a:schemeClr>
                              </a:solidFill>
                              <a:latin typeface="Cambria Math" panose="02040503050406030204" pitchFamily="18" charset="0"/>
                              <a:ea typeface="Cambria Math" panose="02040503050406030204" pitchFamily="18" charset="0"/>
                            </a:rPr>
                          </m:ctrlPr>
                        </m:groupChrPr>
                        <m:e>
                          <m:sSup>
                            <m:sSupPr>
                              <m:ctrlPr>
                                <a:rPr lang="es-ES" sz="2000" b="0" i="1" smtClean="0">
                                  <a:solidFill>
                                    <a:schemeClr val="accent1">
                                      <a:lumMod val="50000"/>
                                    </a:schemeClr>
                                  </a:solidFill>
                                  <a:latin typeface="Cambria Math" panose="02040503050406030204" pitchFamily="18" charset="0"/>
                                  <a:ea typeface="Cambria Math" panose="02040503050406030204" pitchFamily="18" charset="0"/>
                                </a:rPr>
                              </m:ctrlPr>
                            </m:sSupPr>
                            <m:e>
                              <m:r>
                                <m:rPr>
                                  <m:brk m:alnAt="2"/>
                                </m:rPr>
                                <a:rPr lang="es-ES" sz="2000" b="0" i="1" smtClean="0">
                                  <a:solidFill>
                                    <a:schemeClr val="accent1">
                                      <a:lumMod val="50000"/>
                                    </a:schemeClr>
                                  </a:solidFill>
                                  <a:latin typeface="Cambria Math" panose="02040503050406030204" pitchFamily="18" charset="0"/>
                                  <a:ea typeface="Cambria Math" panose="02040503050406030204" pitchFamily="18" charset="0"/>
                                </a:rPr>
                                <m:t>𝑔</m:t>
                              </m:r>
                            </m:e>
                            <m:sup>
                              <m:r>
                                <a:rPr lang="es-ES" sz="2000" b="0" i="1" smtClean="0">
                                  <a:solidFill>
                                    <a:schemeClr val="accent1">
                                      <a:lumMod val="50000"/>
                                    </a:schemeClr>
                                  </a:solidFill>
                                  <a:latin typeface="Cambria Math" panose="02040503050406030204" pitchFamily="18" charset="0"/>
                                  <a:ea typeface="Cambria Math" panose="02040503050406030204" pitchFamily="18" charset="0"/>
                                </a:rPr>
                                <m:t>[</m:t>
                              </m:r>
                              <m:r>
                                <a:rPr lang="es-ES" sz="2000" b="0" i="1" smtClean="0">
                                  <a:solidFill>
                                    <a:schemeClr val="accent1">
                                      <a:lumMod val="50000"/>
                                    </a:schemeClr>
                                  </a:solidFill>
                                  <a:latin typeface="Cambria Math" panose="02040503050406030204" pitchFamily="18" charset="0"/>
                                  <a:ea typeface="Cambria Math" panose="02040503050406030204" pitchFamily="18" charset="0"/>
                                </a:rPr>
                                <m:t>𝑙</m:t>
                              </m:r>
                              <m:r>
                                <a:rPr lang="es-ES" sz="2000" b="0" i="1" smtClean="0">
                                  <a:solidFill>
                                    <a:schemeClr val="accent1">
                                      <a:lumMod val="50000"/>
                                    </a:schemeClr>
                                  </a:solidFill>
                                  <a:latin typeface="Cambria Math" panose="02040503050406030204" pitchFamily="18" charset="0"/>
                                  <a:ea typeface="Cambria Math" panose="02040503050406030204" pitchFamily="18" charset="0"/>
                                </a:rPr>
                                <m:t>]</m:t>
                              </m:r>
                            </m:sup>
                          </m:sSup>
                        </m:e>
                      </m:groupChr>
                      <m:sSubSup>
                        <m:sSubSupPr>
                          <m:ctrlPr>
                            <a:rPr lang="es-ES" sz="200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sz="2000" i="1">
                              <a:solidFill>
                                <a:schemeClr val="accent1">
                                  <a:lumMod val="50000"/>
                                </a:schemeClr>
                              </a:solidFill>
                              <a:latin typeface="Cambria Math" panose="02040503050406030204" pitchFamily="18" charset="0"/>
                              <a:ea typeface="Cambria Math" panose="02040503050406030204" pitchFamily="18" charset="0"/>
                            </a:rPr>
                            <m:t>𝑎</m:t>
                          </m:r>
                        </m:e>
                        <m:sub>
                          <m:r>
                            <a:rPr lang="es-ES" sz="2000" b="0" i="1" smtClean="0">
                              <a:solidFill>
                                <a:schemeClr val="accent1">
                                  <a:lumMod val="50000"/>
                                </a:schemeClr>
                              </a:solidFill>
                              <a:latin typeface="Cambria Math" panose="02040503050406030204" pitchFamily="18" charset="0"/>
                              <a:ea typeface="Cambria Math" panose="02040503050406030204" pitchFamily="18" charset="0"/>
                            </a:rPr>
                            <m:t>𝑖</m:t>
                          </m:r>
                        </m:sub>
                        <m:sup>
                          <m:r>
                            <a:rPr lang="es-ES" sz="2000" b="0" i="1" smtClean="0">
                              <a:solidFill>
                                <a:schemeClr val="accent1">
                                  <a:lumMod val="50000"/>
                                </a:schemeClr>
                              </a:solidFill>
                              <a:latin typeface="Cambria Math" panose="02040503050406030204" pitchFamily="18" charset="0"/>
                              <a:ea typeface="Cambria Math" panose="02040503050406030204" pitchFamily="18" charset="0"/>
                            </a:rPr>
                            <m:t>[</m:t>
                          </m:r>
                          <m:r>
                            <a:rPr lang="es-ES" sz="2000" b="0" i="1" smtClean="0">
                              <a:solidFill>
                                <a:schemeClr val="accent1">
                                  <a:lumMod val="50000"/>
                                </a:schemeClr>
                              </a:solidFill>
                              <a:latin typeface="Cambria Math" panose="02040503050406030204" pitchFamily="18" charset="0"/>
                              <a:ea typeface="Cambria Math" panose="02040503050406030204" pitchFamily="18" charset="0"/>
                            </a:rPr>
                            <m:t>𝑙</m:t>
                          </m:r>
                          <m:r>
                            <a:rPr lang="es-ES" sz="2000" b="0" i="1" smtClean="0">
                              <a:solidFill>
                                <a:schemeClr val="accent1">
                                  <a:lumMod val="50000"/>
                                </a:schemeClr>
                              </a:solidFill>
                              <a:latin typeface="Cambria Math" panose="02040503050406030204" pitchFamily="18" charset="0"/>
                              <a:ea typeface="Cambria Math" panose="02040503050406030204" pitchFamily="18" charset="0"/>
                            </a:rPr>
                            <m:t>]</m:t>
                          </m:r>
                        </m:sup>
                      </m:sSubSup>
                    </m:oMath>
                  </m:oMathPara>
                </a14:m>
                <a:endParaRPr lang="es-ES" sz="2000" dirty="0"/>
              </a:p>
            </p:txBody>
          </p:sp>
        </mc:Choice>
        <mc:Fallback xmlns="">
          <p:sp>
            <p:nvSpPr>
              <p:cNvPr id="35" name="Elipse 34">
                <a:extLst>
                  <a:ext uri="{FF2B5EF4-FFF2-40B4-BE49-F238E27FC236}">
                    <a16:creationId xmlns:a16="http://schemas.microsoft.com/office/drawing/2014/main" id="{8F59BEBA-BA19-3375-6542-A30F49235638}"/>
                  </a:ext>
                </a:extLst>
              </p:cNvPr>
              <p:cNvSpPr>
                <a:spLocks noRot="1" noChangeAspect="1" noMove="1" noResize="1" noEditPoints="1" noAdjustHandles="1" noChangeArrowheads="1" noChangeShapeType="1" noTextEdit="1"/>
              </p:cNvSpPr>
              <p:nvPr/>
            </p:nvSpPr>
            <p:spPr>
              <a:xfrm>
                <a:off x="2394988" y="4218171"/>
                <a:ext cx="1332000" cy="1260000"/>
              </a:xfrm>
              <a:prstGeom prst="ellipse">
                <a:avLst/>
              </a:prstGeom>
              <a:blipFill>
                <a:blip r:embed="rId6"/>
                <a:stretch>
                  <a:fillRect/>
                </a:stretch>
              </a:blipFill>
              <a:ln w="31750">
                <a:solidFill>
                  <a:schemeClr val="accent1">
                    <a:lumMod val="50000"/>
                  </a:schemeClr>
                </a:solidFill>
              </a:ln>
            </p:spPr>
            <p:txBody>
              <a:bodyPr/>
              <a:lstStyle/>
              <a:p>
                <a:r>
                  <a:rPr lang="es-ES">
                    <a:noFill/>
                  </a:rPr>
                  <a:t> </a:t>
                </a:r>
              </a:p>
            </p:txBody>
          </p:sp>
        </mc:Fallback>
      </mc:AlternateContent>
      <p:cxnSp>
        <p:nvCxnSpPr>
          <p:cNvPr id="48" name="Conector recto 47">
            <a:extLst>
              <a:ext uri="{FF2B5EF4-FFF2-40B4-BE49-F238E27FC236}">
                <a16:creationId xmlns:a16="http://schemas.microsoft.com/office/drawing/2014/main" id="{74456FFF-3104-91A7-3805-D8246701BC69}"/>
              </a:ext>
            </a:extLst>
          </p:cNvPr>
          <p:cNvCxnSpPr>
            <a:cxnSpLocks/>
            <a:stCxn id="35" idx="2"/>
          </p:cNvCxnSpPr>
          <p:nvPr/>
        </p:nvCxnSpPr>
        <p:spPr>
          <a:xfrm flipH="1" flipV="1">
            <a:off x="1440333" y="3978397"/>
            <a:ext cx="954655" cy="869774"/>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Conector recto 48">
            <a:extLst>
              <a:ext uri="{FF2B5EF4-FFF2-40B4-BE49-F238E27FC236}">
                <a16:creationId xmlns:a16="http://schemas.microsoft.com/office/drawing/2014/main" id="{7C76E32A-F49A-F5E1-0C56-059E8DD7FEE4}"/>
              </a:ext>
            </a:extLst>
          </p:cNvPr>
          <p:cNvCxnSpPr>
            <a:cxnSpLocks/>
          </p:cNvCxnSpPr>
          <p:nvPr/>
        </p:nvCxnSpPr>
        <p:spPr>
          <a:xfrm flipH="1" flipV="1">
            <a:off x="1440332" y="4218171"/>
            <a:ext cx="954657" cy="63000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6" name="Conector recto 55">
            <a:extLst>
              <a:ext uri="{FF2B5EF4-FFF2-40B4-BE49-F238E27FC236}">
                <a16:creationId xmlns:a16="http://schemas.microsoft.com/office/drawing/2014/main" id="{438BBBA6-2D01-C6DC-C021-F3EB58C5553E}"/>
              </a:ext>
            </a:extLst>
          </p:cNvPr>
          <p:cNvCxnSpPr>
            <a:cxnSpLocks/>
            <a:stCxn id="35" idx="2"/>
          </p:cNvCxnSpPr>
          <p:nvPr/>
        </p:nvCxnSpPr>
        <p:spPr>
          <a:xfrm flipH="1" flipV="1">
            <a:off x="1440332" y="4413284"/>
            <a:ext cx="954656" cy="434887"/>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0" name="Conector recto 69">
            <a:extLst>
              <a:ext uri="{FF2B5EF4-FFF2-40B4-BE49-F238E27FC236}">
                <a16:creationId xmlns:a16="http://schemas.microsoft.com/office/drawing/2014/main" id="{438B91E3-C345-AAF0-1031-0829D64C5F0F}"/>
              </a:ext>
            </a:extLst>
          </p:cNvPr>
          <p:cNvCxnSpPr>
            <a:cxnSpLocks/>
            <a:stCxn id="35" idx="2"/>
          </p:cNvCxnSpPr>
          <p:nvPr/>
        </p:nvCxnSpPr>
        <p:spPr>
          <a:xfrm flipH="1">
            <a:off x="1440331" y="4848171"/>
            <a:ext cx="954657" cy="825113"/>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3" name="CuadroTexto 72">
                <a:extLst>
                  <a:ext uri="{FF2B5EF4-FFF2-40B4-BE49-F238E27FC236}">
                    <a16:creationId xmlns:a16="http://schemas.microsoft.com/office/drawing/2014/main" id="{36430D98-FDB4-F7DC-70EB-C5A7A4D48964}"/>
                  </a:ext>
                </a:extLst>
              </p:cNvPr>
              <p:cNvSpPr txBox="1"/>
              <p:nvPr/>
            </p:nvSpPr>
            <p:spPr>
              <a:xfrm>
                <a:off x="1277360" y="4630727"/>
                <a:ext cx="32593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2400" b="0" i="1" smtClean="0">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sz="2400" dirty="0">
                  <a:solidFill>
                    <a:schemeClr val="accent1">
                      <a:lumMod val="50000"/>
                    </a:schemeClr>
                  </a:solidFill>
                </a:endParaRPr>
              </a:p>
            </p:txBody>
          </p:sp>
        </mc:Choice>
        <mc:Fallback xmlns="">
          <p:sp>
            <p:nvSpPr>
              <p:cNvPr id="73" name="CuadroTexto 72">
                <a:extLst>
                  <a:ext uri="{FF2B5EF4-FFF2-40B4-BE49-F238E27FC236}">
                    <a16:creationId xmlns:a16="http://schemas.microsoft.com/office/drawing/2014/main" id="{36430D98-FDB4-F7DC-70EB-C5A7A4D48964}"/>
                  </a:ext>
                </a:extLst>
              </p:cNvPr>
              <p:cNvSpPr txBox="1">
                <a:spLocks noRot="1" noChangeAspect="1" noMove="1" noResize="1" noEditPoints="1" noAdjustHandles="1" noChangeArrowheads="1" noChangeShapeType="1" noTextEdit="1"/>
              </p:cNvSpPr>
              <p:nvPr/>
            </p:nvSpPr>
            <p:spPr>
              <a:xfrm>
                <a:off x="1277360" y="4630727"/>
                <a:ext cx="325939" cy="461665"/>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5" name="CuadroTexto 74">
                <a:extLst>
                  <a:ext uri="{FF2B5EF4-FFF2-40B4-BE49-F238E27FC236}">
                    <a16:creationId xmlns:a16="http://schemas.microsoft.com/office/drawing/2014/main" id="{F24ED4FE-B2BC-1060-B81E-3EB62E485F9D}"/>
                  </a:ext>
                </a:extLst>
              </p:cNvPr>
              <p:cNvSpPr txBox="1"/>
              <p:nvPr/>
            </p:nvSpPr>
            <p:spPr>
              <a:xfrm>
                <a:off x="4474614" y="3899875"/>
                <a:ext cx="7594909" cy="328230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dirty="0">
                    <a:solidFill>
                      <a:schemeClr val="accent1">
                        <a:lumMod val="50000"/>
                      </a:schemeClr>
                    </a:solidFill>
                  </a:rPr>
                  <a:t>De esta manera el efecto de </a:t>
                </a:r>
                <a:r>
                  <a:rPr lang="es-ES" b="1" dirty="0" smtClean="0">
                    <a:solidFill>
                      <a:schemeClr val="accent1">
                        <a:lumMod val="50000"/>
                      </a:schemeClr>
                    </a:solidFill>
                  </a:rPr>
                  <a:t>la red neuronal es</a:t>
                </a:r>
                <a:r>
                  <a:rPr lang="es-ES" dirty="0" smtClean="0">
                    <a:solidFill>
                      <a:schemeClr val="accent1">
                        <a:lumMod val="50000"/>
                      </a:schemeClr>
                    </a:solidFill>
                  </a:rPr>
                  <a:t> </a:t>
                </a:r>
                <a:r>
                  <a:rPr lang="es-ES" dirty="0">
                    <a:solidFill>
                      <a:schemeClr val="accent1">
                        <a:lumMod val="50000"/>
                      </a:schemeClr>
                    </a:solidFill>
                  </a:rPr>
                  <a:t>el de </a:t>
                </a:r>
                <a:r>
                  <a:rPr lang="es-ES" b="1" dirty="0">
                    <a:solidFill>
                      <a:schemeClr val="accent1">
                        <a:lumMod val="50000"/>
                      </a:schemeClr>
                    </a:solidFill>
                  </a:rPr>
                  <a:t>una función compuesta </a:t>
                </a:r>
                <a:r>
                  <a:rPr lang="es-ES" dirty="0">
                    <a:solidFill>
                      <a:schemeClr val="accent1">
                        <a:lumMod val="50000"/>
                      </a:schemeClr>
                    </a:solidFill>
                  </a:rPr>
                  <a:t>que actúa sobre cada dato de entrada para producir la predicción:</a:t>
                </a:r>
              </a:p>
              <a:p>
                <a:pPr>
                  <a:lnSpc>
                    <a:spcPct val="150000"/>
                  </a:lnSpc>
                </a:pPr>
                <a:endParaRPr lang="es-ES" sz="1000" dirty="0">
                  <a:solidFill>
                    <a:schemeClr val="accent1">
                      <a:lumMod val="50000"/>
                    </a:schemeClr>
                  </a:solidFill>
                </a:endParaRPr>
              </a:p>
              <a:p>
                <a:pPr>
                  <a:lnSpc>
                    <a:spcPct val="150000"/>
                  </a:lnSpc>
                </a:pPr>
                <a14:m>
                  <m:oMathPara xmlns:m="http://schemas.openxmlformats.org/officeDocument/2006/math">
                    <m:oMathParaPr>
                      <m:jc m:val="centerGroup"/>
                    </m:oMathParaPr>
                    <m:oMath xmlns:m="http://schemas.openxmlformats.org/officeDocument/2006/math">
                      <m:acc>
                        <m:accPr>
                          <m:chr m:val="̂"/>
                          <m:ctrlPr>
                            <a:rPr lang="es-ES" b="1" i="1">
                              <a:solidFill>
                                <a:schemeClr val="accent1">
                                  <a:lumMod val="50000"/>
                                </a:schemeClr>
                              </a:solidFill>
                              <a:latin typeface="Cambria Math" panose="02040503050406030204" pitchFamily="18" charset="0"/>
                              <a:ea typeface="Cambria Math" panose="02040503050406030204" pitchFamily="18" charset="0"/>
                            </a:rPr>
                          </m:ctrlPr>
                        </m:accPr>
                        <m:e>
                          <m:r>
                            <a:rPr lang="es-ES" b="1" i="1">
                              <a:solidFill>
                                <a:schemeClr val="accent1">
                                  <a:lumMod val="50000"/>
                                </a:schemeClr>
                              </a:solidFill>
                              <a:latin typeface="Cambria Math" panose="02040503050406030204" pitchFamily="18" charset="0"/>
                              <a:ea typeface="Cambria Math" panose="02040503050406030204" pitchFamily="18" charset="0"/>
                            </a:rPr>
                            <m:t>𝒚</m:t>
                          </m:r>
                        </m:e>
                      </m:acc>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𝒂</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𝒈</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a:solidFill>
                                <a:schemeClr val="accent1">
                                  <a:lumMod val="50000"/>
                                </a:schemeClr>
                              </a:solidFill>
                              <a:latin typeface="Cambria Math" panose="02040503050406030204" pitchFamily="18" charset="0"/>
                              <a:ea typeface="Cambria Math" panose="02040503050406030204" pitchFamily="18" charset="0"/>
                            </a:rPr>
                            <m:t>𝐿</m:t>
                          </m:r>
                          <m:r>
                            <a:rPr lang="es-ES" b="1" i="1" smtClean="0">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𝑊</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𝒂</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b="1"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e>
                      </m:d>
                      <m:r>
                        <a:rPr lang="es-ES" b="1"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𝒈</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𝒈</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−1</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−1</m:t>
                                      </m:r>
                                      <m:r>
                                        <a:rPr lang="es-ES" i="1">
                                          <a:solidFill>
                                            <a:schemeClr val="accent1">
                                              <a:lumMod val="50000"/>
                                            </a:schemeClr>
                                          </a:solidFill>
                                          <a:latin typeface="Cambria Math" panose="02040503050406030204" pitchFamily="18" charset="0"/>
                                          <a:ea typeface="Cambria Math" panose="02040503050406030204" pitchFamily="18" charset="0"/>
                                        </a:rPr>
                                        <m:t>]</m:t>
                                      </m:r>
                                    </m:sup>
                                  </m:sSup>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𝒂</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−2]</m:t>
                                      </m:r>
                                    </m:sup>
                                  </m:sSup>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−1</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e>
                          </m:d>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𝒈</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𝒈</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1</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1</m:t>
                                      </m:r>
                                      <m:r>
                                        <a:rPr lang="es-ES" i="1">
                                          <a:solidFill>
                                            <a:schemeClr val="accent1">
                                              <a:lumMod val="50000"/>
                                            </a:schemeClr>
                                          </a:solidFill>
                                          <a:latin typeface="Cambria Math" panose="02040503050406030204" pitchFamily="18" charset="0"/>
                                          <a:ea typeface="Cambria Math" panose="02040503050406030204" pitchFamily="18" charset="0"/>
                                        </a:rPr>
                                        <m:t>]</m:t>
                                      </m:r>
                                    </m:sup>
                                  </m:sSup>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𝒂</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0</m:t>
                                      </m:r>
                                      <m:r>
                                        <a:rPr lang="es-ES" i="1">
                                          <a:solidFill>
                                            <a:schemeClr val="accent1">
                                              <a:lumMod val="50000"/>
                                            </a:schemeClr>
                                          </a:solidFill>
                                          <a:latin typeface="Cambria Math" panose="02040503050406030204" pitchFamily="18" charset="0"/>
                                          <a:ea typeface="Cambria Math" panose="02040503050406030204" pitchFamily="18" charset="0"/>
                                        </a:rPr>
                                        <m:t>]</m:t>
                                      </m:r>
                                    </m:sup>
                                  </m:sSup>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1</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e>
                          </m:d>
                          <m:r>
                            <a:rPr lang="es-ES" i="1" smtClean="0">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r>
                        <a:rPr lang="es-ES" b="1" i="1">
                          <a:solidFill>
                            <a:schemeClr val="accent1">
                              <a:lumMod val="50000"/>
                            </a:schemeClr>
                          </a:solidFill>
                          <a:latin typeface="Cambria Math" panose="02040503050406030204" pitchFamily="18" charset="0"/>
                          <a:ea typeface="Cambria Math" panose="02040503050406030204" pitchFamily="18" charset="0"/>
                        </a:rPr>
                        <m:t>=</m:t>
                      </m:r>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𝒉</m:t>
                          </m:r>
                        </m:e>
                        <m:sub>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sub>
                      </m:sSub>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𝒙</m:t>
                          </m:r>
                        </m:e>
                      </m:d>
                    </m:oMath>
                  </m:oMathPara>
                </a14:m>
                <a:endParaRPr lang="es-ES" dirty="0">
                  <a:solidFill>
                    <a:schemeClr val="accent1">
                      <a:lumMod val="50000"/>
                    </a:schemeClr>
                  </a:solidFill>
                </a:endParaRPr>
              </a:p>
              <a:p>
                <a:pPr>
                  <a:lnSpc>
                    <a:spcPct val="150000"/>
                  </a:lnSpc>
                </a:pPr>
                <a:r>
                  <a:rPr lang="es-ES" dirty="0">
                    <a:solidFill>
                      <a:schemeClr val="accent1">
                        <a:lumMod val="50000"/>
                      </a:schemeClr>
                    </a:solidFill>
                  </a:rPr>
                  <a:t> </a:t>
                </a:r>
              </a:p>
            </p:txBody>
          </p:sp>
        </mc:Choice>
        <mc:Fallback xmlns="">
          <p:sp>
            <p:nvSpPr>
              <p:cNvPr id="75" name="CuadroTexto 74">
                <a:extLst>
                  <a:ext uri="{FF2B5EF4-FFF2-40B4-BE49-F238E27FC236}">
                    <a16:creationId xmlns:a16="http://schemas.microsoft.com/office/drawing/2014/main" id="{F24ED4FE-B2BC-1060-B81E-3EB62E485F9D}"/>
                  </a:ext>
                </a:extLst>
              </p:cNvPr>
              <p:cNvSpPr txBox="1">
                <a:spLocks noRot="1" noChangeAspect="1" noMove="1" noResize="1" noEditPoints="1" noAdjustHandles="1" noChangeArrowheads="1" noChangeShapeType="1" noTextEdit="1"/>
              </p:cNvSpPr>
              <p:nvPr/>
            </p:nvSpPr>
            <p:spPr>
              <a:xfrm>
                <a:off x="4474614" y="3899875"/>
                <a:ext cx="7594909" cy="3282309"/>
              </a:xfrm>
              <a:prstGeom prst="rect">
                <a:avLst/>
              </a:prstGeom>
              <a:blipFill>
                <a:blip r:embed="rId8"/>
                <a:stretch>
                  <a:fillRect l="-482" r="-1204"/>
                </a:stretch>
              </a:blipFill>
            </p:spPr>
            <p:txBody>
              <a:bodyPr/>
              <a:lstStyle/>
              <a:p>
                <a:r>
                  <a:rPr lang="es-ES">
                    <a:noFill/>
                  </a:rPr>
                  <a:t> </a:t>
                </a:r>
              </a:p>
            </p:txBody>
          </p:sp>
        </mc:Fallback>
      </mc:AlternateContent>
      <p:pic>
        <p:nvPicPr>
          <p:cNvPr id="76" name="Imagen 75">
            <a:extLst>
              <a:ext uri="{FF2B5EF4-FFF2-40B4-BE49-F238E27FC236}">
                <a16:creationId xmlns:a16="http://schemas.microsoft.com/office/drawing/2014/main" id="{1EE4F5E1-5721-C270-14B3-E0C8D18BE93D}"/>
              </a:ext>
            </a:extLst>
          </p:cNvPr>
          <p:cNvPicPr>
            <a:picLocks noChangeAspect="1"/>
          </p:cNvPicPr>
          <p:nvPr/>
        </p:nvPicPr>
        <p:blipFill>
          <a:blip r:embed="rId9"/>
          <a:stretch>
            <a:fillRect/>
          </a:stretch>
        </p:blipFill>
        <p:spPr>
          <a:xfrm>
            <a:off x="8355460" y="766910"/>
            <a:ext cx="3075699" cy="1679594"/>
          </a:xfrm>
          <a:prstGeom prst="rect">
            <a:avLst/>
          </a:prstGeom>
        </p:spPr>
      </p:pic>
    </p:spTree>
    <p:extLst>
      <p:ext uri="{BB962C8B-B14F-4D97-AF65-F5344CB8AC3E}">
        <p14:creationId xmlns:p14="http://schemas.microsoft.com/office/powerpoint/2010/main" val="30690555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67DAA-F629-BD52-697B-53BE22C5E2BE}"/>
            </a:ext>
          </a:extLst>
        </p:cNvPr>
        <p:cNvGrpSpPr/>
        <p:nvPr/>
      </p:nvGrpSpPr>
      <p:grpSpPr>
        <a:xfrm>
          <a:off x="0" y="0"/>
          <a:ext cx="0" cy="0"/>
          <a:chOff x="0" y="0"/>
          <a:chExt cx="0" cy="0"/>
        </a:xfrm>
      </p:grpSpPr>
      <p:sp>
        <p:nvSpPr>
          <p:cNvPr id="25" name="CuadroTexto 24">
            <a:extLst>
              <a:ext uri="{FF2B5EF4-FFF2-40B4-BE49-F238E27FC236}">
                <a16:creationId xmlns:a16="http://schemas.microsoft.com/office/drawing/2014/main" id="{CB7D8467-8A44-30F1-986A-BF5D7DCB93FD}"/>
              </a:ext>
            </a:extLst>
          </p:cNvPr>
          <p:cNvSpPr txBox="1"/>
          <p:nvPr/>
        </p:nvSpPr>
        <p:spPr>
          <a:xfrm>
            <a:off x="310696" y="2901695"/>
            <a:ext cx="2477763" cy="338554"/>
          </a:xfrm>
          <a:prstGeom prst="rect">
            <a:avLst/>
          </a:prstGeom>
          <a:noFill/>
        </p:spPr>
        <p:txBody>
          <a:bodyPr wrap="square">
            <a:spAutoFit/>
          </a:bodyPr>
          <a:lstStyle/>
          <a:p>
            <a:pPr algn="ctr"/>
            <a:r>
              <a:rPr lang="es-ES" sz="1600" b="1" dirty="0">
                <a:solidFill>
                  <a:schemeClr val="accent6">
                    <a:lumMod val="75000"/>
                  </a:schemeClr>
                </a:solidFill>
              </a:rPr>
              <a:t>Variables de entrada</a:t>
            </a:r>
          </a:p>
        </p:txBody>
      </p:sp>
      <p:sp>
        <p:nvSpPr>
          <p:cNvPr id="3" name="CuadroTexto 2">
            <a:extLst>
              <a:ext uri="{FF2B5EF4-FFF2-40B4-BE49-F238E27FC236}">
                <a16:creationId xmlns:a16="http://schemas.microsoft.com/office/drawing/2014/main" id="{4A506ED8-7E40-6398-168B-ADD8E2BC3B7A}"/>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2" name="CuadroTexto 1">
            <a:extLst>
              <a:ext uri="{FF2B5EF4-FFF2-40B4-BE49-F238E27FC236}">
                <a16:creationId xmlns:a16="http://schemas.microsoft.com/office/drawing/2014/main" id="{8D25FA3C-245C-D09D-A74B-8F23B3AB8CE5}"/>
              </a:ext>
            </a:extLst>
          </p:cNvPr>
          <p:cNvSpPr txBox="1"/>
          <p:nvPr/>
        </p:nvSpPr>
        <p:spPr>
          <a:xfrm>
            <a:off x="214041" y="447385"/>
            <a:ext cx="7072610"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Función</a:t>
            </a:r>
            <a:r>
              <a:rPr lang="en-US" sz="2000" b="1" dirty="0">
                <a:solidFill>
                  <a:schemeClr val="accent1">
                    <a:lumMod val="50000"/>
                  </a:schemeClr>
                </a:solidFill>
              </a:rPr>
              <a:t> de </a:t>
            </a:r>
            <a:r>
              <a:rPr lang="en-US" sz="2000" b="1" dirty="0" err="1">
                <a:solidFill>
                  <a:schemeClr val="accent1">
                    <a:lumMod val="50000"/>
                  </a:schemeClr>
                </a:solidFill>
              </a:rPr>
              <a:t>coste</a:t>
            </a:r>
            <a:r>
              <a:rPr lang="en-US" sz="2000" b="1" dirty="0">
                <a:solidFill>
                  <a:schemeClr val="accent1">
                    <a:lumMod val="50000"/>
                  </a:schemeClr>
                </a:solidFill>
              </a:rPr>
              <a:t> I</a:t>
            </a:r>
            <a:endParaRPr lang="en-US" sz="2000" dirty="0">
              <a:solidFill>
                <a:schemeClr val="accent1">
                  <a:lumMod val="50000"/>
                </a:schemeClr>
              </a:solidFill>
            </a:endParaRPr>
          </a:p>
        </p:txBody>
      </p:sp>
      <p:graphicFrame>
        <p:nvGraphicFramePr>
          <p:cNvPr id="8" name="Tabla 7">
            <a:extLst>
              <a:ext uri="{FF2B5EF4-FFF2-40B4-BE49-F238E27FC236}">
                <a16:creationId xmlns:a16="http://schemas.microsoft.com/office/drawing/2014/main" id="{26FE94AA-0019-B6AD-3B4C-CFACB4FCBA9D}"/>
              </a:ext>
            </a:extLst>
          </p:cNvPr>
          <p:cNvGraphicFramePr>
            <a:graphicFrameLocks noGrp="1"/>
          </p:cNvGraphicFramePr>
          <p:nvPr>
            <p:extLst>
              <p:ext uri="{D42A27DB-BD31-4B8C-83A1-F6EECF244321}">
                <p14:modId xmlns:p14="http://schemas.microsoft.com/office/powerpoint/2010/main" val="2485411505"/>
              </p:ext>
            </p:extLst>
          </p:nvPr>
        </p:nvGraphicFramePr>
        <p:xfrm>
          <a:off x="519634" y="3523487"/>
          <a:ext cx="2268000" cy="1944000"/>
        </p:xfrm>
        <a:graphic>
          <a:graphicData uri="http://schemas.openxmlformats.org/drawingml/2006/table">
            <a:tbl>
              <a:tblPr>
                <a:tableStyleId>{5C22544A-7EE6-4342-B048-85BDC9FD1C3A}</a:tableStyleId>
              </a:tblPr>
              <a:tblGrid>
                <a:gridCol w="252000">
                  <a:extLst>
                    <a:ext uri="{9D8B030D-6E8A-4147-A177-3AD203B41FA5}">
                      <a16:colId xmlns:a16="http://schemas.microsoft.com/office/drawing/2014/main" val="2752318349"/>
                    </a:ext>
                  </a:extLst>
                </a:gridCol>
                <a:gridCol w="252000">
                  <a:extLst>
                    <a:ext uri="{9D8B030D-6E8A-4147-A177-3AD203B41FA5}">
                      <a16:colId xmlns:a16="http://schemas.microsoft.com/office/drawing/2014/main" val="507171706"/>
                    </a:ext>
                  </a:extLst>
                </a:gridCol>
                <a:gridCol w="252000">
                  <a:extLst>
                    <a:ext uri="{9D8B030D-6E8A-4147-A177-3AD203B41FA5}">
                      <a16:colId xmlns:a16="http://schemas.microsoft.com/office/drawing/2014/main" val="160664230"/>
                    </a:ext>
                  </a:extLst>
                </a:gridCol>
                <a:gridCol w="252000">
                  <a:extLst>
                    <a:ext uri="{9D8B030D-6E8A-4147-A177-3AD203B41FA5}">
                      <a16:colId xmlns:a16="http://schemas.microsoft.com/office/drawing/2014/main" val="603423905"/>
                    </a:ext>
                  </a:extLst>
                </a:gridCol>
                <a:gridCol w="252000">
                  <a:extLst>
                    <a:ext uri="{9D8B030D-6E8A-4147-A177-3AD203B41FA5}">
                      <a16:colId xmlns:a16="http://schemas.microsoft.com/office/drawing/2014/main" val="2861910694"/>
                    </a:ext>
                  </a:extLst>
                </a:gridCol>
                <a:gridCol w="252000">
                  <a:extLst>
                    <a:ext uri="{9D8B030D-6E8A-4147-A177-3AD203B41FA5}">
                      <a16:colId xmlns:a16="http://schemas.microsoft.com/office/drawing/2014/main" val="3084916415"/>
                    </a:ext>
                  </a:extLst>
                </a:gridCol>
                <a:gridCol w="252000">
                  <a:extLst>
                    <a:ext uri="{9D8B030D-6E8A-4147-A177-3AD203B41FA5}">
                      <a16:colId xmlns:a16="http://schemas.microsoft.com/office/drawing/2014/main" val="162036504"/>
                    </a:ext>
                  </a:extLst>
                </a:gridCol>
                <a:gridCol w="252000">
                  <a:extLst>
                    <a:ext uri="{9D8B030D-6E8A-4147-A177-3AD203B41FA5}">
                      <a16:colId xmlns:a16="http://schemas.microsoft.com/office/drawing/2014/main" val="551871931"/>
                    </a:ext>
                  </a:extLst>
                </a:gridCol>
                <a:gridCol w="252000">
                  <a:extLst>
                    <a:ext uri="{9D8B030D-6E8A-4147-A177-3AD203B41FA5}">
                      <a16:colId xmlns:a16="http://schemas.microsoft.com/office/drawing/2014/main" val="2454270887"/>
                    </a:ext>
                  </a:extLst>
                </a:gridCol>
              </a:tblGrid>
              <a:tr h="324000">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endParaRPr lang="es-ES">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159159116"/>
                  </a:ext>
                </a:extLst>
              </a:tr>
              <a:tr h="324000">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023401790"/>
                  </a:ext>
                </a:extLst>
              </a:tr>
              <a:tr h="324000">
                <a:tc>
                  <a:txBody>
                    <a:bodyPr/>
                    <a:lstStyle/>
                    <a:p>
                      <a:pPr marL="0" algn="ctr" defTabSz="914400" rtl="0" eaLnBrk="1" latinLnBrk="0" hangingPunct="1"/>
                      <a:endParaRPr lang="es-ES" sz="1800" kern="1200" dirty="0">
                        <a:ln w="50800">
                          <a:solidFill>
                            <a:schemeClr val="accent1">
                              <a:lumMod val="50000"/>
                            </a:schemeClr>
                          </a:solidFill>
                        </a:ln>
                        <a:solidFill>
                          <a:schemeClr val="accent6">
                            <a:lumMod val="60000"/>
                            <a:lumOff val="40000"/>
                          </a:schemeClr>
                        </a:solidFill>
                        <a:latin typeface="+mn-lt"/>
                        <a:ea typeface="+mn-ea"/>
                        <a:cs typeface="+mn-cs"/>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algn="ctr" defTabSz="914400" rtl="0" eaLnBrk="1" latinLnBrk="0" hangingPunct="1"/>
                      <a:endParaRPr lang="es-ES" sz="1800" kern="1200" dirty="0">
                        <a:ln w="50800">
                          <a:solidFill>
                            <a:schemeClr val="accent1">
                              <a:lumMod val="50000"/>
                            </a:schemeClr>
                          </a:solidFill>
                        </a:ln>
                        <a:solidFill>
                          <a:schemeClr val="accent6">
                            <a:lumMod val="60000"/>
                            <a:lumOff val="40000"/>
                          </a:schemeClr>
                        </a:solidFill>
                        <a:latin typeface="+mn-lt"/>
                        <a:ea typeface="+mn-ea"/>
                        <a:cs typeface="+mn-cs"/>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algn="ctr" defTabSz="914400" rtl="0" eaLnBrk="1" latinLnBrk="0" hangingPunct="1"/>
                      <a:endParaRPr lang="es-ES" sz="1800" kern="1200" dirty="0">
                        <a:ln w="50800">
                          <a:solidFill>
                            <a:schemeClr val="accent1">
                              <a:lumMod val="50000"/>
                            </a:schemeClr>
                          </a:solidFill>
                        </a:ln>
                        <a:solidFill>
                          <a:schemeClr val="accent6">
                            <a:lumMod val="60000"/>
                            <a:lumOff val="40000"/>
                          </a:schemeClr>
                        </a:solidFill>
                        <a:latin typeface="+mn-lt"/>
                        <a:ea typeface="+mn-ea"/>
                        <a:cs typeface="+mn-cs"/>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algn="ctr" defTabSz="914400" rtl="0" eaLnBrk="1" latinLnBrk="0" hangingPunct="1"/>
                      <a:endParaRPr lang="es-ES" sz="1800" kern="1200" dirty="0">
                        <a:ln w="50800">
                          <a:solidFill>
                            <a:schemeClr val="accent1">
                              <a:lumMod val="50000"/>
                            </a:schemeClr>
                          </a:solidFill>
                        </a:ln>
                        <a:solidFill>
                          <a:schemeClr val="accent6">
                            <a:lumMod val="60000"/>
                            <a:lumOff val="40000"/>
                          </a:schemeClr>
                        </a:solidFill>
                        <a:latin typeface="+mn-lt"/>
                        <a:ea typeface="+mn-ea"/>
                        <a:cs typeface="+mn-cs"/>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algn="ctr" defTabSz="914400" rtl="0" eaLnBrk="1" latinLnBrk="0" hangingPunct="1"/>
                      <a:endParaRPr lang="es-ES" sz="1800" kern="1200" dirty="0">
                        <a:ln w="50800">
                          <a:solidFill>
                            <a:schemeClr val="accent1">
                              <a:lumMod val="50000"/>
                            </a:schemeClr>
                          </a:solidFill>
                        </a:ln>
                        <a:solidFill>
                          <a:schemeClr val="accent6">
                            <a:lumMod val="60000"/>
                            <a:lumOff val="40000"/>
                          </a:schemeClr>
                        </a:solidFill>
                        <a:latin typeface="+mn-lt"/>
                        <a:ea typeface="+mn-ea"/>
                        <a:cs typeface="+mn-cs"/>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marL="0" algn="ctr" defTabSz="914400" rtl="0" eaLnBrk="1" latinLnBrk="0" hangingPunct="1"/>
                      <a:endParaRPr lang="es-ES" sz="1800" kern="1200" dirty="0">
                        <a:ln w="50800">
                          <a:solidFill>
                            <a:schemeClr val="accent1">
                              <a:lumMod val="50000"/>
                            </a:schemeClr>
                          </a:solidFill>
                        </a:ln>
                        <a:solidFill>
                          <a:schemeClr val="accent6">
                            <a:lumMod val="60000"/>
                            <a:lumOff val="40000"/>
                          </a:schemeClr>
                        </a:solidFill>
                        <a:latin typeface="+mn-lt"/>
                        <a:ea typeface="+mn-ea"/>
                        <a:cs typeface="+mn-cs"/>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algn="ctr" defTabSz="914400" rtl="0" eaLnBrk="1" latinLnBrk="0" hangingPunct="1"/>
                      <a:endParaRPr lang="es-ES" sz="1800" kern="1200" dirty="0">
                        <a:ln w="50800">
                          <a:solidFill>
                            <a:schemeClr val="accent1">
                              <a:lumMod val="50000"/>
                            </a:schemeClr>
                          </a:solidFill>
                        </a:ln>
                        <a:solidFill>
                          <a:schemeClr val="accent6">
                            <a:lumMod val="60000"/>
                            <a:lumOff val="40000"/>
                          </a:schemeClr>
                        </a:solidFill>
                        <a:latin typeface="+mn-lt"/>
                        <a:ea typeface="+mn-ea"/>
                        <a:cs typeface="+mn-cs"/>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algn="ctr" defTabSz="914400" rtl="0" eaLnBrk="1" latinLnBrk="0" hangingPunct="1"/>
                      <a:endParaRPr lang="es-ES" sz="1800" kern="1200" dirty="0">
                        <a:ln w="50800">
                          <a:solidFill>
                            <a:schemeClr val="accent1">
                              <a:lumMod val="50000"/>
                            </a:schemeClr>
                          </a:solidFill>
                        </a:ln>
                        <a:solidFill>
                          <a:schemeClr val="accent6">
                            <a:lumMod val="60000"/>
                            <a:lumOff val="40000"/>
                          </a:schemeClr>
                        </a:solidFill>
                        <a:latin typeface="+mn-lt"/>
                        <a:ea typeface="+mn-ea"/>
                        <a:cs typeface="+mn-cs"/>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algn="ctr" defTabSz="914400" rtl="0" eaLnBrk="1" latinLnBrk="0" hangingPunct="1"/>
                      <a:endParaRPr lang="es-ES" sz="1800" kern="1200" dirty="0">
                        <a:ln w="50800">
                          <a:solidFill>
                            <a:schemeClr val="accent1">
                              <a:lumMod val="50000"/>
                            </a:schemeClr>
                          </a:solidFill>
                        </a:ln>
                        <a:solidFill>
                          <a:schemeClr val="accent6">
                            <a:lumMod val="60000"/>
                            <a:lumOff val="40000"/>
                          </a:schemeClr>
                        </a:solidFill>
                        <a:latin typeface="+mn-lt"/>
                        <a:ea typeface="+mn-ea"/>
                        <a:cs typeface="+mn-cs"/>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4171576726"/>
                  </a:ext>
                </a:extLst>
              </a:tr>
              <a:tr h="324000">
                <a:tc>
                  <a:txBody>
                    <a:bodyPr/>
                    <a:lstStyle/>
                    <a:p>
                      <a:pPr algn="ctr"/>
                      <a:endParaRPr lang="es-ES">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035089143"/>
                  </a:ext>
                </a:extLst>
              </a:tr>
              <a:tr h="324000">
                <a:tc>
                  <a:txBody>
                    <a:bodyPr/>
                    <a:lstStyle/>
                    <a:p>
                      <a:pPr algn="ctr"/>
                      <a:endParaRPr lang="es-ES">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914495284"/>
                  </a:ext>
                </a:extLst>
              </a:tr>
              <a:tr h="324000">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s-ES" dirty="0">
                        <a:ln w="50800">
                          <a:solidFill>
                            <a:schemeClr val="accent1">
                              <a:lumMod val="50000"/>
                            </a:schemeClr>
                          </a:solidFill>
                        </a:ln>
                        <a:solidFill>
                          <a:schemeClr val="accent6">
                            <a:lumMod val="20000"/>
                            <a:lumOff val="80000"/>
                          </a:schemeClr>
                        </a:solidFill>
                      </a:endParaRPr>
                    </a:p>
                  </a:txBody>
                  <a:tcPr marL="0" marR="0" marT="0" marB="0" anchor="ctr">
                    <a:lnL w="28575" cap="flat" cmpd="sng" algn="ctr">
                      <a:solidFill>
                        <a:schemeClr val="accent6">
                          <a:lumMod val="50000"/>
                        </a:schemeClr>
                      </a:solidFill>
                      <a:prstDash val="solid"/>
                      <a:round/>
                      <a:headEnd type="none" w="med" len="med"/>
                      <a:tailEnd type="none" w="med" len="med"/>
                    </a:lnL>
                    <a:lnR w="28575" cap="flat" cmpd="sng" algn="ctr">
                      <a:solidFill>
                        <a:schemeClr val="accent6">
                          <a:lumMod val="50000"/>
                        </a:schemeClr>
                      </a:solidFill>
                      <a:prstDash val="solid"/>
                      <a:round/>
                      <a:headEnd type="none" w="med" len="med"/>
                      <a:tailEnd type="none" w="med" len="med"/>
                    </a:lnR>
                    <a:lnT w="28575" cap="flat" cmpd="sng" algn="ctr">
                      <a:solidFill>
                        <a:schemeClr val="accent6">
                          <a:lumMod val="50000"/>
                        </a:schemeClr>
                      </a:solidFill>
                      <a:prstDash val="solid"/>
                      <a:round/>
                      <a:headEnd type="none" w="med" len="med"/>
                      <a:tailEnd type="none" w="med" len="med"/>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467873680"/>
                  </a:ext>
                </a:extLst>
              </a:tr>
            </a:tbl>
          </a:graphicData>
        </a:graphic>
      </p:graphicFrame>
      <p:graphicFrame>
        <p:nvGraphicFramePr>
          <p:cNvPr id="9" name="Tabla 8">
            <a:extLst>
              <a:ext uri="{FF2B5EF4-FFF2-40B4-BE49-F238E27FC236}">
                <a16:creationId xmlns:a16="http://schemas.microsoft.com/office/drawing/2014/main" id="{FCDFCBB6-69E2-C23E-983B-76CF741C5CE6}"/>
              </a:ext>
            </a:extLst>
          </p:cNvPr>
          <p:cNvGraphicFramePr>
            <a:graphicFrameLocks noGrp="1"/>
          </p:cNvGraphicFramePr>
          <p:nvPr>
            <p:extLst>
              <p:ext uri="{D42A27DB-BD31-4B8C-83A1-F6EECF244321}">
                <p14:modId xmlns:p14="http://schemas.microsoft.com/office/powerpoint/2010/main" val="674230243"/>
              </p:ext>
            </p:extLst>
          </p:nvPr>
        </p:nvGraphicFramePr>
        <p:xfrm>
          <a:off x="3176138" y="3523488"/>
          <a:ext cx="252000" cy="1648182"/>
        </p:xfrm>
        <a:graphic>
          <a:graphicData uri="http://schemas.openxmlformats.org/drawingml/2006/table">
            <a:tbl>
              <a:tblPr>
                <a:tableStyleId>{5C22544A-7EE6-4342-B048-85BDC9FD1C3A}</a:tableStyleId>
              </a:tblPr>
              <a:tblGrid>
                <a:gridCol w="252000">
                  <a:extLst>
                    <a:ext uri="{9D8B030D-6E8A-4147-A177-3AD203B41FA5}">
                      <a16:colId xmlns:a16="http://schemas.microsoft.com/office/drawing/2014/main" val="994345431"/>
                    </a:ext>
                  </a:extLst>
                </a:gridCol>
              </a:tblGrid>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159159116"/>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023401790"/>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4171576726"/>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035089143"/>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914495284"/>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3467873680"/>
                  </a:ext>
                </a:extLst>
              </a:tr>
            </a:tbl>
          </a:graphicData>
        </a:graphic>
      </p:graphicFrame>
      <p:sp>
        <p:nvSpPr>
          <p:cNvPr id="19" name="CuadroTexto 18">
            <a:extLst>
              <a:ext uri="{FF2B5EF4-FFF2-40B4-BE49-F238E27FC236}">
                <a16:creationId xmlns:a16="http://schemas.microsoft.com/office/drawing/2014/main" id="{94535B5A-D359-0595-CF39-E49737609EF4}"/>
              </a:ext>
            </a:extLst>
          </p:cNvPr>
          <p:cNvSpPr txBox="1"/>
          <p:nvPr/>
        </p:nvSpPr>
        <p:spPr>
          <a:xfrm rot="16200000">
            <a:off x="-462122" y="4326210"/>
            <a:ext cx="1574277" cy="338554"/>
          </a:xfrm>
          <a:prstGeom prst="rect">
            <a:avLst/>
          </a:prstGeom>
          <a:noFill/>
        </p:spPr>
        <p:txBody>
          <a:bodyPr wrap="square">
            <a:spAutoFit/>
          </a:bodyPr>
          <a:lstStyle/>
          <a:p>
            <a:pPr algn="ctr"/>
            <a:r>
              <a:rPr lang="es-ES" sz="1600" b="1" dirty="0">
                <a:solidFill>
                  <a:schemeClr val="accent1">
                    <a:lumMod val="50000"/>
                  </a:schemeClr>
                </a:solidFill>
              </a:rPr>
              <a:t>Train Set</a:t>
            </a:r>
          </a:p>
        </p:txBody>
      </p:sp>
      <p:sp>
        <p:nvSpPr>
          <p:cNvPr id="21" name="Cerrar llave 20">
            <a:extLst>
              <a:ext uri="{FF2B5EF4-FFF2-40B4-BE49-F238E27FC236}">
                <a16:creationId xmlns:a16="http://schemas.microsoft.com/office/drawing/2014/main" id="{BE345078-7BF5-6C35-EF09-804976297F3C}"/>
              </a:ext>
            </a:extLst>
          </p:cNvPr>
          <p:cNvSpPr/>
          <p:nvPr/>
        </p:nvSpPr>
        <p:spPr>
          <a:xfrm rot="5400000" flipH="1">
            <a:off x="2560252" y="706624"/>
            <a:ext cx="182009" cy="4332906"/>
          </a:xfrm>
          <a:prstGeom prst="rightBrace">
            <a:avLst>
              <a:gd name="adj1" fmla="val 49152"/>
              <a:gd name="adj2" fmla="val 49873"/>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6" name="Cerrar llave 25">
            <a:extLst>
              <a:ext uri="{FF2B5EF4-FFF2-40B4-BE49-F238E27FC236}">
                <a16:creationId xmlns:a16="http://schemas.microsoft.com/office/drawing/2014/main" id="{1D480619-EE1D-8C4E-5DFA-5CB8B0E78C92}"/>
              </a:ext>
            </a:extLst>
          </p:cNvPr>
          <p:cNvSpPr/>
          <p:nvPr/>
        </p:nvSpPr>
        <p:spPr>
          <a:xfrm rot="5400000" flipH="1">
            <a:off x="1546243" y="2163420"/>
            <a:ext cx="180000" cy="2304000"/>
          </a:xfrm>
          <a:prstGeom prst="rightBrace">
            <a:avLst>
              <a:gd name="adj1" fmla="val 49152"/>
              <a:gd name="adj2" fmla="val 49873"/>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8" name="Cerrar llave 27">
            <a:extLst>
              <a:ext uri="{FF2B5EF4-FFF2-40B4-BE49-F238E27FC236}">
                <a16:creationId xmlns:a16="http://schemas.microsoft.com/office/drawing/2014/main" id="{811E807E-4E1B-C46B-21B5-8A30ED62B5C8}"/>
              </a:ext>
            </a:extLst>
          </p:cNvPr>
          <p:cNvSpPr/>
          <p:nvPr/>
        </p:nvSpPr>
        <p:spPr>
          <a:xfrm rot="5400000" flipH="1">
            <a:off x="4009397" y="2182183"/>
            <a:ext cx="181523" cy="2268000"/>
          </a:xfrm>
          <a:prstGeom prst="rightBrace">
            <a:avLst>
              <a:gd name="adj1" fmla="val 49152"/>
              <a:gd name="adj2" fmla="val 49873"/>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9" name="CuadroTexto 28">
            <a:extLst>
              <a:ext uri="{FF2B5EF4-FFF2-40B4-BE49-F238E27FC236}">
                <a16:creationId xmlns:a16="http://schemas.microsoft.com/office/drawing/2014/main" id="{C69035B5-3B37-3C52-CC5F-8103CB5FE854}"/>
              </a:ext>
            </a:extLst>
          </p:cNvPr>
          <p:cNvSpPr txBox="1"/>
          <p:nvPr/>
        </p:nvSpPr>
        <p:spPr>
          <a:xfrm>
            <a:off x="3046905" y="2902111"/>
            <a:ext cx="1874268" cy="338554"/>
          </a:xfrm>
          <a:prstGeom prst="rect">
            <a:avLst/>
          </a:prstGeom>
          <a:noFill/>
        </p:spPr>
        <p:txBody>
          <a:bodyPr wrap="square">
            <a:spAutoFit/>
          </a:bodyPr>
          <a:lstStyle/>
          <a:p>
            <a:pPr algn="ctr"/>
            <a:r>
              <a:rPr lang="es-ES" sz="1600" b="1" dirty="0">
                <a:solidFill>
                  <a:schemeClr val="accent2">
                    <a:lumMod val="50000"/>
                  </a:schemeClr>
                </a:solidFill>
              </a:rPr>
              <a:t>Objetivo</a:t>
            </a:r>
          </a:p>
        </p:txBody>
      </p:sp>
      <p:sp>
        <p:nvSpPr>
          <p:cNvPr id="30" name="Cerrar llave 29">
            <a:extLst>
              <a:ext uri="{FF2B5EF4-FFF2-40B4-BE49-F238E27FC236}">
                <a16:creationId xmlns:a16="http://schemas.microsoft.com/office/drawing/2014/main" id="{388E1134-049B-2B46-924A-D5E12C8FAC50}"/>
              </a:ext>
            </a:extLst>
          </p:cNvPr>
          <p:cNvSpPr/>
          <p:nvPr/>
        </p:nvSpPr>
        <p:spPr>
          <a:xfrm rot="10800000" flipH="1">
            <a:off x="5292997" y="3523487"/>
            <a:ext cx="108000" cy="1944000"/>
          </a:xfrm>
          <a:prstGeom prst="rightBrace">
            <a:avLst>
              <a:gd name="adj1" fmla="val 49152"/>
              <a:gd name="adj2" fmla="val 49873"/>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36" name="CuadroTexto 35">
            <a:extLst>
              <a:ext uri="{FF2B5EF4-FFF2-40B4-BE49-F238E27FC236}">
                <a16:creationId xmlns:a16="http://schemas.microsoft.com/office/drawing/2014/main" id="{0ABEF147-A6FB-12B9-273B-124049516D67}"/>
              </a:ext>
            </a:extLst>
          </p:cNvPr>
          <p:cNvSpPr txBox="1"/>
          <p:nvPr/>
        </p:nvSpPr>
        <p:spPr>
          <a:xfrm>
            <a:off x="1265447" y="2398305"/>
            <a:ext cx="2780675" cy="338554"/>
          </a:xfrm>
          <a:prstGeom prst="rect">
            <a:avLst/>
          </a:prstGeom>
          <a:noFill/>
        </p:spPr>
        <p:txBody>
          <a:bodyPr wrap="square">
            <a:spAutoFit/>
          </a:bodyPr>
          <a:lstStyle/>
          <a:p>
            <a:pPr algn="ctr"/>
            <a:r>
              <a:rPr lang="es-ES" sz="1600" b="1" dirty="0" err="1">
                <a:solidFill>
                  <a:schemeClr val="accent1">
                    <a:lumMod val="50000"/>
                  </a:schemeClr>
                </a:solidFill>
              </a:rPr>
              <a:t>Dataset</a:t>
            </a:r>
            <a:endParaRPr lang="es-ES" sz="1600" b="1" dirty="0">
              <a:solidFill>
                <a:schemeClr val="accent1">
                  <a:lumMod val="50000"/>
                </a:schemeClr>
              </a:solidFill>
            </a:endParaRPr>
          </a:p>
        </p:txBody>
      </p:sp>
      <p:sp>
        <p:nvSpPr>
          <p:cNvPr id="93" name="Forma libre: forma 92">
            <a:extLst>
              <a:ext uri="{FF2B5EF4-FFF2-40B4-BE49-F238E27FC236}">
                <a16:creationId xmlns:a16="http://schemas.microsoft.com/office/drawing/2014/main" id="{207225DD-3CA4-776B-5241-FCABD9AA1A35}"/>
              </a:ext>
            </a:extLst>
          </p:cNvPr>
          <p:cNvSpPr/>
          <p:nvPr/>
        </p:nvSpPr>
        <p:spPr>
          <a:xfrm rot="353844">
            <a:off x="1560457" y="4571232"/>
            <a:ext cx="4107377" cy="1251554"/>
          </a:xfrm>
          <a:custGeom>
            <a:avLst/>
            <a:gdLst>
              <a:gd name="connsiteX0" fmla="*/ 0 w 3108960"/>
              <a:gd name="connsiteY0" fmla="*/ 0 h 1199739"/>
              <a:gd name="connsiteX1" fmla="*/ 1526344 w 3108960"/>
              <a:gd name="connsiteY1" fmla="*/ 1174652 h 1199739"/>
              <a:gd name="connsiteX2" fmla="*/ 3108960 w 3108960"/>
              <a:gd name="connsiteY2" fmla="*/ 689317 h 1199739"/>
            </a:gdLst>
            <a:ahLst/>
            <a:cxnLst>
              <a:cxn ang="0">
                <a:pos x="connsiteX0" y="connsiteY0"/>
              </a:cxn>
              <a:cxn ang="0">
                <a:pos x="connsiteX1" y="connsiteY1"/>
              </a:cxn>
              <a:cxn ang="0">
                <a:pos x="connsiteX2" y="connsiteY2"/>
              </a:cxn>
            </a:cxnLst>
            <a:rect l="l" t="t" r="r" b="b"/>
            <a:pathLst>
              <a:path w="3108960" h="1199739">
                <a:moveTo>
                  <a:pt x="0" y="0"/>
                </a:moveTo>
                <a:cubicBezTo>
                  <a:pt x="504092" y="529883"/>
                  <a:pt x="1008184" y="1059766"/>
                  <a:pt x="1526344" y="1174652"/>
                </a:cubicBezTo>
                <a:cubicBezTo>
                  <a:pt x="2044504" y="1289538"/>
                  <a:pt x="2576732" y="989427"/>
                  <a:pt x="3108960" y="689317"/>
                </a:cubicBezTo>
              </a:path>
            </a:pathLst>
          </a:custGeom>
          <a:noFill/>
          <a:ln w="25400">
            <a:solidFill>
              <a:schemeClr val="accent6">
                <a:lumMod val="75000"/>
              </a:schemeClr>
            </a:solidFill>
            <a:tailEnd type="triangle" w="lg"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97" name="Imagen 96">
            <a:extLst>
              <a:ext uri="{FF2B5EF4-FFF2-40B4-BE49-F238E27FC236}">
                <a16:creationId xmlns:a16="http://schemas.microsoft.com/office/drawing/2014/main" id="{53CAE598-B78E-E912-DFB7-68317EFCC955}"/>
              </a:ext>
            </a:extLst>
          </p:cNvPr>
          <p:cNvPicPr>
            <a:picLocks noChangeAspect="1"/>
          </p:cNvPicPr>
          <p:nvPr/>
        </p:nvPicPr>
        <p:blipFill>
          <a:blip r:embed="rId3"/>
          <a:stretch>
            <a:fillRect/>
          </a:stretch>
        </p:blipFill>
        <p:spPr>
          <a:xfrm>
            <a:off x="5617066" y="3231548"/>
            <a:ext cx="5502827" cy="2625158"/>
          </a:xfrm>
          <a:prstGeom prst="rect">
            <a:avLst/>
          </a:prstGeom>
        </p:spPr>
      </p:pic>
      <mc:AlternateContent xmlns:mc="http://schemas.openxmlformats.org/markup-compatibility/2006" xmlns:a14="http://schemas.microsoft.com/office/drawing/2010/main">
        <mc:Choice Requires="a14">
          <p:sp>
            <p:nvSpPr>
              <p:cNvPr id="99" name="CuadroTexto 98">
                <a:extLst>
                  <a:ext uri="{FF2B5EF4-FFF2-40B4-BE49-F238E27FC236}">
                    <a16:creationId xmlns:a16="http://schemas.microsoft.com/office/drawing/2014/main" id="{E9B98D89-A738-67CA-E97B-0F7251FD9734}"/>
                  </a:ext>
                </a:extLst>
              </p:cNvPr>
              <p:cNvSpPr txBox="1"/>
              <p:nvPr/>
            </p:nvSpPr>
            <p:spPr>
              <a:xfrm>
                <a:off x="8869673" y="5981698"/>
                <a:ext cx="1645921" cy="400110"/>
              </a:xfrm>
              <a:prstGeom prst="rect">
                <a:avLst/>
              </a:prstGeom>
              <a:noFill/>
            </p:spPr>
            <p:txBody>
              <a:bodyPr wrap="square">
                <a:spAutoFit/>
              </a:bodyPr>
              <a:lstStyle/>
              <a:p>
                <a:r>
                  <a:rPr lang="es-ES" sz="2000" dirty="0">
                    <a:solidFill>
                      <a:schemeClr val="accent1">
                        <a:lumMod val="50000"/>
                      </a:schemeClr>
                    </a:solidFill>
                    <a:ea typeface="Cambria Math" panose="02040503050406030204" pitchFamily="18" charset="0"/>
                  </a:rPr>
                  <a:t>Predicción -</a:t>
                </a:r>
                <a:r>
                  <a:rPr lang="es-ES" sz="2000" b="1" dirty="0">
                    <a:solidFill>
                      <a:schemeClr val="accent1">
                        <a:lumMod val="50000"/>
                      </a:schemeClr>
                    </a:solidFill>
                    <a:ea typeface="Cambria Math" panose="02040503050406030204" pitchFamily="18" charset="0"/>
                  </a:rPr>
                  <a:t> </a:t>
                </a:r>
                <a14:m>
                  <m:oMath xmlns:m="http://schemas.openxmlformats.org/officeDocument/2006/math">
                    <m:acc>
                      <m:accPr>
                        <m:chr m:val="̂"/>
                        <m:ctrlPr>
                          <a:rPr lang="es-ES" sz="2000" b="1" i="1" smtClean="0">
                            <a:solidFill>
                              <a:schemeClr val="accent1">
                                <a:lumMod val="50000"/>
                              </a:schemeClr>
                            </a:solidFill>
                            <a:latin typeface="Cambria Math" panose="02040503050406030204" pitchFamily="18" charset="0"/>
                            <a:ea typeface="Cambria Math" panose="02040503050406030204" pitchFamily="18" charset="0"/>
                          </a:rPr>
                        </m:ctrlPr>
                      </m:accPr>
                      <m:e>
                        <m:r>
                          <a:rPr lang="es-ES" sz="2000" b="1" i="1" smtClean="0">
                            <a:solidFill>
                              <a:schemeClr val="accent1">
                                <a:lumMod val="50000"/>
                              </a:schemeClr>
                            </a:solidFill>
                            <a:latin typeface="Cambria Math" panose="02040503050406030204" pitchFamily="18" charset="0"/>
                            <a:ea typeface="Cambria Math" panose="02040503050406030204" pitchFamily="18" charset="0"/>
                          </a:rPr>
                          <m:t>𝒚</m:t>
                        </m:r>
                      </m:e>
                    </m:acc>
                  </m:oMath>
                </a14:m>
                <a:endParaRPr lang="es-ES" sz="2000" dirty="0"/>
              </a:p>
            </p:txBody>
          </p:sp>
        </mc:Choice>
        <mc:Fallback xmlns="">
          <p:sp>
            <p:nvSpPr>
              <p:cNvPr id="99" name="CuadroTexto 98">
                <a:extLst>
                  <a:ext uri="{FF2B5EF4-FFF2-40B4-BE49-F238E27FC236}">
                    <a16:creationId xmlns:a16="http://schemas.microsoft.com/office/drawing/2014/main" id="{E9B98D89-A738-67CA-E97B-0F7251FD9734}"/>
                  </a:ext>
                </a:extLst>
              </p:cNvPr>
              <p:cNvSpPr txBox="1">
                <a:spLocks noRot="1" noChangeAspect="1" noMove="1" noResize="1" noEditPoints="1" noAdjustHandles="1" noChangeArrowheads="1" noChangeShapeType="1" noTextEdit="1"/>
              </p:cNvSpPr>
              <p:nvPr/>
            </p:nvSpPr>
            <p:spPr>
              <a:xfrm>
                <a:off x="8869673" y="5981698"/>
                <a:ext cx="1645921" cy="400110"/>
              </a:xfrm>
              <a:prstGeom prst="rect">
                <a:avLst/>
              </a:prstGeom>
              <a:blipFill>
                <a:blip r:embed="rId4"/>
                <a:stretch>
                  <a:fillRect l="-4074" t="-7576" r="-24074" b="-25758"/>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0" name="CuadroTexto 99">
                <a:extLst>
                  <a:ext uri="{FF2B5EF4-FFF2-40B4-BE49-F238E27FC236}">
                    <a16:creationId xmlns:a16="http://schemas.microsoft.com/office/drawing/2014/main" id="{38729806-DED0-5FCB-E9BB-94EEC9D73D43}"/>
                  </a:ext>
                </a:extLst>
              </p:cNvPr>
              <p:cNvSpPr txBox="1"/>
              <p:nvPr/>
            </p:nvSpPr>
            <p:spPr>
              <a:xfrm>
                <a:off x="10752913" y="5981698"/>
                <a:ext cx="1343659" cy="707886"/>
              </a:xfrm>
              <a:prstGeom prst="rect">
                <a:avLst/>
              </a:prstGeom>
              <a:noFill/>
            </p:spPr>
            <p:txBody>
              <a:bodyPr wrap="square">
                <a:spAutoFit/>
              </a:bodyPr>
              <a:lstStyle/>
              <a:p>
                <a14:m>
                  <m:oMath xmlns:m="http://schemas.openxmlformats.org/officeDocument/2006/math">
                    <m:r>
                      <a:rPr lang="es-ES" sz="2000" b="1" i="1" smtClean="0">
                        <a:solidFill>
                          <a:schemeClr val="accent1">
                            <a:lumMod val="50000"/>
                          </a:schemeClr>
                        </a:solidFill>
                        <a:latin typeface="Cambria Math" panose="02040503050406030204" pitchFamily="18" charset="0"/>
                        <a:ea typeface="Cambria Math" panose="02040503050406030204" pitchFamily="18" charset="0"/>
                      </a:rPr>
                      <m:t>𝒚</m:t>
                    </m:r>
                  </m:oMath>
                </a14:m>
                <a:r>
                  <a:rPr lang="es-ES" sz="2000" dirty="0">
                    <a:solidFill>
                      <a:schemeClr val="accent1">
                        <a:lumMod val="50000"/>
                      </a:schemeClr>
                    </a:solidFill>
                    <a:ea typeface="Cambria Math" panose="02040503050406030204" pitchFamily="18" charset="0"/>
                  </a:rPr>
                  <a:t> - </a:t>
                </a:r>
                <a:r>
                  <a:rPr lang="es-ES" sz="2000" dirty="0" err="1">
                    <a:solidFill>
                      <a:schemeClr val="accent1">
                        <a:lumMod val="50000"/>
                      </a:schemeClr>
                    </a:solidFill>
                    <a:ea typeface="Cambria Math" panose="02040503050406030204" pitchFamily="18" charset="0"/>
                  </a:rPr>
                  <a:t>Ground</a:t>
                </a:r>
                <a:r>
                  <a:rPr lang="es-ES" sz="2000" dirty="0">
                    <a:solidFill>
                      <a:schemeClr val="accent1">
                        <a:lumMod val="50000"/>
                      </a:schemeClr>
                    </a:solidFill>
                    <a:ea typeface="Cambria Math" panose="02040503050406030204" pitchFamily="18" charset="0"/>
                  </a:rPr>
                  <a:t> </a:t>
                </a:r>
                <a:endParaRPr lang="es-ES" sz="2000" dirty="0" smtClean="0">
                  <a:solidFill>
                    <a:schemeClr val="accent1">
                      <a:lumMod val="50000"/>
                    </a:schemeClr>
                  </a:solidFill>
                  <a:ea typeface="Cambria Math" panose="02040503050406030204" pitchFamily="18" charset="0"/>
                </a:endParaRPr>
              </a:p>
              <a:p>
                <a:pPr algn="r"/>
                <a:r>
                  <a:rPr lang="es-ES" sz="2000" dirty="0" err="1" smtClean="0">
                    <a:solidFill>
                      <a:schemeClr val="accent1">
                        <a:lumMod val="50000"/>
                      </a:schemeClr>
                    </a:solidFill>
                    <a:ea typeface="Cambria Math" panose="02040503050406030204" pitchFamily="18" charset="0"/>
                  </a:rPr>
                  <a:t>truth</a:t>
                </a:r>
                <a:endParaRPr lang="es-ES" sz="2000" dirty="0"/>
              </a:p>
            </p:txBody>
          </p:sp>
        </mc:Choice>
        <mc:Fallback xmlns="">
          <p:sp>
            <p:nvSpPr>
              <p:cNvPr id="100" name="CuadroTexto 99">
                <a:extLst>
                  <a:ext uri="{FF2B5EF4-FFF2-40B4-BE49-F238E27FC236}">
                    <a16:creationId xmlns:a16="http://schemas.microsoft.com/office/drawing/2014/main" id="{38729806-DED0-5FCB-E9BB-94EEC9D73D43}"/>
                  </a:ext>
                </a:extLst>
              </p:cNvPr>
              <p:cNvSpPr txBox="1">
                <a:spLocks noRot="1" noChangeAspect="1" noMove="1" noResize="1" noEditPoints="1" noAdjustHandles="1" noChangeArrowheads="1" noChangeShapeType="1" noTextEdit="1"/>
              </p:cNvSpPr>
              <p:nvPr/>
            </p:nvSpPr>
            <p:spPr>
              <a:xfrm>
                <a:off x="10752913" y="5981698"/>
                <a:ext cx="1343659" cy="707886"/>
              </a:xfrm>
              <a:prstGeom prst="rect">
                <a:avLst/>
              </a:prstGeom>
              <a:blipFill>
                <a:blip r:embed="rId5"/>
                <a:stretch>
                  <a:fillRect l="-455" t="-4310" r="-4545" b="-14655"/>
                </a:stretch>
              </a:blipFill>
            </p:spPr>
            <p:txBody>
              <a:bodyPr/>
              <a:lstStyle/>
              <a:p>
                <a:r>
                  <a:rPr lang="es-ES">
                    <a:noFill/>
                  </a:rPr>
                  <a:t> </a:t>
                </a:r>
              </a:p>
            </p:txBody>
          </p:sp>
        </mc:Fallback>
      </mc:AlternateContent>
      <p:sp>
        <p:nvSpPr>
          <p:cNvPr id="101" name="Cerrar llave 100">
            <a:extLst>
              <a:ext uri="{FF2B5EF4-FFF2-40B4-BE49-F238E27FC236}">
                <a16:creationId xmlns:a16="http://schemas.microsoft.com/office/drawing/2014/main" id="{2B8FF33B-FD30-B9E5-530D-EE0852E31BD0}"/>
              </a:ext>
            </a:extLst>
          </p:cNvPr>
          <p:cNvSpPr/>
          <p:nvPr/>
        </p:nvSpPr>
        <p:spPr>
          <a:xfrm rot="16200000" flipH="1">
            <a:off x="10863594" y="5698259"/>
            <a:ext cx="144000" cy="324000"/>
          </a:xfrm>
          <a:prstGeom prst="rightBrace">
            <a:avLst>
              <a:gd name="adj1" fmla="val 49152"/>
              <a:gd name="adj2" fmla="val 49873"/>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02" name="Cerrar llave 101">
            <a:extLst>
              <a:ext uri="{FF2B5EF4-FFF2-40B4-BE49-F238E27FC236}">
                <a16:creationId xmlns:a16="http://schemas.microsoft.com/office/drawing/2014/main" id="{C7B1B559-3F84-6A0B-1382-A60912A89E2D}"/>
              </a:ext>
            </a:extLst>
          </p:cNvPr>
          <p:cNvSpPr/>
          <p:nvPr/>
        </p:nvSpPr>
        <p:spPr>
          <a:xfrm rot="16200000" flipH="1">
            <a:off x="10095421" y="5698259"/>
            <a:ext cx="144000" cy="324000"/>
          </a:xfrm>
          <a:prstGeom prst="rightBrace">
            <a:avLst>
              <a:gd name="adj1" fmla="val 49152"/>
              <a:gd name="adj2" fmla="val 49873"/>
            </a:avLst>
          </a:prstGeom>
          <a:noFill/>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03" name="Rectángulo: esquinas redondeadas 102">
                <a:extLst>
                  <a:ext uri="{FF2B5EF4-FFF2-40B4-BE49-F238E27FC236}">
                    <a16:creationId xmlns:a16="http://schemas.microsoft.com/office/drawing/2014/main" id="{7C93FCC0-C0AF-12B2-EBE4-AC9BA3D8FEF4}"/>
                  </a:ext>
                </a:extLst>
              </p:cNvPr>
              <p:cNvSpPr/>
              <p:nvPr/>
            </p:nvSpPr>
            <p:spPr>
              <a:xfrm>
                <a:off x="230095" y="1021602"/>
                <a:ext cx="11866477" cy="1375205"/>
              </a:xfrm>
              <a:prstGeom prst="roundRect">
                <a:avLst>
                  <a:gd name="adj" fmla="val 8611"/>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s-ES" dirty="0">
                    <a:solidFill>
                      <a:schemeClr val="accent1">
                        <a:lumMod val="50000"/>
                      </a:schemeClr>
                    </a:solidFill>
                  </a:rPr>
                  <a:t>Queremos calcular los pesos </a:t>
                </a:r>
                <a14:m>
                  <m:oMath xmlns:m="http://schemas.openxmlformats.org/officeDocument/2006/math">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oMath>
                </a14:m>
                <a:r>
                  <a:rPr lang="es-ES" dirty="0">
                    <a:solidFill>
                      <a:schemeClr val="accent1">
                        <a:lumMod val="50000"/>
                      </a:schemeClr>
                    </a:solidFill>
                  </a:rPr>
                  <a:t> que mejor ajusten los datos de entrenamiento. Es decir, dados  </a:t>
                </a:r>
                <a14:m>
                  <m:oMath xmlns:m="http://schemas.openxmlformats.org/officeDocument/2006/math">
                    <m:sSub>
                      <m:sSub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bPr>
                      <m:e>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𝒙</m:t>
                                    </m:r>
                                  </m:e>
                                  <m:sup>
                                    <m:r>
                                      <a:rPr lang="es-ES" i="1">
                                        <a:solidFill>
                                          <a:schemeClr val="accent1">
                                            <a:lumMod val="50000"/>
                                          </a:schemeClr>
                                        </a:solidFill>
                                        <a:latin typeface="Cambria Math" panose="02040503050406030204" pitchFamily="18" charset="0"/>
                                        <a:ea typeface="Cambria Math" panose="02040503050406030204" pitchFamily="18" charset="0"/>
                                      </a:rPr>
                                      <m:t>𝑚</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𝒚</m:t>
                                    </m:r>
                                  </m:e>
                                  <m:sup>
                                    <m:r>
                                      <a:rPr lang="es-ES" i="1">
                                        <a:solidFill>
                                          <a:schemeClr val="accent1">
                                            <a:lumMod val="50000"/>
                                          </a:schemeClr>
                                        </a:solidFill>
                                        <a:latin typeface="Cambria Math" panose="02040503050406030204" pitchFamily="18" charset="0"/>
                                        <a:ea typeface="Cambria Math" panose="02040503050406030204" pitchFamily="18" charset="0"/>
                                      </a:rPr>
                                      <m:t>𝑚</m:t>
                                    </m:r>
                                  </m:sup>
                                </m:sSup>
                              </m:e>
                            </m:d>
                          </m:e>
                        </m:d>
                      </m:e>
                      <m:sub>
                        <m:r>
                          <a:rPr lang="es-ES" i="1">
                            <a:solidFill>
                              <a:schemeClr val="accent1">
                                <a:lumMod val="50000"/>
                              </a:schemeClr>
                            </a:solidFill>
                            <a:latin typeface="Cambria Math" panose="02040503050406030204" pitchFamily="18" charset="0"/>
                            <a:ea typeface="Cambria Math" panose="02040503050406030204" pitchFamily="18" charset="0"/>
                          </a:rPr>
                          <m:t>𝑚</m:t>
                        </m:r>
                        <m:r>
                          <a:rPr lang="es-ES" i="1">
                            <a:solidFill>
                              <a:schemeClr val="accent1">
                                <a:lumMod val="50000"/>
                              </a:schemeClr>
                            </a:solidFill>
                            <a:latin typeface="Cambria Math" panose="02040503050406030204" pitchFamily="18" charset="0"/>
                            <a:ea typeface="Cambria Math" panose="02040503050406030204" pitchFamily="18" charset="0"/>
                          </a:rPr>
                          <m:t>=1,…,</m:t>
                        </m:r>
                        <m:r>
                          <a:rPr lang="es-ES" b="0" i="1" smtClean="0">
                            <a:solidFill>
                              <a:schemeClr val="accent1">
                                <a:lumMod val="50000"/>
                              </a:schemeClr>
                            </a:solidFill>
                            <a:latin typeface="Cambria Math" panose="02040503050406030204" pitchFamily="18" charset="0"/>
                            <a:ea typeface="Cambria Math" panose="02040503050406030204" pitchFamily="18" charset="0"/>
                          </a:rPr>
                          <m:t>𝑀</m:t>
                        </m:r>
                      </m:sub>
                    </m:sSub>
                    <m:r>
                      <a:rPr lang="es-ES" b="0" i="1" smtClean="0">
                        <a:solidFill>
                          <a:schemeClr val="accent1">
                            <a:lumMod val="50000"/>
                          </a:schemeClr>
                        </a:solidFill>
                        <a:latin typeface="Cambria Math" panose="02040503050406030204" pitchFamily="18" charset="0"/>
                        <a:ea typeface="Cambria Math" panose="02040503050406030204" pitchFamily="18" charset="0"/>
                      </a:rPr>
                      <m:t> </m:t>
                    </m:r>
                  </m:oMath>
                </a14:m>
                <a:r>
                  <a:rPr lang="es-ES" dirty="0">
                    <a:solidFill>
                      <a:schemeClr val="accent1">
                        <a:lumMod val="50000"/>
                      </a:schemeClr>
                    </a:solidFill>
                  </a:rPr>
                  <a:t>con</a:t>
                </a:r>
                <a:r>
                  <a:rPr lang="es-ES" b="1" dirty="0">
                    <a:solidFill>
                      <a:schemeClr val="accent1">
                        <a:lumMod val="50000"/>
                      </a:schemeClr>
                    </a:solidFill>
                  </a:rPr>
                  <a:t> </a:t>
                </a:r>
                <a14:m>
                  <m:oMath xmlns:m="http://schemas.openxmlformats.org/officeDocument/2006/math">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𝒙</m:t>
                        </m:r>
                      </m:e>
                      <m:sup>
                        <m:r>
                          <a:rPr lang="es-ES" i="1">
                            <a:solidFill>
                              <a:schemeClr val="accent1">
                                <a:lumMod val="50000"/>
                              </a:schemeClr>
                            </a:solidFill>
                            <a:latin typeface="Cambria Math" panose="02040503050406030204" pitchFamily="18" charset="0"/>
                            <a:ea typeface="Cambria Math" panose="02040503050406030204" pitchFamily="18" charset="0"/>
                          </a:rPr>
                          <m:t>𝑚</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ℝ</m:t>
                        </m:r>
                      </m:e>
                      <m:sup>
                        <m:sSub>
                          <m:sSub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ea typeface="Cambria Math" panose="02040503050406030204" pitchFamily="18" charset="0"/>
                              </a:rPr>
                              <m:t>𝑛</m:t>
                            </m:r>
                          </m:e>
                          <m:sub>
                            <m:r>
                              <a:rPr lang="es-ES" b="0" i="1" smtClean="0">
                                <a:solidFill>
                                  <a:schemeClr val="accent1">
                                    <a:lumMod val="50000"/>
                                  </a:schemeClr>
                                </a:solidFill>
                                <a:latin typeface="Cambria Math" panose="02040503050406030204" pitchFamily="18" charset="0"/>
                                <a:ea typeface="Cambria Math" panose="02040503050406030204" pitchFamily="18" charset="0"/>
                              </a:rPr>
                              <m:t>𝑥</m:t>
                            </m:r>
                          </m:sub>
                        </m:sSub>
                      </m:sup>
                    </m:sSup>
                    <m:r>
                      <a:rPr lang="es-ES" b="1" i="0"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𝒚</m:t>
                        </m:r>
                      </m:e>
                      <m:sup>
                        <m:r>
                          <a:rPr lang="es-ES" b="0" i="1" smtClean="0">
                            <a:solidFill>
                              <a:schemeClr val="accent1">
                                <a:lumMod val="50000"/>
                              </a:schemeClr>
                            </a:solidFill>
                            <a:latin typeface="Cambria Math" panose="02040503050406030204" pitchFamily="18" charset="0"/>
                            <a:ea typeface="Cambria Math" panose="02040503050406030204" pitchFamily="18" charset="0"/>
                          </a:rPr>
                          <m:t>𝑚</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ℝ</m:t>
                        </m:r>
                      </m:e>
                      <m:sup>
                        <m:sSub>
                          <m:sSub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ea typeface="Cambria Math" panose="02040503050406030204" pitchFamily="18" charset="0"/>
                              </a:rPr>
                              <m:t>𝑛</m:t>
                            </m:r>
                          </m:e>
                          <m:sub>
                            <m:r>
                              <a:rPr lang="es-ES" b="0" i="1" smtClean="0">
                                <a:solidFill>
                                  <a:schemeClr val="accent1">
                                    <a:lumMod val="50000"/>
                                  </a:schemeClr>
                                </a:solidFill>
                                <a:latin typeface="Cambria Math" panose="02040503050406030204" pitchFamily="18" charset="0"/>
                                <a:ea typeface="Cambria Math" panose="02040503050406030204" pitchFamily="18" charset="0"/>
                              </a:rPr>
                              <m:t>𝑦</m:t>
                            </m:r>
                          </m:sub>
                        </m:sSub>
                      </m:sup>
                    </m:sSup>
                  </m:oMath>
                </a14:m>
                <a:r>
                  <a:rPr lang="es-ES" b="1" dirty="0">
                    <a:solidFill>
                      <a:schemeClr val="accent1">
                        <a:lumMod val="50000"/>
                      </a:schemeClr>
                    </a:solidFill>
                  </a:rPr>
                  <a:t> </a:t>
                </a:r>
                <a:r>
                  <a:rPr lang="es-ES" dirty="0">
                    <a:solidFill>
                      <a:schemeClr val="accent1">
                        <a:lumMod val="50000"/>
                      </a:schemeClr>
                    </a:solidFill>
                  </a:rPr>
                  <a:t>,</a:t>
                </a:r>
                <a:r>
                  <a:rPr lang="es-ES" b="1" dirty="0">
                    <a:solidFill>
                      <a:schemeClr val="accent1">
                        <a:lumMod val="50000"/>
                      </a:schemeClr>
                    </a:solidFill>
                  </a:rPr>
                  <a:t> </a:t>
                </a:r>
                <a:r>
                  <a:rPr lang="es-ES" dirty="0">
                    <a:solidFill>
                      <a:schemeClr val="accent1">
                        <a:lumMod val="50000"/>
                      </a:schemeClr>
                    </a:solidFill>
                  </a:rPr>
                  <a:t>buscamos los valores de </a:t>
                </a:r>
                <a14:m>
                  <m:oMath xmlns:m="http://schemas.openxmlformats.org/officeDocument/2006/math">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oMath>
                </a14:m>
                <a:r>
                  <a:rPr lang="es-ES" dirty="0">
                    <a:solidFill>
                      <a:schemeClr val="accent1">
                        <a:lumMod val="50000"/>
                      </a:schemeClr>
                    </a:solidFill>
                  </a:rPr>
                  <a:t> que minimizan el error acumulado entre cada predicción </a:t>
                </a:r>
                <a14:m>
                  <m:oMath xmlns:m="http://schemas.openxmlformats.org/officeDocument/2006/math">
                    <m:sSup>
                      <m:sSupPr>
                        <m:ctrlPr>
                          <a:rPr lang="es-ES" i="1">
                            <a:solidFill>
                              <a:schemeClr val="accent1">
                                <a:lumMod val="50000"/>
                              </a:schemeClr>
                            </a:solidFill>
                            <a:latin typeface="Cambria Math" panose="02040503050406030204" pitchFamily="18" charset="0"/>
                          </a:rPr>
                        </m:ctrlPr>
                      </m:sSupPr>
                      <m:e>
                        <m:r>
                          <a:rPr lang="es-ES">
                            <a:solidFill>
                              <a:schemeClr val="accent1">
                                <a:lumMod val="50000"/>
                              </a:schemeClr>
                            </a:solidFill>
                            <a:latin typeface="Cambria Math" panose="02040503050406030204" pitchFamily="18" charset="0"/>
                          </a:rPr>
                          <m:t> </m:t>
                        </m:r>
                        <m:acc>
                          <m:accPr>
                            <m:chr m:val="̂"/>
                            <m:ctrlPr>
                              <a:rPr lang="es-ES" i="1">
                                <a:solidFill>
                                  <a:schemeClr val="accent1">
                                    <a:lumMod val="50000"/>
                                  </a:schemeClr>
                                </a:solidFill>
                                <a:latin typeface="Cambria Math" panose="02040503050406030204" pitchFamily="18" charset="0"/>
                              </a:rPr>
                            </m:ctrlPr>
                          </m:accPr>
                          <m:e>
                            <m:r>
                              <a:rPr lang="es-ES" b="1" i="1">
                                <a:solidFill>
                                  <a:schemeClr val="accent1">
                                    <a:lumMod val="50000"/>
                                  </a:schemeClr>
                                </a:solidFill>
                                <a:latin typeface="Cambria Math" panose="02040503050406030204" pitchFamily="18" charset="0"/>
                              </a:rPr>
                              <m:t>𝒚</m:t>
                            </m:r>
                          </m:e>
                        </m:acc>
                      </m:e>
                      <m:sup>
                        <m:r>
                          <a:rPr lang="es-ES">
                            <a:solidFill>
                              <a:schemeClr val="accent1">
                                <a:lumMod val="50000"/>
                              </a:schemeClr>
                            </a:solidFill>
                            <a:latin typeface="Cambria Math" panose="02040503050406030204" pitchFamily="18" charset="0"/>
                          </a:rPr>
                          <m:t>𝑚</m:t>
                        </m:r>
                      </m:sup>
                    </m:sSup>
                    <m:r>
                      <m:rPr>
                        <m:nor/>
                      </m:rPr>
                      <a:rPr lang="es-ES" dirty="0">
                        <a:solidFill>
                          <a:schemeClr val="accent1">
                            <a:lumMod val="50000"/>
                          </a:schemeClr>
                        </a:solidFill>
                      </a:rPr>
                      <m:t> </m:t>
                    </m:r>
                    <m:r>
                      <a:rPr lang="es-ES">
                        <a:solidFill>
                          <a:schemeClr val="accent1">
                            <a:lumMod val="50000"/>
                          </a:schemeClr>
                        </a:solidFill>
                        <a:latin typeface="Cambria Math" panose="02040503050406030204" pitchFamily="18" charset="0"/>
                      </a:rPr>
                      <m:t>=</m:t>
                    </m:r>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𝒉</m:t>
                        </m:r>
                      </m:e>
                      <m:sub>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sub>
                    </m:sSub>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𝒙</m:t>
                            </m:r>
                          </m:e>
                          <m:sup>
                            <m:r>
                              <a:rPr lang="es-ES" b="1" i="1">
                                <a:solidFill>
                                  <a:schemeClr val="accent1">
                                    <a:lumMod val="50000"/>
                                  </a:schemeClr>
                                </a:solidFill>
                                <a:latin typeface="Cambria Math" panose="02040503050406030204" pitchFamily="18" charset="0"/>
                                <a:ea typeface="Cambria Math" panose="02040503050406030204" pitchFamily="18" charset="0"/>
                              </a:rPr>
                              <m:t>𝒎</m:t>
                            </m:r>
                          </m:sup>
                        </m:sSup>
                      </m:e>
                    </m:d>
                  </m:oMath>
                </a14:m>
                <a:r>
                  <a:rPr lang="es-ES" dirty="0">
                    <a:solidFill>
                      <a:schemeClr val="accent1">
                        <a:lumMod val="50000"/>
                      </a:schemeClr>
                    </a:solidFill>
                  </a:rPr>
                  <a:t> y el valor real o “</a:t>
                </a:r>
                <a:r>
                  <a:rPr lang="es-ES" dirty="0" err="1">
                    <a:solidFill>
                      <a:schemeClr val="accent1">
                        <a:lumMod val="50000"/>
                      </a:schemeClr>
                    </a:solidFill>
                  </a:rPr>
                  <a:t>Ground</a:t>
                </a:r>
                <a:r>
                  <a:rPr lang="es-ES" dirty="0">
                    <a:solidFill>
                      <a:schemeClr val="accent1">
                        <a:lumMod val="50000"/>
                      </a:schemeClr>
                    </a:solidFill>
                  </a:rPr>
                  <a:t> </a:t>
                </a:r>
                <a:r>
                  <a:rPr lang="es-ES" dirty="0" err="1">
                    <a:solidFill>
                      <a:schemeClr val="accent1">
                        <a:lumMod val="50000"/>
                      </a:schemeClr>
                    </a:solidFill>
                  </a:rPr>
                  <a:t>truth</a:t>
                </a:r>
                <a:r>
                  <a:rPr lang="es-ES" dirty="0">
                    <a:solidFill>
                      <a:schemeClr val="accent1">
                        <a:lumMod val="50000"/>
                      </a:schemeClr>
                    </a:solidFill>
                  </a:rPr>
                  <a:t>”  </a:t>
                </a:r>
                <a14:m>
                  <m:oMath xmlns:m="http://schemas.openxmlformats.org/officeDocument/2006/math">
                    <m:sSup>
                      <m:sSupPr>
                        <m:ctrlPr>
                          <a:rPr lang="es-ES" i="1">
                            <a:solidFill>
                              <a:schemeClr val="accent1">
                                <a:lumMod val="50000"/>
                              </a:schemeClr>
                            </a:solidFill>
                            <a:latin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rPr>
                          <m:t>𝒚</m:t>
                        </m:r>
                      </m:e>
                      <m:sup>
                        <m:r>
                          <a:rPr lang="es-ES">
                            <a:solidFill>
                              <a:schemeClr val="accent1">
                                <a:lumMod val="50000"/>
                              </a:schemeClr>
                            </a:solidFill>
                            <a:latin typeface="Cambria Math" panose="02040503050406030204" pitchFamily="18" charset="0"/>
                          </a:rPr>
                          <m:t>𝑚</m:t>
                        </m:r>
                      </m:sup>
                    </m:sSup>
                  </m:oMath>
                </a14:m>
                <a:endParaRPr lang="es-ES" dirty="0">
                  <a:solidFill>
                    <a:schemeClr val="accent1">
                      <a:lumMod val="50000"/>
                    </a:schemeClr>
                  </a:solidFill>
                </a:endParaRPr>
              </a:p>
            </p:txBody>
          </p:sp>
        </mc:Choice>
        <mc:Fallback xmlns="">
          <p:sp>
            <p:nvSpPr>
              <p:cNvPr id="103" name="Rectángulo: esquinas redondeadas 102">
                <a:extLst>
                  <a:ext uri="{FF2B5EF4-FFF2-40B4-BE49-F238E27FC236}">
                    <a16:creationId xmlns:a16="http://schemas.microsoft.com/office/drawing/2014/main" id="{7C93FCC0-C0AF-12B2-EBE4-AC9BA3D8FEF4}"/>
                  </a:ext>
                </a:extLst>
              </p:cNvPr>
              <p:cNvSpPr>
                <a:spLocks noRot="1" noChangeAspect="1" noMove="1" noResize="1" noEditPoints="1" noAdjustHandles="1" noChangeArrowheads="1" noChangeShapeType="1" noTextEdit="1"/>
              </p:cNvSpPr>
              <p:nvPr/>
            </p:nvSpPr>
            <p:spPr>
              <a:xfrm>
                <a:off x="230095" y="1021602"/>
                <a:ext cx="11866477" cy="1375205"/>
              </a:xfrm>
              <a:prstGeom prst="roundRect">
                <a:avLst>
                  <a:gd name="adj" fmla="val 8611"/>
                </a:avLst>
              </a:prstGeom>
              <a:blipFill>
                <a:blip r:embed="rId6"/>
                <a:stretch>
                  <a:fillRect l="-51" b="-3493"/>
                </a:stretch>
              </a:blipFill>
              <a:ln w="25400"/>
            </p:spPr>
            <p:txBody>
              <a:bodyPr/>
              <a:lstStyle/>
              <a:p>
                <a:r>
                  <a:rPr lang="es-ES">
                    <a:noFill/>
                  </a:rPr>
                  <a:t> </a:t>
                </a:r>
              </a:p>
            </p:txBody>
          </p:sp>
        </mc:Fallback>
      </mc:AlternateContent>
      <p:graphicFrame>
        <p:nvGraphicFramePr>
          <p:cNvPr id="27" name="Tabla 26">
            <a:extLst>
              <a:ext uri="{FF2B5EF4-FFF2-40B4-BE49-F238E27FC236}">
                <a16:creationId xmlns:a16="http://schemas.microsoft.com/office/drawing/2014/main" id="{FCDFCBB6-69E2-C23E-983B-76CF741C5CE6}"/>
              </a:ext>
            </a:extLst>
          </p:cNvPr>
          <p:cNvGraphicFramePr>
            <a:graphicFrameLocks noGrp="1"/>
          </p:cNvGraphicFramePr>
          <p:nvPr>
            <p:extLst>
              <p:ext uri="{D42A27DB-BD31-4B8C-83A1-F6EECF244321}">
                <p14:modId xmlns:p14="http://schemas.microsoft.com/office/powerpoint/2010/main" val="4213770515"/>
              </p:ext>
            </p:extLst>
          </p:nvPr>
        </p:nvGraphicFramePr>
        <p:xfrm>
          <a:off x="3952378" y="3534542"/>
          <a:ext cx="252000" cy="1645920"/>
        </p:xfrm>
        <a:graphic>
          <a:graphicData uri="http://schemas.openxmlformats.org/drawingml/2006/table">
            <a:tbl>
              <a:tblPr>
                <a:tableStyleId>{5C22544A-7EE6-4342-B048-85BDC9FD1C3A}</a:tableStyleId>
              </a:tblPr>
              <a:tblGrid>
                <a:gridCol w="252000">
                  <a:extLst>
                    <a:ext uri="{9D8B030D-6E8A-4147-A177-3AD203B41FA5}">
                      <a16:colId xmlns:a16="http://schemas.microsoft.com/office/drawing/2014/main" val="994345431"/>
                    </a:ext>
                  </a:extLst>
                </a:gridCol>
              </a:tblGrid>
              <a:tr h="268160">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2159159116"/>
                  </a:ext>
                </a:extLst>
              </a:tr>
              <a:tr h="268160">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2023401790"/>
                  </a:ext>
                </a:extLst>
              </a:tr>
              <a:tr h="268160">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4171576726"/>
                  </a:ext>
                </a:extLst>
              </a:tr>
              <a:tr h="268160">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1035089143"/>
                  </a:ext>
                </a:extLst>
              </a:tr>
              <a:tr h="268160">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2914495284"/>
                  </a:ext>
                </a:extLst>
              </a:tr>
              <a:tr h="268160">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3467873680"/>
                  </a:ext>
                </a:extLst>
              </a:tr>
            </a:tbl>
          </a:graphicData>
        </a:graphic>
      </p:graphicFrame>
      <p:graphicFrame>
        <p:nvGraphicFramePr>
          <p:cNvPr id="33" name="Tabla 32">
            <a:extLst>
              <a:ext uri="{FF2B5EF4-FFF2-40B4-BE49-F238E27FC236}">
                <a16:creationId xmlns:a16="http://schemas.microsoft.com/office/drawing/2014/main" id="{FCDFCBB6-69E2-C23E-983B-76CF741C5CE6}"/>
              </a:ext>
            </a:extLst>
          </p:cNvPr>
          <p:cNvGraphicFramePr>
            <a:graphicFrameLocks noGrp="1"/>
          </p:cNvGraphicFramePr>
          <p:nvPr>
            <p:extLst>
              <p:ext uri="{D42A27DB-BD31-4B8C-83A1-F6EECF244321}">
                <p14:modId xmlns:p14="http://schemas.microsoft.com/office/powerpoint/2010/main" val="173293300"/>
              </p:ext>
            </p:extLst>
          </p:nvPr>
        </p:nvGraphicFramePr>
        <p:xfrm>
          <a:off x="3691701" y="3529084"/>
          <a:ext cx="252000" cy="1645920"/>
        </p:xfrm>
        <a:graphic>
          <a:graphicData uri="http://schemas.openxmlformats.org/drawingml/2006/table">
            <a:tbl>
              <a:tblPr>
                <a:tableStyleId>{5C22544A-7EE6-4342-B048-85BDC9FD1C3A}</a:tableStyleId>
              </a:tblPr>
              <a:tblGrid>
                <a:gridCol w="252000">
                  <a:extLst>
                    <a:ext uri="{9D8B030D-6E8A-4147-A177-3AD203B41FA5}">
                      <a16:colId xmlns:a16="http://schemas.microsoft.com/office/drawing/2014/main" val="994345431"/>
                    </a:ext>
                  </a:extLst>
                </a:gridCol>
              </a:tblGrid>
              <a:tr h="273764">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159159116"/>
                  </a:ext>
                </a:extLst>
              </a:tr>
              <a:tr h="273764">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023401790"/>
                  </a:ext>
                </a:extLst>
              </a:tr>
              <a:tr h="273764">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4171576726"/>
                  </a:ext>
                </a:extLst>
              </a:tr>
              <a:tr h="273764">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035089143"/>
                  </a:ext>
                </a:extLst>
              </a:tr>
              <a:tr h="273764">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914495284"/>
                  </a:ext>
                </a:extLst>
              </a:tr>
              <a:tr h="273764">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3467873680"/>
                  </a:ext>
                </a:extLst>
              </a:tr>
            </a:tbl>
          </a:graphicData>
        </a:graphic>
      </p:graphicFrame>
      <p:graphicFrame>
        <p:nvGraphicFramePr>
          <p:cNvPr id="37" name="Tabla 36">
            <a:extLst>
              <a:ext uri="{FF2B5EF4-FFF2-40B4-BE49-F238E27FC236}">
                <a16:creationId xmlns:a16="http://schemas.microsoft.com/office/drawing/2014/main" id="{FCDFCBB6-69E2-C23E-983B-76CF741C5CE6}"/>
              </a:ext>
            </a:extLst>
          </p:cNvPr>
          <p:cNvGraphicFramePr>
            <a:graphicFrameLocks noGrp="1"/>
          </p:cNvGraphicFramePr>
          <p:nvPr>
            <p:extLst>
              <p:ext uri="{D42A27DB-BD31-4B8C-83A1-F6EECF244321}">
                <p14:modId xmlns:p14="http://schemas.microsoft.com/office/powerpoint/2010/main" val="3449517951"/>
              </p:ext>
            </p:extLst>
          </p:nvPr>
        </p:nvGraphicFramePr>
        <p:xfrm>
          <a:off x="3433919" y="3520090"/>
          <a:ext cx="252000" cy="1648182"/>
        </p:xfrm>
        <a:graphic>
          <a:graphicData uri="http://schemas.openxmlformats.org/drawingml/2006/table">
            <a:tbl>
              <a:tblPr>
                <a:tableStyleId>{5C22544A-7EE6-4342-B048-85BDC9FD1C3A}</a:tableStyleId>
              </a:tblPr>
              <a:tblGrid>
                <a:gridCol w="252000">
                  <a:extLst>
                    <a:ext uri="{9D8B030D-6E8A-4147-A177-3AD203B41FA5}">
                      <a16:colId xmlns:a16="http://schemas.microsoft.com/office/drawing/2014/main" val="994345431"/>
                    </a:ext>
                  </a:extLst>
                </a:gridCol>
              </a:tblGrid>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159159116"/>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023401790"/>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4171576726"/>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035089143"/>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914495284"/>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3467873680"/>
                  </a:ext>
                </a:extLst>
              </a:tr>
            </a:tbl>
          </a:graphicData>
        </a:graphic>
      </p:graphicFrame>
      <p:graphicFrame>
        <p:nvGraphicFramePr>
          <p:cNvPr id="38" name="Tabla 37">
            <a:extLst>
              <a:ext uri="{FF2B5EF4-FFF2-40B4-BE49-F238E27FC236}">
                <a16:creationId xmlns:a16="http://schemas.microsoft.com/office/drawing/2014/main" id="{FCDFCBB6-69E2-C23E-983B-76CF741C5CE6}"/>
              </a:ext>
            </a:extLst>
          </p:cNvPr>
          <p:cNvGraphicFramePr>
            <a:graphicFrameLocks noGrp="1"/>
          </p:cNvGraphicFramePr>
          <p:nvPr>
            <p:extLst>
              <p:ext uri="{D42A27DB-BD31-4B8C-83A1-F6EECF244321}">
                <p14:modId xmlns:p14="http://schemas.microsoft.com/office/powerpoint/2010/main" val="540407035"/>
              </p:ext>
            </p:extLst>
          </p:nvPr>
        </p:nvGraphicFramePr>
        <p:xfrm>
          <a:off x="4208404" y="3534976"/>
          <a:ext cx="252000" cy="1648182"/>
        </p:xfrm>
        <a:graphic>
          <a:graphicData uri="http://schemas.openxmlformats.org/drawingml/2006/table">
            <a:tbl>
              <a:tblPr>
                <a:tableStyleId>{5C22544A-7EE6-4342-B048-85BDC9FD1C3A}</a:tableStyleId>
              </a:tblPr>
              <a:tblGrid>
                <a:gridCol w="252000">
                  <a:extLst>
                    <a:ext uri="{9D8B030D-6E8A-4147-A177-3AD203B41FA5}">
                      <a16:colId xmlns:a16="http://schemas.microsoft.com/office/drawing/2014/main" val="994345431"/>
                    </a:ext>
                  </a:extLst>
                </a:gridCol>
              </a:tblGrid>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159159116"/>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023401790"/>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4171576726"/>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035089143"/>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914495284"/>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3467873680"/>
                  </a:ext>
                </a:extLst>
              </a:tr>
            </a:tbl>
          </a:graphicData>
        </a:graphic>
      </p:graphicFrame>
      <p:graphicFrame>
        <p:nvGraphicFramePr>
          <p:cNvPr id="39" name="Tabla 38">
            <a:extLst>
              <a:ext uri="{FF2B5EF4-FFF2-40B4-BE49-F238E27FC236}">
                <a16:creationId xmlns:a16="http://schemas.microsoft.com/office/drawing/2014/main" id="{FCDFCBB6-69E2-C23E-983B-76CF741C5CE6}"/>
              </a:ext>
            </a:extLst>
          </p:cNvPr>
          <p:cNvGraphicFramePr>
            <a:graphicFrameLocks noGrp="1"/>
          </p:cNvGraphicFramePr>
          <p:nvPr>
            <p:extLst>
              <p:ext uri="{D42A27DB-BD31-4B8C-83A1-F6EECF244321}">
                <p14:modId xmlns:p14="http://schemas.microsoft.com/office/powerpoint/2010/main" val="2557219574"/>
              </p:ext>
            </p:extLst>
          </p:nvPr>
        </p:nvGraphicFramePr>
        <p:xfrm>
          <a:off x="4723967" y="3540572"/>
          <a:ext cx="252000" cy="1645920"/>
        </p:xfrm>
        <a:graphic>
          <a:graphicData uri="http://schemas.openxmlformats.org/drawingml/2006/table">
            <a:tbl>
              <a:tblPr>
                <a:tableStyleId>{5C22544A-7EE6-4342-B048-85BDC9FD1C3A}</a:tableStyleId>
              </a:tblPr>
              <a:tblGrid>
                <a:gridCol w="252000">
                  <a:extLst>
                    <a:ext uri="{9D8B030D-6E8A-4147-A177-3AD203B41FA5}">
                      <a16:colId xmlns:a16="http://schemas.microsoft.com/office/drawing/2014/main" val="994345431"/>
                    </a:ext>
                  </a:extLst>
                </a:gridCol>
              </a:tblGrid>
              <a:tr h="273764">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159159116"/>
                  </a:ext>
                </a:extLst>
              </a:tr>
              <a:tr h="273764">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023401790"/>
                  </a:ext>
                </a:extLst>
              </a:tr>
              <a:tr h="273764">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4171576726"/>
                  </a:ext>
                </a:extLst>
              </a:tr>
              <a:tr h="273764">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035089143"/>
                  </a:ext>
                </a:extLst>
              </a:tr>
              <a:tr h="273764">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914495284"/>
                  </a:ext>
                </a:extLst>
              </a:tr>
              <a:tr h="273764">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3467873680"/>
                  </a:ext>
                </a:extLst>
              </a:tr>
            </a:tbl>
          </a:graphicData>
        </a:graphic>
      </p:graphicFrame>
      <p:graphicFrame>
        <p:nvGraphicFramePr>
          <p:cNvPr id="40" name="Tabla 39">
            <a:extLst>
              <a:ext uri="{FF2B5EF4-FFF2-40B4-BE49-F238E27FC236}">
                <a16:creationId xmlns:a16="http://schemas.microsoft.com/office/drawing/2014/main" id="{FCDFCBB6-69E2-C23E-983B-76CF741C5CE6}"/>
              </a:ext>
            </a:extLst>
          </p:cNvPr>
          <p:cNvGraphicFramePr>
            <a:graphicFrameLocks noGrp="1"/>
          </p:cNvGraphicFramePr>
          <p:nvPr>
            <p:extLst>
              <p:ext uri="{D42A27DB-BD31-4B8C-83A1-F6EECF244321}">
                <p14:modId xmlns:p14="http://schemas.microsoft.com/office/powerpoint/2010/main" val="3443311069"/>
              </p:ext>
            </p:extLst>
          </p:nvPr>
        </p:nvGraphicFramePr>
        <p:xfrm>
          <a:off x="4466185" y="3539987"/>
          <a:ext cx="252000" cy="1648182"/>
        </p:xfrm>
        <a:graphic>
          <a:graphicData uri="http://schemas.openxmlformats.org/drawingml/2006/table">
            <a:tbl>
              <a:tblPr>
                <a:tableStyleId>{5C22544A-7EE6-4342-B048-85BDC9FD1C3A}</a:tableStyleId>
              </a:tblPr>
              <a:tblGrid>
                <a:gridCol w="252000">
                  <a:extLst>
                    <a:ext uri="{9D8B030D-6E8A-4147-A177-3AD203B41FA5}">
                      <a16:colId xmlns:a16="http://schemas.microsoft.com/office/drawing/2014/main" val="994345431"/>
                    </a:ext>
                  </a:extLst>
                </a:gridCol>
              </a:tblGrid>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159159116"/>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023401790"/>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4171576726"/>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035089143"/>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914495284"/>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3467873680"/>
                  </a:ext>
                </a:extLst>
              </a:tr>
            </a:tbl>
          </a:graphicData>
        </a:graphic>
      </p:graphicFrame>
      <p:graphicFrame>
        <p:nvGraphicFramePr>
          <p:cNvPr id="41" name="Tabla 40">
            <a:extLst>
              <a:ext uri="{FF2B5EF4-FFF2-40B4-BE49-F238E27FC236}">
                <a16:creationId xmlns:a16="http://schemas.microsoft.com/office/drawing/2014/main" id="{FCDFCBB6-69E2-C23E-983B-76CF741C5CE6}"/>
              </a:ext>
            </a:extLst>
          </p:cNvPr>
          <p:cNvGraphicFramePr>
            <a:graphicFrameLocks noGrp="1"/>
          </p:cNvGraphicFramePr>
          <p:nvPr>
            <p:extLst>
              <p:ext uri="{D42A27DB-BD31-4B8C-83A1-F6EECF244321}">
                <p14:modId xmlns:p14="http://schemas.microsoft.com/office/powerpoint/2010/main" val="2285858289"/>
              </p:ext>
            </p:extLst>
          </p:nvPr>
        </p:nvGraphicFramePr>
        <p:xfrm>
          <a:off x="4984166" y="3540790"/>
          <a:ext cx="252000" cy="1648182"/>
        </p:xfrm>
        <a:graphic>
          <a:graphicData uri="http://schemas.openxmlformats.org/drawingml/2006/table">
            <a:tbl>
              <a:tblPr>
                <a:tableStyleId>{5C22544A-7EE6-4342-B048-85BDC9FD1C3A}</a:tableStyleId>
              </a:tblPr>
              <a:tblGrid>
                <a:gridCol w="252000">
                  <a:extLst>
                    <a:ext uri="{9D8B030D-6E8A-4147-A177-3AD203B41FA5}">
                      <a16:colId xmlns:a16="http://schemas.microsoft.com/office/drawing/2014/main" val="994345431"/>
                    </a:ext>
                  </a:extLst>
                </a:gridCol>
              </a:tblGrid>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159159116"/>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023401790"/>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4171576726"/>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035089143"/>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914495284"/>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3467873680"/>
                  </a:ext>
                </a:extLst>
              </a:tr>
            </a:tbl>
          </a:graphicData>
        </a:graphic>
      </p:graphicFrame>
      <p:graphicFrame>
        <p:nvGraphicFramePr>
          <p:cNvPr id="42" name="Tabla 41">
            <a:extLst>
              <a:ext uri="{FF2B5EF4-FFF2-40B4-BE49-F238E27FC236}">
                <a16:creationId xmlns:a16="http://schemas.microsoft.com/office/drawing/2014/main" id="{FCDFCBB6-69E2-C23E-983B-76CF741C5CE6}"/>
              </a:ext>
            </a:extLst>
          </p:cNvPr>
          <p:cNvGraphicFramePr>
            <a:graphicFrameLocks noGrp="1"/>
          </p:cNvGraphicFramePr>
          <p:nvPr>
            <p:extLst>
              <p:ext uri="{D42A27DB-BD31-4B8C-83A1-F6EECF244321}">
                <p14:modId xmlns:p14="http://schemas.microsoft.com/office/powerpoint/2010/main" val="739547378"/>
              </p:ext>
            </p:extLst>
          </p:nvPr>
        </p:nvGraphicFramePr>
        <p:xfrm>
          <a:off x="2916375" y="3520090"/>
          <a:ext cx="252000" cy="1648182"/>
        </p:xfrm>
        <a:graphic>
          <a:graphicData uri="http://schemas.openxmlformats.org/drawingml/2006/table">
            <a:tbl>
              <a:tblPr>
                <a:tableStyleId>{5C22544A-7EE6-4342-B048-85BDC9FD1C3A}</a:tableStyleId>
              </a:tblPr>
              <a:tblGrid>
                <a:gridCol w="252000">
                  <a:extLst>
                    <a:ext uri="{9D8B030D-6E8A-4147-A177-3AD203B41FA5}">
                      <a16:colId xmlns:a16="http://schemas.microsoft.com/office/drawing/2014/main" val="994345431"/>
                    </a:ext>
                  </a:extLst>
                </a:gridCol>
              </a:tblGrid>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159159116"/>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023401790"/>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4171576726"/>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035089143"/>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914495284"/>
                  </a:ext>
                </a:extLst>
              </a:tr>
              <a:tr h="274697">
                <a:tc>
                  <a:txBody>
                    <a:bodyPr/>
                    <a:lstStyle/>
                    <a:p>
                      <a:pPr algn="ctr"/>
                      <a:endParaRPr lang="es-ES" dirty="0">
                        <a:ln w="50800">
                          <a:solidFill>
                            <a:schemeClr val="accent1">
                              <a:lumMod val="50000"/>
                            </a:schemeClr>
                          </a:solidFill>
                        </a:ln>
                        <a:solidFill>
                          <a:schemeClr val="tx2">
                            <a:lumMod val="50000"/>
                          </a:schemeClr>
                        </a:solidFill>
                      </a:endParaRPr>
                    </a:p>
                  </a:txBody>
                  <a:tcPr marL="0" marR="0" marT="0" marB="0" anchor="ctr">
                    <a:lnL w="28575" cap="flat" cmpd="sng" algn="ctr">
                      <a:solidFill>
                        <a:schemeClr val="accent2">
                          <a:lumMod val="50000"/>
                        </a:schemeClr>
                      </a:solidFill>
                      <a:prstDash val="solid"/>
                      <a:round/>
                      <a:headEnd type="none" w="med" len="med"/>
                      <a:tailEnd type="none" w="med" len="med"/>
                    </a:lnL>
                    <a:lnR w="28575" cap="flat" cmpd="sng" algn="ctr">
                      <a:solidFill>
                        <a:schemeClr val="accent2">
                          <a:lumMod val="50000"/>
                        </a:schemeClr>
                      </a:solidFill>
                      <a:prstDash val="solid"/>
                      <a:round/>
                      <a:headEnd type="none" w="med" len="med"/>
                      <a:tailEnd type="none" w="med" len="med"/>
                    </a:lnR>
                    <a:lnT w="28575" cap="flat" cmpd="sng" algn="ctr">
                      <a:solidFill>
                        <a:schemeClr val="accent2">
                          <a:lumMod val="50000"/>
                        </a:schemeClr>
                      </a:solidFill>
                      <a:prstDash val="solid"/>
                      <a:round/>
                      <a:headEnd type="none" w="med" len="med"/>
                      <a:tailEnd type="none" w="med" len="med"/>
                    </a:lnT>
                    <a:lnB w="28575"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3467873680"/>
                  </a:ext>
                </a:extLst>
              </a:tr>
            </a:tbl>
          </a:graphicData>
        </a:graphic>
      </p:graphicFrame>
      <p:sp>
        <p:nvSpPr>
          <p:cNvPr id="94" name="Forma libre: forma 93">
            <a:extLst>
              <a:ext uri="{FF2B5EF4-FFF2-40B4-BE49-F238E27FC236}">
                <a16:creationId xmlns:a16="http://schemas.microsoft.com/office/drawing/2014/main" id="{6537DEEE-CD95-DADB-21F4-05C66FD73683}"/>
              </a:ext>
            </a:extLst>
          </p:cNvPr>
          <p:cNvSpPr/>
          <p:nvPr/>
        </p:nvSpPr>
        <p:spPr>
          <a:xfrm rot="21365750">
            <a:off x="4102909" y="2799563"/>
            <a:ext cx="6665697" cy="1160733"/>
          </a:xfrm>
          <a:custGeom>
            <a:avLst/>
            <a:gdLst>
              <a:gd name="connsiteX0" fmla="*/ 0 w 5971735"/>
              <a:gd name="connsiteY0" fmla="*/ 1800069 h 1800069"/>
              <a:gd name="connsiteX1" fmla="*/ 3516923 w 5971735"/>
              <a:gd name="connsiteY1" fmla="*/ 13472 h 1800069"/>
              <a:gd name="connsiteX2" fmla="*/ 5971735 w 5971735"/>
              <a:gd name="connsiteY2" fmla="*/ 1124819 h 1800069"/>
            </a:gdLst>
            <a:ahLst/>
            <a:cxnLst>
              <a:cxn ang="0">
                <a:pos x="connsiteX0" y="connsiteY0"/>
              </a:cxn>
              <a:cxn ang="0">
                <a:pos x="connsiteX1" y="connsiteY1"/>
              </a:cxn>
              <a:cxn ang="0">
                <a:pos x="connsiteX2" y="connsiteY2"/>
              </a:cxn>
            </a:cxnLst>
            <a:rect l="l" t="t" r="r" b="b"/>
            <a:pathLst>
              <a:path w="5971735" h="1800069">
                <a:moveTo>
                  <a:pt x="0" y="1800069"/>
                </a:moveTo>
                <a:cubicBezTo>
                  <a:pt x="1260817" y="963041"/>
                  <a:pt x="2521634" y="126014"/>
                  <a:pt x="3516923" y="13472"/>
                </a:cubicBezTo>
                <a:cubicBezTo>
                  <a:pt x="4512212" y="-99070"/>
                  <a:pt x="5241973" y="512874"/>
                  <a:pt x="5971735" y="1124819"/>
                </a:cubicBezTo>
              </a:path>
            </a:pathLst>
          </a:custGeom>
          <a:noFill/>
          <a:ln w="25400">
            <a:solidFill>
              <a:schemeClr val="accent2">
                <a:lumMod val="50000"/>
              </a:schemeClr>
            </a:solidFill>
            <a:tailEnd type="triangle" w="lg"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9210889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25607-57EC-64F5-4BCC-D71626BD164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 name="CuadroTexto 80">
                <a:extLst>
                  <a:ext uri="{FF2B5EF4-FFF2-40B4-BE49-F238E27FC236}">
                    <a16:creationId xmlns:a16="http://schemas.microsoft.com/office/drawing/2014/main" id="{38375924-69AA-4CA0-36BB-A943AFD705FB}"/>
                  </a:ext>
                </a:extLst>
              </p:cNvPr>
              <p:cNvSpPr txBox="1"/>
              <p:nvPr/>
            </p:nvSpPr>
            <p:spPr>
              <a:xfrm>
                <a:off x="3873102" y="4664122"/>
                <a:ext cx="8223470" cy="1492203"/>
              </a:xfrm>
              <a:prstGeom prst="rect">
                <a:avLst/>
              </a:prstGeom>
              <a:noFill/>
            </p:spPr>
            <p:txBody>
              <a:bodyPr wrap="square">
                <a:spAutoFit/>
              </a:bodyPr>
              <a:lstStyle/>
              <a:p>
                <a14:m>
                  <m:oMath xmlns:m="http://schemas.openxmlformats.org/officeDocument/2006/math">
                    <m:r>
                      <a:rPr lang="es-ES" b="1" i="1" smtClean="0">
                        <a:solidFill>
                          <a:schemeClr val="accent1">
                            <a:lumMod val="50000"/>
                          </a:schemeClr>
                        </a:solidFill>
                        <a:latin typeface="Cambria Math" panose="02040503050406030204" pitchFamily="18" charset="0"/>
                        <a:ea typeface="Cambria Math" panose="02040503050406030204" pitchFamily="18" charset="0"/>
                      </a:rPr>
                      <m:t>𝑬</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𝒀</m:t>
                        </m:r>
                        <m:r>
                          <a:rPr lang="es-ES" b="1"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b="1" i="1" smtClean="0">
                                <a:solidFill>
                                  <a:schemeClr val="accent1">
                                    <a:lumMod val="50000"/>
                                  </a:schemeClr>
                                </a:solidFill>
                                <a:latin typeface="Cambria Math" panose="02040503050406030204" pitchFamily="18" charset="0"/>
                                <a:ea typeface="Cambria Math" panose="02040503050406030204" pitchFamily="18" charset="0"/>
                              </a:rPr>
                            </m:ctrlPr>
                          </m:accPr>
                          <m:e>
                            <m:r>
                              <a:rPr lang="es-ES" b="1" i="1" smtClean="0">
                                <a:solidFill>
                                  <a:schemeClr val="accent1">
                                    <a:lumMod val="50000"/>
                                  </a:schemeClr>
                                </a:solidFill>
                                <a:latin typeface="Cambria Math" panose="02040503050406030204" pitchFamily="18" charset="0"/>
                                <a:ea typeface="Cambria Math" panose="02040503050406030204" pitchFamily="18" charset="0"/>
                              </a:rPr>
                              <m:t>𝒀</m:t>
                            </m:r>
                          </m:e>
                        </m:acc>
                      </m:e>
                    </m:d>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𝑱</m:t>
                    </m:r>
                    <m:d>
                      <m:d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e>
                    </m:d>
                    <m:r>
                      <a:rPr lang="es-ES" b="1" i="1" smtClean="0">
                        <a:solidFill>
                          <a:schemeClr val="accent1">
                            <a:lumMod val="50000"/>
                          </a:schemeClr>
                        </a:solidFill>
                        <a:latin typeface="Cambria Math" panose="02040503050406030204" pitchFamily="18" charset="0"/>
                        <a:ea typeface="Cambria Math" panose="02040503050406030204" pitchFamily="18" charset="0"/>
                      </a:rPr>
                      <m:t>=</m:t>
                    </m:r>
                  </m:oMath>
                </a14:m>
                <a:r>
                  <a:rPr lang="es-ES" b="1" i="1" dirty="0">
                    <a:solidFill>
                      <a:schemeClr val="accent1">
                        <a:lumMod val="50000"/>
                      </a:schemeClr>
                    </a:solidFill>
                    <a:latin typeface="Cambria Math" panose="02040503050406030204" pitchFamily="18" charset="0"/>
                    <a:ea typeface="Cambria Math" panose="02040503050406030204" pitchFamily="18" charset="0"/>
                  </a:rPr>
                  <a:t> </a:t>
                </a:r>
              </a:p>
              <a:p>
                <a:endParaRPr lang="es-ES" b="1" i="1" dirty="0">
                  <a:solidFill>
                    <a:schemeClr val="accent1">
                      <a:lumMod val="50000"/>
                    </a:schemeClr>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nor/>
                        </m:rPr>
                        <a:rPr lang="es-ES" b="1" i="0"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a:rPr lang="es-ES" b="0" i="1" smtClean="0">
                              <a:solidFill>
                                <a:schemeClr val="accent1">
                                  <a:lumMod val="50000"/>
                                </a:schemeClr>
                              </a:solidFill>
                              <a:latin typeface="Cambria Math" panose="02040503050406030204" pitchFamily="18" charset="0"/>
                              <a:ea typeface="Cambria Math" panose="02040503050406030204" pitchFamily="18" charset="0"/>
                            </a:rPr>
                            <m:t>1</m:t>
                          </m:r>
                        </m:num>
                        <m:den>
                          <m:r>
                            <a:rPr lang="es-ES" b="0" i="1" smtClean="0">
                              <a:solidFill>
                                <a:schemeClr val="accent1">
                                  <a:lumMod val="50000"/>
                                </a:schemeClr>
                              </a:solidFill>
                              <a:latin typeface="Cambria Math" panose="02040503050406030204" pitchFamily="18" charset="0"/>
                              <a:ea typeface="Cambria Math" panose="02040503050406030204" pitchFamily="18" charset="0"/>
                            </a:rPr>
                            <m:t>𝑀</m:t>
                          </m:r>
                        </m:den>
                      </m:f>
                      <m:nary>
                        <m:naryPr>
                          <m:chr m:val="∑"/>
                          <m:ctrlPr>
                            <a:rPr lang="es-ES" i="1" smtClean="0">
                              <a:solidFill>
                                <a:schemeClr val="accent1">
                                  <a:lumMod val="50000"/>
                                </a:schemeClr>
                              </a:solidFill>
                              <a:latin typeface="Cambria Math" panose="02040503050406030204" pitchFamily="18" charset="0"/>
                              <a:ea typeface="Cambria Math" panose="02040503050406030204" pitchFamily="18" charset="0"/>
                            </a:rPr>
                          </m:ctrlPr>
                        </m:naryPr>
                        <m:sub>
                          <m:r>
                            <m:rPr>
                              <m:brk m:alnAt="23"/>
                            </m:rPr>
                            <a:rPr lang="es-ES" b="0" i="1" smtClean="0">
                              <a:solidFill>
                                <a:schemeClr val="accent1">
                                  <a:lumMod val="50000"/>
                                </a:schemeClr>
                              </a:solidFill>
                              <a:latin typeface="Cambria Math" panose="02040503050406030204" pitchFamily="18" charset="0"/>
                              <a:ea typeface="Cambria Math" panose="02040503050406030204" pitchFamily="18" charset="0"/>
                            </a:rPr>
                            <m:t>𝑚</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𝑀</m:t>
                          </m:r>
                        </m:sup>
                        <m:e>
                          <m:d>
                            <m:dPr>
                              <m:begChr m:val="["/>
                              <m:endChr m:val="]"/>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𝒚</m:t>
                                  </m:r>
                                </m:e>
                                <m:sup>
                                  <m:r>
                                    <a:rPr lang="es-ES" b="0" i="1" smtClean="0">
                                      <a:solidFill>
                                        <a:schemeClr val="accent1">
                                          <a:lumMod val="50000"/>
                                        </a:schemeClr>
                                      </a:solidFill>
                                      <a:latin typeface="Cambria Math" panose="02040503050406030204" pitchFamily="18" charset="0"/>
                                      <a:ea typeface="Cambria Math" panose="02040503050406030204" pitchFamily="18" charset="0"/>
                                    </a:rPr>
                                    <m:t>𝑚</m:t>
                                  </m:r>
                                </m:sup>
                              </m:sSup>
                              <m:func>
                                <m:funcPr>
                                  <m:ctrlPr>
                                    <a:rPr lang="es-ES" i="1">
                                      <a:solidFill>
                                        <a:schemeClr val="accent1">
                                          <a:lumMod val="50000"/>
                                        </a:schemeClr>
                                      </a:solidFill>
                                      <a:latin typeface="Cambria Math" panose="02040503050406030204" pitchFamily="18" charset="0"/>
                                      <a:ea typeface="Cambria Math" panose="02040503050406030204" pitchFamily="18" charset="0"/>
                                    </a:rPr>
                                  </m:ctrlPr>
                                </m:funcPr>
                                <m:fName>
                                  <m:r>
                                    <m:rPr>
                                      <m:sty m:val="p"/>
                                    </m:rPr>
                                    <a:rPr lang="es-ES">
                                      <a:solidFill>
                                        <a:schemeClr val="accent1">
                                          <a:lumMod val="50000"/>
                                        </a:schemeClr>
                                      </a:solidFill>
                                      <a:latin typeface="Cambria Math" panose="02040503050406030204" pitchFamily="18" charset="0"/>
                                      <a:ea typeface="Cambria Math" panose="02040503050406030204" pitchFamily="18" charset="0"/>
                                    </a:rPr>
                                    <m:t>ln</m:t>
                                  </m:r>
                                </m:fName>
                                <m:e>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𝒉</m:t>
                                          </m:r>
                                        </m:e>
                                        <m:sub>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sub>
                                      </m:sSub>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𝒙</m:t>
                                              </m:r>
                                            </m:e>
                                            <m:sup>
                                              <m:r>
                                                <a:rPr lang="es-ES" b="1" i="1" smtClean="0">
                                                  <a:solidFill>
                                                    <a:schemeClr val="accent1">
                                                      <a:lumMod val="50000"/>
                                                    </a:schemeClr>
                                                  </a:solidFill>
                                                  <a:latin typeface="Cambria Math" panose="02040503050406030204" pitchFamily="18" charset="0"/>
                                                  <a:ea typeface="Cambria Math" panose="02040503050406030204" pitchFamily="18" charset="0"/>
                                                </a:rPr>
                                                <m:t>𝒎</m:t>
                                              </m:r>
                                            </m:sup>
                                          </m:sSup>
                                        </m:e>
                                      </m:d>
                                    </m:e>
                                  </m:d>
                                </m:e>
                              </m:func>
                              <m:r>
                                <a:rPr lang="es-ES" b="0" i="1" smtClean="0">
                                  <a:solidFill>
                                    <a:schemeClr val="accent1">
                                      <a:lumMod val="50000"/>
                                    </a:schemeClr>
                                  </a:solidFill>
                                  <a:latin typeface="Cambria Math" panose="02040503050406030204" pitchFamily="18" charset="0"/>
                                  <a:ea typeface="Cambria Math" panose="02040503050406030204" pitchFamily="18" charset="0"/>
                                </a:rPr>
                                <m:t>+(1−</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𝒚</m:t>
                                  </m:r>
                                </m:e>
                                <m:sup>
                                  <m:r>
                                    <a:rPr lang="es-ES" i="1">
                                      <a:solidFill>
                                        <a:schemeClr val="accent1">
                                          <a:lumMod val="50000"/>
                                        </a:schemeClr>
                                      </a:solidFill>
                                      <a:latin typeface="Cambria Math" panose="02040503050406030204" pitchFamily="18" charset="0"/>
                                      <a:ea typeface="Cambria Math" panose="02040503050406030204" pitchFamily="18" charset="0"/>
                                    </a:rPr>
                                    <m:t>𝑚</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func>
                                <m:funcPr>
                                  <m:ctrlPr>
                                    <a:rPr lang="es-ES" i="1">
                                      <a:solidFill>
                                        <a:schemeClr val="accent1">
                                          <a:lumMod val="50000"/>
                                        </a:schemeClr>
                                      </a:solidFill>
                                      <a:latin typeface="Cambria Math" panose="02040503050406030204" pitchFamily="18" charset="0"/>
                                      <a:ea typeface="Cambria Math" panose="02040503050406030204" pitchFamily="18" charset="0"/>
                                    </a:rPr>
                                  </m:ctrlPr>
                                </m:funcPr>
                                <m:fName>
                                  <m:r>
                                    <m:rPr>
                                      <m:sty m:val="p"/>
                                    </m:rPr>
                                    <a:rPr lang="es-ES">
                                      <a:solidFill>
                                        <a:schemeClr val="accent1">
                                          <a:lumMod val="50000"/>
                                        </a:schemeClr>
                                      </a:solidFill>
                                      <a:latin typeface="Cambria Math" panose="02040503050406030204" pitchFamily="18" charset="0"/>
                                      <a:ea typeface="Cambria Math" panose="02040503050406030204" pitchFamily="18" charset="0"/>
                                    </a:rPr>
                                    <m:t>ln</m:t>
                                  </m:r>
                                </m:fName>
                                <m:e>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1−</m:t>
                                      </m:r>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𝒉</m:t>
                                          </m:r>
                                        </m:e>
                                        <m:sub>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sub>
                                      </m:sSub>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𝒙</m:t>
                                              </m:r>
                                            </m:e>
                                            <m:sup>
                                              <m:r>
                                                <a:rPr lang="es-ES" b="1" i="1">
                                                  <a:solidFill>
                                                    <a:schemeClr val="accent1">
                                                      <a:lumMod val="50000"/>
                                                    </a:schemeClr>
                                                  </a:solidFill>
                                                  <a:latin typeface="Cambria Math" panose="02040503050406030204" pitchFamily="18" charset="0"/>
                                                  <a:ea typeface="Cambria Math" panose="02040503050406030204" pitchFamily="18" charset="0"/>
                                                </a:rPr>
                                                <m:t>𝒎</m:t>
                                              </m:r>
                                            </m:sup>
                                          </m:sSup>
                                        </m:e>
                                      </m:d>
                                    </m:e>
                                  </m:d>
                                </m:e>
                              </m:func>
                            </m:e>
                          </m:d>
                        </m:e>
                      </m:nary>
                      <m:r>
                        <a:rPr lang="es-ES"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a:rPr lang="es-ES" i="1" smtClean="0">
                              <a:solidFill>
                                <a:schemeClr val="accent1">
                                  <a:lumMod val="50000"/>
                                </a:schemeClr>
                              </a:solidFill>
                              <a:latin typeface="Cambria Math" panose="02040503050406030204" pitchFamily="18" charset="0"/>
                              <a:ea typeface="Cambria Math" panose="02040503050406030204" pitchFamily="18" charset="0"/>
                            </a:rPr>
                            <m:t>𝜆</m:t>
                          </m:r>
                        </m:num>
                        <m:den>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𝑀</m:t>
                          </m:r>
                        </m:den>
                      </m:f>
                      <m:nary>
                        <m:naryPr>
                          <m:chr m:val="∑"/>
                          <m:supHide m:val="on"/>
                          <m:ctrlPr>
                            <a:rPr lang="es-ES" i="1" smtClean="0">
                              <a:solidFill>
                                <a:schemeClr val="accent1">
                                  <a:lumMod val="50000"/>
                                </a:schemeClr>
                              </a:solidFill>
                              <a:latin typeface="Cambria Math" panose="02040503050406030204" pitchFamily="18" charset="0"/>
                              <a:ea typeface="Cambria Math" panose="02040503050406030204" pitchFamily="18" charset="0"/>
                            </a:rPr>
                          </m:ctrlPr>
                        </m:naryPr>
                        <m:sub>
                          <m:r>
                            <m:rPr>
                              <m:brk m:alnAt="7"/>
                            </m:rPr>
                            <a:rPr lang="es-ES" b="0" i="1" smtClean="0">
                              <a:solidFill>
                                <a:schemeClr val="accent1">
                                  <a:lumMod val="50000"/>
                                </a:schemeClr>
                              </a:solidFill>
                              <a:latin typeface="Cambria Math" panose="02040503050406030204" pitchFamily="18" charset="0"/>
                              <a:ea typeface="Cambria Math" panose="02040503050406030204" pitchFamily="18" charset="0"/>
                            </a:rPr>
                            <m:t>𝑖</m:t>
                          </m:r>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𝑗</m:t>
                          </m:r>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sub>
                        <m:sup/>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ea typeface="Cambria Math" panose="02040503050406030204" pitchFamily="18" charset="0"/>
                                        </a:rPr>
                                        <m:t>𝑊</m:t>
                                      </m:r>
                                    </m:e>
                                    <m:sub>
                                      <m:r>
                                        <a:rPr lang="es-ES" i="1">
                                          <a:solidFill>
                                            <a:schemeClr val="accent1">
                                              <a:lumMod val="50000"/>
                                            </a:schemeClr>
                                          </a:solidFill>
                                          <a:latin typeface="Cambria Math" panose="02040503050406030204" pitchFamily="18" charset="0"/>
                                          <a:ea typeface="Cambria Math" panose="02040503050406030204" pitchFamily="18" charset="0"/>
                                        </a:rPr>
                                        <m:t>𝑖𝑗</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bSup>
                                </m:e>
                              </m:d>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e>
                      </m:nary>
                    </m:oMath>
                  </m:oMathPara>
                </a14:m>
                <a:endParaRPr lang="es-ES" dirty="0"/>
              </a:p>
            </p:txBody>
          </p:sp>
        </mc:Choice>
        <mc:Fallback xmlns="">
          <p:sp>
            <p:nvSpPr>
              <p:cNvPr id="81" name="CuadroTexto 80">
                <a:extLst>
                  <a:ext uri="{FF2B5EF4-FFF2-40B4-BE49-F238E27FC236}">
                    <a16:creationId xmlns:a16="http://schemas.microsoft.com/office/drawing/2014/main" id="{38375924-69AA-4CA0-36BB-A943AFD705FB}"/>
                  </a:ext>
                </a:extLst>
              </p:cNvPr>
              <p:cNvSpPr txBox="1">
                <a:spLocks noRot="1" noChangeAspect="1" noMove="1" noResize="1" noEditPoints="1" noAdjustHandles="1" noChangeArrowheads="1" noChangeShapeType="1" noTextEdit="1"/>
              </p:cNvSpPr>
              <p:nvPr/>
            </p:nvSpPr>
            <p:spPr>
              <a:xfrm>
                <a:off x="3873102" y="4664122"/>
                <a:ext cx="8223470" cy="1492203"/>
              </a:xfrm>
              <a:prstGeom prst="rect">
                <a:avLst/>
              </a:prstGeom>
              <a:blipFill>
                <a:blip r:embed="rId2"/>
                <a:stretch>
                  <a:fillRect/>
                </a:stretch>
              </a:blipFill>
            </p:spPr>
            <p:txBody>
              <a:bodyPr/>
              <a:lstStyle/>
              <a:p>
                <a:r>
                  <a:rPr lang="es-ES">
                    <a:noFill/>
                  </a:rPr>
                  <a:t> </a:t>
                </a:r>
              </a:p>
            </p:txBody>
          </p:sp>
        </mc:Fallback>
      </mc:AlternateContent>
      <p:sp>
        <p:nvSpPr>
          <p:cNvPr id="78" name="CuadroTexto 77">
            <a:extLst>
              <a:ext uri="{FF2B5EF4-FFF2-40B4-BE49-F238E27FC236}">
                <a16:creationId xmlns:a16="http://schemas.microsoft.com/office/drawing/2014/main" id="{1560AF20-D317-0B01-E29C-FCE535B3D52A}"/>
              </a:ext>
            </a:extLst>
          </p:cNvPr>
          <p:cNvSpPr txBox="1"/>
          <p:nvPr/>
        </p:nvSpPr>
        <p:spPr>
          <a:xfrm>
            <a:off x="3239724" y="3571153"/>
            <a:ext cx="6670964" cy="646331"/>
          </a:xfrm>
          <a:prstGeom prst="rect">
            <a:avLst/>
          </a:prstGeom>
          <a:noFill/>
        </p:spPr>
        <p:txBody>
          <a:bodyPr wrap="square">
            <a:spAutoFit/>
          </a:bodyPr>
          <a:lstStyle/>
          <a:p>
            <a:r>
              <a:rPr lang="es-ES" dirty="0">
                <a:solidFill>
                  <a:schemeClr val="accent1">
                    <a:lumMod val="50000"/>
                  </a:schemeClr>
                </a:solidFill>
              </a:rPr>
              <a:t>Solo una neurona en la salida que puede tomar valores 0/1</a:t>
            </a:r>
            <a:endParaRPr lang="es-ES" b="1" u="sng" dirty="0">
              <a:solidFill>
                <a:schemeClr val="accent1">
                  <a:lumMod val="50000"/>
                </a:schemeClr>
              </a:solidFill>
            </a:endParaRPr>
          </a:p>
          <a:p>
            <a:r>
              <a:rPr lang="es-ES" dirty="0">
                <a:solidFill>
                  <a:schemeClr val="accent1">
                    <a:lumMod val="50000"/>
                  </a:schemeClr>
                </a:solidFill>
              </a:rPr>
              <a:t> </a:t>
            </a:r>
          </a:p>
        </p:txBody>
      </p:sp>
      <p:sp>
        <p:nvSpPr>
          <p:cNvPr id="3" name="CuadroTexto 2">
            <a:extLst>
              <a:ext uri="{FF2B5EF4-FFF2-40B4-BE49-F238E27FC236}">
                <a16:creationId xmlns:a16="http://schemas.microsoft.com/office/drawing/2014/main" id="{7FF9EC24-033C-C7BC-2B9D-FE8E97CC6488}"/>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4" name="CuadroTexto 3">
            <a:extLst>
              <a:ext uri="{FF2B5EF4-FFF2-40B4-BE49-F238E27FC236}">
                <a16:creationId xmlns:a16="http://schemas.microsoft.com/office/drawing/2014/main" id="{0461E226-6BC6-A052-9AC3-4246DE55C7DD}"/>
              </a:ext>
            </a:extLst>
          </p:cNvPr>
          <p:cNvSpPr txBox="1"/>
          <p:nvPr/>
        </p:nvSpPr>
        <p:spPr>
          <a:xfrm>
            <a:off x="258096" y="1338472"/>
            <a:ext cx="11505217" cy="1754326"/>
          </a:xfrm>
          <a:prstGeom prst="rect">
            <a:avLst/>
          </a:prstGeom>
          <a:noFill/>
        </p:spPr>
        <p:txBody>
          <a:bodyPr wrap="square">
            <a:spAutoFit/>
          </a:bodyPr>
          <a:lstStyle/>
          <a:p>
            <a:pPr>
              <a:lnSpc>
                <a:spcPct val="150000"/>
              </a:lnSpc>
            </a:pPr>
            <a:r>
              <a:rPr lang="es-ES" b="1" dirty="0">
                <a:solidFill>
                  <a:schemeClr val="accent1">
                    <a:lumMod val="50000"/>
                  </a:schemeClr>
                </a:solidFill>
              </a:rPr>
              <a:t>Función de coste</a:t>
            </a:r>
            <a:r>
              <a:rPr lang="es-ES" dirty="0">
                <a:solidFill>
                  <a:schemeClr val="accent1">
                    <a:lumMod val="50000"/>
                  </a:schemeClr>
                </a:solidFill>
              </a:rPr>
              <a:t>: Lo primero que tenemos que hacer es definir la función de error – coste que vamos a utilizar.</a:t>
            </a:r>
          </a:p>
          <a:p>
            <a:pPr>
              <a:lnSpc>
                <a:spcPct val="150000"/>
              </a:lnSpc>
            </a:pPr>
            <a:r>
              <a:rPr lang="es-ES" dirty="0">
                <a:solidFill>
                  <a:schemeClr val="accent1">
                    <a:lumMod val="50000"/>
                  </a:schemeClr>
                </a:solidFill>
              </a:rPr>
              <a:t>Va a depender del problema que estemos resolviendo.</a:t>
            </a:r>
          </a:p>
          <a:p>
            <a:pPr>
              <a:lnSpc>
                <a:spcPct val="150000"/>
              </a:lnSpc>
            </a:pPr>
            <a:endParaRPr lang="es-ES" dirty="0">
              <a:solidFill>
                <a:schemeClr val="accent1">
                  <a:lumMod val="50000"/>
                </a:schemeClr>
              </a:solidFill>
            </a:endParaRPr>
          </a:p>
          <a:p>
            <a:pPr marL="285750" indent="-285750">
              <a:lnSpc>
                <a:spcPct val="150000"/>
              </a:lnSpc>
              <a:buFont typeface="Arial" panose="020B0604020202020204" pitchFamily="34" charset="0"/>
              <a:buChar char="•"/>
            </a:pPr>
            <a:r>
              <a:rPr lang="es-ES" dirty="0">
                <a:solidFill>
                  <a:schemeClr val="accent1">
                    <a:lumMod val="50000"/>
                  </a:schemeClr>
                </a:solidFill>
              </a:rPr>
              <a:t>Si se trata de un problema de </a:t>
            </a:r>
            <a:r>
              <a:rPr lang="es-ES" u="sng" dirty="0">
                <a:solidFill>
                  <a:schemeClr val="accent1">
                    <a:lumMod val="50000"/>
                  </a:schemeClr>
                </a:solidFill>
              </a:rPr>
              <a:t>clasificación binaria</a:t>
            </a:r>
            <a:r>
              <a:rPr lang="es-ES" dirty="0">
                <a:solidFill>
                  <a:schemeClr val="accent1">
                    <a:lumMod val="50000"/>
                  </a:schemeClr>
                </a:solidFill>
              </a:rPr>
              <a:t> lo habitual es usar la </a:t>
            </a:r>
            <a:r>
              <a:rPr lang="es-ES" b="1" dirty="0">
                <a:solidFill>
                  <a:schemeClr val="accent1">
                    <a:lumMod val="50000"/>
                  </a:schemeClr>
                </a:solidFill>
              </a:rPr>
              <a:t>Función De Entropía Cruzada </a:t>
            </a:r>
            <a:r>
              <a:rPr lang="es-ES" dirty="0">
                <a:solidFill>
                  <a:schemeClr val="accent1">
                    <a:lumMod val="50000"/>
                  </a:schemeClr>
                </a:solidFill>
              </a:rPr>
              <a:t>(Cross-</a:t>
            </a:r>
            <a:r>
              <a:rPr lang="es-ES" dirty="0" err="1">
                <a:solidFill>
                  <a:schemeClr val="accent1">
                    <a:lumMod val="50000"/>
                  </a:schemeClr>
                </a:solidFill>
              </a:rPr>
              <a:t>Entropy</a:t>
            </a:r>
            <a:r>
              <a:rPr lang="es-ES" dirty="0">
                <a:solidFill>
                  <a:schemeClr val="accent1">
                    <a:lumMod val="50000"/>
                  </a:schemeClr>
                </a:solidFill>
              </a:rPr>
              <a:t>)</a:t>
            </a:r>
          </a:p>
        </p:txBody>
      </p:sp>
      <mc:AlternateContent xmlns:mc="http://schemas.openxmlformats.org/markup-compatibility/2006" xmlns:a14="http://schemas.microsoft.com/office/drawing/2010/main">
        <mc:Choice Requires="a14">
          <p:sp>
            <p:nvSpPr>
              <p:cNvPr id="69" name="CuadroTexto 68">
                <a:extLst>
                  <a:ext uri="{FF2B5EF4-FFF2-40B4-BE49-F238E27FC236}">
                    <a16:creationId xmlns:a16="http://schemas.microsoft.com/office/drawing/2014/main" id="{8CB2BA40-2099-77A3-C239-932EFC7F791A}"/>
                  </a:ext>
                </a:extLst>
              </p:cNvPr>
              <p:cNvSpPr txBox="1"/>
              <p:nvPr/>
            </p:nvSpPr>
            <p:spPr>
              <a:xfrm>
                <a:off x="8878187" y="3551630"/>
                <a:ext cx="1835229" cy="3965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s-ES" b="1" i="1">
                              <a:solidFill>
                                <a:schemeClr val="accent1">
                                  <a:lumMod val="50000"/>
                                </a:schemeClr>
                              </a:solidFill>
                              <a:latin typeface="Cambria Math" panose="02040503050406030204" pitchFamily="18" charset="0"/>
                              <a:ea typeface="Cambria Math" panose="02040503050406030204" pitchFamily="18" charset="0"/>
                            </a:rPr>
                          </m:ctrlPr>
                        </m:accPr>
                        <m:e>
                          <m:r>
                            <a:rPr lang="es-ES" i="1">
                              <a:solidFill>
                                <a:schemeClr val="accent1">
                                  <a:lumMod val="50000"/>
                                </a:schemeClr>
                              </a:solidFill>
                              <a:latin typeface="Cambria Math" panose="02040503050406030204" pitchFamily="18" charset="0"/>
                              <a:ea typeface="Cambria Math" panose="02040503050406030204" pitchFamily="18" charset="0"/>
                            </a:rPr>
                            <m:t>𝑦</m:t>
                          </m:r>
                        </m:e>
                      </m:acc>
                      <m:r>
                        <a:rPr lang="es-ES" sz="1800" b="1" i="1" smtClean="0">
                          <a:solidFill>
                            <a:schemeClr val="accent1">
                              <a:lumMod val="50000"/>
                            </a:schemeClr>
                          </a:solidFill>
                          <a:latin typeface="Cambria Math" panose="02040503050406030204" pitchFamily="18" charset="0"/>
                          <a:ea typeface="Cambria Math" panose="02040503050406030204" pitchFamily="18" charset="0"/>
                        </a:rPr>
                        <m:t>=</m:t>
                      </m:r>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𝒉</m:t>
                          </m:r>
                        </m:e>
                        <m:sub>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sub>
                      </m:sSub>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𝒙</m:t>
                          </m:r>
                        </m:e>
                      </m:d>
                    </m:oMath>
                  </m:oMathPara>
                </a14:m>
                <a:endParaRPr lang="es-ES" dirty="0"/>
              </a:p>
            </p:txBody>
          </p:sp>
        </mc:Choice>
        <mc:Fallback xmlns="">
          <p:sp>
            <p:nvSpPr>
              <p:cNvPr id="69" name="CuadroTexto 68">
                <a:extLst>
                  <a:ext uri="{FF2B5EF4-FFF2-40B4-BE49-F238E27FC236}">
                    <a16:creationId xmlns:a16="http://schemas.microsoft.com/office/drawing/2014/main" id="{8CB2BA40-2099-77A3-C239-932EFC7F791A}"/>
                  </a:ext>
                </a:extLst>
              </p:cNvPr>
              <p:cNvSpPr txBox="1">
                <a:spLocks noRot="1" noChangeAspect="1" noMove="1" noResize="1" noEditPoints="1" noAdjustHandles="1" noChangeArrowheads="1" noChangeShapeType="1" noTextEdit="1"/>
              </p:cNvSpPr>
              <p:nvPr/>
            </p:nvSpPr>
            <p:spPr>
              <a:xfrm>
                <a:off x="8878187" y="3551630"/>
                <a:ext cx="1835229" cy="396519"/>
              </a:xfrm>
              <a:prstGeom prst="rect">
                <a:avLst/>
              </a:prstGeom>
              <a:blipFill>
                <a:blip r:embed="rId3"/>
                <a:stretch>
                  <a:fillRect t="-4615" b="-769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6C733544-7A93-12AA-E9F6-1BFBD969D988}"/>
              </a:ext>
            </a:extLst>
          </p:cNvPr>
          <p:cNvSpPr txBox="1"/>
          <p:nvPr/>
        </p:nvSpPr>
        <p:spPr>
          <a:xfrm>
            <a:off x="214041" y="447385"/>
            <a:ext cx="7072610"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Función</a:t>
            </a:r>
            <a:r>
              <a:rPr lang="en-US" sz="2000" b="1" dirty="0">
                <a:solidFill>
                  <a:schemeClr val="accent1">
                    <a:lumMod val="50000"/>
                  </a:schemeClr>
                </a:solidFill>
              </a:rPr>
              <a:t> de </a:t>
            </a:r>
            <a:r>
              <a:rPr lang="en-US" sz="2000" b="1" dirty="0" err="1">
                <a:solidFill>
                  <a:schemeClr val="accent1">
                    <a:lumMod val="50000"/>
                  </a:schemeClr>
                </a:solidFill>
              </a:rPr>
              <a:t>coste</a:t>
            </a:r>
            <a:r>
              <a:rPr lang="en-US" sz="2000" b="1" dirty="0">
                <a:solidFill>
                  <a:schemeClr val="accent1">
                    <a:lumMod val="50000"/>
                  </a:schemeClr>
                </a:solidFill>
              </a:rPr>
              <a:t> II</a:t>
            </a:r>
            <a:endParaRPr lang="en-US" sz="2000" dirty="0">
              <a:solidFill>
                <a:schemeClr val="accent1">
                  <a:lumMod val="50000"/>
                </a:schemeClr>
              </a:solidFill>
            </a:endParaRPr>
          </a:p>
        </p:txBody>
      </p:sp>
      <p:pic>
        <p:nvPicPr>
          <p:cNvPr id="6" name="Imagen 5">
            <a:extLst>
              <a:ext uri="{FF2B5EF4-FFF2-40B4-BE49-F238E27FC236}">
                <a16:creationId xmlns:a16="http://schemas.microsoft.com/office/drawing/2014/main" id="{8376EB57-5242-2716-10AF-4F4A08F04549}"/>
              </a:ext>
            </a:extLst>
          </p:cNvPr>
          <p:cNvPicPr>
            <a:picLocks noChangeAspect="1"/>
          </p:cNvPicPr>
          <p:nvPr/>
        </p:nvPicPr>
        <p:blipFill>
          <a:blip r:embed="rId4"/>
          <a:stretch>
            <a:fillRect/>
          </a:stretch>
        </p:blipFill>
        <p:spPr>
          <a:xfrm>
            <a:off x="214041" y="3314137"/>
            <a:ext cx="3500143" cy="2699970"/>
          </a:xfrm>
          <a:prstGeom prst="rect">
            <a:avLst/>
          </a:prstGeom>
        </p:spPr>
      </p:pic>
    </p:spTree>
    <p:extLst>
      <p:ext uri="{BB962C8B-B14F-4D97-AF65-F5344CB8AC3E}">
        <p14:creationId xmlns:p14="http://schemas.microsoft.com/office/powerpoint/2010/main" val="36573461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721C4E8-F774-C602-C20C-95042CFF3868}"/>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4" name="CuadroTexto 3">
            <a:extLst>
              <a:ext uri="{FF2B5EF4-FFF2-40B4-BE49-F238E27FC236}">
                <a16:creationId xmlns:a16="http://schemas.microsoft.com/office/drawing/2014/main" id="{42CD2C9C-179A-B430-AE96-1003E8C32566}"/>
              </a:ext>
            </a:extLst>
          </p:cNvPr>
          <p:cNvSpPr txBox="1"/>
          <p:nvPr/>
        </p:nvSpPr>
        <p:spPr>
          <a:xfrm>
            <a:off x="171719" y="1091012"/>
            <a:ext cx="11822161" cy="88036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dirty="0">
                <a:solidFill>
                  <a:schemeClr val="accent1">
                    <a:lumMod val="50000"/>
                  </a:schemeClr>
                </a:solidFill>
              </a:rPr>
              <a:t>Si se trata de un problema de </a:t>
            </a:r>
            <a:r>
              <a:rPr lang="es-ES" u="sng" dirty="0">
                <a:solidFill>
                  <a:schemeClr val="accent1">
                    <a:lumMod val="50000"/>
                  </a:schemeClr>
                </a:solidFill>
              </a:rPr>
              <a:t>clasificación múltiple</a:t>
            </a:r>
            <a:r>
              <a:rPr lang="es-ES" dirty="0">
                <a:solidFill>
                  <a:schemeClr val="accent1">
                    <a:lumMod val="50000"/>
                  </a:schemeClr>
                </a:solidFill>
              </a:rPr>
              <a:t> con K clases usamos la </a:t>
            </a:r>
            <a:r>
              <a:rPr lang="es-ES" b="1" dirty="0">
                <a:solidFill>
                  <a:schemeClr val="accent1">
                    <a:lumMod val="50000"/>
                  </a:schemeClr>
                </a:solidFill>
              </a:rPr>
              <a:t>Función De Entropía Cruzada </a:t>
            </a:r>
            <a:r>
              <a:rPr lang="es-ES" dirty="0">
                <a:solidFill>
                  <a:schemeClr val="accent1">
                    <a:lumMod val="50000"/>
                  </a:schemeClr>
                </a:solidFill>
              </a:rPr>
              <a:t>(Cross-</a:t>
            </a:r>
            <a:r>
              <a:rPr lang="es-ES" dirty="0" err="1">
                <a:solidFill>
                  <a:schemeClr val="accent1">
                    <a:lumMod val="50000"/>
                  </a:schemeClr>
                </a:solidFill>
              </a:rPr>
              <a:t>Entropy</a:t>
            </a:r>
            <a:r>
              <a:rPr lang="es-ES" dirty="0">
                <a:solidFill>
                  <a:schemeClr val="accent1">
                    <a:lumMod val="50000"/>
                  </a:schemeClr>
                </a:solidFill>
              </a:rPr>
              <a:t>) en cada clase.</a:t>
            </a:r>
          </a:p>
        </p:txBody>
      </p:sp>
      <p:sp>
        <p:nvSpPr>
          <p:cNvPr id="78" name="CuadroTexto 77">
            <a:extLst>
              <a:ext uri="{FF2B5EF4-FFF2-40B4-BE49-F238E27FC236}">
                <a16:creationId xmlns:a16="http://schemas.microsoft.com/office/drawing/2014/main" id="{C359AD9A-5861-7A14-0747-7BF5138A246A}"/>
              </a:ext>
            </a:extLst>
          </p:cNvPr>
          <p:cNvSpPr txBox="1"/>
          <p:nvPr/>
        </p:nvSpPr>
        <p:spPr>
          <a:xfrm>
            <a:off x="5013462" y="1805709"/>
            <a:ext cx="6295477" cy="1200329"/>
          </a:xfrm>
          <a:prstGeom prst="rect">
            <a:avLst/>
          </a:prstGeom>
          <a:noFill/>
        </p:spPr>
        <p:txBody>
          <a:bodyPr wrap="square">
            <a:spAutoFit/>
          </a:bodyPr>
          <a:lstStyle/>
          <a:p>
            <a:r>
              <a:rPr lang="es-ES" dirty="0">
                <a:solidFill>
                  <a:schemeClr val="accent1">
                    <a:lumMod val="50000"/>
                  </a:schemeClr>
                </a:solidFill>
              </a:rPr>
              <a:t>Una neurona por clase en la salida que puede tomar valores 0/1.</a:t>
            </a:r>
          </a:p>
          <a:p>
            <a:r>
              <a:rPr lang="es-ES" dirty="0">
                <a:solidFill>
                  <a:schemeClr val="accent1">
                    <a:lumMod val="50000"/>
                  </a:schemeClr>
                </a:solidFill>
              </a:rPr>
              <a:t>La </a:t>
            </a:r>
            <a:r>
              <a:rPr lang="es-ES" b="1" dirty="0">
                <a:solidFill>
                  <a:schemeClr val="accent1">
                    <a:lumMod val="50000"/>
                  </a:schemeClr>
                </a:solidFill>
              </a:rPr>
              <a:t>función de activación </a:t>
            </a:r>
            <a:r>
              <a:rPr lang="es-ES" dirty="0">
                <a:solidFill>
                  <a:schemeClr val="accent1">
                    <a:lumMod val="50000"/>
                  </a:schemeClr>
                </a:solidFill>
              </a:rPr>
              <a:t>de la </a:t>
            </a:r>
            <a:r>
              <a:rPr lang="es-ES" b="1" dirty="0">
                <a:solidFill>
                  <a:schemeClr val="accent1">
                    <a:lumMod val="50000"/>
                  </a:schemeClr>
                </a:solidFill>
              </a:rPr>
              <a:t>última capa </a:t>
            </a:r>
            <a:r>
              <a:rPr lang="es-ES" dirty="0">
                <a:solidFill>
                  <a:schemeClr val="accent1">
                    <a:lumMod val="50000"/>
                  </a:schemeClr>
                </a:solidFill>
              </a:rPr>
              <a:t>suele ser una </a:t>
            </a:r>
            <a:r>
              <a:rPr lang="es-ES" b="1" dirty="0" err="1">
                <a:solidFill>
                  <a:schemeClr val="accent1">
                    <a:lumMod val="50000"/>
                  </a:schemeClr>
                </a:solidFill>
              </a:rPr>
              <a:t>softmax</a:t>
            </a:r>
            <a:r>
              <a:rPr lang="es-ES" dirty="0">
                <a:solidFill>
                  <a:schemeClr val="accent1">
                    <a:lumMod val="50000"/>
                  </a:schemeClr>
                </a:solidFill>
              </a:rPr>
              <a:t> exponencial que asigna un 1 a la clase con mayor probabilidad.</a:t>
            </a:r>
          </a:p>
          <a:p>
            <a:r>
              <a:rPr lang="es-ES" dirty="0">
                <a:solidFill>
                  <a:schemeClr val="accent1">
                    <a:lumMod val="50000"/>
                  </a:schemeClr>
                </a:solidFill>
              </a:rPr>
              <a:t> </a:t>
            </a:r>
          </a:p>
        </p:txBody>
      </p:sp>
      <mc:AlternateContent xmlns:mc="http://schemas.openxmlformats.org/markup-compatibility/2006" xmlns:a14="http://schemas.microsoft.com/office/drawing/2010/main">
        <mc:Choice Requires="a14">
          <p:sp>
            <p:nvSpPr>
              <p:cNvPr id="81" name="CuadroTexto 80">
                <a:extLst>
                  <a:ext uri="{FF2B5EF4-FFF2-40B4-BE49-F238E27FC236}">
                    <a16:creationId xmlns:a16="http://schemas.microsoft.com/office/drawing/2014/main" id="{D8CF660A-9C1C-D771-3425-34341409B3D8}"/>
                  </a:ext>
                </a:extLst>
              </p:cNvPr>
              <p:cNvSpPr txBox="1"/>
              <p:nvPr/>
            </p:nvSpPr>
            <p:spPr>
              <a:xfrm>
                <a:off x="171720" y="5519063"/>
                <a:ext cx="11137220" cy="9269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1" i="1" smtClean="0">
                          <a:solidFill>
                            <a:schemeClr val="accent1">
                              <a:lumMod val="50000"/>
                            </a:schemeClr>
                          </a:solidFill>
                          <a:latin typeface="Cambria Math" panose="02040503050406030204" pitchFamily="18" charset="0"/>
                          <a:ea typeface="Cambria Math" panose="02040503050406030204" pitchFamily="18" charset="0"/>
                        </a:rPr>
                        <m:t>𝑬</m:t>
                      </m:r>
                      <m:d>
                        <m:d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𝒀</m:t>
                          </m:r>
                          <m:r>
                            <a:rPr lang="es-ES" b="1"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b="1" i="1">
                                  <a:solidFill>
                                    <a:schemeClr val="accent1">
                                      <a:lumMod val="50000"/>
                                    </a:schemeClr>
                                  </a:solidFill>
                                  <a:latin typeface="Cambria Math" panose="02040503050406030204" pitchFamily="18" charset="0"/>
                                  <a:ea typeface="Cambria Math" panose="02040503050406030204" pitchFamily="18" charset="0"/>
                                </a:rPr>
                              </m:ctrlPr>
                            </m:accPr>
                            <m:e>
                              <m:r>
                                <a:rPr lang="es-ES" b="1" i="1">
                                  <a:solidFill>
                                    <a:schemeClr val="accent1">
                                      <a:lumMod val="50000"/>
                                    </a:schemeClr>
                                  </a:solidFill>
                                  <a:latin typeface="Cambria Math" panose="02040503050406030204" pitchFamily="18" charset="0"/>
                                  <a:ea typeface="Cambria Math" panose="02040503050406030204" pitchFamily="18" charset="0"/>
                                </a:rPr>
                                <m:t>𝒀</m:t>
                              </m:r>
                            </m:e>
                          </m:acc>
                        </m:e>
                      </m:d>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𝑱</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e>
                      </m:d>
                      <m:r>
                        <m:rPr>
                          <m:nor/>
                        </m:rPr>
                        <a:rPr lang="es-ES" b="1" i="0"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a:rPr lang="es-ES" b="0" i="1" smtClean="0">
                              <a:solidFill>
                                <a:schemeClr val="accent1">
                                  <a:lumMod val="50000"/>
                                </a:schemeClr>
                              </a:solidFill>
                              <a:latin typeface="Cambria Math" panose="02040503050406030204" pitchFamily="18" charset="0"/>
                              <a:ea typeface="Cambria Math" panose="02040503050406030204" pitchFamily="18" charset="0"/>
                            </a:rPr>
                            <m:t>1</m:t>
                          </m:r>
                        </m:num>
                        <m:den>
                          <m:r>
                            <a:rPr lang="es-ES" b="0" i="1" smtClean="0">
                              <a:solidFill>
                                <a:schemeClr val="accent1">
                                  <a:lumMod val="50000"/>
                                </a:schemeClr>
                              </a:solidFill>
                              <a:latin typeface="Cambria Math" panose="02040503050406030204" pitchFamily="18" charset="0"/>
                              <a:ea typeface="Cambria Math" panose="02040503050406030204" pitchFamily="18" charset="0"/>
                            </a:rPr>
                            <m:t>𝑀</m:t>
                          </m:r>
                        </m:den>
                      </m:f>
                      <m:nary>
                        <m:naryPr>
                          <m:chr m:val="∑"/>
                          <m:ctrlPr>
                            <a:rPr lang="es-ES" i="1" smtClean="0">
                              <a:solidFill>
                                <a:schemeClr val="accent1">
                                  <a:lumMod val="50000"/>
                                </a:schemeClr>
                              </a:solidFill>
                              <a:latin typeface="Cambria Math" panose="02040503050406030204" pitchFamily="18" charset="0"/>
                              <a:ea typeface="Cambria Math" panose="02040503050406030204" pitchFamily="18" charset="0"/>
                            </a:rPr>
                          </m:ctrlPr>
                        </m:naryPr>
                        <m:sub>
                          <m:r>
                            <m:rPr>
                              <m:brk m:alnAt="23"/>
                            </m:rPr>
                            <a:rPr lang="es-ES" b="0" i="1" smtClean="0">
                              <a:solidFill>
                                <a:schemeClr val="accent1">
                                  <a:lumMod val="50000"/>
                                </a:schemeClr>
                              </a:solidFill>
                              <a:latin typeface="Cambria Math" panose="02040503050406030204" pitchFamily="18" charset="0"/>
                              <a:ea typeface="Cambria Math" panose="02040503050406030204" pitchFamily="18" charset="0"/>
                            </a:rPr>
                            <m:t>𝑚</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𝑀</m:t>
                          </m:r>
                        </m:sup>
                        <m:e>
                          <m:nary>
                            <m:naryPr>
                              <m:chr m:val="∑"/>
                              <m:ctrlPr>
                                <a:rPr lang="es-ES" b="0" i="1" smtClean="0">
                                  <a:solidFill>
                                    <a:schemeClr val="accent1">
                                      <a:lumMod val="50000"/>
                                    </a:schemeClr>
                                  </a:solidFill>
                                  <a:latin typeface="Cambria Math" panose="02040503050406030204" pitchFamily="18" charset="0"/>
                                  <a:ea typeface="Cambria Math" panose="02040503050406030204" pitchFamily="18" charset="0"/>
                                </a:rPr>
                              </m:ctrlPr>
                            </m:naryPr>
                            <m:sub>
                              <m:r>
                                <m:rPr>
                                  <m:brk m:alnAt="23"/>
                                </m:rPr>
                                <a:rPr lang="es-ES" b="0" i="1" smtClean="0">
                                  <a:solidFill>
                                    <a:schemeClr val="accent1">
                                      <a:lumMod val="50000"/>
                                    </a:schemeClr>
                                  </a:solidFill>
                                  <a:latin typeface="Cambria Math" panose="02040503050406030204" pitchFamily="18" charset="0"/>
                                  <a:ea typeface="Cambria Math" panose="02040503050406030204" pitchFamily="18" charset="0"/>
                                </a:rPr>
                                <m:t>𝑘</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𝐾</m:t>
                              </m:r>
                            </m:sup>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𝑦</m:t>
                                  </m:r>
                                </m:e>
                                <m:sub>
                                  <m:r>
                                    <a:rPr lang="es-ES" i="1">
                                      <a:solidFill>
                                        <a:schemeClr val="accent1">
                                          <a:lumMod val="50000"/>
                                        </a:schemeClr>
                                      </a:solidFill>
                                      <a:latin typeface="Cambria Math" panose="02040503050406030204" pitchFamily="18" charset="0"/>
                                      <a:ea typeface="Cambria Math" panose="02040503050406030204" pitchFamily="18" charset="0"/>
                                    </a:rPr>
                                    <m:t>𝑘</m:t>
                                  </m:r>
                                </m:sub>
                                <m:sup>
                                  <m:r>
                                    <a:rPr lang="es-ES" i="1">
                                      <a:solidFill>
                                        <a:schemeClr val="accent1">
                                          <a:lumMod val="50000"/>
                                        </a:schemeClr>
                                      </a:solidFill>
                                      <a:latin typeface="Cambria Math" panose="02040503050406030204" pitchFamily="18" charset="0"/>
                                      <a:ea typeface="Cambria Math" panose="02040503050406030204" pitchFamily="18" charset="0"/>
                                    </a:rPr>
                                    <m:t>𝑚</m:t>
                                  </m:r>
                                </m:sup>
                              </m:sSubSup>
                              <m:func>
                                <m:funcPr>
                                  <m:ctrlPr>
                                    <a:rPr lang="es-ES" i="1">
                                      <a:solidFill>
                                        <a:schemeClr val="accent1">
                                          <a:lumMod val="50000"/>
                                        </a:schemeClr>
                                      </a:solidFill>
                                      <a:latin typeface="Cambria Math" panose="02040503050406030204" pitchFamily="18" charset="0"/>
                                      <a:ea typeface="Cambria Math" panose="02040503050406030204" pitchFamily="18" charset="0"/>
                                    </a:rPr>
                                  </m:ctrlPr>
                                </m:funcPr>
                                <m:fName>
                                  <m:r>
                                    <m:rPr>
                                      <m:sty m:val="p"/>
                                    </m:rPr>
                                    <a:rPr lang="es-ES">
                                      <a:solidFill>
                                        <a:schemeClr val="accent1">
                                          <a:lumMod val="50000"/>
                                        </a:schemeClr>
                                      </a:solidFill>
                                      <a:latin typeface="Cambria Math" panose="02040503050406030204" pitchFamily="18" charset="0"/>
                                      <a:ea typeface="Cambria Math" panose="02040503050406030204" pitchFamily="18" charset="0"/>
                                    </a:rPr>
                                    <m:t>ln</m:t>
                                  </m:r>
                                </m:fName>
                                <m:e>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acc>
                                            <m:accPr>
                                              <m:chr m:val="̂"/>
                                              <m:ctrlPr>
                                                <a:rPr lang="es-ES" b="1" i="1">
                                                  <a:solidFill>
                                                    <a:schemeClr val="accent1">
                                                      <a:lumMod val="50000"/>
                                                    </a:schemeClr>
                                                  </a:solidFill>
                                                  <a:latin typeface="Cambria Math" panose="02040503050406030204" pitchFamily="18" charset="0"/>
                                                  <a:ea typeface="Cambria Math" panose="02040503050406030204" pitchFamily="18" charset="0"/>
                                                </a:rPr>
                                              </m:ctrlPr>
                                            </m:accPr>
                                            <m:e>
                                              <m:r>
                                                <a:rPr lang="es-ES" i="1">
                                                  <a:solidFill>
                                                    <a:schemeClr val="accent1">
                                                      <a:lumMod val="50000"/>
                                                    </a:schemeClr>
                                                  </a:solidFill>
                                                  <a:latin typeface="Cambria Math" panose="02040503050406030204" pitchFamily="18" charset="0"/>
                                                  <a:ea typeface="Cambria Math" panose="02040503050406030204" pitchFamily="18" charset="0"/>
                                                </a:rPr>
                                                <m:t>𝑦</m:t>
                                              </m:r>
                                            </m:e>
                                          </m:acc>
                                        </m:e>
                                        <m:sub>
                                          <m:r>
                                            <a:rPr lang="es-ES" b="0" i="1" smtClean="0">
                                              <a:solidFill>
                                                <a:schemeClr val="accent1">
                                                  <a:lumMod val="50000"/>
                                                </a:schemeClr>
                                              </a:solidFill>
                                              <a:latin typeface="Cambria Math" panose="02040503050406030204" pitchFamily="18" charset="0"/>
                                              <a:ea typeface="Cambria Math" panose="02040503050406030204" pitchFamily="18" charset="0"/>
                                            </a:rPr>
                                            <m:t>𝑘</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𝑚</m:t>
                                          </m:r>
                                        </m:sup>
                                      </m:sSubSup>
                                    </m:e>
                                  </m:d>
                                </m:e>
                              </m:func>
                            </m:e>
                          </m:nary>
                        </m:e>
                      </m:nary>
                      <m:r>
                        <a:rPr lang="es-ES"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a:rPr lang="es-ES" i="1" smtClean="0">
                              <a:solidFill>
                                <a:schemeClr val="accent1">
                                  <a:lumMod val="50000"/>
                                </a:schemeClr>
                              </a:solidFill>
                              <a:latin typeface="Cambria Math" panose="02040503050406030204" pitchFamily="18" charset="0"/>
                              <a:ea typeface="Cambria Math" panose="02040503050406030204" pitchFamily="18" charset="0"/>
                            </a:rPr>
                            <m:t>𝜆</m:t>
                          </m:r>
                        </m:num>
                        <m:den>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𝑀</m:t>
                          </m:r>
                        </m:den>
                      </m:f>
                      <m:nary>
                        <m:naryPr>
                          <m:chr m:val="∑"/>
                          <m:supHide m:val="on"/>
                          <m:ctrlPr>
                            <a:rPr lang="es-ES" i="1" smtClean="0">
                              <a:solidFill>
                                <a:schemeClr val="accent1">
                                  <a:lumMod val="50000"/>
                                </a:schemeClr>
                              </a:solidFill>
                              <a:latin typeface="Cambria Math" panose="02040503050406030204" pitchFamily="18" charset="0"/>
                              <a:ea typeface="Cambria Math" panose="02040503050406030204" pitchFamily="18" charset="0"/>
                            </a:rPr>
                          </m:ctrlPr>
                        </m:naryPr>
                        <m:sub>
                          <m:r>
                            <m:rPr>
                              <m:brk m:alnAt="7"/>
                            </m:rPr>
                            <a:rPr lang="es-ES" b="0" i="1" smtClean="0">
                              <a:solidFill>
                                <a:schemeClr val="accent1">
                                  <a:lumMod val="50000"/>
                                </a:schemeClr>
                              </a:solidFill>
                              <a:latin typeface="Cambria Math" panose="02040503050406030204" pitchFamily="18" charset="0"/>
                              <a:ea typeface="Cambria Math" panose="02040503050406030204" pitchFamily="18" charset="0"/>
                            </a:rPr>
                            <m:t>𝑖</m:t>
                          </m:r>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𝑗</m:t>
                          </m:r>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sub>
                        <m:sup/>
                        <m:e>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d>
                                <m:d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i="1">
                                          <a:solidFill>
                                            <a:schemeClr val="accent1">
                                              <a:lumMod val="50000"/>
                                            </a:schemeClr>
                                          </a:solidFill>
                                          <a:latin typeface="Cambria Math" panose="02040503050406030204" pitchFamily="18" charset="0"/>
                                          <a:ea typeface="Cambria Math" panose="02040503050406030204" pitchFamily="18" charset="0"/>
                                        </a:rPr>
                                        <m:t>𝑖𝑗</m:t>
                                      </m:r>
                                    </m:sub>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bSup>
                                </m:e>
                              </m:d>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e>
                      </m:nary>
                    </m:oMath>
                  </m:oMathPara>
                </a14:m>
                <a:endParaRPr lang="es-ES" dirty="0"/>
              </a:p>
            </p:txBody>
          </p:sp>
        </mc:Choice>
        <mc:Fallback xmlns="">
          <p:sp>
            <p:nvSpPr>
              <p:cNvPr id="81" name="CuadroTexto 80">
                <a:extLst>
                  <a:ext uri="{FF2B5EF4-FFF2-40B4-BE49-F238E27FC236}">
                    <a16:creationId xmlns:a16="http://schemas.microsoft.com/office/drawing/2014/main" id="{D8CF660A-9C1C-D771-3425-34341409B3D8}"/>
                  </a:ext>
                </a:extLst>
              </p:cNvPr>
              <p:cNvSpPr txBox="1">
                <a:spLocks noRot="1" noChangeAspect="1" noMove="1" noResize="1" noEditPoints="1" noAdjustHandles="1" noChangeArrowheads="1" noChangeShapeType="1" noTextEdit="1"/>
              </p:cNvSpPr>
              <p:nvPr/>
            </p:nvSpPr>
            <p:spPr>
              <a:xfrm>
                <a:off x="171720" y="5519063"/>
                <a:ext cx="11137220" cy="926920"/>
              </a:xfrm>
              <a:prstGeom prst="rect">
                <a:avLst/>
              </a:prstGeom>
              <a:blipFill>
                <a:blip r:embed="rId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9" name="CuadroTexto 58">
                <a:extLst>
                  <a:ext uri="{FF2B5EF4-FFF2-40B4-BE49-F238E27FC236}">
                    <a16:creationId xmlns:a16="http://schemas.microsoft.com/office/drawing/2014/main" id="{4DF19944-207D-7D68-AF7B-AE9F4D0FC6D5}"/>
                  </a:ext>
                </a:extLst>
              </p:cNvPr>
              <p:cNvSpPr txBox="1"/>
              <p:nvPr/>
            </p:nvSpPr>
            <p:spPr>
              <a:xfrm>
                <a:off x="6273996" y="2968815"/>
                <a:ext cx="342723" cy="12258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ES" i="1" smtClean="0">
                              <a:latin typeface="Cambria Math" panose="02040503050406030204" pitchFamily="18" charset="0"/>
                            </a:rPr>
                          </m:ctrlPr>
                        </m:dPr>
                        <m:e>
                          <m:m>
                            <m:mPr>
                              <m:mcs>
                                <m:mc>
                                  <m:mcPr>
                                    <m:count m:val="1"/>
                                    <m:mcJc m:val="center"/>
                                  </m:mcPr>
                                </m:mc>
                              </m:mcs>
                              <m:ctrlPr>
                                <a:rPr lang="es-ES" i="1" smtClean="0">
                                  <a:latin typeface="Cambria Math" panose="02040503050406030204" pitchFamily="18" charset="0"/>
                                </a:rPr>
                              </m:ctrlPr>
                            </m:mPr>
                            <m:mr>
                              <m:e>
                                <m:m>
                                  <m:mPr>
                                    <m:mcs>
                                      <m:mc>
                                        <m:mcPr>
                                          <m:count m:val="1"/>
                                          <m:mcJc m:val="center"/>
                                        </m:mcPr>
                                      </m:mc>
                                    </m:mcs>
                                    <m:ctrlPr>
                                      <a:rPr lang="es-ES" i="1" smtClean="0">
                                        <a:latin typeface="Cambria Math" panose="02040503050406030204" pitchFamily="18" charset="0"/>
                                      </a:rPr>
                                    </m:ctrlPr>
                                  </m:mPr>
                                  <m:mr>
                                    <m:e>
                                      <m:r>
                                        <m:rPr>
                                          <m:brk m:alnAt="7"/>
                                        </m:rPr>
                                        <a:rPr lang="es-ES" b="0" i="1" smtClean="0">
                                          <a:latin typeface="Cambria Math" panose="02040503050406030204" pitchFamily="18" charset="0"/>
                                        </a:rPr>
                                        <m:t>1</m:t>
                                      </m:r>
                                    </m:e>
                                  </m:mr>
                                  <m:mr>
                                    <m:e>
                                      <m:r>
                                        <a:rPr lang="es-ES" b="0" i="1" smtClean="0">
                                          <a:latin typeface="Cambria Math" panose="02040503050406030204" pitchFamily="18" charset="0"/>
                                        </a:rPr>
                                        <m:t>0</m:t>
                                      </m:r>
                                    </m:e>
                                  </m:mr>
                                  <m:mr>
                                    <m:e>
                                      <m:r>
                                        <a:rPr lang="es-ES" b="0" i="1" smtClean="0">
                                          <a:latin typeface="Cambria Math" panose="02040503050406030204" pitchFamily="18" charset="0"/>
                                        </a:rPr>
                                        <m:t>0</m:t>
                                      </m:r>
                                    </m:e>
                                  </m:mr>
                                </m:m>
                              </m:e>
                            </m:mr>
                            <m:mr>
                              <m:e>
                                <m:r>
                                  <a:rPr lang="es-ES" i="1" smtClean="0">
                                    <a:latin typeface="Cambria Math" panose="02040503050406030204" pitchFamily="18" charset="0"/>
                                  </a:rPr>
                                  <m:t>⋮</m:t>
                                </m:r>
                              </m:e>
                            </m:mr>
                            <m:mr>
                              <m:e>
                                <m:r>
                                  <a:rPr lang="es-ES" b="0" i="1" smtClean="0">
                                    <a:latin typeface="Cambria Math" panose="02040503050406030204" pitchFamily="18" charset="0"/>
                                  </a:rPr>
                                  <m:t>0</m:t>
                                </m:r>
                              </m:e>
                            </m:mr>
                          </m:m>
                        </m:e>
                      </m:d>
                    </m:oMath>
                  </m:oMathPara>
                </a14:m>
                <a:endParaRPr lang="es-ES" dirty="0"/>
              </a:p>
            </p:txBody>
          </p:sp>
        </mc:Choice>
        <mc:Fallback xmlns="">
          <p:sp>
            <p:nvSpPr>
              <p:cNvPr id="59" name="CuadroTexto 58">
                <a:extLst>
                  <a:ext uri="{FF2B5EF4-FFF2-40B4-BE49-F238E27FC236}">
                    <a16:creationId xmlns:a16="http://schemas.microsoft.com/office/drawing/2014/main" id="{4DF19944-207D-7D68-AF7B-AE9F4D0FC6D5}"/>
                  </a:ext>
                </a:extLst>
              </p:cNvPr>
              <p:cNvSpPr txBox="1">
                <a:spLocks noRot="1" noChangeAspect="1" noMove="1" noResize="1" noEditPoints="1" noAdjustHandles="1" noChangeArrowheads="1" noChangeShapeType="1" noTextEdit="1"/>
              </p:cNvSpPr>
              <p:nvPr/>
            </p:nvSpPr>
            <p:spPr>
              <a:xfrm>
                <a:off x="6273996" y="2968815"/>
                <a:ext cx="342723" cy="1225848"/>
              </a:xfrm>
              <a:prstGeom prst="rect">
                <a:avLst/>
              </a:prstGeom>
              <a:blipFill>
                <a:blip r:embed="rId2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0" name="CuadroTexto 59">
                <a:extLst>
                  <a:ext uri="{FF2B5EF4-FFF2-40B4-BE49-F238E27FC236}">
                    <a16:creationId xmlns:a16="http://schemas.microsoft.com/office/drawing/2014/main" id="{DC05B60B-8C1A-451B-4F66-0253E3684634}"/>
                  </a:ext>
                </a:extLst>
              </p:cNvPr>
              <p:cNvSpPr txBox="1"/>
              <p:nvPr/>
            </p:nvSpPr>
            <p:spPr>
              <a:xfrm>
                <a:off x="6951775" y="2968815"/>
                <a:ext cx="342723" cy="12258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ES" i="1" smtClean="0">
                              <a:latin typeface="Cambria Math" panose="02040503050406030204" pitchFamily="18" charset="0"/>
                            </a:rPr>
                          </m:ctrlPr>
                        </m:dPr>
                        <m:e>
                          <m:m>
                            <m:mPr>
                              <m:mcs>
                                <m:mc>
                                  <m:mcPr>
                                    <m:count m:val="1"/>
                                    <m:mcJc m:val="center"/>
                                  </m:mcPr>
                                </m:mc>
                              </m:mcs>
                              <m:ctrlPr>
                                <a:rPr lang="es-ES" i="1" smtClean="0">
                                  <a:latin typeface="Cambria Math" panose="02040503050406030204" pitchFamily="18" charset="0"/>
                                </a:rPr>
                              </m:ctrlPr>
                            </m:mPr>
                            <m:mr>
                              <m:e>
                                <m:m>
                                  <m:mPr>
                                    <m:mcs>
                                      <m:mc>
                                        <m:mcPr>
                                          <m:count m:val="1"/>
                                          <m:mcJc m:val="center"/>
                                        </m:mcPr>
                                      </m:mc>
                                    </m:mcs>
                                    <m:ctrlPr>
                                      <a:rPr lang="es-ES" i="1" smtClean="0">
                                        <a:latin typeface="Cambria Math" panose="02040503050406030204" pitchFamily="18" charset="0"/>
                                      </a:rPr>
                                    </m:ctrlPr>
                                  </m:mPr>
                                  <m:mr>
                                    <m:e>
                                      <m:r>
                                        <m:rPr>
                                          <m:brk m:alnAt="7"/>
                                        </m:rPr>
                                        <a:rPr lang="es-ES" b="0" i="1" smtClean="0">
                                          <a:latin typeface="Cambria Math" panose="02040503050406030204" pitchFamily="18" charset="0"/>
                                        </a:rPr>
                                        <m:t>0</m:t>
                                      </m:r>
                                    </m:e>
                                  </m:mr>
                                  <m:mr>
                                    <m:e>
                                      <m:r>
                                        <a:rPr lang="es-ES" b="0" i="1" smtClean="0">
                                          <a:latin typeface="Cambria Math" panose="02040503050406030204" pitchFamily="18" charset="0"/>
                                        </a:rPr>
                                        <m:t>1</m:t>
                                      </m:r>
                                    </m:e>
                                  </m:mr>
                                  <m:mr>
                                    <m:e>
                                      <m:r>
                                        <a:rPr lang="es-ES" b="0" i="1" smtClean="0">
                                          <a:latin typeface="Cambria Math" panose="02040503050406030204" pitchFamily="18" charset="0"/>
                                        </a:rPr>
                                        <m:t>0</m:t>
                                      </m:r>
                                    </m:e>
                                  </m:mr>
                                </m:m>
                              </m:e>
                            </m:mr>
                            <m:mr>
                              <m:e>
                                <m:r>
                                  <a:rPr lang="es-ES" i="1" smtClean="0">
                                    <a:latin typeface="Cambria Math" panose="02040503050406030204" pitchFamily="18" charset="0"/>
                                  </a:rPr>
                                  <m:t>⋮</m:t>
                                </m:r>
                              </m:e>
                            </m:mr>
                            <m:mr>
                              <m:e>
                                <m:r>
                                  <a:rPr lang="es-ES" b="0" i="1" smtClean="0">
                                    <a:latin typeface="Cambria Math" panose="02040503050406030204" pitchFamily="18" charset="0"/>
                                  </a:rPr>
                                  <m:t>0</m:t>
                                </m:r>
                              </m:e>
                            </m:mr>
                          </m:m>
                        </m:e>
                      </m:d>
                    </m:oMath>
                  </m:oMathPara>
                </a14:m>
                <a:endParaRPr lang="es-ES" dirty="0"/>
              </a:p>
            </p:txBody>
          </p:sp>
        </mc:Choice>
        <mc:Fallback xmlns="">
          <p:sp>
            <p:nvSpPr>
              <p:cNvPr id="60" name="CuadroTexto 59">
                <a:extLst>
                  <a:ext uri="{FF2B5EF4-FFF2-40B4-BE49-F238E27FC236}">
                    <a16:creationId xmlns:a16="http://schemas.microsoft.com/office/drawing/2014/main" id="{DC05B60B-8C1A-451B-4F66-0253E3684634}"/>
                  </a:ext>
                </a:extLst>
              </p:cNvPr>
              <p:cNvSpPr txBox="1">
                <a:spLocks noRot="1" noChangeAspect="1" noMove="1" noResize="1" noEditPoints="1" noAdjustHandles="1" noChangeArrowheads="1" noChangeShapeType="1" noTextEdit="1"/>
              </p:cNvSpPr>
              <p:nvPr/>
            </p:nvSpPr>
            <p:spPr>
              <a:xfrm>
                <a:off x="6951775" y="2968815"/>
                <a:ext cx="342723" cy="1225848"/>
              </a:xfrm>
              <a:prstGeom prst="rect">
                <a:avLst/>
              </a:prstGeom>
              <a:blipFill>
                <a:blip r:embed="rId2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1" name="CuadroTexto 60">
                <a:extLst>
                  <a:ext uri="{FF2B5EF4-FFF2-40B4-BE49-F238E27FC236}">
                    <a16:creationId xmlns:a16="http://schemas.microsoft.com/office/drawing/2014/main" id="{42D4DA83-1D69-A1D0-4549-1D0CA2E5D45F}"/>
                  </a:ext>
                </a:extLst>
              </p:cNvPr>
              <p:cNvSpPr txBox="1"/>
              <p:nvPr/>
            </p:nvSpPr>
            <p:spPr>
              <a:xfrm>
                <a:off x="7629554" y="2968815"/>
                <a:ext cx="342723" cy="12240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ES" i="1" smtClean="0">
                              <a:latin typeface="Cambria Math" panose="02040503050406030204" pitchFamily="18" charset="0"/>
                            </a:rPr>
                          </m:ctrlPr>
                        </m:dPr>
                        <m:e>
                          <m:m>
                            <m:mPr>
                              <m:mcs>
                                <m:mc>
                                  <m:mcPr>
                                    <m:count m:val="1"/>
                                    <m:mcJc m:val="center"/>
                                  </m:mcPr>
                                </m:mc>
                              </m:mcs>
                              <m:ctrlPr>
                                <a:rPr lang="es-ES" i="1" smtClean="0">
                                  <a:latin typeface="Cambria Math" panose="02040503050406030204" pitchFamily="18" charset="0"/>
                                </a:rPr>
                              </m:ctrlPr>
                            </m:mPr>
                            <m:mr>
                              <m:e>
                                <m:m>
                                  <m:mPr>
                                    <m:mcs>
                                      <m:mc>
                                        <m:mcPr>
                                          <m:count m:val="1"/>
                                          <m:mcJc m:val="center"/>
                                        </m:mcPr>
                                      </m:mc>
                                    </m:mcs>
                                    <m:ctrlPr>
                                      <a:rPr lang="es-ES" i="1" smtClean="0">
                                        <a:latin typeface="Cambria Math" panose="02040503050406030204" pitchFamily="18" charset="0"/>
                                      </a:rPr>
                                    </m:ctrlPr>
                                  </m:mPr>
                                  <m:mr>
                                    <m:e>
                                      <m:r>
                                        <m:rPr>
                                          <m:brk m:alnAt="7"/>
                                        </m:rPr>
                                        <a:rPr lang="es-ES" b="0" i="1" smtClean="0">
                                          <a:latin typeface="Cambria Math" panose="02040503050406030204" pitchFamily="18" charset="0"/>
                                        </a:rPr>
                                        <m:t>0</m:t>
                                      </m:r>
                                    </m:e>
                                  </m:mr>
                                  <m:mr>
                                    <m:e>
                                      <m:r>
                                        <a:rPr lang="es-ES" b="0" i="1" smtClean="0">
                                          <a:latin typeface="Cambria Math" panose="02040503050406030204" pitchFamily="18" charset="0"/>
                                        </a:rPr>
                                        <m:t>0</m:t>
                                      </m:r>
                                    </m:e>
                                  </m:mr>
                                  <m:mr>
                                    <m:e>
                                      <m:r>
                                        <a:rPr lang="es-ES" b="0" i="1" smtClean="0">
                                          <a:latin typeface="Cambria Math" panose="02040503050406030204" pitchFamily="18" charset="0"/>
                                        </a:rPr>
                                        <m:t>1</m:t>
                                      </m:r>
                                    </m:e>
                                  </m:mr>
                                </m:m>
                              </m:e>
                            </m:mr>
                            <m:mr>
                              <m:e>
                                <m:r>
                                  <a:rPr lang="es-ES" i="1" smtClean="0">
                                    <a:latin typeface="Cambria Math" panose="02040503050406030204" pitchFamily="18" charset="0"/>
                                  </a:rPr>
                                  <m:t>⋮</m:t>
                                </m:r>
                              </m:e>
                            </m:mr>
                            <m:mr>
                              <m:e>
                                <m:r>
                                  <a:rPr lang="es-ES" b="0" i="1" smtClean="0">
                                    <a:latin typeface="Cambria Math" panose="02040503050406030204" pitchFamily="18" charset="0"/>
                                  </a:rPr>
                                  <m:t>0</m:t>
                                </m:r>
                              </m:e>
                            </m:mr>
                          </m:m>
                        </m:e>
                      </m:d>
                    </m:oMath>
                  </m:oMathPara>
                </a14:m>
                <a:endParaRPr lang="es-ES" dirty="0"/>
              </a:p>
            </p:txBody>
          </p:sp>
        </mc:Choice>
        <mc:Fallback xmlns="">
          <p:sp>
            <p:nvSpPr>
              <p:cNvPr id="61" name="CuadroTexto 60">
                <a:extLst>
                  <a:ext uri="{FF2B5EF4-FFF2-40B4-BE49-F238E27FC236}">
                    <a16:creationId xmlns:a16="http://schemas.microsoft.com/office/drawing/2014/main" id="{42D4DA83-1D69-A1D0-4549-1D0CA2E5D45F}"/>
                  </a:ext>
                </a:extLst>
              </p:cNvPr>
              <p:cNvSpPr txBox="1">
                <a:spLocks noRot="1" noChangeAspect="1" noMove="1" noResize="1" noEditPoints="1" noAdjustHandles="1" noChangeArrowheads="1" noChangeShapeType="1" noTextEdit="1"/>
              </p:cNvSpPr>
              <p:nvPr/>
            </p:nvSpPr>
            <p:spPr>
              <a:xfrm>
                <a:off x="7629554" y="2968815"/>
                <a:ext cx="342723" cy="1224053"/>
              </a:xfrm>
              <a:prstGeom prst="rect">
                <a:avLst/>
              </a:prstGeom>
              <a:blipFill>
                <a:blip r:embed="rId2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2" name="CuadroTexto 61">
                <a:extLst>
                  <a:ext uri="{FF2B5EF4-FFF2-40B4-BE49-F238E27FC236}">
                    <a16:creationId xmlns:a16="http://schemas.microsoft.com/office/drawing/2014/main" id="{C01F8F7E-3177-FE96-9346-872E8826E6AC}"/>
                  </a:ext>
                </a:extLst>
              </p:cNvPr>
              <p:cNvSpPr txBox="1"/>
              <p:nvPr/>
            </p:nvSpPr>
            <p:spPr>
              <a:xfrm>
                <a:off x="9274967" y="2967448"/>
                <a:ext cx="342723" cy="12240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ES" i="1" smtClean="0">
                              <a:latin typeface="Cambria Math" panose="02040503050406030204" pitchFamily="18" charset="0"/>
                            </a:rPr>
                          </m:ctrlPr>
                        </m:dPr>
                        <m:e>
                          <m:m>
                            <m:mPr>
                              <m:mcs>
                                <m:mc>
                                  <m:mcPr>
                                    <m:count m:val="1"/>
                                    <m:mcJc m:val="center"/>
                                  </m:mcPr>
                                </m:mc>
                              </m:mcs>
                              <m:ctrlPr>
                                <a:rPr lang="es-ES" i="1" smtClean="0">
                                  <a:latin typeface="Cambria Math" panose="02040503050406030204" pitchFamily="18" charset="0"/>
                                </a:rPr>
                              </m:ctrlPr>
                            </m:mPr>
                            <m:mr>
                              <m:e>
                                <m:m>
                                  <m:mPr>
                                    <m:mcs>
                                      <m:mc>
                                        <m:mcPr>
                                          <m:count m:val="1"/>
                                          <m:mcJc m:val="center"/>
                                        </m:mcPr>
                                      </m:mc>
                                    </m:mcs>
                                    <m:ctrlPr>
                                      <a:rPr lang="es-ES" i="1" smtClean="0">
                                        <a:latin typeface="Cambria Math" panose="02040503050406030204" pitchFamily="18" charset="0"/>
                                      </a:rPr>
                                    </m:ctrlPr>
                                  </m:mPr>
                                  <m:mr>
                                    <m:e>
                                      <m:r>
                                        <m:rPr>
                                          <m:brk m:alnAt="7"/>
                                        </m:rPr>
                                        <a:rPr lang="es-ES" b="0" i="1" smtClean="0">
                                          <a:latin typeface="Cambria Math" panose="02040503050406030204" pitchFamily="18" charset="0"/>
                                        </a:rPr>
                                        <m:t>0</m:t>
                                      </m:r>
                                    </m:e>
                                  </m:mr>
                                  <m:mr>
                                    <m:e>
                                      <m:r>
                                        <a:rPr lang="es-ES" b="0" i="1" smtClean="0">
                                          <a:latin typeface="Cambria Math" panose="02040503050406030204" pitchFamily="18" charset="0"/>
                                        </a:rPr>
                                        <m:t>0</m:t>
                                      </m:r>
                                    </m:e>
                                  </m:mr>
                                  <m:mr>
                                    <m:e>
                                      <m:r>
                                        <a:rPr lang="es-ES" b="0" i="1" smtClean="0">
                                          <a:latin typeface="Cambria Math" panose="02040503050406030204" pitchFamily="18" charset="0"/>
                                        </a:rPr>
                                        <m:t>0</m:t>
                                      </m:r>
                                    </m:e>
                                  </m:mr>
                                </m:m>
                              </m:e>
                            </m:mr>
                            <m:mr>
                              <m:e>
                                <m:r>
                                  <a:rPr lang="es-ES" i="1" smtClean="0">
                                    <a:latin typeface="Cambria Math" panose="02040503050406030204" pitchFamily="18" charset="0"/>
                                  </a:rPr>
                                  <m:t>⋮</m:t>
                                </m:r>
                              </m:e>
                            </m:mr>
                            <m:mr>
                              <m:e>
                                <m:r>
                                  <a:rPr lang="es-ES" b="0" i="1" smtClean="0">
                                    <a:latin typeface="Cambria Math" panose="02040503050406030204" pitchFamily="18" charset="0"/>
                                  </a:rPr>
                                  <m:t>1</m:t>
                                </m:r>
                              </m:e>
                            </m:mr>
                          </m:m>
                        </m:e>
                      </m:d>
                    </m:oMath>
                  </m:oMathPara>
                </a14:m>
                <a:endParaRPr lang="es-ES" dirty="0"/>
              </a:p>
            </p:txBody>
          </p:sp>
        </mc:Choice>
        <mc:Fallback xmlns="">
          <p:sp>
            <p:nvSpPr>
              <p:cNvPr id="62" name="CuadroTexto 61">
                <a:extLst>
                  <a:ext uri="{FF2B5EF4-FFF2-40B4-BE49-F238E27FC236}">
                    <a16:creationId xmlns:a16="http://schemas.microsoft.com/office/drawing/2014/main" id="{C01F8F7E-3177-FE96-9346-872E8826E6AC}"/>
                  </a:ext>
                </a:extLst>
              </p:cNvPr>
              <p:cNvSpPr txBox="1">
                <a:spLocks noRot="1" noChangeAspect="1" noMove="1" noResize="1" noEditPoints="1" noAdjustHandles="1" noChangeArrowheads="1" noChangeShapeType="1" noTextEdit="1"/>
              </p:cNvSpPr>
              <p:nvPr/>
            </p:nvSpPr>
            <p:spPr>
              <a:xfrm>
                <a:off x="9274967" y="2967448"/>
                <a:ext cx="342723" cy="1224053"/>
              </a:xfrm>
              <a:prstGeom prst="rect">
                <a:avLst/>
              </a:prstGeom>
              <a:blipFill>
                <a:blip r:embed="rId2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3" name="CuadroTexto 62">
                <a:extLst>
                  <a:ext uri="{FF2B5EF4-FFF2-40B4-BE49-F238E27FC236}">
                    <a16:creationId xmlns:a16="http://schemas.microsoft.com/office/drawing/2014/main" id="{A27CD15F-29CB-93ED-09B8-B0769E0F2C09}"/>
                  </a:ext>
                </a:extLst>
              </p:cNvPr>
              <p:cNvSpPr txBox="1"/>
              <p:nvPr/>
            </p:nvSpPr>
            <p:spPr>
              <a:xfrm rot="5400000">
                <a:off x="8460653" y="3391026"/>
                <a:ext cx="32593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1800" b="0" i="1" smtClean="0">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dirty="0">
                  <a:solidFill>
                    <a:schemeClr val="accent1">
                      <a:lumMod val="50000"/>
                    </a:schemeClr>
                  </a:solidFill>
                </a:endParaRPr>
              </a:p>
            </p:txBody>
          </p:sp>
        </mc:Choice>
        <mc:Fallback xmlns="">
          <p:sp>
            <p:nvSpPr>
              <p:cNvPr id="63" name="CuadroTexto 62">
                <a:extLst>
                  <a:ext uri="{FF2B5EF4-FFF2-40B4-BE49-F238E27FC236}">
                    <a16:creationId xmlns:a16="http://schemas.microsoft.com/office/drawing/2014/main" id="{A27CD15F-29CB-93ED-09B8-B0769E0F2C09}"/>
                  </a:ext>
                </a:extLst>
              </p:cNvPr>
              <p:cNvSpPr txBox="1">
                <a:spLocks noRot="1" noChangeAspect="1" noMove="1" noResize="1" noEditPoints="1" noAdjustHandles="1" noChangeArrowheads="1" noChangeShapeType="1" noTextEdit="1"/>
              </p:cNvSpPr>
              <p:nvPr/>
            </p:nvSpPr>
            <p:spPr>
              <a:xfrm rot="5400000">
                <a:off x="8460653" y="3391026"/>
                <a:ext cx="325939" cy="369332"/>
              </a:xfrm>
              <a:prstGeom prst="rect">
                <a:avLst/>
              </a:prstGeom>
              <a:blipFill>
                <a:blip r:embed="rId24"/>
                <a:stretch>
                  <a:fillRect/>
                </a:stretch>
              </a:blipFill>
            </p:spPr>
            <p:txBody>
              <a:bodyPr/>
              <a:lstStyle/>
              <a:p>
                <a:r>
                  <a:rPr lang="es-ES">
                    <a:noFill/>
                  </a:rPr>
                  <a:t> </a:t>
                </a:r>
              </a:p>
            </p:txBody>
          </p:sp>
        </mc:Fallback>
      </mc:AlternateContent>
      <p:pic>
        <p:nvPicPr>
          <p:cNvPr id="1026" name="Picture 2" descr="Dog Vector Icons free download in SVG, PNG Format">
            <a:extLst>
              <a:ext uri="{FF2B5EF4-FFF2-40B4-BE49-F238E27FC236}">
                <a16:creationId xmlns:a16="http://schemas.microsoft.com/office/drawing/2014/main" id="{C6522A1C-DF7C-8CFB-39C9-B864BC1A1C43}"/>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6175357" y="4339622"/>
            <a:ext cx="540000"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at Icon Gráfico por SyntaxArt Studio · Creative Fabrica">
            <a:extLst>
              <a:ext uri="{FF2B5EF4-FFF2-40B4-BE49-F238E27FC236}">
                <a16:creationId xmlns:a16="http://schemas.microsoft.com/office/drawing/2014/main" id="{A7A3E977-FBDB-2CFF-9F52-2FA43DF215E6}"/>
              </a:ext>
            </a:extLst>
          </p:cNvPr>
          <p:cNvPicPr>
            <a:picLocks noChangeAspect="1" noChangeArrowheads="1"/>
          </p:cNvPicPr>
          <p:nvPr/>
        </p:nvPicPr>
        <p:blipFill rotWithShape="1">
          <a:blip r:embed="rId26" cstate="print">
            <a:extLst>
              <a:ext uri="{28A0092B-C50C-407E-A947-70E740481C1C}">
                <a14:useLocalDpi xmlns:a14="http://schemas.microsoft.com/office/drawing/2010/main" val="0"/>
              </a:ext>
            </a:extLst>
          </a:blip>
          <a:srcRect l="14727" t="8872" r="14717" b="9568"/>
          <a:stretch/>
        </p:blipFill>
        <p:spPr bwMode="auto">
          <a:xfrm>
            <a:off x="6799332" y="4380476"/>
            <a:ext cx="647700" cy="49914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parrow Bird icon PNG and SVG Vector Free Download">
            <a:extLst>
              <a:ext uri="{FF2B5EF4-FFF2-40B4-BE49-F238E27FC236}">
                <a16:creationId xmlns:a16="http://schemas.microsoft.com/office/drawing/2014/main" id="{813D9A01-EDFC-F101-EF9C-2C6E77096001}"/>
              </a:ext>
            </a:extLst>
          </p:cNvPr>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7531007" y="4411013"/>
            <a:ext cx="540000" cy="43807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ig Icon - Free Download Animal Icons | IconScout">
            <a:extLst>
              <a:ext uri="{FF2B5EF4-FFF2-40B4-BE49-F238E27FC236}">
                <a16:creationId xmlns:a16="http://schemas.microsoft.com/office/drawing/2014/main" id="{F80F37AA-8200-8EEA-497B-4E5C6DB806B2}"/>
              </a:ext>
            </a:extLst>
          </p:cNvPr>
          <p:cNvPicPr>
            <a:picLocks noChangeAspect="1"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9140328" y="4303622"/>
            <a:ext cx="612000" cy="612000"/>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F6F9E885-6379-ED5A-1858-1BFF25E06D2D}"/>
              </a:ext>
            </a:extLst>
          </p:cNvPr>
          <p:cNvSpPr txBox="1"/>
          <p:nvPr/>
        </p:nvSpPr>
        <p:spPr>
          <a:xfrm>
            <a:off x="214041" y="447385"/>
            <a:ext cx="7072610"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Función</a:t>
            </a:r>
            <a:r>
              <a:rPr lang="en-US" sz="2000" b="1" dirty="0">
                <a:solidFill>
                  <a:schemeClr val="accent1">
                    <a:lumMod val="50000"/>
                  </a:schemeClr>
                </a:solidFill>
              </a:rPr>
              <a:t> de </a:t>
            </a:r>
            <a:r>
              <a:rPr lang="en-US" sz="2000" b="1" dirty="0" err="1">
                <a:solidFill>
                  <a:schemeClr val="accent1">
                    <a:lumMod val="50000"/>
                  </a:schemeClr>
                </a:solidFill>
              </a:rPr>
              <a:t>coste</a:t>
            </a:r>
            <a:r>
              <a:rPr lang="en-US" sz="2000" b="1" dirty="0">
                <a:solidFill>
                  <a:schemeClr val="accent1">
                    <a:lumMod val="50000"/>
                  </a:schemeClr>
                </a:solidFill>
              </a:rPr>
              <a:t> III</a:t>
            </a:r>
            <a:endParaRPr lang="en-US" sz="2000"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A127FDF3-8F5C-F7C6-5FF5-ED8B1403F35A}"/>
                  </a:ext>
                </a:extLst>
              </p:cNvPr>
              <p:cNvSpPr txBox="1"/>
              <p:nvPr/>
            </p:nvSpPr>
            <p:spPr>
              <a:xfrm>
                <a:off x="3710054" y="3324216"/>
                <a:ext cx="2278290" cy="3965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s-ES" b="1" i="1" smtClean="0">
                              <a:solidFill>
                                <a:schemeClr val="accent1">
                                  <a:lumMod val="50000"/>
                                </a:schemeClr>
                              </a:solidFill>
                              <a:latin typeface="Cambria Math" panose="02040503050406030204" pitchFamily="18" charset="0"/>
                              <a:ea typeface="Cambria Math" panose="02040503050406030204" pitchFamily="18" charset="0"/>
                            </a:rPr>
                          </m:ctrlPr>
                        </m:accPr>
                        <m:e>
                          <m:r>
                            <a:rPr lang="es-ES" b="1" i="1">
                              <a:solidFill>
                                <a:schemeClr val="accent1">
                                  <a:lumMod val="50000"/>
                                </a:schemeClr>
                              </a:solidFill>
                              <a:latin typeface="Cambria Math" panose="02040503050406030204" pitchFamily="18" charset="0"/>
                              <a:ea typeface="Cambria Math" panose="02040503050406030204" pitchFamily="18" charset="0"/>
                            </a:rPr>
                            <m:t>𝒚</m:t>
                          </m:r>
                        </m:e>
                      </m:acc>
                      <m:r>
                        <a:rPr lang="es-ES" sz="1800" b="1" i="1" smtClean="0">
                          <a:solidFill>
                            <a:schemeClr val="accent1">
                              <a:lumMod val="50000"/>
                            </a:schemeClr>
                          </a:solidFill>
                          <a:latin typeface="Cambria Math" panose="02040503050406030204" pitchFamily="18" charset="0"/>
                          <a:ea typeface="Cambria Math" panose="02040503050406030204" pitchFamily="18" charset="0"/>
                        </a:rPr>
                        <m:t>=</m:t>
                      </m:r>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𝒉</m:t>
                          </m:r>
                        </m:e>
                        <m:sub>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sub>
                      </m:sSub>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𝒙</m:t>
                          </m:r>
                        </m:e>
                      </m:d>
                    </m:oMath>
                  </m:oMathPara>
                </a14:m>
                <a:endParaRPr lang="es-ES" dirty="0"/>
              </a:p>
            </p:txBody>
          </p:sp>
        </mc:Choice>
        <mc:Fallback xmlns="">
          <p:sp>
            <p:nvSpPr>
              <p:cNvPr id="7" name="CuadroTexto 6">
                <a:extLst>
                  <a:ext uri="{FF2B5EF4-FFF2-40B4-BE49-F238E27FC236}">
                    <a16:creationId xmlns:a16="http://schemas.microsoft.com/office/drawing/2014/main" id="{A127FDF3-8F5C-F7C6-5FF5-ED8B1403F35A}"/>
                  </a:ext>
                </a:extLst>
              </p:cNvPr>
              <p:cNvSpPr txBox="1">
                <a:spLocks noRot="1" noChangeAspect="1" noMove="1" noResize="1" noEditPoints="1" noAdjustHandles="1" noChangeArrowheads="1" noChangeShapeType="1" noTextEdit="1"/>
              </p:cNvSpPr>
              <p:nvPr/>
            </p:nvSpPr>
            <p:spPr>
              <a:xfrm>
                <a:off x="3710054" y="3324216"/>
                <a:ext cx="2278290" cy="396519"/>
              </a:xfrm>
              <a:prstGeom prst="rect">
                <a:avLst/>
              </a:prstGeom>
              <a:blipFill>
                <a:blip r:embed="rId29"/>
                <a:stretch>
                  <a:fillRect t="-4615" b="-9231"/>
                </a:stretch>
              </a:blipFill>
            </p:spPr>
            <p:txBody>
              <a:bodyPr/>
              <a:lstStyle/>
              <a:p>
                <a:r>
                  <a:rPr lang="es-ES">
                    <a:noFill/>
                  </a:rPr>
                  <a:t> </a:t>
                </a:r>
              </a:p>
            </p:txBody>
          </p:sp>
        </mc:Fallback>
      </mc:AlternateContent>
      <p:pic>
        <p:nvPicPr>
          <p:cNvPr id="8" name="Imagen 7">
            <a:extLst>
              <a:ext uri="{FF2B5EF4-FFF2-40B4-BE49-F238E27FC236}">
                <a16:creationId xmlns:a16="http://schemas.microsoft.com/office/drawing/2014/main" id="{A2F23094-4F6E-04F4-7279-639E36EEF0B8}"/>
              </a:ext>
            </a:extLst>
          </p:cNvPr>
          <p:cNvPicPr>
            <a:picLocks noChangeAspect="1"/>
          </p:cNvPicPr>
          <p:nvPr/>
        </p:nvPicPr>
        <p:blipFill>
          <a:blip r:embed="rId30"/>
          <a:stretch>
            <a:fillRect/>
          </a:stretch>
        </p:blipFill>
        <p:spPr>
          <a:xfrm>
            <a:off x="207800" y="1910165"/>
            <a:ext cx="3906336" cy="2988157"/>
          </a:xfrm>
          <a:prstGeom prst="rect">
            <a:avLst/>
          </a:prstGeom>
        </p:spPr>
      </p:pic>
    </p:spTree>
    <p:extLst>
      <p:ext uri="{BB962C8B-B14F-4D97-AF65-F5344CB8AC3E}">
        <p14:creationId xmlns:p14="http://schemas.microsoft.com/office/powerpoint/2010/main" val="275740821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721C4E8-F774-C602-C20C-95042CFF3868}"/>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4" name="CuadroTexto 3">
            <a:extLst>
              <a:ext uri="{FF2B5EF4-FFF2-40B4-BE49-F238E27FC236}">
                <a16:creationId xmlns:a16="http://schemas.microsoft.com/office/drawing/2014/main" id="{42CD2C9C-179A-B430-AE96-1003E8C32566}"/>
              </a:ext>
            </a:extLst>
          </p:cNvPr>
          <p:cNvSpPr txBox="1"/>
          <p:nvPr/>
        </p:nvSpPr>
        <p:spPr>
          <a:xfrm>
            <a:off x="171719" y="1091012"/>
            <a:ext cx="11505217" cy="46487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dirty="0">
                <a:solidFill>
                  <a:schemeClr val="accent1">
                    <a:lumMod val="50000"/>
                  </a:schemeClr>
                </a:solidFill>
              </a:rPr>
              <a:t>Si se trata de un problema de </a:t>
            </a:r>
            <a:r>
              <a:rPr lang="es-ES" u="sng" dirty="0">
                <a:solidFill>
                  <a:schemeClr val="accent1">
                    <a:lumMod val="50000"/>
                  </a:schemeClr>
                </a:solidFill>
              </a:rPr>
              <a:t>regresión</a:t>
            </a:r>
            <a:r>
              <a:rPr lang="es-ES" dirty="0">
                <a:solidFill>
                  <a:schemeClr val="accent1">
                    <a:lumMod val="50000"/>
                  </a:schemeClr>
                </a:solidFill>
              </a:rPr>
              <a:t> se usa el </a:t>
            </a:r>
            <a:r>
              <a:rPr lang="es-ES" b="1" dirty="0">
                <a:solidFill>
                  <a:schemeClr val="accent1">
                    <a:lumMod val="50000"/>
                  </a:schemeClr>
                </a:solidFill>
              </a:rPr>
              <a:t>Error Cuadrático Medio </a:t>
            </a:r>
            <a:r>
              <a:rPr lang="es-ES" dirty="0">
                <a:solidFill>
                  <a:schemeClr val="accent1">
                    <a:lumMod val="50000"/>
                  </a:schemeClr>
                </a:solidFill>
              </a:rPr>
              <a:t>(MSE) o el </a:t>
            </a:r>
            <a:r>
              <a:rPr lang="es-ES" b="1" dirty="0">
                <a:solidFill>
                  <a:schemeClr val="accent1">
                    <a:lumMod val="50000"/>
                  </a:schemeClr>
                </a:solidFill>
              </a:rPr>
              <a:t>Error Absoluto Medio </a:t>
            </a:r>
            <a:r>
              <a:rPr lang="es-ES" dirty="0">
                <a:solidFill>
                  <a:schemeClr val="accent1">
                    <a:lumMod val="50000"/>
                  </a:schemeClr>
                </a:solidFill>
              </a:rPr>
              <a:t>(MAE).</a:t>
            </a:r>
          </a:p>
        </p:txBody>
      </p:sp>
      <mc:AlternateContent xmlns:mc="http://schemas.openxmlformats.org/markup-compatibility/2006" xmlns:a14="http://schemas.microsoft.com/office/drawing/2010/main">
        <mc:Choice Requires="a14">
          <p:sp>
            <p:nvSpPr>
              <p:cNvPr id="78" name="CuadroTexto 77">
                <a:extLst>
                  <a:ext uri="{FF2B5EF4-FFF2-40B4-BE49-F238E27FC236}">
                    <a16:creationId xmlns:a16="http://schemas.microsoft.com/office/drawing/2014/main" id="{C359AD9A-5861-7A14-0747-7BF5138A246A}"/>
                  </a:ext>
                </a:extLst>
              </p:cNvPr>
              <p:cNvSpPr txBox="1"/>
              <p:nvPr/>
            </p:nvSpPr>
            <p:spPr>
              <a:xfrm>
                <a:off x="4684542" y="1805709"/>
                <a:ext cx="6624397" cy="950517"/>
              </a:xfrm>
              <a:prstGeom prst="rect">
                <a:avLst/>
              </a:prstGeom>
              <a:noFill/>
            </p:spPr>
            <p:txBody>
              <a:bodyPr wrap="square">
                <a:spAutoFit/>
              </a:bodyPr>
              <a:lstStyle/>
              <a:p>
                <a:r>
                  <a:rPr lang="es-ES" dirty="0">
                    <a:solidFill>
                      <a:schemeClr val="accent1">
                        <a:lumMod val="50000"/>
                      </a:schemeClr>
                    </a:solidFill>
                  </a:rPr>
                  <a:t>Una neurona por dimensión de del espacio de salida. Cada neurona devuelve el valor de la coordenada i-</a:t>
                </a:r>
                <a:r>
                  <a:rPr lang="es-ES" dirty="0" err="1">
                    <a:solidFill>
                      <a:schemeClr val="accent1">
                        <a:lumMod val="50000"/>
                      </a:schemeClr>
                    </a:solidFill>
                  </a:rPr>
                  <a:t>ésima</a:t>
                </a:r>
                <a:r>
                  <a:rPr lang="es-ES" dirty="0">
                    <a:solidFill>
                      <a:schemeClr val="accent1">
                        <a:lumMod val="50000"/>
                      </a:schemeClr>
                    </a:solidFill>
                  </a:rPr>
                  <a:t> de </a:t>
                </a:r>
                <a14:m>
                  <m:oMath xmlns:m="http://schemas.openxmlformats.org/officeDocument/2006/math">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𝒉</m:t>
                        </m:r>
                      </m:e>
                      <m:sub>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sub>
                    </m:sSub>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𝒙</m:t>
                        </m:r>
                      </m:e>
                    </m:d>
                  </m:oMath>
                </a14:m>
                <a:endParaRPr lang="es-ES" dirty="0">
                  <a:solidFill>
                    <a:schemeClr val="accent1">
                      <a:lumMod val="50000"/>
                    </a:schemeClr>
                  </a:solidFill>
                </a:endParaRPr>
              </a:p>
              <a:p>
                <a:r>
                  <a:rPr lang="es-ES" dirty="0">
                    <a:solidFill>
                      <a:schemeClr val="accent1">
                        <a:lumMod val="50000"/>
                      </a:schemeClr>
                    </a:solidFill>
                  </a:rPr>
                  <a:t> </a:t>
                </a:r>
              </a:p>
            </p:txBody>
          </p:sp>
        </mc:Choice>
        <mc:Fallback xmlns="">
          <p:sp>
            <p:nvSpPr>
              <p:cNvPr id="78" name="CuadroTexto 77">
                <a:extLst>
                  <a:ext uri="{FF2B5EF4-FFF2-40B4-BE49-F238E27FC236}">
                    <a16:creationId xmlns:a16="http://schemas.microsoft.com/office/drawing/2014/main" id="{C359AD9A-5861-7A14-0747-7BF5138A246A}"/>
                  </a:ext>
                </a:extLst>
              </p:cNvPr>
              <p:cNvSpPr txBox="1">
                <a:spLocks noRot="1" noChangeAspect="1" noMove="1" noResize="1" noEditPoints="1" noAdjustHandles="1" noChangeArrowheads="1" noChangeShapeType="1" noTextEdit="1"/>
              </p:cNvSpPr>
              <p:nvPr/>
            </p:nvSpPr>
            <p:spPr>
              <a:xfrm>
                <a:off x="4684542" y="1805709"/>
                <a:ext cx="6624397" cy="950517"/>
              </a:xfrm>
              <a:prstGeom prst="rect">
                <a:avLst/>
              </a:prstGeom>
              <a:blipFill>
                <a:blip r:embed="rId2"/>
                <a:stretch>
                  <a:fillRect l="-736" t="-3205"/>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1" name="CuadroTexto 80">
                <a:extLst>
                  <a:ext uri="{FF2B5EF4-FFF2-40B4-BE49-F238E27FC236}">
                    <a16:creationId xmlns:a16="http://schemas.microsoft.com/office/drawing/2014/main" id="{D8CF660A-9C1C-D771-3425-34341409B3D8}"/>
                  </a:ext>
                </a:extLst>
              </p:cNvPr>
              <p:cNvSpPr txBox="1"/>
              <p:nvPr/>
            </p:nvSpPr>
            <p:spPr>
              <a:xfrm>
                <a:off x="4557160" y="3254599"/>
                <a:ext cx="6748496" cy="9025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s-ES" b="1" i="0"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a:rPr lang="es-ES" b="0" i="1" smtClean="0">
                              <a:solidFill>
                                <a:schemeClr val="accent1">
                                  <a:lumMod val="50000"/>
                                </a:schemeClr>
                              </a:solidFill>
                              <a:latin typeface="Cambria Math" panose="02040503050406030204" pitchFamily="18" charset="0"/>
                              <a:ea typeface="Cambria Math" panose="02040503050406030204" pitchFamily="18" charset="0"/>
                            </a:rPr>
                            <m:t>1</m:t>
                          </m:r>
                        </m:num>
                        <m:den>
                          <m:r>
                            <a:rPr lang="es-ES" b="0" i="1" smtClean="0">
                              <a:solidFill>
                                <a:schemeClr val="accent1">
                                  <a:lumMod val="50000"/>
                                </a:schemeClr>
                              </a:solidFill>
                              <a:latin typeface="Cambria Math" panose="02040503050406030204" pitchFamily="18" charset="0"/>
                              <a:ea typeface="Cambria Math" panose="02040503050406030204" pitchFamily="18" charset="0"/>
                            </a:rPr>
                            <m:t>𝑀</m:t>
                          </m:r>
                        </m:den>
                      </m:f>
                      <m:nary>
                        <m:naryPr>
                          <m:chr m:val="∑"/>
                          <m:ctrlPr>
                            <a:rPr lang="es-ES" i="1" smtClean="0">
                              <a:solidFill>
                                <a:schemeClr val="accent1">
                                  <a:lumMod val="50000"/>
                                </a:schemeClr>
                              </a:solidFill>
                              <a:latin typeface="Cambria Math" panose="02040503050406030204" pitchFamily="18" charset="0"/>
                              <a:ea typeface="Cambria Math" panose="02040503050406030204" pitchFamily="18" charset="0"/>
                            </a:rPr>
                          </m:ctrlPr>
                        </m:naryPr>
                        <m:sub>
                          <m:r>
                            <m:rPr>
                              <m:brk m:alnAt="23"/>
                            </m:rPr>
                            <a:rPr lang="es-ES" b="0" i="1" smtClean="0">
                              <a:solidFill>
                                <a:schemeClr val="accent1">
                                  <a:lumMod val="50000"/>
                                </a:schemeClr>
                              </a:solidFill>
                              <a:latin typeface="Cambria Math" panose="02040503050406030204" pitchFamily="18" charset="0"/>
                              <a:ea typeface="Cambria Math" panose="02040503050406030204" pitchFamily="18" charset="0"/>
                            </a:rPr>
                            <m:t>𝑚</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𝑀</m:t>
                          </m:r>
                        </m:sup>
                        <m:e>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d>
                                <m:dPr>
                                  <m:begChr m:val="‖"/>
                                  <m:endChr m:val="‖"/>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𝒚</m:t>
                                      </m:r>
                                    </m:e>
                                    <m:sup>
                                      <m:r>
                                        <a:rPr lang="es-ES" i="1">
                                          <a:solidFill>
                                            <a:schemeClr val="accent1">
                                              <a:lumMod val="50000"/>
                                            </a:schemeClr>
                                          </a:solidFill>
                                          <a:latin typeface="Cambria Math" panose="02040503050406030204" pitchFamily="18" charset="0"/>
                                          <a:ea typeface="Cambria Math" panose="02040503050406030204" pitchFamily="18" charset="0"/>
                                        </a:rPr>
                                        <m:t>𝑚</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𝒉</m:t>
                                      </m:r>
                                    </m:e>
                                    <m:sub>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sub>
                                  </m:sSub>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𝒙</m:t>
                                          </m:r>
                                        </m:e>
                                        <m:sup>
                                          <m:r>
                                            <a:rPr lang="es-ES" b="1" i="1" smtClean="0">
                                              <a:solidFill>
                                                <a:schemeClr val="accent1">
                                                  <a:lumMod val="50000"/>
                                                </a:schemeClr>
                                              </a:solidFill>
                                              <a:latin typeface="Cambria Math" panose="02040503050406030204" pitchFamily="18" charset="0"/>
                                              <a:ea typeface="Cambria Math" panose="02040503050406030204" pitchFamily="18" charset="0"/>
                                            </a:rPr>
                                            <m:t>𝒎</m:t>
                                          </m:r>
                                        </m:sup>
                                      </m:sSup>
                                    </m:e>
                                  </m:d>
                                </m:e>
                              </m:d>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e>
                      </m:nary>
                      <m:r>
                        <a:rPr lang="es-ES"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a:rPr lang="es-ES" i="1" smtClean="0">
                              <a:solidFill>
                                <a:schemeClr val="accent1">
                                  <a:lumMod val="50000"/>
                                </a:schemeClr>
                              </a:solidFill>
                              <a:latin typeface="Cambria Math" panose="02040503050406030204" pitchFamily="18" charset="0"/>
                              <a:ea typeface="Cambria Math" panose="02040503050406030204" pitchFamily="18" charset="0"/>
                            </a:rPr>
                            <m:t>𝜆</m:t>
                          </m:r>
                        </m:num>
                        <m:den>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𝑀</m:t>
                          </m:r>
                        </m:den>
                      </m:f>
                      <m:nary>
                        <m:naryPr>
                          <m:chr m:val="∑"/>
                          <m:supHide m:val="on"/>
                          <m:ctrlPr>
                            <a:rPr lang="es-ES" i="1" smtClean="0">
                              <a:solidFill>
                                <a:schemeClr val="accent1">
                                  <a:lumMod val="50000"/>
                                </a:schemeClr>
                              </a:solidFill>
                              <a:latin typeface="Cambria Math" panose="02040503050406030204" pitchFamily="18" charset="0"/>
                              <a:ea typeface="Cambria Math" panose="02040503050406030204" pitchFamily="18" charset="0"/>
                            </a:rPr>
                          </m:ctrlPr>
                        </m:naryPr>
                        <m:sub>
                          <m:r>
                            <m:rPr>
                              <m:brk m:alnAt="7"/>
                            </m:rPr>
                            <a:rPr lang="es-ES" b="0" i="1" smtClean="0">
                              <a:solidFill>
                                <a:schemeClr val="accent1">
                                  <a:lumMod val="50000"/>
                                </a:schemeClr>
                              </a:solidFill>
                              <a:latin typeface="Cambria Math" panose="02040503050406030204" pitchFamily="18" charset="0"/>
                              <a:ea typeface="Cambria Math" panose="02040503050406030204" pitchFamily="18" charset="0"/>
                            </a:rPr>
                            <m:t>𝑖</m:t>
                          </m:r>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𝑗</m:t>
                          </m:r>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sub>
                        <m:sup/>
                        <m:e>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d>
                                <m:d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i="1">
                                          <a:solidFill>
                                            <a:schemeClr val="accent1">
                                              <a:lumMod val="50000"/>
                                            </a:schemeClr>
                                          </a:solidFill>
                                          <a:latin typeface="Cambria Math" panose="02040503050406030204" pitchFamily="18" charset="0"/>
                                          <a:ea typeface="Cambria Math" panose="02040503050406030204" pitchFamily="18" charset="0"/>
                                        </a:rPr>
                                        <m:t>𝑖𝑗</m:t>
                                      </m:r>
                                    </m:sub>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bSup>
                                </m:e>
                              </m:d>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e>
                      </m:nary>
                    </m:oMath>
                  </m:oMathPara>
                </a14:m>
                <a:endParaRPr lang="es-ES" dirty="0"/>
              </a:p>
            </p:txBody>
          </p:sp>
        </mc:Choice>
        <mc:Fallback xmlns="">
          <p:sp>
            <p:nvSpPr>
              <p:cNvPr id="81" name="CuadroTexto 80">
                <a:extLst>
                  <a:ext uri="{FF2B5EF4-FFF2-40B4-BE49-F238E27FC236}">
                    <a16:creationId xmlns:a16="http://schemas.microsoft.com/office/drawing/2014/main" id="{D8CF660A-9C1C-D771-3425-34341409B3D8}"/>
                  </a:ext>
                </a:extLst>
              </p:cNvPr>
              <p:cNvSpPr txBox="1">
                <a:spLocks noRot="1" noChangeAspect="1" noMove="1" noResize="1" noEditPoints="1" noAdjustHandles="1" noChangeArrowheads="1" noChangeShapeType="1" noTextEdit="1"/>
              </p:cNvSpPr>
              <p:nvPr/>
            </p:nvSpPr>
            <p:spPr>
              <a:xfrm>
                <a:off x="4557160" y="3254599"/>
                <a:ext cx="6748496" cy="902555"/>
              </a:xfrm>
              <a:prstGeom prst="rect">
                <a:avLst/>
              </a:prstGeom>
              <a:blipFill>
                <a:blip r:embed="rId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F4DEAA38-8FEA-6B61-874C-78F1C718C787}"/>
                  </a:ext>
                </a:extLst>
              </p:cNvPr>
              <p:cNvSpPr txBox="1"/>
              <p:nvPr/>
            </p:nvSpPr>
            <p:spPr>
              <a:xfrm>
                <a:off x="4428946" y="4497641"/>
                <a:ext cx="7075256" cy="9025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s-ES" b="1">
                          <a:solidFill>
                            <a:schemeClr val="accent1">
                              <a:lumMod val="50000"/>
                            </a:schemeClr>
                          </a:solidFill>
                          <a:latin typeface="Cambria Math" panose="02040503050406030204" pitchFamily="18" charset="0"/>
                          <a:ea typeface="Cambria Math" panose="02040503050406030204" pitchFamily="18" charset="0"/>
                        </a:rPr>
                        <m:t>=</m:t>
                      </m:r>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a:rPr lang="es-ES" b="0" i="1" smtClean="0">
                              <a:solidFill>
                                <a:schemeClr val="accent1">
                                  <a:lumMod val="50000"/>
                                </a:schemeClr>
                              </a:solidFill>
                              <a:latin typeface="Cambria Math" panose="02040503050406030204" pitchFamily="18" charset="0"/>
                              <a:ea typeface="Cambria Math" panose="02040503050406030204" pitchFamily="18" charset="0"/>
                            </a:rPr>
                            <m:t>1</m:t>
                          </m:r>
                        </m:num>
                        <m:den>
                          <m:r>
                            <a:rPr lang="es-ES" b="0" i="1" smtClean="0">
                              <a:solidFill>
                                <a:schemeClr val="accent1">
                                  <a:lumMod val="50000"/>
                                </a:schemeClr>
                              </a:solidFill>
                              <a:latin typeface="Cambria Math" panose="02040503050406030204" pitchFamily="18" charset="0"/>
                              <a:ea typeface="Cambria Math" panose="02040503050406030204" pitchFamily="18" charset="0"/>
                            </a:rPr>
                            <m:t>𝑀</m:t>
                          </m:r>
                        </m:den>
                      </m:f>
                      <m:nary>
                        <m:naryPr>
                          <m:chr m:val="∑"/>
                          <m:ctrlPr>
                            <a:rPr lang="es-ES" i="1" smtClean="0">
                              <a:solidFill>
                                <a:schemeClr val="accent1">
                                  <a:lumMod val="50000"/>
                                </a:schemeClr>
                              </a:solidFill>
                              <a:latin typeface="Cambria Math" panose="02040503050406030204" pitchFamily="18" charset="0"/>
                              <a:ea typeface="Cambria Math" panose="02040503050406030204" pitchFamily="18" charset="0"/>
                            </a:rPr>
                          </m:ctrlPr>
                        </m:naryPr>
                        <m:sub>
                          <m:r>
                            <m:rPr>
                              <m:brk m:alnAt="23"/>
                            </m:rPr>
                            <a:rPr lang="es-ES" b="0" i="1" smtClean="0">
                              <a:solidFill>
                                <a:schemeClr val="accent1">
                                  <a:lumMod val="50000"/>
                                </a:schemeClr>
                              </a:solidFill>
                              <a:latin typeface="Cambria Math" panose="02040503050406030204" pitchFamily="18" charset="0"/>
                              <a:ea typeface="Cambria Math" panose="02040503050406030204" pitchFamily="18" charset="0"/>
                            </a:rPr>
                            <m:t>𝑚</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𝑀</m:t>
                          </m:r>
                        </m:sup>
                        <m:e>
                          <m:sSub>
                            <m:sSub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bPr>
                            <m:e>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𝒚</m:t>
                                      </m:r>
                                    </m:e>
                                    <m:sup>
                                      <m:r>
                                        <a:rPr lang="es-ES" i="1">
                                          <a:solidFill>
                                            <a:schemeClr val="accent1">
                                              <a:lumMod val="50000"/>
                                            </a:schemeClr>
                                          </a:solidFill>
                                          <a:latin typeface="Cambria Math" panose="02040503050406030204" pitchFamily="18" charset="0"/>
                                          <a:ea typeface="Cambria Math" panose="02040503050406030204" pitchFamily="18" charset="0"/>
                                        </a:rPr>
                                        <m:t>𝑚</m:t>
                                      </m:r>
                                    </m:sup>
                                  </m:sSup>
                                  <m:r>
                                    <a:rPr lang="es-ES" i="1">
                                      <a:solidFill>
                                        <a:schemeClr val="accent1">
                                          <a:lumMod val="50000"/>
                                        </a:schemeClr>
                                      </a:solidFill>
                                      <a:latin typeface="Cambria Math" panose="02040503050406030204" pitchFamily="18" charset="0"/>
                                      <a:ea typeface="Cambria Math" panose="02040503050406030204" pitchFamily="18" charset="0"/>
                                    </a:rPr>
                                    <m:t>−</m:t>
                                  </m:r>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𝒉</m:t>
                                      </m:r>
                                    </m:e>
                                    <m:sub>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sub>
                                  </m:sSub>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𝒙</m:t>
                                          </m:r>
                                        </m:e>
                                        <m:sup>
                                          <m:r>
                                            <a:rPr lang="es-ES" b="1" i="1">
                                              <a:solidFill>
                                                <a:schemeClr val="accent1">
                                                  <a:lumMod val="50000"/>
                                                </a:schemeClr>
                                              </a:solidFill>
                                              <a:latin typeface="Cambria Math" panose="02040503050406030204" pitchFamily="18" charset="0"/>
                                              <a:ea typeface="Cambria Math" panose="02040503050406030204" pitchFamily="18" charset="0"/>
                                            </a:rPr>
                                            <m:t>𝒎</m:t>
                                          </m:r>
                                        </m:sup>
                                      </m:sSup>
                                    </m:e>
                                  </m:d>
                                </m:e>
                              </m:d>
                            </m:e>
                            <m:sub>
                              <m:r>
                                <a:rPr lang="es-ES" b="1" i="1" smtClean="0">
                                  <a:solidFill>
                                    <a:schemeClr val="accent1">
                                      <a:lumMod val="50000"/>
                                    </a:schemeClr>
                                  </a:solidFill>
                                  <a:latin typeface="Cambria Math" panose="02040503050406030204" pitchFamily="18" charset="0"/>
                                  <a:ea typeface="Cambria Math" panose="02040503050406030204" pitchFamily="18" charset="0"/>
                                </a:rPr>
                                <m:t>𝟏</m:t>
                              </m:r>
                            </m:sub>
                          </m:sSub>
                        </m:e>
                      </m:nary>
                      <m:r>
                        <a:rPr lang="es-ES"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a:rPr lang="es-ES" i="1" smtClean="0">
                              <a:solidFill>
                                <a:schemeClr val="accent1">
                                  <a:lumMod val="50000"/>
                                </a:schemeClr>
                              </a:solidFill>
                              <a:latin typeface="Cambria Math" panose="02040503050406030204" pitchFamily="18" charset="0"/>
                              <a:ea typeface="Cambria Math" panose="02040503050406030204" pitchFamily="18" charset="0"/>
                            </a:rPr>
                            <m:t>𝜆</m:t>
                          </m:r>
                        </m:num>
                        <m:den>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𝑀</m:t>
                          </m:r>
                        </m:den>
                      </m:f>
                      <m:nary>
                        <m:naryPr>
                          <m:chr m:val="∑"/>
                          <m:supHide m:val="on"/>
                          <m:ctrlPr>
                            <a:rPr lang="es-ES" i="1" smtClean="0">
                              <a:solidFill>
                                <a:schemeClr val="accent1">
                                  <a:lumMod val="50000"/>
                                </a:schemeClr>
                              </a:solidFill>
                              <a:latin typeface="Cambria Math" panose="02040503050406030204" pitchFamily="18" charset="0"/>
                              <a:ea typeface="Cambria Math" panose="02040503050406030204" pitchFamily="18" charset="0"/>
                            </a:rPr>
                          </m:ctrlPr>
                        </m:naryPr>
                        <m:sub>
                          <m:r>
                            <m:rPr>
                              <m:brk m:alnAt="7"/>
                            </m:rPr>
                            <a:rPr lang="es-ES" b="0" i="1" smtClean="0">
                              <a:solidFill>
                                <a:schemeClr val="accent1">
                                  <a:lumMod val="50000"/>
                                </a:schemeClr>
                              </a:solidFill>
                              <a:latin typeface="Cambria Math" panose="02040503050406030204" pitchFamily="18" charset="0"/>
                              <a:ea typeface="Cambria Math" panose="02040503050406030204" pitchFamily="18" charset="0"/>
                            </a:rPr>
                            <m:t>𝑖</m:t>
                          </m:r>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𝑗</m:t>
                          </m:r>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sub>
                        <m:sup/>
                        <m:e>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d>
                                <m:d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i="1">
                                          <a:solidFill>
                                            <a:schemeClr val="accent1">
                                              <a:lumMod val="50000"/>
                                            </a:schemeClr>
                                          </a:solidFill>
                                          <a:latin typeface="Cambria Math" panose="02040503050406030204" pitchFamily="18" charset="0"/>
                                          <a:ea typeface="Cambria Math" panose="02040503050406030204" pitchFamily="18" charset="0"/>
                                        </a:rPr>
                                        <m:t>𝑖𝑗</m:t>
                                      </m:r>
                                    </m:sub>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bSup>
                                </m:e>
                              </m:d>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e>
                      </m:nary>
                    </m:oMath>
                  </m:oMathPara>
                </a14:m>
                <a:endParaRPr lang="es-ES" dirty="0"/>
              </a:p>
            </p:txBody>
          </p:sp>
        </mc:Choice>
        <mc:Fallback xmlns="">
          <p:sp>
            <p:nvSpPr>
              <p:cNvPr id="2" name="CuadroTexto 1">
                <a:extLst>
                  <a:ext uri="{FF2B5EF4-FFF2-40B4-BE49-F238E27FC236}">
                    <a16:creationId xmlns:a16="http://schemas.microsoft.com/office/drawing/2014/main" id="{F4DEAA38-8FEA-6B61-874C-78F1C718C787}"/>
                  </a:ext>
                </a:extLst>
              </p:cNvPr>
              <p:cNvSpPr txBox="1">
                <a:spLocks noRot="1" noChangeAspect="1" noMove="1" noResize="1" noEditPoints="1" noAdjustHandles="1" noChangeArrowheads="1" noChangeShapeType="1" noTextEdit="1"/>
              </p:cNvSpPr>
              <p:nvPr/>
            </p:nvSpPr>
            <p:spPr>
              <a:xfrm>
                <a:off x="4428946" y="4497641"/>
                <a:ext cx="7075256" cy="902555"/>
              </a:xfrm>
              <a:prstGeom prst="rect">
                <a:avLst/>
              </a:prstGeom>
              <a:blipFill>
                <a:blip r:embed="rId4"/>
                <a:stretch>
                  <a:fillRect/>
                </a:stretch>
              </a:blipFill>
            </p:spPr>
            <p:txBody>
              <a:bodyPr/>
              <a:lstStyle/>
              <a:p>
                <a:r>
                  <a:rPr lang="es-ES">
                    <a:noFill/>
                  </a:rPr>
                  <a:t> </a:t>
                </a:r>
              </a:p>
            </p:txBody>
          </p:sp>
        </mc:Fallback>
      </mc:AlternateContent>
      <p:sp>
        <p:nvSpPr>
          <p:cNvPr id="6" name="CuadroTexto 5">
            <a:extLst>
              <a:ext uri="{FF2B5EF4-FFF2-40B4-BE49-F238E27FC236}">
                <a16:creationId xmlns:a16="http://schemas.microsoft.com/office/drawing/2014/main" id="{E6F2C075-F337-790D-7101-0C2DA174AD5C}"/>
              </a:ext>
            </a:extLst>
          </p:cNvPr>
          <p:cNvSpPr txBox="1"/>
          <p:nvPr/>
        </p:nvSpPr>
        <p:spPr>
          <a:xfrm>
            <a:off x="4876259" y="3521211"/>
            <a:ext cx="864000" cy="369332"/>
          </a:xfrm>
          <a:prstGeom prst="rect">
            <a:avLst/>
          </a:prstGeom>
          <a:noFill/>
        </p:spPr>
        <p:txBody>
          <a:bodyPr wrap="square">
            <a:spAutoFit/>
          </a:bodyPr>
          <a:lstStyle/>
          <a:p>
            <a:r>
              <a:rPr lang="es-ES" b="1" dirty="0">
                <a:solidFill>
                  <a:schemeClr val="accent1">
                    <a:lumMod val="50000"/>
                  </a:schemeClr>
                </a:solidFill>
              </a:rPr>
              <a:t>MSE:</a:t>
            </a:r>
            <a:endParaRPr lang="es-ES" b="1" dirty="0"/>
          </a:p>
        </p:txBody>
      </p:sp>
      <p:sp>
        <p:nvSpPr>
          <p:cNvPr id="8" name="CuadroTexto 7">
            <a:extLst>
              <a:ext uri="{FF2B5EF4-FFF2-40B4-BE49-F238E27FC236}">
                <a16:creationId xmlns:a16="http://schemas.microsoft.com/office/drawing/2014/main" id="{146CF0A3-7B13-600E-94E5-9F08B0A7F9AB}"/>
              </a:ext>
            </a:extLst>
          </p:cNvPr>
          <p:cNvSpPr txBox="1"/>
          <p:nvPr/>
        </p:nvSpPr>
        <p:spPr>
          <a:xfrm>
            <a:off x="4876259" y="4770035"/>
            <a:ext cx="864000" cy="369332"/>
          </a:xfrm>
          <a:prstGeom prst="rect">
            <a:avLst/>
          </a:prstGeom>
          <a:noFill/>
        </p:spPr>
        <p:txBody>
          <a:bodyPr wrap="square">
            <a:spAutoFit/>
          </a:bodyPr>
          <a:lstStyle/>
          <a:p>
            <a:r>
              <a:rPr lang="es-ES" b="1" dirty="0">
                <a:solidFill>
                  <a:schemeClr val="accent1">
                    <a:lumMod val="50000"/>
                  </a:schemeClr>
                </a:solidFill>
              </a:rPr>
              <a:t>MAE:</a:t>
            </a:r>
            <a:endParaRPr lang="es-ES" b="1" dirty="0"/>
          </a:p>
        </p:txBody>
      </p:sp>
      <p:sp>
        <p:nvSpPr>
          <p:cNvPr id="9" name="Rectangle 1">
            <a:extLst>
              <a:ext uri="{FF2B5EF4-FFF2-40B4-BE49-F238E27FC236}">
                <a16:creationId xmlns:a16="http://schemas.microsoft.com/office/drawing/2014/main" id="{62CCE796-C711-226C-EDA3-126444F0391D}"/>
              </a:ext>
            </a:extLst>
          </p:cNvPr>
          <p:cNvSpPr>
            <a:spLocks noChangeArrowheads="1"/>
          </p:cNvSpPr>
          <p:nvPr/>
        </p:nvSpPr>
        <p:spPr bwMode="auto">
          <a:xfrm>
            <a:off x="1034058" y="5566816"/>
            <a:ext cx="1012388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ES" altLang="es-ES" dirty="0">
                <a:solidFill>
                  <a:schemeClr val="accent1">
                    <a:lumMod val="50000"/>
                  </a:schemeClr>
                </a:solidFill>
              </a:rPr>
              <a:t>Si el problema tiene valores atípicos que pueden distorsionar los resultados es conveniente usar el MAE.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CuadroTexto 4">
            <a:extLst>
              <a:ext uri="{FF2B5EF4-FFF2-40B4-BE49-F238E27FC236}">
                <a16:creationId xmlns:a16="http://schemas.microsoft.com/office/drawing/2014/main" id="{8754A68C-FA1D-012B-E150-3CA0F2D222F7}"/>
              </a:ext>
            </a:extLst>
          </p:cNvPr>
          <p:cNvSpPr txBox="1"/>
          <p:nvPr/>
        </p:nvSpPr>
        <p:spPr>
          <a:xfrm>
            <a:off x="214041" y="447385"/>
            <a:ext cx="7072610"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Función</a:t>
            </a:r>
            <a:r>
              <a:rPr lang="en-US" sz="2000" b="1" dirty="0">
                <a:solidFill>
                  <a:schemeClr val="accent1">
                    <a:lumMod val="50000"/>
                  </a:schemeClr>
                </a:solidFill>
              </a:rPr>
              <a:t> de </a:t>
            </a:r>
            <a:r>
              <a:rPr lang="en-US" sz="2000" b="1" dirty="0" err="1">
                <a:solidFill>
                  <a:schemeClr val="accent1">
                    <a:lumMod val="50000"/>
                  </a:schemeClr>
                </a:solidFill>
              </a:rPr>
              <a:t>coste</a:t>
            </a:r>
            <a:r>
              <a:rPr lang="en-US" sz="2000" b="1" dirty="0">
                <a:solidFill>
                  <a:schemeClr val="accent1">
                    <a:lumMod val="50000"/>
                  </a:schemeClr>
                </a:solidFill>
              </a:rPr>
              <a:t> IV</a:t>
            </a:r>
            <a:endParaRPr lang="en-US" sz="2000" dirty="0">
              <a:solidFill>
                <a:schemeClr val="accent1">
                  <a:lumMod val="50000"/>
                </a:schemeClr>
              </a:solidFill>
            </a:endParaRPr>
          </a:p>
        </p:txBody>
      </p:sp>
      <p:pic>
        <p:nvPicPr>
          <p:cNvPr id="7" name="Imagen 6">
            <a:extLst>
              <a:ext uri="{FF2B5EF4-FFF2-40B4-BE49-F238E27FC236}">
                <a16:creationId xmlns:a16="http://schemas.microsoft.com/office/drawing/2014/main" id="{65A8E369-5727-FDFB-B90B-DA0115B43EF9}"/>
              </a:ext>
            </a:extLst>
          </p:cNvPr>
          <p:cNvPicPr>
            <a:picLocks noChangeAspect="1"/>
          </p:cNvPicPr>
          <p:nvPr/>
        </p:nvPicPr>
        <p:blipFill>
          <a:blip r:embed="rId5"/>
          <a:stretch>
            <a:fillRect/>
          </a:stretch>
        </p:blipFill>
        <p:spPr>
          <a:xfrm>
            <a:off x="87312" y="1805709"/>
            <a:ext cx="4119528" cy="3151239"/>
          </a:xfrm>
          <a:prstGeom prst="rect">
            <a:avLst/>
          </a:prstGeom>
        </p:spPr>
      </p:pic>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F5FD97CB-E215-61C1-B12C-DCB8C9A183C8}"/>
                  </a:ext>
                </a:extLst>
              </p:cNvPr>
              <p:cNvSpPr txBox="1"/>
              <p:nvPr/>
            </p:nvSpPr>
            <p:spPr>
              <a:xfrm>
                <a:off x="3223260" y="2601069"/>
                <a:ext cx="6094826" cy="404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1" i="1" smtClean="0">
                          <a:solidFill>
                            <a:schemeClr val="accent1">
                              <a:lumMod val="50000"/>
                            </a:schemeClr>
                          </a:solidFill>
                          <a:latin typeface="Cambria Math" panose="02040503050406030204" pitchFamily="18" charset="0"/>
                          <a:ea typeface="Cambria Math" panose="02040503050406030204" pitchFamily="18" charset="0"/>
                        </a:rPr>
                        <m:t>𝑬</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𝒀</m:t>
                          </m:r>
                          <m:r>
                            <a:rPr lang="es-ES" b="1"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b="1" i="1">
                                  <a:solidFill>
                                    <a:schemeClr val="accent1">
                                      <a:lumMod val="50000"/>
                                    </a:schemeClr>
                                  </a:solidFill>
                                  <a:latin typeface="Cambria Math" panose="02040503050406030204" pitchFamily="18" charset="0"/>
                                  <a:ea typeface="Cambria Math" panose="02040503050406030204" pitchFamily="18" charset="0"/>
                                </a:rPr>
                              </m:ctrlPr>
                            </m:accPr>
                            <m:e>
                              <m:r>
                                <a:rPr lang="es-ES" b="1" i="1">
                                  <a:solidFill>
                                    <a:schemeClr val="accent1">
                                      <a:lumMod val="50000"/>
                                    </a:schemeClr>
                                  </a:solidFill>
                                  <a:latin typeface="Cambria Math" panose="02040503050406030204" pitchFamily="18" charset="0"/>
                                  <a:ea typeface="Cambria Math" panose="02040503050406030204" pitchFamily="18" charset="0"/>
                                </a:rPr>
                                <m:t>𝒀</m:t>
                              </m:r>
                            </m:e>
                          </m:acc>
                        </m:e>
                      </m:d>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𝑱</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e>
                      </m:d>
                      <m:r>
                        <m:rPr>
                          <m:nor/>
                        </m:rPr>
                        <a:rPr lang="es-ES" b="1">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dirty="0"/>
              </a:p>
            </p:txBody>
          </p:sp>
        </mc:Choice>
        <mc:Fallback xmlns="">
          <p:sp>
            <p:nvSpPr>
              <p:cNvPr id="12" name="CuadroTexto 11">
                <a:extLst>
                  <a:ext uri="{FF2B5EF4-FFF2-40B4-BE49-F238E27FC236}">
                    <a16:creationId xmlns:a16="http://schemas.microsoft.com/office/drawing/2014/main" id="{F5FD97CB-E215-61C1-B12C-DCB8C9A183C8}"/>
                  </a:ext>
                </a:extLst>
              </p:cNvPr>
              <p:cNvSpPr txBox="1">
                <a:spLocks noRot="1" noChangeAspect="1" noMove="1" noResize="1" noEditPoints="1" noAdjustHandles="1" noChangeArrowheads="1" noChangeShapeType="1" noTextEdit="1"/>
              </p:cNvSpPr>
              <p:nvPr/>
            </p:nvSpPr>
            <p:spPr>
              <a:xfrm>
                <a:off x="3223260" y="2601069"/>
                <a:ext cx="6094826" cy="404983"/>
              </a:xfrm>
              <a:prstGeom prst="rect">
                <a:avLst/>
              </a:prstGeom>
              <a:blipFill>
                <a:blip r:embed="rId6"/>
                <a:stretch>
                  <a:fillRect b="-12121"/>
                </a:stretch>
              </a:blipFill>
            </p:spPr>
            <p:txBody>
              <a:bodyPr/>
              <a:lstStyle/>
              <a:p>
                <a:r>
                  <a:rPr lang="es-ES">
                    <a:noFill/>
                  </a:rPr>
                  <a:t> </a:t>
                </a:r>
              </a:p>
            </p:txBody>
          </p:sp>
        </mc:Fallback>
      </mc:AlternateContent>
    </p:spTree>
    <p:extLst>
      <p:ext uri="{BB962C8B-B14F-4D97-AF65-F5344CB8AC3E}">
        <p14:creationId xmlns:p14="http://schemas.microsoft.com/office/powerpoint/2010/main" val="18067114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721C4E8-F774-C602-C20C-95042CFF3868}"/>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4" name="CuadroTexto 3">
            <a:extLst>
              <a:ext uri="{FF2B5EF4-FFF2-40B4-BE49-F238E27FC236}">
                <a16:creationId xmlns:a16="http://schemas.microsoft.com/office/drawing/2014/main" id="{42CD2C9C-179A-B430-AE96-1003E8C32566}"/>
              </a:ext>
            </a:extLst>
          </p:cNvPr>
          <p:cNvSpPr txBox="1"/>
          <p:nvPr/>
        </p:nvSpPr>
        <p:spPr>
          <a:xfrm>
            <a:off x="171719" y="1091012"/>
            <a:ext cx="11505217" cy="46487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dirty="0">
                <a:solidFill>
                  <a:schemeClr val="accent1">
                    <a:lumMod val="50000"/>
                  </a:schemeClr>
                </a:solidFill>
              </a:rPr>
              <a:t>Tanto en los problemas de Regresión como en los de Clasificación hemos añadido un término a la función de pérdida</a:t>
            </a:r>
          </a:p>
        </p:txBody>
      </p:sp>
      <mc:AlternateContent xmlns:mc="http://schemas.openxmlformats.org/markup-compatibility/2006" xmlns:a14="http://schemas.microsoft.com/office/drawing/2010/main">
        <mc:Choice Requires="a14">
          <p:sp>
            <p:nvSpPr>
              <p:cNvPr id="81" name="CuadroTexto 80">
                <a:extLst>
                  <a:ext uri="{FF2B5EF4-FFF2-40B4-BE49-F238E27FC236}">
                    <a16:creationId xmlns:a16="http://schemas.microsoft.com/office/drawing/2014/main" id="{D8CF660A-9C1C-D771-3425-34341409B3D8}"/>
                  </a:ext>
                </a:extLst>
              </p:cNvPr>
              <p:cNvSpPr txBox="1"/>
              <p:nvPr/>
            </p:nvSpPr>
            <p:spPr>
              <a:xfrm>
                <a:off x="710044" y="4247856"/>
                <a:ext cx="6748496" cy="9025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1" i="1">
                          <a:solidFill>
                            <a:schemeClr val="accent1">
                              <a:lumMod val="50000"/>
                            </a:schemeClr>
                          </a:solidFill>
                          <a:latin typeface="Cambria Math" panose="02040503050406030204" pitchFamily="18" charset="0"/>
                          <a:ea typeface="Cambria Math" panose="02040503050406030204" pitchFamily="18" charset="0"/>
                        </a:rPr>
                        <m:t>𝑱</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e>
                      </m:d>
                      <m:r>
                        <m:rPr>
                          <m:nor/>
                        </m:rPr>
                        <a:rPr lang="es-ES" b="1" i="0"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a:rPr lang="es-ES" i="1">
                              <a:solidFill>
                                <a:schemeClr val="accent1">
                                  <a:lumMod val="50000"/>
                                </a:schemeClr>
                              </a:solidFill>
                              <a:latin typeface="Cambria Math" panose="02040503050406030204" pitchFamily="18" charset="0"/>
                              <a:ea typeface="Cambria Math" panose="02040503050406030204" pitchFamily="18" charset="0"/>
                            </a:rPr>
                            <m:t>1</m:t>
                          </m:r>
                        </m:num>
                        <m:den>
                          <m:r>
                            <a:rPr lang="es-ES" i="1">
                              <a:solidFill>
                                <a:schemeClr val="accent1">
                                  <a:lumMod val="50000"/>
                                </a:schemeClr>
                              </a:solidFill>
                              <a:latin typeface="Cambria Math" panose="02040503050406030204" pitchFamily="18" charset="0"/>
                              <a:ea typeface="Cambria Math" panose="02040503050406030204" pitchFamily="18" charset="0"/>
                            </a:rPr>
                            <m:t>𝑀</m:t>
                          </m:r>
                        </m:den>
                      </m:f>
                      <m:nary>
                        <m:naryPr>
                          <m:chr m:val="∑"/>
                          <m:ctrlPr>
                            <a:rPr lang="es-ES" i="1">
                              <a:solidFill>
                                <a:schemeClr val="accent1">
                                  <a:lumMod val="50000"/>
                                </a:schemeClr>
                              </a:solidFill>
                              <a:latin typeface="Cambria Math" panose="02040503050406030204" pitchFamily="18" charset="0"/>
                              <a:ea typeface="Cambria Math" panose="02040503050406030204" pitchFamily="18" charset="0"/>
                            </a:rPr>
                          </m:ctrlPr>
                        </m:naryPr>
                        <m:sub>
                          <m:r>
                            <m:rPr>
                              <m:brk m:alnAt="23"/>
                            </m:rPr>
                            <a:rPr lang="es-ES" i="1">
                              <a:solidFill>
                                <a:schemeClr val="accent1">
                                  <a:lumMod val="50000"/>
                                </a:schemeClr>
                              </a:solidFill>
                              <a:latin typeface="Cambria Math" panose="02040503050406030204" pitchFamily="18" charset="0"/>
                              <a:ea typeface="Cambria Math" panose="02040503050406030204" pitchFamily="18" charset="0"/>
                            </a:rPr>
                            <m:t>𝑚</m:t>
                          </m:r>
                          <m:r>
                            <a:rPr lang="es-ES" i="1">
                              <a:solidFill>
                                <a:schemeClr val="accent1">
                                  <a:lumMod val="50000"/>
                                </a:schemeClr>
                              </a:solidFill>
                              <a:latin typeface="Cambria Math" panose="02040503050406030204" pitchFamily="18" charset="0"/>
                              <a:ea typeface="Cambria Math" panose="02040503050406030204" pitchFamily="18" charset="0"/>
                            </a:rPr>
                            <m:t>=1</m:t>
                          </m:r>
                        </m:sub>
                        <m:sup>
                          <m:r>
                            <a:rPr lang="es-ES" i="1">
                              <a:solidFill>
                                <a:schemeClr val="accent1">
                                  <a:lumMod val="50000"/>
                                </a:schemeClr>
                              </a:solidFill>
                              <a:latin typeface="Cambria Math" panose="02040503050406030204" pitchFamily="18" charset="0"/>
                              <a:ea typeface="Cambria Math" panose="02040503050406030204" pitchFamily="18" charset="0"/>
                            </a:rPr>
                            <m:t>𝑀</m:t>
                          </m:r>
                        </m:sup>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𝒚</m:t>
                                      </m:r>
                                    </m:e>
                                    <m:sup>
                                      <m:r>
                                        <a:rPr lang="es-ES" i="1">
                                          <a:solidFill>
                                            <a:schemeClr val="accent1">
                                              <a:lumMod val="50000"/>
                                            </a:schemeClr>
                                          </a:solidFill>
                                          <a:latin typeface="Cambria Math" panose="02040503050406030204" pitchFamily="18" charset="0"/>
                                          <a:ea typeface="Cambria Math" panose="02040503050406030204" pitchFamily="18" charset="0"/>
                                        </a:rPr>
                                        <m:t>𝑚</m:t>
                                      </m:r>
                                    </m:sup>
                                  </m:sSup>
                                  <m:r>
                                    <a:rPr lang="es-ES" i="1">
                                      <a:solidFill>
                                        <a:schemeClr val="accent1">
                                          <a:lumMod val="50000"/>
                                        </a:schemeClr>
                                      </a:solidFill>
                                      <a:latin typeface="Cambria Math" panose="02040503050406030204" pitchFamily="18" charset="0"/>
                                      <a:ea typeface="Cambria Math" panose="02040503050406030204" pitchFamily="18" charset="0"/>
                                    </a:rPr>
                                    <m:t>−</m:t>
                                  </m:r>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𝒉</m:t>
                                      </m:r>
                                    </m:e>
                                    <m:sub>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sub>
                                  </m:sSub>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𝒙</m:t>
                                          </m:r>
                                        </m:e>
                                        <m:sup>
                                          <m:r>
                                            <a:rPr lang="es-ES" b="1" i="1">
                                              <a:solidFill>
                                                <a:schemeClr val="accent1">
                                                  <a:lumMod val="50000"/>
                                                </a:schemeClr>
                                              </a:solidFill>
                                              <a:latin typeface="Cambria Math" panose="02040503050406030204" pitchFamily="18" charset="0"/>
                                              <a:ea typeface="Cambria Math" panose="02040503050406030204" pitchFamily="18" charset="0"/>
                                            </a:rPr>
                                            <m:t>𝒎</m:t>
                                          </m:r>
                                        </m:sup>
                                      </m:sSup>
                                    </m:e>
                                  </m:d>
                                </m:e>
                              </m:d>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e>
                      </m:nary>
                      <m:r>
                        <a:rPr lang="es-ES" i="1">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a:rPr lang="es-ES" i="1">
                              <a:solidFill>
                                <a:schemeClr val="accent1">
                                  <a:lumMod val="50000"/>
                                </a:schemeClr>
                              </a:solidFill>
                              <a:latin typeface="Cambria Math" panose="02040503050406030204" pitchFamily="18" charset="0"/>
                              <a:ea typeface="Cambria Math" panose="02040503050406030204" pitchFamily="18" charset="0"/>
                            </a:rPr>
                            <m:t>𝜆</m:t>
                          </m:r>
                        </m:num>
                        <m:den>
                          <m:r>
                            <a:rPr lang="es-ES" i="1">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𝑀</m:t>
                          </m:r>
                        </m:den>
                      </m:f>
                      <m:nary>
                        <m:naryPr>
                          <m:chr m:val="∑"/>
                          <m:supHide m:val="on"/>
                          <m:ctrlPr>
                            <a:rPr lang="es-ES" i="1">
                              <a:solidFill>
                                <a:schemeClr val="accent1">
                                  <a:lumMod val="50000"/>
                                </a:schemeClr>
                              </a:solidFill>
                              <a:latin typeface="Cambria Math" panose="02040503050406030204" pitchFamily="18" charset="0"/>
                              <a:ea typeface="Cambria Math" panose="02040503050406030204" pitchFamily="18" charset="0"/>
                            </a:rPr>
                          </m:ctrlPr>
                        </m:naryPr>
                        <m:sub>
                          <m:r>
                            <m:rPr>
                              <m:brk m:alnAt="7"/>
                            </m:rPr>
                            <a:rPr lang="es-ES" i="1">
                              <a:solidFill>
                                <a:schemeClr val="accent1">
                                  <a:lumMod val="50000"/>
                                </a:schemeClr>
                              </a:solidFill>
                              <a:latin typeface="Cambria Math" panose="02040503050406030204" pitchFamily="18" charset="0"/>
                              <a:ea typeface="Cambria Math" panose="02040503050406030204" pitchFamily="18" charset="0"/>
                            </a:rPr>
                            <m:t>𝑖</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𝑗</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sub>
                        <m:sup/>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i="1">
                                          <a:solidFill>
                                            <a:schemeClr val="accent1">
                                              <a:lumMod val="50000"/>
                                            </a:schemeClr>
                                          </a:solidFill>
                                          <a:latin typeface="Cambria Math" panose="02040503050406030204" pitchFamily="18" charset="0"/>
                                          <a:ea typeface="Cambria Math" panose="02040503050406030204" pitchFamily="18" charset="0"/>
                                        </a:rPr>
                                        <m:t>𝑖𝑗</m:t>
                                      </m:r>
                                    </m:sub>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bSup>
                                </m:e>
                              </m:d>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e>
                      </m:nary>
                    </m:oMath>
                  </m:oMathPara>
                </a14:m>
                <a:endParaRPr lang="es-ES" dirty="0"/>
              </a:p>
            </p:txBody>
          </p:sp>
        </mc:Choice>
        <mc:Fallback xmlns="">
          <p:sp>
            <p:nvSpPr>
              <p:cNvPr id="81" name="CuadroTexto 80">
                <a:extLst>
                  <a:ext uri="{FF2B5EF4-FFF2-40B4-BE49-F238E27FC236}">
                    <a16:creationId xmlns:a16="http://schemas.microsoft.com/office/drawing/2014/main" id="{D8CF660A-9C1C-D771-3425-34341409B3D8}"/>
                  </a:ext>
                </a:extLst>
              </p:cNvPr>
              <p:cNvSpPr txBox="1">
                <a:spLocks noRot="1" noChangeAspect="1" noMove="1" noResize="1" noEditPoints="1" noAdjustHandles="1" noChangeArrowheads="1" noChangeShapeType="1" noTextEdit="1"/>
              </p:cNvSpPr>
              <p:nvPr/>
            </p:nvSpPr>
            <p:spPr>
              <a:xfrm>
                <a:off x="710044" y="4247856"/>
                <a:ext cx="6748496" cy="902555"/>
              </a:xfrm>
              <a:prstGeom prst="rect">
                <a:avLst/>
              </a:prstGeom>
              <a:blipFill>
                <a:blip r:embed="rId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F4DEAA38-8FEA-6B61-874C-78F1C718C787}"/>
                  </a:ext>
                </a:extLst>
              </p:cNvPr>
              <p:cNvSpPr txBox="1"/>
              <p:nvPr/>
            </p:nvSpPr>
            <p:spPr>
              <a:xfrm>
                <a:off x="710044" y="5253713"/>
                <a:ext cx="6748496" cy="9025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1" i="1">
                          <a:solidFill>
                            <a:schemeClr val="accent1">
                              <a:lumMod val="50000"/>
                            </a:schemeClr>
                          </a:solidFill>
                          <a:latin typeface="Cambria Math" panose="02040503050406030204" pitchFamily="18" charset="0"/>
                          <a:ea typeface="Cambria Math" panose="02040503050406030204" pitchFamily="18" charset="0"/>
                        </a:rPr>
                        <m:t>𝑱</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e>
                      </m:d>
                      <m:r>
                        <m:rPr>
                          <m:nor/>
                        </m:rPr>
                        <a:rPr lang="es-ES" b="1">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a:rPr lang="es-ES" i="1">
                              <a:solidFill>
                                <a:schemeClr val="accent1">
                                  <a:lumMod val="50000"/>
                                </a:schemeClr>
                              </a:solidFill>
                              <a:latin typeface="Cambria Math" panose="02040503050406030204" pitchFamily="18" charset="0"/>
                              <a:ea typeface="Cambria Math" panose="02040503050406030204" pitchFamily="18" charset="0"/>
                            </a:rPr>
                            <m:t>1</m:t>
                          </m:r>
                        </m:num>
                        <m:den>
                          <m:r>
                            <a:rPr lang="es-ES" i="1">
                              <a:solidFill>
                                <a:schemeClr val="accent1">
                                  <a:lumMod val="50000"/>
                                </a:schemeClr>
                              </a:solidFill>
                              <a:latin typeface="Cambria Math" panose="02040503050406030204" pitchFamily="18" charset="0"/>
                              <a:ea typeface="Cambria Math" panose="02040503050406030204" pitchFamily="18" charset="0"/>
                            </a:rPr>
                            <m:t>𝑀</m:t>
                          </m:r>
                        </m:den>
                      </m:f>
                      <m:nary>
                        <m:naryPr>
                          <m:chr m:val="∑"/>
                          <m:ctrlPr>
                            <a:rPr lang="es-ES" i="1">
                              <a:solidFill>
                                <a:schemeClr val="accent1">
                                  <a:lumMod val="50000"/>
                                </a:schemeClr>
                              </a:solidFill>
                              <a:latin typeface="Cambria Math" panose="02040503050406030204" pitchFamily="18" charset="0"/>
                              <a:ea typeface="Cambria Math" panose="02040503050406030204" pitchFamily="18" charset="0"/>
                            </a:rPr>
                          </m:ctrlPr>
                        </m:naryPr>
                        <m:sub>
                          <m:r>
                            <m:rPr>
                              <m:brk m:alnAt="23"/>
                            </m:rPr>
                            <a:rPr lang="es-ES" i="1">
                              <a:solidFill>
                                <a:schemeClr val="accent1">
                                  <a:lumMod val="50000"/>
                                </a:schemeClr>
                              </a:solidFill>
                              <a:latin typeface="Cambria Math" panose="02040503050406030204" pitchFamily="18" charset="0"/>
                              <a:ea typeface="Cambria Math" panose="02040503050406030204" pitchFamily="18" charset="0"/>
                            </a:rPr>
                            <m:t>𝑚</m:t>
                          </m:r>
                          <m:r>
                            <a:rPr lang="es-ES" i="1">
                              <a:solidFill>
                                <a:schemeClr val="accent1">
                                  <a:lumMod val="50000"/>
                                </a:schemeClr>
                              </a:solidFill>
                              <a:latin typeface="Cambria Math" panose="02040503050406030204" pitchFamily="18" charset="0"/>
                              <a:ea typeface="Cambria Math" panose="02040503050406030204" pitchFamily="18" charset="0"/>
                            </a:rPr>
                            <m:t>=1</m:t>
                          </m:r>
                        </m:sub>
                        <m:sup>
                          <m:r>
                            <a:rPr lang="es-ES" i="1">
                              <a:solidFill>
                                <a:schemeClr val="accent1">
                                  <a:lumMod val="50000"/>
                                </a:schemeClr>
                              </a:solidFill>
                              <a:latin typeface="Cambria Math" panose="02040503050406030204" pitchFamily="18" charset="0"/>
                              <a:ea typeface="Cambria Math" panose="02040503050406030204" pitchFamily="18" charset="0"/>
                            </a:rPr>
                            <m:t>𝑀</m:t>
                          </m:r>
                        </m:sup>
                        <m:e>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𝒚</m:t>
                                      </m:r>
                                    </m:e>
                                    <m:sup>
                                      <m:r>
                                        <a:rPr lang="es-ES" i="1">
                                          <a:solidFill>
                                            <a:schemeClr val="accent1">
                                              <a:lumMod val="50000"/>
                                            </a:schemeClr>
                                          </a:solidFill>
                                          <a:latin typeface="Cambria Math" panose="02040503050406030204" pitchFamily="18" charset="0"/>
                                          <a:ea typeface="Cambria Math" panose="02040503050406030204" pitchFamily="18" charset="0"/>
                                        </a:rPr>
                                        <m:t>𝑚</m:t>
                                      </m:r>
                                    </m:sup>
                                  </m:sSup>
                                  <m:r>
                                    <a:rPr lang="es-ES" i="1">
                                      <a:solidFill>
                                        <a:schemeClr val="accent1">
                                          <a:lumMod val="50000"/>
                                        </a:schemeClr>
                                      </a:solidFill>
                                      <a:latin typeface="Cambria Math" panose="02040503050406030204" pitchFamily="18" charset="0"/>
                                      <a:ea typeface="Cambria Math" panose="02040503050406030204" pitchFamily="18" charset="0"/>
                                    </a:rPr>
                                    <m:t>−</m:t>
                                  </m:r>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𝒉</m:t>
                                      </m:r>
                                    </m:e>
                                    <m:sub>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sub>
                                  </m:sSub>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𝒙</m:t>
                                          </m:r>
                                        </m:e>
                                        <m:sup>
                                          <m:r>
                                            <a:rPr lang="es-ES" b="1" i="1">
                                              <a:solidFill>
                                                <a:schemeClr val="accent1">
                                                  <a:lumMod val="50000"/>
                                                </a:schemeClr>
                                              </a:solidFill>
                                              <a:latin typeface="Cambria Math" panose="02040503050406030204" pitchFamily="18" charset="0"/>
                                              <a:ea typeface="Cambria Math" panose="02040503050406030204" pitchFamily="18" charset="0"/>
                                            </a:rPr>
                                            <m:t>𝒎</m:t>
                                          </m:r>
                                        </m:sup>
                                      </m:sSup>
                                    </m:e>
                                  </m:d>
                                </m:e>
                              </m:d>
                            </m:e>
                            <m:sub>
                              <m:r>
                                <a:rPr lang="es-ES" b="1" i="1">
                                  <a:solidFill>
                                    <a:schemeClr val="accent1">
                                      <a:lumMod val="50000"/>
                                    </a:schemeClr>
                                  </a:solidFill>
                                  <a:latin typeface="Cambria Math" panose="02040503050406030204" pitchFamily="18" charset="0"/>
                                  <a:ea typeface="Cambria Math" panose="02040503050406030204" pitchFamily="18" charset="0"/>
                                </a:rPr>
                                <m:t>𝟏</m:t>
                              </m:r>
                            </m:sub>
                          </m:sSub>
                        </m:e>
                      </m:nary>
                      <m:r>
                        <a:rPr lang="es-ES" i="1">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a:rPr lang="es-ES" i="1">
                              <a:solidFill>
                                <a:schemeClr val="accent1">
                                  <a:lumMod val="50000"/>
                                </a:schemeClr>
                              </a:solidFill>
                              <a:latin typeface="Cambria Math" panose="02040503050406030204" pitchFamily="18" charset="0"/>
                              <a:ea typeface="Cambria Math" panose="02040503050406030204" pitchFamily="18" charset="0"/>
                            </a:rPr>
                            <m:t>𝜆</m:t>
                          </m:r>
                        </m:num>
                        <m:den>
                          <m:r>
                            <a:rPr lang="es-ES" i="1">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𝑀</m:t>
                          </m:r>
                        </m:den>
                      </m:f>
                      <m:nary>
                        <m:naryPr>
                          <m:chr m:val="∑"/>
                          <m:supHide m:val="on"/>
                          <m:ctrlPr>
                            <a:rPr lang="es-ES" i="1">
                              <a:solidFill>
                                <a:schemeClr val="accent1">
                                  <a:lumMod val="50000"/>
                                </a:schemeClr>
                              </a:solidFill>
                              <a:latin typeface="Cambria Math" panose="02040503050406030204" pitchFamily="18" charset="0"/>
                              <a:ea typeface="Cambria Math" panose="02040503050406030204" pitchFamily="18" charset="0"/>
                            </a:rPr>
                          </m:ctrlPr>
                        </m:naryPr>
                        <m:sub>
                          <m:r>
                            <m:rPr>
                              <m:brk m:alnAt="7"/>
                            </m:rPr>
                            <a:rPr lang="es-ES" i="1">
                              <a:solidFill>
                                <a:schemeClr val="accent1">
                                  <a:lumMod val="50000"/>
                                </a:schemeClr>
                              </a:solidFill>
                              <a:latin typeface="Cambria Math" panose="02040503050406030204" pitchFamily="18" charset="0"/>
                              <a:ea typeface="Cambria Math" panose="02040503050406030204" pitchFamily="18" charset="0"/>
                            </a:rPr>
                            <m:t>𝑖</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𝑗</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sub>
                        <m:sup/>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i="1">
                                          <a:solidFill>
                                            <a:schemeClr val="accent1">
                                              <a:lumMod val="50000"/>
                                            </a:schemeClr>
                                          </a:solidFill>
                                          <a:latin typeface="Cambria Math" panose="02040503050406030204" pitchFamily="18" charset="0"/>
                                          <a:ea typeface="Cambria Math" panose="02040503050406030204" pitchFamily="18" charset="0"/>
                                        </a:rPr>
                                        <m:t>𝑖𝑗</m:t>
                                      </m:r>
                                    </m:sub>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bSup>
                                </m:e>
                              </m:d>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e>
                      </m:nary>
                    </m:oMath>
                  </m:oMathPara>
                </a14:m>
                <a:endParaRPr lang="es-ES" dirty="0"/>
              </a:p>
            </p:txBody>
          </p:sp>
        </mc:Choice>
        <mc:Fallback xmlns="">
          <p:sp>
            <p:nvSpPr>
              <p:cNvPr id="2" name="CuadroTexto 1">
                <a:extLst>
                  <a:ext uri="{FF2B5EF4-FFF2-40B4-BE49-F238E27FC236}">
                    <a16:creationId xmlns:a16="http://schemas.microsoft.com/office/drawing/2014/main" id="{F4DEAA38-8FEA-6B61-874C-78F1C718C787}"/>
                  </a:ext>
                </a:extLst>
              </p:cNvPr>
              <p:cNvSpPr txBox="1">
                <a:spLocks noRot="1" noChangeAspect="1" noMove="1" noResize="1" noEditPoints="1" noAdjustHandles="1" noChangeArrowheads="1" noChangeShapeType="1" noTextEdit="1"/>
              </p:cNvSpPr>
              <p:nvPr/>
            </p:nvSpPr>
            <p:spPr>
              <a:xfrm>
                <a:off x="710044" y="5253713"/>
                <a:ext cx="6748496" cy="902555"/>
              </a:xfrm>
              <a:prstGeom prst="rect">
                <a:avLst/>
              </a:prstGeom>
              <a:blipFill>
                <a:blip r:embed="rId3"/>
                <a:stretch>
                  <a:fillRect/>
                </a:stretch>
              </a:blipFill>
            </p:spPr>
            <p:txBody>
              <a:bodyPr/>
              <a:lstStyle/>
              <a:p>
                <a:r>
                  <a:rPr lang="es-ES">
                    <a:noFill/>
                  </a:rPr>
                  <a:t> </a:t>
                </a:r>
              </a:p>
            </p:txBody>
          </p:sp>
        </mc:Fallback>
      </mc:AlternateContent>
      <p:sp>
        <p:nvSpPr>
          <p:cNvPr id="6" name="CuadroTexto 5">
            <a:extLst>
              <a:ext uri="{FF2B5EF4-FFF2-40B4-BE49-F238E27FC236}">
                <a16:creationId xmlns:a16="http://schemas.microsoft.com/office/drawing/2014/main" id="{E6F2C075-F337-790D-7101-0C2DA174AD5C}"/>
              </a:ext>
            </a:extLst>
          </p:cNvPr>
          <p:cNvSpPr txBox="1"/>
          <p:nvPr/>
        </p:nvSpPr>
        <p:spPr>
          <a:xfrm>
            <a:off x="278044" y="4532345"/>
            <a:ext cx="864000" cy="369332"/>
          </a:xfrm>
          <a:prstGeom prst="rect">
            <a:avLst/>
          </a:prstGeom>
          <a:noFill/>
        </p:spPr>
        <p:txBody>
          <a:bodyPr wrap="square">
            <a:spAutoFit/>
          </a:bodyPr>
          <a:lstStyle/>
          <a:p>
            <a:r>
              <a:rPr lang="es-ES" b="1" dirty="0">
                <a:solidFill>
                  <a:schemeClr val="accent1">
                    <a:lumMod val="50000"/>
                  </a:schemeClr>
                </a:solidFill>
              </a:rPr>
              <a:t>MSE:</a:t>
            </a:r>
            <a:endParaRPr lang="es-ES" b="1" dirty="0"/>
          </a:p>
        </p:txBody>
      </p:sp>
      <p:sp>
        <p:nvSpPr>
          <p:cNvPr id="8" name="CuadroTexto 7">
            <a:extLst>
              <a:ext uri="{FF2B5EF4-FFF2-40B4-BE49-F238E27FC236}">
                <a16:creationId xmlns:a16="http://schemas.microsoft.com/office/drawing/2014/main" id="{146CF0A3-7B13-600E-94E5-9F08B0A7F9AB}"/>
              </a:ext>
            </a:extLst>
          </p:cNvPr>
          <p:cNvSpPr txBox="1"/>
          <p:nvPr/>
        </p:nvSpPr>
        <p:spPr>
          <a:xfrm>
            <a:off x="278044" y="5520325"/>
            <a:ext cx="864000" cy="369332"/>
          </a:xfrm>
          <a:prstGeom prst="rect">
            <a:avLst/>
          </a:prstGeom>
          <a:noFill/>
        </p:spPr>
        <p:txBody>
          <a:bodyPr wrap="square">
            <a:spAutoFit/>
          </a:bodyPr>
          <a:lstStyle/>
          <a:p>
            <a:r>
              <a:rPr lang="es-ES" b="1" dirty="0">
                <a:solidFill>
                  <a:schemeClr val="accent1">
                    <a:lumMod val="50000"/>
                  </a:schemeClr>
                </a:solidFill>
              </a:rPr>
              <a:t>MAE:</a:t>
            </a:r>
            <a:endParaRPr lang="es-ES" b="1"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725D3E75-CA49-B21E-E927-7186929DBF61}"/>
                  </a:ext>
                </a:extLst>
              </p:cNvPr>
              <p:cNvSpPr txBox="1"/>
              <p:nvPr/>
            </p:nvSpPr>
            <p:spPr>
              <a:xfrm>
                <a:off x="1142044" y="3135018"/>
                <a:ext cx="5431312" cy="9025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1" i="1">
                          <a:solidFill>
                            <a:schemeClr val="accent1">
                              <a:lumMod val="50000"/>
                            </a:schemeClr>
                          </a:solidFill>
                          <a:latin typeface="Cambria Math" panose="02040503050406030204" pitchFamily="18" charset="0"/>
                          <a:ea typeface="Cambria Math" panose="02040503050406030204" pitchFamily="18" charset="0"/>
                        </a:rPr>
                        <m:t>𝑱</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e>
                      </m:d>
                      <m:r>
                        <m:rPr>
                          <m:nor/>
                        </m:rPr>
                        <a:rPr lang="es-ES" b="1">
                          <a:solidFill>
                            <a:schemeClr val="accent1">
                              <a:lumMod val="50000"/>
                            </a:schemeClr>
                          </a:solidFill>
                          <a:latin typeface="Cambria Math" panose="02040503050406030204" pitchFamily="18" charset="0"/>
                          <a:ea typeface="Cambria Math" panose="02040503050406030204" pitchFamily="18" charset="0"/>
                        </a:rPr>
                        <m:t>=</m:t>
                      </m:r>
                      <m:r>
                        <m:rPr>
                          <m:nor/>
                        </m:rPr>
                        <a:rPr lang="es-ES" b="1" i="0" smtClean="0">
                          <a:solidFill>
                            <a:schemeClr val="accent1">
                              <a:lumMod val="50000"/>
                            </a:schemeClr>
                          </a:solidFill>
                          <a:latin typeface="Cambria Math" panose="02040503050406030204" pitchFamily="18" charset="0"/>
                          <a:ea typeface="Cambria Math" panose="02040503050406030204" pitchFamily="18" charset="0"/>
                        </a:rPr>
                        <m:t> </m:t>
                      </m:r>
                      <m:r>
                        <m:rPr>
                          <m:nor/>
                        </m:rPr>
                        <a:rPr lang="es-ES" b="1">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a:rPr lang="es-ES" i="1">
                              <a:solidFill>
                                <a:schemeClr val="accent1">
                                  <a:lumMod val="50000"/>
                                </a:schemeClr>
                              </a:solidFill>
                              <a:latin typeface="Cambria Math" panose="02040503050406030204" pitchFamily="18" charset="0"/>
                              <a:ea typeface="Cambria Math" panose="02040503050406030204" pitchFamily="18" charset="0"/>
                            </a:rPr>
                            <m:t>1</m:t>
                          </m:r>
                        </m:num>
                        <m:den>
                          <m:r>
                            <a:rPr lang="es-ES" i="1">
                              <a:solidFill>
                                <a:schemeClr val="accent1">
                                  <a:lumMod val="50000"/>
                                </a:schemeClr>
                              </a:solidFill>
                              <a:latin typeface="Cambria Math" panose="02040503050406030204" pitchFamily="18" charset="0"/>
                              <a:ea typeface="Cambria Math" panose="02040503050406030204" pitchFamily="18" charset="0"/>
                            </a:rPr>
                            <m:t>𝑀</m:t>
                          </m:r>
                        </m:den>
                      </m:f>
                      <m:nary>
                        <m:naryPr>
                          <m:chr m:val="∑"/>
                          <m:ctrlPr>
                            <a:rPr lang="es-ES" i="1">
                              <a:solidFill>
                                <a:schemeClr val="accent1">
                                  <a:lumMod val="50000"/>
                                </a:schemeClr>
                              </a:solidFill>
                              <a:latin typeface="Cambria Math" panose="02040503050406030204" pitchFamily="18" charset="0"/>
                              <a:ea typeface="Cambria Math" panose="02040503050406030204" pitchFamily="18" charset="0"/>
                            </a:rPr>
                          </m:ctrlPr>
                        </m:naryPr>
                        <m:sub>
                          <m:r>
                            <m:rPr>
                              <m:brk m:alnAt="23"/>
                            </m:rPr>
                            <a:rPr lang="es-ES" i="1">
                              <a:solidFill>
                                <a:schemeClr val="accent1">
                                  <a:lumMod val="50000"/>
                                </a:schemeClr>
                              </a:solidFill>
                              <a:latin typeface="Cambria Math" panose="02040503050406030204" pitchFamily="18" charset="0"/>
                              <a:ea typeface="Cambria Math" panose="02040503050406030204" pitchFamily="18" charset="0"/>
                            </a:rPr>
                            <m:t>𝑚</m:t>
                          </m:r>
                          <m:r>
                            <a:rPr lang="es-ES" i="1">
                              <a:solidFill>
                                <a:schemeClr val="accent1">
                                  <a:lumMod val="50000"/>
                                </a:schemeClr>
                              </a:solidFill>
                              <a:latin typeface="Cambria Math" panose="02040503050406030204" pitchFamily="18" charset="0"/>
                              <a:ea typeface="Cambria Math" panose="02040503050406030204" pitchFamily="18" charset="0"/>
                            </a:rPr>
                            <m:t>=1</m:t>
                          </m:r>
                        </m:sub>
                        <m:sup>
                          <m:r>
                            <a:rPr lang="es-ES" i="1">
                              <a:solidFill>
                                <a:schemeClr val="accent1">
                                  <a:lumMod val="50000"/>
                                </a:schemeClr>
                              </a:solidFill>
                              <a:latin typeface="Cambria Math" panose="02040503050406030204" pitchFamily="18" charset="0"/>
                              <a:ea typeface="Cambria Math" panose="02040503050406030204" pitchFamily="18" charset="0"/>
                            </a:rPr>
                            <m:t>𝑀</m:t>
                          </m:r>
                        </m:sup>
                        <m:e>
                          <m:nary>
                            <m:naryPr>
                              <m:chr m:val="∑"/>
                              <m:ctrlPr>
                                <a:rPr lang="es-ES" i="1">
                                  <a:solidFill>
                                    <a:schemeClr val="accent1">
                                      <a:lumMod val="50000"/>
                                    </a:schemeClr>
                                  </a:solidFill>
                                  <a:latin typeface="Cambria Math" panose="02040503050406030204" pitchFamily="18" charset="0"/>
                                  <a:ea typeface="Cambria Math" panose="02040503050406030204" pitchFamily="18" charset="0"/>
                                </a:rPr>
                              </m:ctrlPr>
                            </m:naryPr>
                            <m:sub>
                              <m:r>
                                <m:rPr>
                                  <m:brk m:alnAt="23"/>
                                </m:rPr>
                                <a:rPr lang="es-ES" i="1">
                                  <a:solidFill>
                                    <a:schemeClr val="accent1">
                                      <a:lumMod val="50000"/>
                                    </a:schemeClr>
                                  </a:solidFill>
                                  <a:latin typeface="Cambria Math" panose="02040503050406030204" pitchFamily="18" charset="0"/>
                                  <a:ea typeface="Cambria Math" panose="02040503050406030204" pitchFamily="18" charset="0"/>
                                </a:rPr>
                                <m:t>𝑘</m:t>
                              </m:r>
                              <m:r>
                                <a:rPr lang="es-ES" i="1">
                                  <a:solidFill>
                                    <a:schemeClr val="accent1">
                                      <a:lumMod val="50000"/>
                                    </a:schemeClr>
                                  </a:solidFill>
                                  <a:latin typeface="Cambria Math" panose="02040503050406030204" pitchFamily="18" charset="0"/>
                                  <a:ea typeface="Cambria Math" panose="02040503050406030204" pitchFamily="18" charset="0"/>
                                </a:rPr>
                                <m:t>=1</m:t>
                              </m:r>
                            </m:sub>
                            <m:sup>
                              <m:r>
                                <a:rPr lang="es-ES" i="1">
                                  <a:solidFill>
                                    <a:schemeClr val="accent1">
                                      <a:lumMod val="50000"/>
                                    </a:schemeClr>
                                  </a:solidFill>
                                  <a:latin typeface="Cambria Math" panose="02040503050406030204" pitchFamily="18" charset="0"/>
                                  <a:ea typeface="Cambria Math" panose="02040503050406030204" pitchFamily="18" charset="0"/>
                                </a:rPr>
                                <m:t>𝐾</m:t>
                              </m:r>
                            </m:sup>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𝑦</m:t>
                                  </m:r>
                                </m:e>
                                <m:sub>
                                  <m:r>
                                    <a:rPr lang="es-ES" i="1">
                                      <a:solidFill>
                                        <a:schemeClr val="accent1">
                                          <a:lumMod val="50000"/>
                                        </a:schemeClr>
                                      </a:solidFill>
                                      <a:latin typeface="Cambria Math" panose="02040503050406030204" pitchFamily="18" charset="0"/>
                                      <a:ea typeface="Cambria Math" panose="02040503050406030204" pitchFamily="18" charset="0"/>
                                    </a:rPr>
                                    <m:t>𝑘</m:t>
                                  </m:r>
                                </m:sub>
                                <m:sup>
                                  <m:r>
                                    <a:rPr lang="es-ES" i="1">
                                      <a:solidFill>
                                        <a:schemeClr val="accent1">
                                          <a:lumMod val="50000"/>
                                        </a:schemeClr>
                                      </a:solidFill>
                                      <a:latin typeface="Cambria Math" panose="02040503050406030204" pitchFamily="18" charset="0"/>
                                      <a:ea typeface="Cambria Math" panose="02040503050406030204" pitchFamily="18" charset="0"/>
                                    </a:rPr>
                                    <m:t>𝑚</m:t>
                                  </m:r>
                                </m:sup>
                              </m:sSubSup>
                              <m:func>
                                <m:funcPr>
                                  <m:ctrlPr>
                                    <a:rPr lang="es-ES" i="1">
                                      <a:solidFill>
                                        <a:schemeClr val="accent1">
                                          <a:lumMod val="50000"/>
                                        </a:schemeClr>
                                      </a:solidFill>
                                      <a:latin typeface="Cambria Math" panose="02040503050406030204" pitchFamily="18" charset="0"/>
                                      <a:ea typeface="Cambria Math" panose="02040503050406030204" pitchFamily="18" charset="0"/>
                                    </a:rPr>
                                  </m:ctrlPr>
                                </m:funcPr>
                                <m:fName>
                                  <m:r>
                                    <m:rPr>
                                      <m:sty m:val="p"/>
                                    </m:rPr>
                                    <a:rPr lang="es-ES">
                                      <a:solidFill>
                                        <a:schemeClr val="accent1">
                                          <a:lumMod val="50000"/>
                                        </a:schemeClr>
                                      </a:solidFill>
                                      <a:latin typeface="Cambria Math" panose="02040503050406030204" pitchFamily="18" charset="0"/>
                                      <a:ea typeface="Cambria Math" panose="02040503050406030204" pitchFamily="18" charset="0"/>
                                    </a:rPr>
                                    <m:t>ln</m:t>
                                  </m:r>
                                </m:fName>
                                <m:e>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acc>
                                            <m:accPr>
                                              <m:chr m:val="̂"/>
                                              <m:ctrlPr>
                                                <a:rPr lang="es-ES" b="1" i="1">
                                                  <a:solidFill>
                                                    <a:schemeClr val="accent1">
                                                      <a:lumMod val="50000"/>
                                                    </a:schemeClr>
                                                  </a:solidFill>
                                                  <a:latin typeface="Cambria Math" panose="02040503050406030204" pitchFamily="18" charset="0"/>
                                                  <a:ea typeface="Cambria Math" panose="02040503050406030204" pitchFamily="18" charset="0"/>
                                                </a:rPr>
                                              </m:ctrlPr>
                                            </m:accPr>
                                            <m:e>
                                              <m:r>
                                                <a:rPr lang="es-ES" i="1">
                                                  <a:solidFill>
                                                    <a:schemeClr val="accent1">
                                                      <a:lumMod val="50000"/>
                                                    </a:schemeClr>
                                                  </a:solidFill>
                                                  <a:latin typeface="Cambria Math" panose="02040503050406030204" pitchFamily="18" charset="0"/>
                                                  <a:ea typeface="Cambria Math" panose="02040503050406030204" pitchFamily="18" charset="0"/>
                                                </a:rPr>
                                                <m:t>𝑦</m:t>
                                              </m:r>
                                            </m:e>
                                          </m:acc>
                                        </m:e>
                                        <m:sub>
                                          <m:r>
                                            <a:rPr lang="es-ES" i="1">
                                              <a:solidFill>
                                                <a:schemeClr val="accent1">
                                                  <a:lumMod val="50000"/>
                                                </a:schemeClr>
                                              </a:solidFill>
                                              <a:latin typeface="Cambria Math" panose="02040503050406030204" pitchFamily="18" charset="0"/>
                                              <a:ea typeface="Cambria Math" panose="02040503050406030204" pitchFamily="18" charset="0"/>
                                            </a:rPr>
                                            <m:t>𝑘</m:t>
                                          </m:r>
                                        </m:sub>
                                        <m:sup>
                                          <m:r>
                                            <a:rPr lang="es-ES" i="1">
                                              <a:solidFill>
                                                <a:schemeClr val="accent1">
                                                  <a:lumMod val="50000"/>
                                                </a:schemeClr>
                                              </a:solidFill>
                                              <a:latin typeface="Cambria Math" panose="02040503050406030204" pitchFamily="18" charset="0"/>
                                              <a:ea typeface="Cambria Math" panose="02040503050406030204" pitchFamily="18" charset="0"/>
                                            </a:rPr>
                                            <m:t>𝑚</m:t>
                                          </m:r>
                                        </m:sup>
                                      </m:sSubSup>
                                    </m:e>
                                  </m:d>
                                </m:e>
                              </m:func>
                            </m:e>
                          </m:nary>
                        </m:e>
                      </m:nary>
                      <m:r>
                        <a:rPr lang="es-ES" i="1">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a:rPr lang="es-ES" i="1">
                              <a:solidFill>
                                <a:schemeClr val="accent1">
                                  <a:lumMod val="50000"/>
                                </a:schemeClr>
                              </a:solidFill>
                              <a:latin typeface="Cambria Math" panose="02040503050406030204" pitchFamily="18" charset="0"/>
                              <a:ea typeface="Cambria Math" panose="02040503050406030204" pitchFamily="18" charset="0"/>
                            </a:rPr>
                            <m:t>𝜆</m:t>
                          </m:r>
                        </m:num>
                        <m:den>
                          <m:r>
                            <a:rPr lang="es-ES" i="1">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𝑀</m:t>
                          </m:r>
                        </m:den>
                      </m:f>
                      <m:nary>
                        <m:naryPr>
                          <m:chr m:val="∑"/>
                          <m:supHide m:val="on"/>
                          <m:ctrlPr>
                            <a:rPr lang="es-ES" i="1">
                              <a:solidFill>
                                <a:schemeClr val="accent1">
                                  <a:lumMod val="50000"/>
                                </a:schemeClr>
                              </a:solidFill>
                              <a:latin typeface="Cambria Math" panose="02040503050406030204" pitchFamily="18" charset="0"/>
                              <a:ea typeface="Cambria Math" panose="02040503050406030204" pitchFamily="18" charset="0"/>
                            </a:rPr>
                          </m:ctrlPr>
                        </m:naryPr>
                        <m:sub>
                          <m:r>
                            <m:rPr>
                              <m:brk m:alnAt="7"/>
                            </m:rPr>
                            <a:rPr lang="es-ES" i="1">
                              <a:solidFill>
                                <a:schemeClr val="accent1">
                                  <a:lumMod val="50000"/>
                                </a:schemeClr>
                              </a:solidFill>
                              <a:latin typeface="Cambria Math" panose="02040503050406030204" pitchFamily="18" charset="0"/>
                              <a:ea typeface="Cambria Math" panose="02040503050406030204" pitchFamily="18" charset="0"/>
                            </a:rPr>
                            <m:t>𝑖</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𝑗</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sub>
                        <m:sup/>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i="1">
                                          <a:solidFill>
                                            <a:schemeClr val="accent1">
                                              <a:lumMod val="50000"/>
                                            </a:schemeClr>
                                          </a:solidFill>
                                          <a:latin typeface="Cambria Math" panose="02040503050406030204" pitchFamily="18" charset="0"/>
                                          <a:ea typeface="Cambria Math" panose="02040503050406030204" pitchFamily="18" charset="0"/>
                                        </a:rPr>
                                        <m:t>𝑖𝑗</m:t>
                                      </m:r>
                                    </m:sub>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bSup>
                                </m:e>
                              </m:d>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e>
                      </m:nary>
                    </m:oMath>
                  </m:oMathPara>
                </a14:m>
                <a:endParaRPr lang="es-ES" dirty="0"/>
              </a:p>
            </p:txBody>
          </p:sp>
        </mc:Choice>
        <mc:Fallback xmlns="">
          <p:sp>
            <p:nvSpPr>
              <p:cNvPr id="5" name="CuadroTexto 4">
                <a:extLst>
                  <a:ext uri="{FF2B5EF4-FFF2-40B4-BE49-F238E27FC236}">
                    <a16:creationId xmlns:a16="http://schemas.microsoft.com/office/drawing/2014/main" id="{725D3E75-CA49-B21E-E927-7186929DBF61}"/>
                  </a:ext>
                </a:extLst>
              </p:cNvPr>
              <p:cNvSpPr txBox="1">
                <a:spLocks noRot="1" noChangeAspect="1" noMove="1" noResize="1" noEditPoints="1" noAdjustHandles="1" noChangeArrowheads="1" noChangeShapeType="1" noTextEdit="1"/>
              </p:cNvSpPr>
              <p:nvPr/>
            </p:nvSpPr>
            <p:spPr>
              <a:xfrm>
                <a:off x="1142044" y="3135018"/>
                <a:ext cx="5431312" cy="902555"/>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267E08BF-3D16-40AA-4E43-631B7DBC5E2B}"/>
                  </a:ext>
                </a:extLst>
              </p:cNvPr>
              <p:cNvSpPr txBox="1"/>
              <p:nvPr/>
            </p:nvSpPr>
            <p:spPr>
              <a:xfrm>
                <a:off x="786722" y="2072866"/>
                <a:ext cx="9760358" cy="1179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1" i="1">
                          <a:solidFill>
                            <a:schemeClr val="accent1">
                              <a:lumMod val="50000"/>
                            </a:schemeClr>
                          </a:solidFill>
                          <a:latin typeface="Cambria Math" panose="02040503050406030204" pitchFamily="18" charset="0"/>
                          <a:ea typeface="Cambria Math" panose="02040503050406030204" pitchFamily="18" charset="0"/>
                        </a:rPr>
                        <m:t>𝑱</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e>
                      </m:d>
                      <m:r>
                        <m:rPr>
                          <m:nor/>
                        </m:rPr>
                        <a:rPr lang="es-ES" b="1">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a:rPr lang="es-ES" i="1">
                              <a:solidFill>
                                <a:schemeClr val="accent1">
                                  <a:lumMod val="50000"/>
                                </a:schemeClr>
                              </a:solidFill>
                              <a:latin typeface="Cambria Math" panose="02040503050406030204" pitchFamily="18" charset="0"/>
                              <a:ea typeface="Cambria Math" panose="02040503050406030204" pitchFamily="18" charset="0"/>
                            </a:rPr>
                            <m:t>1</m:t>
                          </m:r>
                        </m:num>
                        <m:den>
                          <m:r>
                            <a:rPr lang="es-ES" i="1">
                              <a:solidFill>
                                <a:schemeClr val="accent1">
                                  <a:lumMod val="50000"/>
                                </a:schemeClr>
                              </a:solidFill>
                              <a:latin typeface="Cambria Math" panose="02040503050406030204" pitchFamily="18" charset="0"/>
                              <a:ea typeface="Cambria Math" panose="02040503050406030204" pitchFamily="18" charset="0"/>
                            </a:rPr>
                            <m:t>𝑀</m:t>
                          </m:r>
                        </m:den>
                      </m:f>
                      <m:nary>
                        <m:naryPr>
                          <m:chr m:val="∑"/>
                          <m:ctrlPr>
                            <a:rPr lang="es-ES" i="1">
                              <a:solidFill>
                                <a:schemeClr val="accent1">
                                  <a:lumMod val="50000"/>
                                </a:schemeClr>
                              </a:solidFill>
                              <a:latin typeface="Cambria Math" panose="02040503050406030204" pitchFamily="18" charset="0"/>
                              <a:ea typeface="Cambria Math" panose="02040503050406030204" pitchFamily="18" charset="0"/>
                            </a:rPr>
                          </m:ctrlPr>
                        </m:naryPr>
                        <m:sub>
                          <m:r>
                            <m:rPr>
                              <m:brk m:alnAt="23"/>
                            </m:rPr>
                            <a:rPr lang="es-ES" i="1">
                              <a:solidFill>
                                <a:schemeClr val="accent1">
                                  <a:lumMod val="50000"/>
                                </a:schemeClr>
                              </a:solidFill>
                              <a:latin typeface="Cambria Math" panose="02040503050406030204" pitchFamily="18" charset="0"/>
                              <a:ea typeface="Cambria Math" panose="02040503050406030204" pitchFamily="18" charset="0"/>
                            </a:rPr>
                            <m:t>𝑚</m:t>
                          </m:r>
                          <m:r>
                            <a:rPr lang="es-ES" i="1">
                              <a:solidFill>
                                <a:schemeClr val="accent1">
                                  <a:lumMod val="50000"/>
                                </a:schemeClr>
                              </a:solidFill>
                              <a:latin typeface="Cambria Math" panose="02040503050406030204" pitchFamily="18" charset="0"/>
                              <a:ea typeface="Cambria Math" panose="02040503050406030204" pitchFamily="18" charset="0"/>
                            </a:rPr>
                            <m:t>=1</m:t>
                          </m:r>
                        </m:sub>
                        <m:sup>
                          <m:r>
                            <a:rPr lang="es-ES" i="1">
                              <a:solidFill>
                                <a:schemeClr val="accent1">
                                  <a:lumMod val="50000"/>
                                </a:schemeClr>
                              </a:solidFill>
                              <a:latin typeface="Cambria Math" panose="02040503050406030204" pitchFamily="18" charset="0"/>
                              <a:ea typeface="Cambria Math" panose="02040503050406030204" pitchFamily="18" charset="0"/>
                            </a:rPr>
                            <m:t>𝑀</m:t>
                          </m:r>
                        </m:sup>
                        <m:e>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a:solidFill>
                                        <a:schemeClr val="accent1">
                                          <a:lumMod val="50000"/>
                                        </a:schemeClr>
                                      </a:solidFill>
                                      <a:latin typeface="Cambria Math" panose="02040503050406030204" pitchFamily="18" charset="0"/>
                                      <a:ea typeface="Cambria Math" panose="02040503050406030204" pitchFamily="18" charset="0"/>
                                    </a:rPr>
                                    <m:t>𝑦</m:t>
                                  </m:r>
                                </m:e>
                                <m:sup>
                                  <m:r>
                                    <a:rPr lang="es-ES" i="1">
                                      <a:solidFill>
                                        <a:schemeClr val="accent1">
                                          <a:lumMod val="50000"/>
                                        </a:schemeClr>
                                      </a:solidFill>
                                      <a:latin typeface="Cambria Math" panose="02040503050406030204" pitchFamily="18" charset="0"/>
                                      <a:ea typeface="Cambria Math" panose="02040503050406030204" pitchFamily="18" charset="0"/>
                                    </a:rPr>
                                    <m:t>𝑚</m:t>
                                  </m:r>
                                </m:sup>
                              </m:sSup>
                              <m:func>
                                <m:funcPr>
                                  <m:ctrlPr>
                                    <a:rPr lang="es-ES" i="1">
                                      <a:solidFill>
                                        <a:schemeClr val="accent1">
                                          <a:lumMod val="50000"/>
                                        </a:schemeClr>
                                      </a:solidFill>
                                      <a:latin typeface="Cambria Math" panose="02040503050406030204" pitchFamily="18" charset="0"/>
                                      <a:ea typeface="Cambria Math" panose="02040503050406030204" pitchFamily="18" charset="0"/>
                                    </a:rPr>
                                  </m:ctrlPr>
                                </m:funcPr>
                                <m:fName>
                                  <m:r>
                                    <m:rPr>
                                      <m:sty m:val="p"/>
                                    </m:rPr>
                                    <a:rPr lang="es-ES">
                                      <a:solidFill>
                                        <a:schemeClr val="accent1">
                                          <a:lumMod val="50000"/>
                                        </a:schemeClr>
                                      </a:solidFill>
                                      <a:latin typeface="Cambria Math" panose="02040503050406030204" pitchFamily="18" charset="0"/>
                                      <a:ea typeface="Cambria Math" panose="02040503050406030204" pitchFamily="18" charset="0"/>
                                    </a:rPr>
                                    <m:t>ln</m:t>
                                  </m:r>
                                </m:fName>
                                <m:e>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𝒉</m:t>
                                          </m:r>
                                        </m:e>
                                        <m:sub>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sub>
                                      </m:sSub>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𝒙</m:t>
                                              </m:r>
                                            </m:e>
                                            <m:sup>
                                              <m:r>
                                                <a:rPr lang="es-ES" b="1" i="1">
                                                  <a:solidFill>
                                                    <a:schemeClr val="accent1">
                                                      <a:lumMod val="50000"/>
                                                    </a:schemeClr>
                                                  </a:solidFill>
                                                  <a:latin typeface="Cambria Math" panose="02040503050406030204" pitchFamily="18" charset="0"/>
                                                  <a:ea typeface="Cambria Math" panose="02040503050406030204" pitchFamily="18" charset="0"/>
                                                </a:rPr>
                                                <m:t>𝒎</m:t>
                                              </m:r>
                                            </m:sup>
                                          </m:sSup>
                                        </m:e>
                                      </m:d>
                                    </m:e>
                                  </m:d>
                                </m:e>
                              </m:func>
                              <m:r>
                                <a:rPr lang="es-ES" i="1">
                                  <a:solidFill>
                                    <a:schemeClr val="accent1">
                                      <a:lumMod val="50000"/>
                                    </a:schemeClr>
                                  </a:solidFill>
                                  <a:latin typeface="Cambria Math" panose="02040503050406030204" pitchFamily="18" charset="0"/>
                                  <a:ea typeface="Cambria Math" panose="02040503050406030204" pitchFamily="18" charset="0"/>
                                </a:rPr>
                                <m:t>+(1−</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a:solidFill>
                                        <a:schemeClr val="accent1">
                                          <a:lumMod val="50000"/>
                                        </a:schemeClr>
                                      </a:solidFill>
                                      <a:latin typeface="Cambria Math" panose="02040503050406030204" pitchFamily="18" charset="0"/>
                                      <a:ea typeface="Cambria Math" panose="02040503050406030204" pitchFamily="18" charset="0"/>
                                    </a:rPr>
                                    <m:t>𝑦</m:t>
                                  </m:r>
                                </m:e>
                                <m:sup>
                                  <m:r>
                                    <a:rPr lang="es-ES" i="1">
                                      <a:solidFill>
                                        <a:schemeClr val="accent1">
                                          <a:lumMod val="50000"/>
                                        </a:schemeClr>
                                      </a:solidFill>
                                      <a:latin typeface="Cambria Math" panose="02040503050406030204" pitchFamily="18" charset="0"/>
                                      <a:ea typeface="Cambria Math" panose="02040503050406030204" pitchFamily="18" charset="0"/>
                                    </a:rPr>
                                    <m:t>𝑚</m:t>
                                  </m:r>
                                </m:sup>
                              </m:sSup>
                              <m:r>
                                <a:rPr lang="es-ES" i="1">
                                  <a:solidFill>
                                    <a:schemeClr val="accent1">
                                      <a:lumMod val="50000"/>
                                    </a:schemeClr>
                                  </a:solidFill>
                                  <a:latin typeface="Cambria Math" panose="02040503050406030204" pitchFamily="18" charset="0"/>
                                  <a:ea typeface="Cambria Math" panose="02040503050406030204" pitchFamily="18" charset="0"/>
                                </a:rPr>
                                <m:t>)</m:t>
                              </m:r>
                              <m:func>
                                <m:funcPr>
                                  <m:ctrlPr>
                                    <a:rPr lang="es-ES" i="1">
                                      <a:solidFill>
                                        <a:schemeClr val="accent1">
                                          <a:lumMod val="50000"/>
                                        </a:schemeClr>
                                      </a:solidFill>
                                      <a:latin typeface="Cambria Math" panose="02040503050406030204" pitchFamily="18" charset="0"/>
                                      <a:ea typeface="Cambria Math" panose="02040503050406030204" pitchFamily="18" charset="0"/>
                                    </a:rPr>
                                  </m:ctrlPr>
                                </m:funcPr>
                                <m:fName>
                                  <m:r>
                                    <m:rPr>
                                      <m:sty m:val="p"/>
                                    </m:rPr>
                                    <a:rPr lang="es-ES">
                                      <a:solidFill>
                                        <a:schemeClr val="accent1">
                                          <a:lumMod val="50000"/>
                                        </a:schemeClr>
                                      </a:solidFill>
                                      <a:latin typeface="Cambria Math" panose="02040503050406030204" pitchFamily="18" charset="0"/>
                                      <a:ea typeface="Cambria Math" panose="02040503050406030204" pitchFamily="18" charset="0"/>
                                    </a:rPr>
                                    <m:t>ln</m:t>
                                  </m:r>
                                </m:fName>
                                <m:e>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1−</m:t>
                                      </m:r>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𝒉</m:t>
                                          </m:r>
                                        </m:e>
                                        <m:sub>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sub>
                                      </m:sSub>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𝒙</m:t>
                                              </m:r>
                                            </m:e>
                                            <m:sup>
                                              <m:r>
                                                <a:rPr lang="es-ES" b="1" i="1">
                                                  <a:solidFill>
                                                    <a:schemeClr val="accent1">
                                                      <a:lumMod val="50000"/>
                                                    </a:schemeClr>
                                                  </a:solidFill>
                                                  <a:latin typeface="Cambria Math" panose="02040503050406030204" pitchFamily="18" charset="0"/>
                                                  <a:ea typeface="Cambria Math" panose="02040503050406030204" pitchFamily="18" charset="0"/>
                                                </a:rPr>
                                                <m:t>𝒎</m:t>
                                              </m:r>
                                            </m:sup>
                                          </m:sSup>
                                        </m:e>
                                      </m:d>
                                    </m:e>
                                  </m:d>
                                </m:e>
                              </m:func>
                            </m:e>
                          </m:d>
                        </m:e>
                      </m:nary>
                      <m:r>
                        <a:rPr lang="es-ES" i="1">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a:rPr lang="es-ES" i="1">
                              <a:solidFill>
                                <a:schemeClr val="accent1">
                                  <a:lumMod val="50000"/>
                                </a:schemeClr>
                              </a:solidFill>
                              <a:latin typeface="Cambria Math" panose="02040503050406030204" pitchFamily="18" charset="0"/>
                              <a:ea typeface="Cambria Math" panose="02040503050406030204" pitchFamily="18" charset="0"/>
                            </a:rPr>
                            <m:t>𝜆</m:t>
                          </m:r>
                        </m:num>
                        <m:den>
                          <m:r>
                            <a:rPr lang="es-ES" i="1">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𝑀</m:t>
                          </m:r>
                        </m:den>
                      </m:f>
                      <m:nary>
                        <m:naryPr>
                          <m:chr m:val="∑"/>
                          <m:supHide m:val="on"/>
                          <m:ctrlPr>
                            <a:rPr lang="es-ES" i="1">
                              <a:solidFill>
                                <a:schemeClr val="accent1">
                                  <a:lumMod val="50000"/>
                                </a:schemeClr>
                              </a:solidFill>
                              <a:latin typeface="Cambria Math" panose="02040503050406030204" pitchFamily="18" charset="0"/>
                              <a:ea typeface="Cambria Math" panose="02040503050406030204" pitchFamily="18" charset="0"/>
                            </a:rPr>
                          </m:ctrlPr>
                        </m:naryPr>
                        <m:sub>
                          <m:r>
                            <m:rPr>
                              <m:brk m:alnAt="7"/>
                            </m:rPr>
                            <a:rPr lang="es-ES" i="1">
                              <a:solidFill>
                                <a:schemeClr val="accent1">
                                  <a:lumMod val="50000"/>
                                </a:schemeClr>
                              </a:solidFill>
                              <a:latin typeface="Cambria Math" panose="02040503050406030204" pitchFamily="18" charset="0"/>
                              <a:ea typeface="Cambria Math" panose="02040503050406030204" pitchFamily="18" charset="0"/>
                            </a:rPr>
                            <m:t>𝑖</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𝑗</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sub>
                        <m:sup/>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i="1">
                                          <a:solidFill>
                                            <a:schemeClr val="accent1">
                                              <a:lumMod val="50000"/>
                                            </a:schemeClr>
                                          </a:solidFill>
                                          <a:latin typeface="Cambria Math" panose="02040503050406030204" pitchFamily="18" charset="0"/>
                                          <a:ea typeface="Cambria Math" panose="02040503050406030204" pitchFamily="18" charset="0"/>
                                        </a:rPr>
                                        <m:t>𝑖𝑗</m:t>
                                      </m:r>
                                    </m:sub>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bSup>
                                </m:e>
                              </m:d>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e>
                      </m:nary>
                    </m:oMath>
                  </m:oMathPara>
                </a14:m>
                <a:endParaRPr lang="es-ES" dirty="0"/>
              </a:p>
              <a:p>
                <a:endParaRPr lang="es-ES" dirty="0"/>
              </a:p>
            </p:txBody>
          </p:sp>
        </mc:Choice>
        <mc:Fallback xmlns="">
          <p:sp>
            <p:nvSpPr>
              <p:cNvPr id="10" name="CuadroTexto 9">
                <a:extLst>
                  <a:ext uri="{FF2B5EF4-FFF2-40B4-BE49-F238E27FC236}">
                    <a16:creationId xmlns:a16="http://schemas.microsoft.com/office/drawing/2014/main" id="{267E08BF-3D16-40AA-4E43-631B7DBC5E2B}"/>
                  </a:ext>
                </a:extLst>
              </p:cNvPr>
              <p:cNvSpPr txBox="1">
                <a:spLocks noRot="1" noChangeAspect="1" noMove="1" noResize="1" noEditPoints="1" noAdjustHandles="1" noChangeArrowheads="1" noChangeShapeType="1" noTextEdit="1"/>
              </p:cNvSpPr>
              <p:nvPr/>
            </p:nvSpPr>
            <p:spPr>
              <a:xfrm>
                <a:off x="786722" y="2072866"/>
                <a:ext cx="9760358" cy="1179554"/>
              </a:xfrm>
              <a:prstGeom prst="rect">
                <a:avLst/>
              </a:prstGeom>
              <a:blipFill>
                <a:blip r:embed="rId5"/>
                <a:stretch>
                  <a:fillRect/>
                </a:stretch>
              </a:blipFill>
            </p:spPr>
            <p:txBody>
              <a:bodyPr/>
              <a:lstStyle/>
              <a:p>
                <a:r>
                  <a:rPr lang="es-ES">
                    <a:noFill/>
                  </a:rPr>
                  <a:t> </a:t>
                </a:r>
              </a:p>
            </p:txBody>
          </p:sp>
        </mc:Fallback>
      </mc:AlternateContent>
      <p:sp>
        <p:nvSpPr>
          <p:cNvPr id="11" name="CuadroTexto 10">
            <a:extLst>
              <a:ext uri="{FF2B5EF4-FFF2-40B4-BE49-F238E27FC236}">
                <a16:creationId xmlns:a16="http://schemas.microsoft.com/office/drawing/2014/main" id="{8DD3F54C-9E7C-B876-C790-55000B55E761}"/>
              </a:ext>
            </a:extLst>
          </p:cNvPr>
          <p:cNvSpPr txBox="1"/>
          <p:nvPr/>
        </p:nvSpPr>
        <p:spPr>
          <a:xfrm>
            <a:off x="278044" y="3401630"/>
            <a:ext cx="1017356" cy="369332"/>
          </a:xfrm>
          <a:prstGeom prst="rect">
            <a:avLst/>
          </a:prstGeom>
          <a:noFill/>
        </p:spPr>
        <p:txBody>
          <a:bodyPr wrap="square">
            <a:spAutoFit/>
          </a:bodyPr>
          <a:lstStyle/>
          <a:p>
            <a:r>
              <a:rPr lang="es-ES" b="1" dirty="0">
                <a:solidFill>
                  <a:schemeClr val="accent1">
                    <a:lumMod val="50000"/>
                  </a:schemeClr>
                </a:solidFill>
              </a:rPr>
              <a:t>M-</a:t>
            </a:r>
            <a:r>
              <a:rPr lang="es-ES" b="1" dirty="0" err="1">
                <a:solidFill>
                  <a:schemeClr val="accent1">
                    <a:lumMod val="50000"/>
                  </a:schemeClr>
                </a:solidFill>
              </a:rPr>
              <a:t>Clas</a:t>
            </a:r>
            <a:r>
              <a:rPr lang="es-ES" b="1" dirty="0">
                <a:solidFill>
                  <a:schemeClr val="accent1">
                    <a:lumMod val="50000"/>
                  </a:schemeClr>
                </a:solidFill>
              </a:rPr>
              <a:t>:</a:t>
            </a:r>
            <a:endParaRPr lang="es-ES" b="1" dirty="0"/>
          </a:p>
        </p:txBody>
      </p:sp>
      <p:sp>
        <p:nvSpPr>
          <p:cNvPr id="12" name="CuadroTexto 11">
            <a:extLst>
              <a:ext uri="{FF2B5EF4-FFF2-40B4-BE49-F238E27FC236}">
                <a16:creationId xmlns:a16="http://schemas.microsoft.com/office/drawing/2014/main" id="{275C7CCD-0EB2-E750-D612-D1049080DFC0}"/>
              </a:ext>
            </a:extLst>
          </p:cNvPr>
          <p:cNvSpPr txBox="1"/>
          <p:nvPr/>
        </p:nvSpPr>
        <p:spPr>
          <a:xfrm>
            <a:off x="278044" y="2380387"/>
            <a:ext cx="1017356" cy="369332"/>
          </a:xfrm>
          <a:prstGeom prst="rect">
            <a:avLst/>
          </a:prstGeom>
          <a:noFill/>
        </p:spPr>
        <p:txBody>
          <a:bodyPr wrap="square">
            <a:spAutoFit/>
          </a:bodyPr>
          <a:lstStyle/>
          <a:p>
            <a:r>
              <a:rPr lang="es-ES" b="1" dirty="0">
                <a:solidFill>
                  <a:schemeClr val="accent1">
                    <a:lumMod val="50000"/>
                  </a:schemeClr>
                </a:solidFill>
              </a:rPr>
              <a:t>B-</a:t>
            </a:r>
            <a:r>
              <a:rPr lang="es-ES" b="1" dirty="0" err="1">
                <a:solidFill>
                  <a:schemeClr val="accent1">
                    <a:lumMod val="50000"/>
                  </a:schemeClr>
                </a:solidFill>
              </a:rPr>
              <a:t>Clas</a:t>
            </a:r>
            <a:r>
              <a:rPr lang="es-ES" b="1" dirty="0">
                <a:solidFill>
                  <a:schemeClr val="accent1">
                    <a:lumMod val="50000"/>
                  </a:schemeClr>
                </a:solidFill>
              </a:rPr>
              <a:t>:</a:t>
            </a:r>
            <a:endParaRPr lang="es-ES" b="1" dirty="0"/>
          </a:p>
        </p:txBody>
      </p:sp>
      <p:sp>
        <p:nvSpPr>
          <p:cNvPr id="15" name="Rectángulo: esquinas redondeadas 14">
            <a:extLst>
              <a:ext uri="{FF2B5EF4-FFF2-40B4-BE49-F238E27FC236}">
                <a16:creationId xmlns:a16="http://schemas.microsoft.com/office/drawing/2014/main" id="{2D0D9B8D-D3A1-7752-5ACA-A8D10BB402E1}"/>
              </a:ext>
            </a:extLst>
          </p:cNvPr>
          <p:cNvSpPr/>
          <p:nvPr/>
        </p:nvSpPr>
        <p:spPr>
          <a:xfrm>
            <a:off x="8452511" y="2113775"/>
            <a:ext cx="1613509" cy="902555"/>
          </a:xfrm>
          <a:prstGeom prst="roundRect">
            <a:avLst>
              <a:gd name="adj" fmla="val 4847"/>
            </a:avLst>
          </a:prstGeom>
          <a:noFill/>
          <a:ln w="412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Rectángulo: esquinas redondeadas 15">
            <a:extLst>
              <a:ext uri="{FF2B5EF4-FFF2-40B4-BE49-F238E27FC236}">
                <a16:creationId xmlns:a16="http://schemas.microsoft.com/office/drawing/2014/main" id="{E27A0D3C-B231-A525-718F-38CC58807B63}"/>
              </a:ext>
            </a:extLst>
          </p:cNvPr>
          <p:cNvSpPr/>
          <p:nvPr/>
        </p:nvSpPr>
        <p:spPr>
          <a:xfrm>
            <a:off x="4819954" y="3145065"/>
            <a:ext cx="1613509" cy="902555"/>
          </a:xfrm>
          <a:prstGeom prst="roundRect">
            <a:avLst>
              <a:gd name="adj" fmla="val 4847"/>
            </a:avLst>
          </a:prstGeom>
          <a:noFill/>
          <a:ln w="412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Rectángulo: esquinas redondeadas 17">
            <a:extLst>
              <a:ext uri="{FF2B5EF4-FFF2-40B4-BE49-F238E27FC236}">
                <a16:creationId xmlns:a16="http://schemas.microsoft.com/office/drawing/2014/main" id="{56FCD439-E132-099F-D6C6-14BAA37E1914}"/>
              </a:ext>
            </a:extLst>
          </p:cNvPr>
          <p:cNvSpPr/>
          <p:nvPr/>
        </p:nvSpPr>
        <p:spPr>
          <a:xfrm>
            <a:off x="5211875" y="4272767"/>
            <a:ext cx="1613509" cy="902555"/>
          </a:xfrm>
          <a:prstGeom prst="roundRect">
            <a:avLst>
              <a:gd name="adj" fmla="val 4847"/>
            </a:avLst>
          </a:prstGeom>
          <a:noFill/>
          <a:ln w="412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Rectángulo: esquinas redondeadas 18">
            <a:extLst>
              <a:ext uri="{FF2B5EF4-FFF2-40B4-BE49-F238E27FC236}">
                <a16:creationId xmlns:a16="http://schemas.microsoft.com/office/drawing/2014/main" id="{72B755AD-CB24-D687-3F53-E24A1CF5B053}"/>
              </a:ext>
            </a:extLst>
          </p:cNvPr>
          <p:cNvSpPr/>
          <p:nvPr/>
        </p:nvSpPr>
        <p:spPr>
          <a:xfrm>
            <a:off x="5214014" y="5301642"/>
            <a:ext cx="1613509" cy="902555"/>
          </a:xfrm>
          <a:prstGeom prst="roundRect">
            <a:avLst>
              <a:gd name="adj" fmla="val 4847"/>
            </a:avLst>
          </a:prstGeom>
          <a:noFill/>
          <a:ln w="412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C67CF62C-51EB-4FEB-080E-6CF2E5E57F92}"/>
              </a:ext>
            </a:extLst>
          </p:cNvPr>
          <p:cNvSpPr txBox="1"/>
          <p:nvPr/>
        </p:nvSpPr>
        <p:spPr>
          <a:xfrm>
            <a:off x="214041" y="447385"/>
            <a:ext cx="7072610"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Función</a:t>
            </a:r>
            <a:r>
              <a:rPr lang="en-US" sz="2000" b="1" dirty="0">
                <a:solidFill>
                  <a:schemeClr val="accent1">
                    <a:lumMod val="50000"/>
                  </a:schemeClr>
                </a:solidFill>
              </a:rPr>
              <a:t> de </a:t>
            </a:r>
            <a:r>
              <a:rPr lang="en-US" sz="2000" b="1" dirty="0" err="1">
                <a:solidFill>
                  <a:schemeClr val="accent1">
                    <a:lumMod val="50000"/>
                  </a:schemeClr>
                </a:solidFill>
              </a:rPr>
              <a:t>coste</a:t>
            </a:r>
            <a:r>
              <a:rPr lang="en-US" sz="2000" b="1" dirty="0">
                <a:solidFill>
                  <a:schemeClr val="accent1">
                    <a:lumMod val="50000"/>
                  </a:schemeClr>
                </a:solidFill>
              </a:rPr>
              <a:t> + </a:t>
            </a:r>
            <a:r>
              <a:rPr lang="en-US" sz="2000" b="1" dirty="0" err="1">
                <a:solidFill>
                  <a:schemeClr val="accent1">
                    <a:lumMod val="50000"/>
                  </a:schemeClr>
                </a:solidFill>
              </a:rPr>
              <a:t>Regularización</a:t>
            </a:r>
            <a:r>
              <a:rPr lang="en-US" sz="2000" b="1" dirty="0">
                <a:solidFill>
                  <a:schemeClr val="accent1">
                    <a:lumMod val="50000"/>
                  </a:schemeClr>
                </a:solidFill>
              </a:rPr>
              <a:t> I</a:t>
            </a:r>
            <a:endParaRPr lang="en-US" sz="2000" dirty="0">
              <a:solidFill>
                <a:schemeClr val="accent1">
                  <a:lumMod val="50000"/>
                </a:schemeClr>
              </a:solidFill>
            </a:endParaRPr>
          </a:p>
        </p:txBody>
      </p:sp>
    </p:spTree>
    <p:extLst>
      <p:ext uri="{BB962C8B-B14F-4D97-AF65-F5344CB8AC3E}">
        <p14:creationId xmlns:p14="http://schemas.microsoft.com/office/powerpoint/2010/main" val="20397989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721C4E8-F774-C602-C20C-95042CFF3868}"/>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4" name="CuadroTexto 3">
            <a:extLst>
              <a:ext uri="{FF2B5EF4-FFF2-40B4-BE49-F238E27FC236}">
                <a16:creationId xmlns:a16="http://schemas.microsoft.com/office/drawing/2014/main" id="{42CD2C9C-179A-B430-AE96-1003E8C32566}"/>
              </a:ext>
            </a:extLst>
          </p:cNvPr>
          <p:cNvSpPr txBox="1"/>
          <p:nvPr/>
        </p:nvSpPr>
        <p:spPr>
          <a:xfrm>
            <a:off x="171719" y="1091012"/>
            <a:ext cx="11505217" cy="46487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dirty="0">
                <a:solidFill>
                  <a:schemeClr val="accent1">
                    <a:lumMod val="50000"/>
                  </a:schemeClr>
                </a:solidFill>
              </a:rPr>
              <a:t>Tanto en los problemas de Regresión como en los de Clasificación hemos añadido un término a la función de pérdida.</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267E08BF-3D16-40AA-4E43-631B7DBC5E2B}"/>
                  </a:ext>
                </a:extLst>
              </p:cNvPr>
              <p:cNvSpPr txBox="1"/>
              <p:nvPr/>
            </p:nvSpPr>
            <p:spPr>
              <a:xfrm>
                <a:off x="1618087" y="1974347"/>
                <a:ext cx="6099217" cy="7101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1" i="1" smtClean="0">
                          <a:solidFill>
                            <a:schemeClr val="accent1">
                              <a:lumMod val="50000"/>
                            </a:schemeClr>
                          </a:solidFill>
                          <a:latin typeface="Cambria Math" panose="02040503050406030204" pitchFamily="18" charset="0"/>
                          <a:ea typeface="Cambria Math" panose="02040503050406030204" pitchFamily="18" charset="0"/>
                        </a:rPr>
                        <m:t>𝑱</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e>
                      </m:d>
                      <m:r>
                        <a:rPr lang="es-ES" b="1" i="1" smtClean="0">
                          <a:solidFill>
                            <a:schemeClr val="accent1">
                              <a:lumMod val="50000"/>
                            </a:schemeClr>
                          </a:solidFill>
                          <a:latin typeface="Cambria Math" panose="02040503050406030204" pitchFamily="18" charset="0"/>
                          <a:ea typeface="Cambria Math" panose="02040503050406030204" pitchFamily="18" charset="0"/>
                        </a:rPr>
                        <m:t>=</m:t>
                      </m:r>
                      <m:d>
                        <m:dPr>
                          <m:begChr m:val="{"/>
                          <m:endChr m:val=""/>
                          <m:ctrlPr>
                            <a:rPr lang="es-ES" b="1" i="1" smtClean="0">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1"/>
                                    <m:mcJc m:val="center"/>
                                  </m:mcPr>
                                </m:mc>
                              </m:mcs>
                              <m:ctrlPr>
                                <a:rPr lang="es-ES" b="1" i="1">
                                  <a:solidFill>
                                    <a:schemeClr val="accent1">
                                      <a:lumMod val="50000"/>
                                    </a:schemeClr>
                                  </a:solidFill>
                                  <a:latin typeface="Cambria Math" panose="02040503050406030204" pitchFamily="18" charset="0"/>
                                  <a:ea typeface="Cambria Math" panose="02040503050406030204" pitchFamily="18" charset="0"/>
                                </a:rPr>
                              </m:ctrlPr>
                            </m:mPr>
                            <m:mr>
                              <m:e>
                                <m:r>
                                  <m:rPr>
                                    <m:nor/>
                                  </m:rPr>
                                  <a:rPr lang="es-ES" b="1">
                                    <a:solidFill>
                                      <a:schemeClr val="accent1">
                                        <a:lumMod val="50000"/>
                                      </a:schemeClr>
                                    </a:solidFill>
                                    <a:latin typeface="Cambria Math" panose="02040503050406030204" pitchFamily="18" charset="0"/>
                                    <a:ea typeface="Cambria Math" panose="02040503050406030204" pitchFamily="18" charset="0"/>
                                  </a:rPr>
                                  <m:t>Cross</m:t>
                                </m:r>
                                <m:r>
                                  <m:rPr>
                                    <m:nor/>
                                  </m:rPr>
                                  <a:rPr lang="es-ES" b="1">
                                    <a:solidFill>
                                      <a:schemeClr val="accent1">
                                        <a:lumMod val="50000"/>
                                      </a:schemeClr>
                                    </a:solidFill>
                                    <a:latin typeface="Cambria Math" panose="02040503050406030204" pitchFamily="18" charset="0"/>
                                    <a:ea typeface="Cambria Math" panose="02040503050406030204" pitchFamily="18" charset="0"/>
                                  </a:rPr>
                                  <m:t>−</m:t>
                                </m:r>
                                <m:r>
                                  <m:rPr>
                                    <m:nor/>
                                  </m:rPr>
                                  <a:rPr lang="es-ES" b="1">
                                    <a:solidFill>
                                      <a:schemeClr val="accent1">
                                        <a:lumMod val="50000"/>
                                      </a:schemeClr>
                                    </a:solidFill>
                                    <a:latin typeface="Cambria Math" panose="02040503050406030204" pitchFamily="18" charset="0"/>
                                    <a:ea typeface="Cambria Math" panose="02040503050406030204" pitchFamily="18" charset="0"/>
                                  </a:rPr>
                                  <m:t>Entropy</m:t>
                                </m:r>
                              </m:e>
                            </m:mr>
                            <m:mr>
                              <m:e>
                                <m:r>
                                  <m:rPr>
                                    <m:nor/>
                                  </m:rPr>
                                  <a:rPr lang="es-ES" b="1">
                                    <a:solidFill>
                                      <a:schemeClr val="accent1">
                                        <a:lumMod val="50000"/>
                                      </a:schemeClr>
                                    </a:solidFill>
                                    <a:latin typeface="Cambria Math" panose="02040503050406030204" pitchFamily="18" charset="0"/>
                                    <a:ea typeface="Cambria Math" panose="02040503050406030204" pitchFamily="18" charset="0"/>
                                  </a:rPr>
                                  <m:t>MSE</m:t>
                                </m:r>
                                <m:r>
                                  <m:rPr>
                                    <m:nor/>
                                  </m:rPr>
                                  <a:rPr lang="es-ES" b="1">
                                    <a:solidFill>
                                      <a:schemeClr val="accent1">
                                        <a:lumMod val="50000"/>
                                      </a:schemeClr>
                                    </a:solidFill>
                                    <a:latin typeface="Cambria Math" panose="02040503050406030204" pitchFamily="18" charset="0"/>
                                    <a:ea typeface="Cambria Math" panose="02040503050406030204" pitchFamily="18" charset="0"/>
                                  </a:rPr>
                                  <m:t>/</m:t>
                                </m:r>
                                <m:r>
                                  <m:rPr>
                                    <m:nor/>
                                  </m:rPr>
                                  <a:rPr lang="es-ES" b="1">
                                    <a:solidFill>
                                      <a:schemeClr val="accent1">
                                        <a:lumMod val="50000"/>
                                      </a:schemeClr>
                                    </a:solidFill>
                                    <a:latin typeface="Cambria Math" panose="02040503050406030204" pitchFamily="18" charset="0"/>
                                    <a:ea typeface="Cambria Math" panose="02040503050406030204" pitchFamily="18" charset="0"/>
                                  </a:rPr>
                                  <m:t>MAE</m:t>
                                </m:r>
                              </m:e>
                            </m:mr>
                          </m:m>
                        </m:e>
                      </m:d>
                      <m:r>
                        <m:rPr>
                          <m:nor/>
                        </m:rPr>
                        <a:rPr lang="es-ES" b="1" i="0" smtClean="0">
                          <a:solidFill>
                            <a:schemeClr val="accent1">
                              <a:lumMod val="50000"/>
                            </a:schemeClr>
                          </a:solidFill>
                          <a:latin typeface="Cambria Math" panose="02040503050406030204" pitchFamily="18" charset="0"/>
                          <a:ea typeface="Cambria Math" panose="02040503050406030204" pitchFamily="18" charset="0"/>
                        </a:rPr>
                        <m:t> </m:t>
                      </m:r>
                      <m:r>
                        <m:rPr>
                          <m:nor/>
                        </m:rPr>
                        <a:rPr lang="es-ES" b="0" i="0" smtClean="0">
                          <a:solidFill>
                            <a:schemeClr val="accent1">
                              <a:lumMod val="50000"/>
                            </a:schemeClr>
                          </a:solidFill>
                          <a:latin typeface="Cambria Math" panose="02040503050406030204" pitchFamily="18" charset="0"/>
                          <a:ea typeface="Cambria Math" panose="02040503050406030204" pitchFamily="18" charset="0"/>
                        </a:rPr>
                        <m:t>    +  </m:t>
                      </m:r>
                      <m:d>
                        <m:dPr>
                          <m:begChr m:val="{"/>
                          <m:endChr m:val=""/>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r>
                            <m:rPr>
                              <m:nor/>
                            </m:rPr>
                            <a:rPr lang="es-ES" b="1" i="0" smtClean="0">
                              <a:solidFill>
                                <a:schemeClr val="accent1">
                                  <a:lumMod val="50000"/>
                                </a:schemeClr>
                              </a:solidFill>
                              <a:ea typeface="Cambria Math" panose="02040503050406030204" pitchFamily="18" charset="0"/>
                            </a:rPr>
                            <m:t>Regularizaci</m:t>
                          </m:r>
                          <m:r>
                            <m:rPr>
                              <m:nor/>
                            </m:rPr>
                            <a:rPr lang="es-ES" b="1" i="0" smtClean="0">
                              <a:solidFill>
                                <a:schemeClr val="accent1">
                                  <a:lumMod val="50000"/>
                                </a:schemeClr>
                              </a:solidFill>
                              <a:ea typeface="Cambria Math" panose="02040503050406030204" pitchFamily="18" charset="0"/>
                            </a:rPr>
                            <m:t>ó</m:t>
                          </m:r>
                          <m:r>
                            <m:rPr>
                              <m:nor/>
                            </m:rPr>
                            <a:rPr lang="es-ES" b="1" i="0" smtClean="0">
                              <a:solidFill>
                                <a:schemeClr val="accent1">
                                  <a:lumMod val="50000"/>
                                </a:schemeClr>
                              </a:solidFill>
                              <a:ea typeface="Cambria Math" panose="02040503050406030204" pitchFamily="18" charset="0"/>
                            </a:rPr>
                            <m:t>n</m:t>
                          </m:r>
                        </m:e>
                      </m:d>
                    </m:oMath>
                  </m:oMathPara>
                </a14:m>
                <a:endParaRPr lang="es-ES" dirty="0"/>
              </a:p>
            </p:txBody>
          </p:sp>
        </mc:Choice>
        <mc:Fallback xmlns="">
          <p:sp>
            <p:nvSpPr>
              <p:cNvPr id="10" name="CuadroTexto 9">
                <a:extLst>
                  <a:ext uri="{FF2B5EF4-FFF2-40B4-BE49-F238E27FC236}">
                    <a16:creationId xmlns:a16="http://schemas.microsoft.com/office/drawing/2014/main" id="{267E08BF-3D16-40AA-4E43-631B7DBC5E2B}"/>
                  </a:ext>
                </a:extLst>
              </p:cNvPr>
              <p:cNvSpPr txBox="1">
                <a:spLocks noRot="1" noChangeAspect="1" noMove="1" noResize="1" noEditPoints="1" noAdjustHandles="1" noChangeArrowheads="1" noChangeShapeType="1" noTextEdit="1"/>
              </p:cNvSpPr>
              <p:nvPr/>
            </p:nvSpPr>
            <p:spPr>
              <a:xfrm>
                <a:off x="1618087" y="1974347"/>
                <a:ext cx="6099217" cy="710194"/>
              </a:xfrm>
              <a:prstGeom prst="rect">
                <a:avLst/>
              </a:prstGeom>
              <a:blipFill>
                <a:blip r:embed="rId2"/>
                <a:stretch>
                  <a:fillRect/>
                </a:stretch>
              </a:blipFill>
            </p:spPr>
            <p:txBody>
              <a:bodyPr/>
              <a:lstStyle/>
              <a:p>
                <a:r>
                  <a:rPr lang="es-ES">
                    <a:noFill/>
                  </a:rPr>
                  <a:t> </a:t>
                </a:r>
              </a:p>
            </p:txBody>
          </p:sp>
        </mc:Fallback>
      </mc:AlternateContent>
      <p:sp>
        <p:nvSpPr>
          <p:cNvPr id="12" name="CuadroTexto 11">
            <a:extLst>
              <a:ext uri="{FF2B5EF4-FFF2-40B4-BE49-F238E27FC236}">
                <a16:creationId xmlns:a16="http://schemas.microsoft.com/office/drawing/2014/main" id="{275C7CCD-0EB2-E750-D612-D1049080DFC0}"/>
              </a:ext>
            </a:extLst>
          </p:cNvPr>
          <p:cNvSpPr txBox="1"/>
          <p:nvPr/>
        </p:nvSpPr>
        <p:spPr>
          <a:xfrm>
            <a:off x="882671" y="1867779"/>
            <a:ext cx="1017356" cy="923330"/>
          </a:xfrm>
          <a:prstGeom prst="rect">
            <a:avLst/>
          </a:prstGeom>
          <a:noFill/>
        </p:spPr>
        <p:txBody>
          <a:bodyPr wrap="square">
            <a:spAutoFit/>
          </a:bodyPr>
          <a:lstStyle/>
          <a:p>
            <a:r>
              <a:rPr lang="es-ES" b="1" dirty="0">
                <a:solidFill>
                  <a:schemeClr val="accent1">
                    <a:lumMod val="50000"/>
                  </a:schemeClr>
                </a:solidFill>
              </a:rPr>
              <a:t>Función de pérdida:</a:t>
            </a:r>
            <a:endParaRPr lang="es-ES" b="1" dirty="0"/>
          </a:p>
        </p:txBody>
      </p:sp>
      <mc:AlternateContent xmlns:mc="http://schemas.openxmlformats.org/markup-compatibility/2006" xmlns:a14="http://schemas.microsoft.com/office/drawing/2010/main">
        <mc:Choice Requires="a14">
          <p:sp>
            <p:nvSpPr>
              <p:cNvPr id="9" name="Rectangle 1">
                <a:extLst>
                  <a:ext uri="{FF2B5EF4-FFF2-40B4-BE49-F238E27FC236}">
                    <a16:creationId xmlns:a16="http://schemas.microsoft.com/office/drawing/2014/main" id="{FEBBD2EE-6917-B19F-D60E-FB305E7835EF}"/>
                  </a:ext>
                </a:extLst>
              </p:cNvPr>
              <p:cNvSpPr>
                <a:spLocks noChangeArrowheads="1"/>
              </p:cNvSpPr>
              <p:nvPr/>
            </p:nvSpPr>
            <p:spPr bwMode="auto">
              <a:xfrm>
                <a:off x="7286651" y="1652246"/>
                <a:ext cx="4322802" cy="81791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Arial" panose="020B0604020202020204" pitchFamily="34" charset="0"/>
                  <a:buChar char="•"/>
                </a:pPr>
                <a:r>
                  <a:rPr lang="es-ES" altLang="es-ES" dirty="0">
                    <a:solidFill>
                      <a:schemeClr val="accent1">
                        <a:lumMod val="50000"/>
                      </a:schemeClr>
                    </a:solidFill>
                  </a:rPr>
                  <a:t>Lasso </a:t>
                </a:r>
                <a:r>
                  <a:rPr lang="es-ES" altLang="es-ES" dirty="0" err="1">
                    <a:solidFill>
                      <a:schemeClr val="accent1">
                        <a:lumMod val="50000"/>
                      </a:schemeClr>
                    </a:solidFill>
                  </a:rPr>
                  <a:t>Regularization</a:t>
                </a:r>
                <a:r>
                  <a:rPr lang="es-ES" altLang="es-ES" dirty="0">
                    <a:solidFill>
                      <a:schemeClr val="accent1">
                        <a:lumMod val="50000"/>
                      </a:schemeClr>
                    </a:solidFill>
                  </a:rPr>
                  <a:t> (</a:t>
                </a:r>
                <a14:m>
                  <m:oMath xmlns:m="http://schemas.openxmlformats.org/officeDocument/2006/math">
                    <m:sSub>
                      <m:sSub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bPr>
                      <m:e>
                        <m:d>
                          <m:dPr>
                            <m:begChr m:val="‖"/>
                            <m:endChr m:val="‖"/>
                            <m:ctrlPr>
                              <a:rPr lang="es-ES" b="1" i="1" smtClean="0">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m:t>
                            </m:r>
                          </m:e>
                        </m:d>
                      </m:e>
                      <m:sub>
                        <m:r>
                          <a:rPr lang="es-ES" b="1" i="1" smtClean="0">
                            <a:solidFill>
                              <a:schemeClr val="accent1">
                                <a:lumMod val="50000"/>
                              </a:schemeClr>
                            </a:solidFill>
                            <a:latin typeface="Cambria Math" panose="02040503050406030204" pitchFamily="18" charset="0"/>
                            <a:ea typeface="Cambria Math" panose="02040503050406030204" pitchFamily="18" charset="0"/>
                          </a:rPr>
                          <m:t>𝟏</m:t>
                        </m:r>
                      </m:sub>
                    </m:sSub>
                  </m:oMath>
                </a14:m>
                <a:r>
                  <a:rPr lang="es-ES" altLang="es-ES" dirty="0">
                    <a:solidFill>
                      <a:schemeClr val="accent1">
                        <a:lumMod val="50000"/>
                      </a:schemeClr>
                    </a:solidFill>
                  </a:rPr>
                  <a:t>):  </a:t>
                </a:r>
                <a14:m>
                  <m:oMath xmlns:m="http://schemas.openxmlformats.org/officeDocument/2006/math">
                    <m:r>
                      <a:rPr lang="es-ES" b="1" i="1" smtClean="0">
                        <a:solidFill>
                          <a:schemeClr val="accent1">
                            <a:lumMod val="50000"/>
                          </a:schemeClr>
                        </a:solidFill>
                        <a:latin typeface="Cambria Math" panose="02040503050406030204" pitchFamily="18" charset="0"/>
                        <a:ea typeface="Cambria Math" panose="02040503050406030204" pitchFamily="18" charset="0"/>
                      </a:rPr>
                      <m:t>𝛌</m:t>
                    </m:r>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d>
                          <m:dPr>
                            <m:begChr m:val="‖"/>
                            <m:endChr m:val="‖"/>
                            <m:ctrlPr>
                              <a:rPr lang="es-ES" b="1" i="1">
                                <a:solidFill>
                                  <a:schemeClr val="accent1">
                                    <a:lumMod val="50000"/>
                                  </a:schemeClr>
                                </a:solidFill>
                                <a:latin typeface="Cambria Math" panose="02040503050406030204" pitchFamily="18" charset="0"/>
                                <a:ea typeface="Cambria Math" panose="02040503050406030204" pitchFamily="18" charset="0"/>
                              </a:rPr>
                            </m:ctrlPr>
                          </m:dP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ea typeface="Cambria Math" panose="02040503050406030204" pitchFamily="18" charset="0"/>
                                  </a:rPr>
                                  <m:t>𝑊</m:t>
                                </m:r>
                              </m:e>
                              <m:sub>
                                <m:r>
                                  <a:rPr lang="es-ES" i="1">
                                    <a:solidFill>
                                      <a:schemeClr val="accent1">
                                        <a:lumMod val="50000"/>
                                      </a:schemeClr>
                                    </a:solidFill>
                                    <a:latin typeface="Cambria Math" panose="02040503050406030204" pitchFamily="18" charset="0"/>
                                    <a:ea typeface="Cambria Math" panose="02040503050406030204" pitchFamily="18" charset="0"/>
                                  </a:rPr>
                                  <m:t>𝑖𝑗</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bSup>
                          </m:e>
                        </m:d>
                      </m:e>
                      <m:sub>
                        <m:r>
                          <a:rPr lang="es-ES" b="1" i="1">
                            <a:solidFill>
                              <a:schemeClr val="accent1">
                                <a:lumMod val="50000"/>
                              </a:schemeClr>
                            </a:solidFill>
                            <a:latin typeface="Cambria Math" panose="02040503050406030204" pitchFamily="18" charset="0"/>
                            <a:ea typeface="Cambria Math" panose="02040503050406030204" pitchFamily="18" charset="0"/>
                          </a:rPr>
                          <m:t>𝟏</m:t>
                        </m:r>
                      </m:sub>
                    </m:sSub>
                  </m:oMath>
                </a14:m>
                <a:endParaRPr lang="es-ES" altLang="es-ES" dirty="0">
                  <a:solidFill>
                    <a:schemeClr val="accent1">
                      <a:lumMod val="50000"/>
                    </a:schemeClr>
                  </a:solidFill>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mc:Choice>
        <mc:Fallback xmlns="">
          <p:sp>
            <p:nvSpPr>
              <p:cNvPr id="9" name="Rectangle 1">
                <a:extLst>
                  <a:ext uri="{FF2B5EF4-FFF2-40B4-BE49-F238E27FC236}">
                    <a16:creationId xmlns:a16="http://schemas.microsoft.com/office/drawing/2014/main" id="{FEBBD2EE-6917-B19F-D60E-FB305E7835EF}"/>
                  </a:ext>
                </a:extLst>
              </p:cNvPr>
              <p:cNvSpPr>
                <a:spLocks noRot="1" noChangeAspect="1" noMove="1" noResize="1" noEditPoints="1" noAdjustHandles="1" noChangeArrowheads="1" noChangeShapeType="1" noTextEdit="1"/>
              </p:cNvSpPr>
              <p:nvPr/>
            </p:nvSpPr>
            <p:spPr bwMode="auto">
              <a:xfrm>
                <a:off x="7286651" y="1652246"/>
                <a:ext cx="4322802" cy="817916"/>
              </a:xfrm>
              <a:prstGeom prst="rect">
                <a:avLst/>
              </a:prstGeom>
              <a:blipFill>
                <a:blip r:embed="rId3"/>
                <a:stretch>
                  <a:fillRect l="-84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s-ES">
                    <a:noFill/>
                  </a:rPr>
                  <a:t> </a:t>
                </a:r>
              </a:p>
            </p:txBody>
          </p:sp>
        </mc:Fallback>
      </mc:AlternateContent>
      <p:grpSp>
        <p:nvGrpSpPr>
          <p:cNvPr id="20" name="Grupo 19">
            <a:extLst>
              <a:ext uri="{FF2B5EF4-FFF2-40B4-BE49-F238E27FC236}">
                <a16:creationId xmlns:a16="http://schemas.microsoft.com/office/drawing/2014/main" id="{BF76045D-B53B-8F5D-78E1-9B0C8F6F047D}"/>
              </a:ext>
            </a:extLst>
          </p:cNvPr>
          <p:cNvGrpSpPr/>
          <p:nvPr/>
        </p:nvGrpSpPr>
        <p:grpSpPr>
          <a:xfrm>
            <a:off x="7284808" y="2471488"/>
            <a:ext cx="4757142" cy="795859"/>
            <a:chOff x="7286651" y="2864598"/>
            <a:chExt cx="4757142" cy="795859"/>
          </a:xfrm>
        </p:grpSpPr>
        <mc:AlternateContent xmlns:mc="http://schemas.openxmlformats.org/markup-compatibility/2006" xmlns:a14="http://schemas.microsoft.com/office/drawing/2010/main">
          <mc:Choice Requires="a14">
            <p:sp>
              <p:nvSpPr>
                <p:cNvPr id="13" name="Rectangle 1">
                  <a:extLst>
                    <a:ext uri="{FF2B5EF4-FFF2-40B4-BE49-F238E27FC236}">
                      <a16:creationId xmlns:a16="http://schemas.microsoft.com/office/drawing/2014/main" id="{D9C2BAFC-2B84-859B-1A34-C5BBBECF685E}"/>
                    </a:ext>
                  </a:extLst>
                </p:cNvPr>
                <p:cNvSpPr>
                  <a:spLocks noChangeArrowheads="1"/>
                </p:cNvSpPr>
                <p:nvPr/>
              </p:nvSpPr>
              <p:spPr bwMode="auto">
                <a:xfrm>
                  <a:off x="7286651" y="3014126"/>
                  <a:ext cx="4757142" cy="64633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Arial" panose="020B0604020202020204" pitchFamily="34" charset="0"/>
                    <a:buChar char="•"/>
                  </a:pPr>
                  <a:r>
                    <a:rPr lang="es-ES" altLang="es-ES" dirty="0">
                      <a:solidFill>
                        <a:schemeClr val="accent1">
                          <a:lumMod val="50000"/>
                        </a:schemeClr>
                      </a:solidFill>
                    </a:rPr>
                    <a:t>Ridge </a:t>
                  </a:r>
                  <a:r>
                    <a:rPr lang="es-ES" altLang="es-ES" dirty="0" err="1">
                      <a:solidFill>
                        <a:schemeClr val="accent1">
                          <a:lumMod val="50000"/>
                        </a:schemeClr>
                      </a:solidFill>
                    </a:rPr>
                    <a:t>Regularization</a:t>
                  </a:r>
                  <a:r>
                    <a:rPr lang="es-ES" altLang="es-ES" dirty="0">
                      <a:solidFill>
                        <a:schemeClr val="accent1">
                          <a:lumMod val="50000"/>
                        </a:schemeClr>
                      </a:solidFill>
                    </a:rPr>
                    <a:t> (</a:t>
                  </a:r>
                  <a14:m>
                    <m:oMath xmlns:m="http://schemas.openxmlformats.org/officeDocument/2006/math">
                      <m:sSub>
                        <m:sSub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bPr>
                        <m:e>
                          <m:d>
                            <m:dPr>
                              <m:begChr m:val="‖"/>
                              <m:endChr m:val="‖"/>
                              <m:ctrlPr>
                                <a:rPr lang="es-ES" b="1" i="1" smtClean="0">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m:t>
                              </m:r>
                            </m:e>
                          </m:d>
                        </m:e>
                        <m:sub>
                          <m:r>
                            <a:rPr lang="es-ES" b="1" i="1" smtClean="0">
                              <a:solidFill>
                                <a:schemeClr val="accent1">
                                  <a:lumMod val="50000"/>
                                </a:schemeClr>
                              </a:solidFill>
                              <a:latin typeface="Cambria Math" panose="02040503050406030204" pitchFamily="18" charset="0"/>
                              <a:ea typeface="Cambria Math" panose="02040503050406030204" pitchFamily="18" charset="0"/>
                            </a:rPr>
                            <m:t>𝟐</m:t>
                          </m:r>
                        </m:sub>
                      </m:sSub>
                    </m:oMath>
                  </a14:m>
                  <a:r>
                    <a:rPr lang="es-ES" altLang="es-ES" dirty="0">
                      <a:solidFill>
                        <a:schemeClr val="accent1">
                          <a:lumMod val="50000"/>
                        </a:schemeClr>
                      </a:solidFill>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mc:Choice>
          <mc:Fallback xmlns="">
            <p:sp>
              <p:nvSpPr>
                <p:cNvPr id="13" name="Rectangle 1">
                  <a:extLst>
                    <a:ext uri="{FF2B5EF4-FFF2-40B4-BE49-F238E27FC236}">
                      <a16:creationId xmlns:a16="http://schemas.microsoft.com/office/drawing/2014/main" id="{D9C2BAFC-2B84-859B-1A34-C5BBBECF685E}"/>
                    </a:ext>
                  </a:extLst>
                </p:cNvPr>
                <p:cNvSpPr>
                  <a:spLocks noRot="1" noChangeAspect="1" noMove="1" noResize="1" noEditPoints="1" noAdjustHandles="1" noChangeArrowheads="1" noChangeShapeType="1" noTextEdit="1"/>
                </p:cNvSpPr>
                <p:nvPr/>
              </p:nvSpPr>
              <p:spPr bwMode="auto">
                <a:xfrm>
                  <a:off x="7286651" y="3014126"/>
                  <a:ext cx="4757142" cy="646331"/>
                </a:xfrm>
                <a:prstGeom prst="rect">
                  <a:avLst/>
                </a:prstGeom>
                <a:blipFill>
                  <a:blip r:embed="rId4"/>
                  <a:stretch>
                    <a:fillRect l="-769" t="-471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65F1DA92-C7D2-F879-E1BD-18D42428BDFC}"/>
                    </a:ext>
                  </a:extLst>
                </p:cNvPr>
                <p:cNvSpPr txBox="1"/>
                <p:nvPr/>
              </p:nvSpPr>
              <p:spPr>
                <a:xfrm>
                  <a:off x="10226040" y="2864598"/>
                  <a:ext cx="1729740" cy="7958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a:rPr lang="es-ES" i="1">
                                <a:solidFill>
                                  <a:schemeClr val="accent1">
                                    <a:lumMod val="50000"/>
                                  </a:schemeClr>
                                </a:solidFill>
                                <a:latin typeface="Cambria Math" panose="02040503050406030204" pitchFamily="18" charset="0"/>
                                <a:ea typeface="Cambria Math" panose="02040503050406030204" pitchFamily="18" charset="0"/>
                              </a:rPr>
                              <m:t>𝜆</m:t>
                            </m:r>
                          </m:num>
                          <m:den>
                            <m:r>
                              <a:rPr lang="es-ES" i="1">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𝑀</m:t>
                            </m:r>
                          </m:den>
                        </m:f>
                        <m:nary>
                          <m:naryPr>
                            <m:chr m:val="∑"/>
                            <m:supHide m:val="on"/>
                            <m:ctrlPr>
                              <a:rPr lang="es-ES" i="1">
                                <a:solidFill>
                                  <a:schemeClr val="accent1">
                                    <a:lumMod val="50000"/>
                                  </a:schemeClr>
                                </a:solidFill>
                                <a:latin typeface="Cambria Math" panose="02040503050406030204" pitchFamily="18" charset="0"/>
                                <a:ea typeface="Cambria Math" panose="02040503050406030204" pitchFamily="18" charset="0"/>
                              </a:rPr>
                            </m:ctrlPr>
                          </m:naryPr>
                          <m:sub>
                            <m:r>
                              <m:rPr>
                                <m:brk m:alnAt="7"/>
                              </m:rPr>
                              <a:rPr lang="es-ES" i="1">
                                <a:solidFill>
                                  <a:schemeClr val="accent1">
                                    <a:lumMod val="50000"/>
                                  </a:schemeClr>
                                </a:solidFill>
                                <a:latin typeface="Cambria Math" panose="02040503050406030204" pitchFamily="18" charset="0"/>
                                <a:ea typeface="Cambria Math" panose="02040503050406030204" pitchFamily="18" charset="0"/>
                              </a:rPr>
                              <m:t>𝑖</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𝑗</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sub>
                          <m:sup/>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ea typeface="Cambria Math" panose="02040503050406030204" pitchFamily="18" charset="0"/>
                                          </a:rPr>
                                          <m:t>𝑊</m:t>
                                        </m:r>
                                      </m:e>
                                      <m:sub>
                                        <m:r>
                                          <a:rPr lang="es-ES" i="1">
                                            <a:solidFill>
                                              <a:schemeClr val="accent1">
                                                <a:lumMod val="50000"/>
                                              </a:schemeClr>
                                            </a:solidFill>
                                            <a:latin typeface="Cambria Math" panose="02040503050406030204" pitchFamily="18" charset="0"/>
                                            <a:ea typeface="Cambria Math" panose="02040503050406030204" pitchFamily="18" charset="0"/>
                                          </a:rPr>
                                          <m:t>𝑖𝑗</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bSup>
                                  </m:e>
                                </m:d>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e>
                        </m:nary>
                      </m:oMath>
                    </m:oMathPara>
                  </a14:m>
                  <a:endParaRPr lang="es-ES" dirty="0"/>
                </a:p>
              </p:txBody>
            </p:sp>
          </mc:Choice>
          <mc:Fallback xmlns="">
            <p:sp>
              <p:nvSpPr>
                <p:cNvPr id="17" name="CuadroTexto 16">
                  <a:extLst>
                    <a:ext uri="{FF2B5EF4-FFF2-40B4-BE49-F238E27FC236}">
                      <a16:creationId xmlns:a16="http://schemas.microsoft.com/office/drawing/2014/main" id="{65F1DA92-C7D2-F879-E1BD-18D42428BDFC}"/>
                    </a:ext>
                  </a:extLst>
                </p:cNvPr>
                <p:cNvSpPr txBox="1">
                  <a:spLocks noRot="1" noChangeAspect="1" noMove="1" noResize="1" noEditPoints="1" noAdjustHandles="1" noChangeArrowheads="1" noChangeShapeType="1" noTextEdit="1"/>
                </p:cNvSpPr>
                <p:nvPr/>
              </p:nvSpPr>
              <p:spPr>
                <a:xfrm>
                  <a:off x="10226040" y="2864598"/>
                  <a:ext cx="1729740" cy="795859"/>
                </a:xfrm>
                <a:prstGeom prst="rect">
                  <a:avLst/>
                </a:prstGeom>
                <a:blipFill>
                  <a:blip r:embed="rId5"/>
                  <a:stretch>
                    <a:fillRect/>
                  </a:stretch>
                </a:blipFill>
              </p:spPr>
              <p:txBody>
                <a:bodyPr/>
                <a:lstStyle/>
                <a:p>
                  <a:r>
                    <a:rPr lang="es-ES">
                      <a:noFill/>
                    </a:rPr>
                    <a:t> </a:t>
                  </a:r>
                </a:p>
              </p:txBody>
            </p:sp>
          </mc:Fallback>
        </mc:AlternateContent>
      </p:grpSp>
      <p:sp>
        <p:nvSpPr>
          <p:cNvPr id="24" name="CuadroTexto 23">
            <a:extLst>
              <a:ext uri="{FF2B5EF4-FFF2-40B4-BE49-F238E27FC236}">
                <a16:creationId xmlns:a16="http://schemas.microsoft.com/office/drawing/2014/main" id="{7BCF4483-5DE3-7AFE-87A1-695864A709DE}"/>
              </a:ext>
            </a:extLst>
          </p:cNvPr>
          <p:cNvSpPr txBox="1"/>
          <p:nvPr/>
        </p:nvSpPr>
        <p:spPr>
          <a:xfrm>
            <a:off x="171719" y="3300711"/>
            <a:ext cx="11700333" cy="646331"/>
          </a:xfrm>
          <a:prstGeom prst="rect">
            <a:avLst/>
          </a:prstGeom>
          <a:noFill/>
        </p:spPr>
        <p:txBody>
          <a:bodyPr wrap="square">
            <a:spAutoFit/>
          </a:bodyPr>
          <a:lstStyle/>
          <a:p>
            <a:pPr marL="285750" indent="-285750">
              <a:buFont typeface="Arial" panose="020B0604020202020204" pitchFamily="34" charset="0"/>
              <a:buChar char="•"/>
            </a:pPr>
            <a:r>
              <a:rPr lang="es-ES" dirty="0">
                <a:solidFill>
                  <a:schemeClr val="accent1">
                    <a:lumMod val="50000"/>
                  </a:schemeClr>
                </a:solidFill>
              </a:rPr>
              <a:t>La regularización ayuda a prevenir el sobreajuste (</a:t>
            </a:r>
            <a:r>
              <a:rPr lang="es-ES" dirty="0" err="1">
                <a:solidFill>
                  <a:schemeClr val="accent1">
                    <a:lumMod val="50000"/>
                  </a:schemeClr>
                </a:solidFill>
              </a:rPr>
              <a:t>overfitting</a:t>
            </a:r>
            <a:r>
              <a:rPr lang="es-ES" dirty="0">
                <a:solidFill>
                  <a:schemeClr val="accent1">
                    <a:lumMod val="50000"/>
                  </a:schemeClr>
                </a:solidFill>
              </a:rPr>
              <a:t>). Al penalizar los valores de los pesos, fomenta modelos más simples y generalizables. </a:t>
            </a:r>
          </a:p>
        </p:txBody>
      </p:sp>
      <mc:AlternateContent xmlns:mc="http://schemas.openxmlformats.org/markup-compatibility/2006" xmlns:a14="http://schemas.microsoft.com/office/drawing/2010/main">
        <mc:Choice Requires="a14">
          <p:sp>
            <p:nvSpPr>
              <p:cNvPr id="25" name="Rectángulo: esquinas redondeadas 24">
                <a:extLst>
                  <a:ext uri="{FF2B5EF4-FFF2-40B4-BE49-F238E27FC236}">
                    <a16:creationId xmlns:a16="http://schemas.microsoft.com/office/drawing/2014/main" id="{734B9EDA-D204-D786-7A75-1152FFC77B7F}"/>
                  </a:ext>
                </a:extLst>
              </p:cNvPr>
              <p:cNvSpPr/>
              <p:nvPr/>
            </p:nvSpPr>
            <p:spPr>
              <a:xfrm>
                <a:off x="203969" y="4276313"/>
                <a:ext cx="11784061" cy="2238485"/>
              </a:xfrm>
              <a:prstGeom prst="roundRect">
                <a:avLst>
                  <a:gd name="adj" fmla="val 11950"/>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s-ES" b="1" u="sng" dirty="0">
                    <a:solidFill>
                      <a:schemeClr val="tx2"/>
                    </a:solidFill>
                  </a:rPr>
                  <a:t>PINN - </a:t>
                </a:r>
                <a:r>
                  <a:rPr lang="es-ES" b="1" u="sng" dirty="0" err="1">
                    <a:solidFill>
                      <a:schemeClr val="tx2"/>
                    </a:solidFill>
                  </a:rPr>
                  <a:t>Physics</a:t>
                </a:r>
                <a:r>
                  <a:rPr lang="es-ES" b="1" u="sng" dirty="0">
                    <a:solidFill>
                      <a:schemeClr val="tx2"/>
                    </a:solidFill>
                  </a:rPr>
                  <a:t> </a:t>
                </a:r>
                <a:r>
                  <a:rPr lang="es-ES" b="1" u="sng" dirty="0" err="1">
                    <a:solidFill>
                      <a:schemeClr val="tx2"/>
                    </a:solidFill>
                  </a:rPr>
                  <a:t>Informed</a:t>
                </a:r>
                <a:r>
                  <a:rPr lang="es-ES" b="1" u="sng" dirty="0">
                    <a:solidFill>
                      <a:schemeClr val="tx2"/>
                    </a:solidFill>
                  </a:rPr>
                  <a:t> Neural Networks</a:t>
                </a:r>
                <a:r>
                  <a:rPr lang="es-ES" dirty="0">
                    <a:solidFill>
                      <a:schemeClr val="tx2"/>
                    </a:solidFill>
                  </a:rPr>
                  <a:t>:  Son un tipo de redes neuronales donde se añaden a la regularización condiciones físicas  que la </a:t>
                </a:r>
                <a:r>
                  <a:rPr lang="es-ES" dirty="0" smtClean="0">
                    <a:solidFill>
                      <a:schemeClr val="tx2"/>
                    </a:solidFill>
                  </a:rPr>
                  <a:t>función </a:t>
                </a:r>
                <a14:m>
                  <m:oMath xmlns:m="http://schemas.openxmlformats.org/officeDocument/2006/math">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𝒉</m:t>
                        </m:r>
                      </m:e>
                      <m:sub>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sub>
                    </m:sSub>
                    <m:d>
                      <m:d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𝑿</m:t>
                        </m:r>
                      </m:e>
                    </m:d>
                  </m:oMath>
                </a14:m>
                <a:r>
                  <a:rPr lang="es-ES" dirty="0">
                    <a:solidFill>
                      <a:schemeClr val="tx2"/>
                    </a:solidFill>
                  </a:rPr>
                  <a:t>debe verificar. (Conservación del momento, </a:t>
                </a:r>
                <a:r>
                  <a:rPr lang="es-ES" dirty="0" err="1">
                    <a:solidFill>
                      <a:schemeClr val="tx2"/>
                    </a:solidFill>
                  </a:rPr>
                  <a:t>Energia</a:t>
                </a:r>
                <a:r>
                  <a:rPr lang="es-ES" dirty="0">
                    <a:solidFill>
                      <a:schemeClr val="tx2"/>
                    </a:solidFill>
                  </a:rPr>
                  <a:t>, EDP,…) </a:t>
                </a:r>
              </a:p>
              <a:p>
                <a:endParaRPr lang="es-ES" dirty="0">
                  <a:solidFill>
                    <a:schemeClr val="tx2"/>
                  </a:solidFill>
                </a:endParaRPr>
              </a:p>
              <a:p>
                <a:endParaRPr lang="es-ES" dirty="0">
                  <a:solidFill>
                    <a:schemeClr val="tx2"/>
                  </a:solidFill>
                </a:endParaRPr>
              </a:p>
              <a:p>
                <a:endParaRPr lang="es-ES" dirty="0">
                  <a:solidFill>
                    <a:schemeClr val="tx2"/>
                  </a:solidFill>
                </a:endParaRPr>
              </a:p>
            </p:txBody>
          </p:sp>
        </mc:Choice>
        <mc:Fallback xmlns="">
          <p:sp>
            <p:nvSpPr>
              <p:cNvPr id="25" name="Rectángulo: esquinas redondeadas 24">
                <a:extLst>
                  <a:ext uri="{FF2B5EF4-FFF2-40B4-BE49-F238E27FC236}">
                    <a16:creationId xmlns:a16="http://schemas.microsoft.com/office/drawing/2014/main" id="{734B9EDA-D204-D786-7A75-1152FFC77B7F}"/>
                  </a:ext>
                </a:extLst>
              </p:cNvPr>
              <p:cNvSpPr>
                <a:spLocks noRot="1" noChangeAspect="1" noMove="1" noResize="1" noEditPoints="1" noAdjustHandles="1" noChangeArrowheads="1" noChangeShapeType="1" noTextEdit="1"/>
              </p:cNvSpPr>
              <p:nvPr/>
            </p:nvSpPr>
            <p:spPr>
              <a:xfrm>
                <a:off x="203969" y="4276313"/>
                <a:ext cx="11784061" cy="2238485"/>
              </a:xfrm>
              <a:prstGeom prst="roundRect">
                <a:avLst>
                  <a:gd name="adj" fmla="val 11950"/>
                </a:avLst>
              </a:prstGeom>
              <a:blipFill>
                <a:blip r:embed="rId6"/>
                <a:stretch>
                  <a:fillRect/>
                </a:stretch>
              </a:blipFill>
              <a:ln w="38100"/>
            </p:spPr>
            <p:txBody>
              <a:bodyPr/>
              <a:lstStyle/>
              <a:p>
                <a:r>
                  <a:rPr lang="es-ES">
                    <a:noFill/>
                  </a:rPr>
                  <a:t> </a:t>
                </a:r>
              </a:p>
            </p:txBody>
          </p:sp>
        </mc:Fallback>
      </mc:AlternateContent>
      <p:pic>
        <p:nvPicPr>
          <p:cNvPr id="3074" name="Picture 2" descr="Video Icon Clipart Hd PNG, Video Vector Icon, Video Icons, Video Icon,  Multimedia Icon PNG Image For Free Download">
            <a:hlinkClick r:id="rId7"/>
            <a:extLst>
              <a:ext uri="{FF2B5EF4-FFF2-40B4-BE49-F238E27FC236}">
                <a16:creationId xmlns:a16="http://schemas.microsoft.com/office/drawing/2014/main" id="{F308777E-0E17-B119-6F6D-1097E279A022}"/>
              </a:ext>
            </a:extLst>
          </p:cNvPr>
          <p:cNvPicPr>
            <a:picLocks noChangeAspect="1" noChangeArrowheads="1"/>
          </p:cNvPicPr>
          <p:nvPr/>
        </p:nvPicPr>
        <p:blipFill>
          <a:blip r:embed="rId8" cstate="print">
            <a:clrChange>
              <a:clrFrom>
                <a:srgbClr val="EDEDED"/>
              </a:clrFrom>
              <a:clrTo>
                <a:srgbClr val="EDEDED">
                  <a:alpha val="0"/>
                </a:srgbClr>
              </a:clrTo>
            </a:clrChange>
            <a:extLst>
              <a:ext uri="{28A0092B-C50C-407E-A947-70E740481C1C}">
                <a14:useLocalDpi xmlns:a14="http://schemas.microsoft.com/office/drawing/2010/main" val="0"/>
              </a:ext>
            </a:extLst>
          </a:blip>
          <a:srcRect/>
          <a:stretch>
            <a:fillRect/>
          </a:stretch>
        </p:blipFill>
        <p:spPr bwMode="auto">
          <a:xfrm>
            <a:off x="3604001" y="5395555"/>
            <a:ext cx="919161" cy="91916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Paper - Free education icons">
            <a:hlinkClick r:id="rId9"/>
            <a:extLst>
              <a:ext uri="{FF2B5EF4-FFF2-40B4-BE49-F238E27FC236}">
                <a16:creationId xmlns:a16="http://schemas.microsoft.com/office/drawing/2014/main" id="{4B4147AD-84BE-0248-0EA2-6AB2E9F88096}"/>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40465" y="5474839"/>
            <a:ext cx="726408" cy="726408"/>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F5554BA6-5B3D-743C-EED7-6E33F68BF3D5}"/>
              </a:ext>
            </a:extLst>
          </p:cNvPr>
          <p:cNvSpPr txBox="1"/>
          <p:nvPr/>
        </p:nvSpPr>
        <p:spPr>
          <a:xfrm>
            <a:off x="214041" y="447385"/>
            <a:ext cx="7072610"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Función</a:t>
            </a:r>
            <a:r>
              <a:rPr lang="en-US" sz="2000" b="1" dirty="0">
                <a:solidFill>
                  <a:schemeClr val="accent1">
                    <a:lumMod val="50000"/>
                  </a:schemeClr>
                </a:solidFill>
              </a:rPr>
              <a:t> de </a:t>
            </a:r>
            <a:r>
              <a:rPr lang="en-US" sz="2000" b="1" dirty="0" err="1">
                <a:solidFill>
                  <a:schemeClr val="accent1">
                    <a:lumMod val="50000"/>
                  </a:schemeClr>
                </a:solidFill>
              </a:rPr>
              <a:t>coste</a:t>
            </a:r>
            <a:r>
              <a:rPr lang="en-US" sz="2000" b="1" dirty="0">
                <a:solidFill>
                  <a:schemeClr val="accent1">
                    <a:lumMod val="50000"/>
                  </a:schemeClr>
                </a:solidFill>
              </a:rPr>
              <a:t> + </a:t>
            </a:r>
            <a:r>
              <a:rPr lang="en-US" sz="2000" b="1" dirty="0" err="1">
                <a:solidFill>
                  <a:schemeClr val="accent1">
                    <a:lumMod val="50000"/>
                  </a:schemeClr>
                </a:solidFill>
              </a:rPr>
              <a:t>Regularización</a:t>
            </a:r>
            <a:r>
              <a:rPr lang="en-US" sz="2000" b="1" dirty="0">
                <a:solidFill>
                  <a:schemeClr val="accent1">
                    <a:lumMod val="50000"/>
                  </a:schemeClr>
                </a:solidFill>
              </a:rPr>
              <a:t> II</a:t>
            </a:r>
            <a:endParaRPr lang="en-US" sz="2000" dirty="0">
              <a:solidFill>
                <a:schemeClr val="accent1">
                  <a:lumMod val="50000"/>
                </a:schemeClr>
              </a:solidFill>
            </a:endParaRPr>
          </a:p>
        </p:txBody>
      </p:sp>
    </p:spTree>
    <p:extLst>
      <p:ext uri="{BB962C8B-B14F-4D97-AF65-F5344CB8AC3E}">
        <p14:creationId xmlns:p14="http://schemas.microsoft.com/office/powerpoint/2010/main" val="42332563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721C4E8-F774-C602-C20C-95042CFF3868}"/>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93FB16DD-97A1-9BA5-8681-F103FBEEB82E}"/>
                  </a:ext>
                </a:extLst>
              </p:cNvPr>
              <p:cNvSpPr txBox="1"/>
              <p:nvPr/>
            </p:nvSpPr>
            <p:spPr>
              <a:xfrm>
                <a:off x="217336" y="444582"/>
                <a:ext cx="11614877" cy="1383456"/>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Descripción</a:t>
                </a:r>
                <a:r>
                  <a:rPr lang="en-US" sz="2000" b="1" dirty="0">
                    <a:solidFill>
                      <a:schemeClr val="accent1">
                        <a:lumMod val="50000"/>
                      </a:schemeClr>
                    </a:solidFill>
                  </a:rPr>
                  <a:t> I.</a:t>
                </a:r>
              </a:p>
              <a:p>
                <a:pPr>
                  <a:lnSpc>
                    <a:spcPct val="150000"/>
                  </a:lnSpc>
                </a:pPr>
                <a:r>
                  <a:rPr lang="en-US" dirty="0" err="1">
                    <a:solidFill>
                      <a:schemeClr val="accent1">
                        <a:lumMod val="50000"/>
                      </a:schemeClr>
                    </a:solidFill>
                  </a:rPr>
                  <a:t>Volvamos</a:t>
                </a:r>
                <a:r>
                  <a:rPr lang="en-US" dirty="0">
                    <a:solidFill>
                      <a:schemeClr val="accent1">
                        <a:lumMod val="50000"/>
                      </a:schemeClr>
                    </a:solidFill>
                  </a:rPr>
                  <a:t> al </a:t>
                </a:r>
                <a:r>
                  <a:rPr lang="en-US" dirty="0" err="1">
                    <a:solidFill>
                      <a:schemeClr val="accent1">
                        <a:lumMod val="50000"/>
                      </a:schemeClr>
                    </a:solidFill>
                  </a:rPr>
                  <a:t>algoritmo</a:t>
                </a:r>
                <a:r>
                  <a:rPr lang="en-US" dirty="0">
                    <a:solidFill>
                      <a:schemeClr val="accent1">
                        <a:lumMod val="50000"/>
                      </a:schemeClr>
                    </a:solidFill>
                  </a:rPr>
                  <a:t> para </a:t>
                </a:r>
                <a:r>
                  <a:rPr lang="en-US" dirty="0" err="1">
                    <a:solidFill>
                      <a:schemeClr val="accent1">
                        <a:lumMod val="50000"/>
                      </a:schemeClr>
                    </a:solidFill>
                  </a:rPr>
                  <a:t>buscar</a:t>
                </a:r>
                <a:r>
                  <a:rPr lang="en-US" dirty="0">
                    <a:solidFill>
                      <a:schemeClr val="accent1">
                        <a:lumMod val="50000"/>
                      </a:schemeClr>
                    </a:solidFill>
                  </a:rPr>
                  <a:t> </a:t>
                </a:r>
                <a:r>
                  <a:rPr lang="en-US" dirty="0" err="1">
                    <a:solidFill>
                      <a:schemeClr val="accent1">
                        <a:lumMod val="50000"/>
                      </a:schemeClr>
                    </a:solidFill>
                  </a:rPr>
                  <a:t>los</a:t>
                </a:r>
                <a:r>
                  <a:rPr lang="en-US" dirty="0">
                    <a:solidFill>
                      <a:schemeClr val="accent1">
                        <a:lumMod val="50000"/>
                      </a:schemeClr>
                    </a:solidFill>
                  </a:rPr>
                  <a:t> pesos. </a:t>
                </a:r>
                <a:r>
                  <a:rPr lang="en-US" dirty="0" err="1">
                    <a:solidFill>
                      <a:schemeClr val="accent1">
                        <a:lumMod val="50000"/>
                      </a:schemeClr>
                    </a:solidFill>
                  </a:rPr>
                  <a:t>Queremos</a:t>
                </a:r>
                <a:r>
                  <a:rPr lang="en-US" dirty="0">
                    <a:solidFill>
                      <a:schemeClr val="accent1">
                        <a:lumMod val="50000"/>
                      </a:schemeClr>
                    </a:solidFill>
                  </a:rPr>
                  <a:t> </a:t>
                </a:r>
                <a:r>
                  <a:rPr lang="en-US" dirty="0" err="1">
                    <a:solidFill>
                      <a:schemeClr val="accent1">
                        <a:lumMod val="50000"/>
                      </a:schemeClr>
                    </a:solidFill>
                  </a:rPr>
                  <a:t>hallar</a:t>
                </a:r>
                <a:r>
                  <a:rPr lang="en-US" dirty="0">
                    <a:solidFill>
                      <a:schemeClr val="accent1">
                        <a:lumMod val="50000"/>
                      </a:schemeClr>
                    </a:solidFill>
                  </a:rPr>
                  <a:t> </a:t>
                </a:r>
                <a:r>
                  <a:rPr lang="en-US" dirty="0" err="1">
                    <a:solidFill>
                      <a:schemeClr val="accent1">
                        <a:lumMod val="50000"/>
                      </a:schemeClr>
                    </a:solidFill>
                  </a:rPr>
                  <a:t>los</a:t>
                </a:r>
                <a:r>
                  <a:rPr lang="en-US" dirty="0">
                    <a:solidFill>
                      <a:schemeClr val="accent1">
                        <a:lumMod val="50000"/>
                      </a:schemeClr>
                    </a:solidFill>
                  </a:rPr>
                  <a:t> </a:t>
                </a:r>
                <a:r>
                  <a:rPr lang="en-US" dirty="0" err="1">
                    <a:solidFill>
                      <a:schemeClr val="accent1">
                        <a:lumMod val="50000"/>
                      </a:schemeClr>
                    </a:solidFill>
                  </a:rPr>
                  <a:t>valores</a:t>
                </a:r>
                <a:r>
                  <a:rPr lang="en-US" dirty="0">
                    <a:solidFill>
                      <a:schemeClr val="accent1">
                        <a:lumMod val="50000"/>
                      </a:schemeClr>
                    </a:solidFill>
                  </a:rPr>
                  <a:t> </a:t>
                </a:r>
                <a14:m>
                  <m:oMath xmlns:m="http://schemas.openxmlformats.org/officeDocument/2006/math">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oMath>
                </a14:m>
                <a:r>
                  <a:rPr lang="en-US" dirty="0">
                    <a:solidFill>
                      <a:schemeClr val="accent1">
                        <a:lumMod val="50000"/>
                      </a:schemeClr>
                    </a:solidFill>
                  </a:rPr>
                  <a:t> que </a:t>
                </a:r>
                <a:r>
                  <a:rPr lang="en-US" dirty="0" err="1">
                    <a:solidFill>
                      <a:schemeClr val="accent1">
                        <a:lumMod val="50000"/>
                      </a:schemeClr>
                    </a:solidFill>
                  </a:rPr>
                  <a:t>minimizan</a:t>
                </a:r>
                <a:r>
                  <a:rPr lang="en-US" dirty="0">
                    <a:solidFill>
                      <a:schemeClr val="accent1">
                        <a:lumMod val="50000"/>
                      </a:schemeClr>
                    </a:solidFill>
                  </a:rPr>
                  <a:t> la </a:t>
                </a:r>
                <a:r>
                  <a:rPr lang="en-US" dirty="0" err="1">
                    <a:solidFill>
                      <a:schemeClr val="accent1">
                        <a:lumMod val="50000"/>
                      </a:schemeClr>
                    </a:solidFill>
                  </a:rPr>
                  <a:t>función</a:t>
                </a:r>
                <a:r>
                  <a:rPr lang="en-US" dirty="0">
                    <a:solidFill>
                      <a:schemeClr val="accent1">
                        <a:lumMod val="50000"/>
                      </a:schemeClr>
                    </a:solidFill>
                  </a:rPr>
                  <a:t> de </a:t>
                </a:r>
                <a:r>
                  <a:rPr lang="en-US" dirty="0" err="1">
                    <a:solidFill>
                      <a:schemeClr val="accent1">
                        <a:lumMod val="50000"/>
                      </a:schemeClr>
                    </a:solidFill>
                  </a:rPr>
                  <a:t>pérdida</a:t>
                </a:r>
                <a:endParaRPr lang="en-US" dirty="0">
                  <a:solidFill>
                    <a:schemeClr val="accent1">
                      <a:lumMod val="50000"/>
                    </a:schemeClr>
                  </a:solidFill>
                </a:endParaRPr>
              </a:p>
              <a:p>
                <a:pPr>
                  <a:lnSpc>
                    <a:spcPct val="150000"/>
                  </a:lnSpc>
                </a:pPr>
                <a:r>
                  <a:rPr lang="en-US" sz="2000" dirty="0">
                    <a:solidFill>
                      <a:schemeClr val="accent1">
                        <a:lumMod val="50000"/>
                      </a:schemeClr>
                    </a:solidFill>
                  </a:rPr>
                  <a:t>  </a:t>
                </a:r>
              </a:p>
            </p:txBody>
          </p:sp>
        </mc:Choice>
        <mc:Fallback xmlns="">
          <p:sp>
            <p:nvSpPr>
              <p:cNvPr id="7" name="CuadroTexto 6">
                <a:extLst>
                  <a:ext uri="{FF2B5EF4-FFF2-40B4-BE49-F238E27FC236}">
                    <a16:creationId xmlns:a16="http://schemas.microsoft.com/office/drawing/2014/main" id="{93FB16DD-97A1-9BA5-8681-F103FBEEB82E}"/>
                  </a:ext>
                </a:extLst>
              </p:cNvPr>
              <p:cNvSpPr txBox="1">
                <a:spLocks noRot="1" noChangeAspect="1" noMove="1" noResize="1" noEditPoints="1" noAdjustHandles="1" noChangeArrowheads="1" noChangeShapeType="1" noTextEdit="1"/>
              </p:cNvSpPr>
              <p:nvPr/>
            </p:nvSpPr>
            <p:spPr>
              <a:xfrm>
                <a:off x="217336" y="444582"/>
                <a:ext cx="11614877" cy="1383456"/>
              </a:xfrm>
              <a:prstGeom prst="rect">
                <a:avLst/>
              </a:prstGeom>
              <a:blipFill>
                <a:blip r:embed="rId2"/>
                <a:stretch>
                  <a:fillRect l="-57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88" name="CuadroTexto 187">
                <a:extLst>
                  <a:ext uri="{FF2B5EF4-FFF2-40B4-BE49-F238E27FC236}">
                    <a16:creationId xmlns:a16="http://schemas.microsoft.com/office/drawing/2014/main" id="{FD7A1136-2A84-844F-8485-63CDA4E27639}"/>
                  </a:ext>
                </a:extLst>
              </p:cNvPr>
              <p:cNvSpPr txBox="1"/>
              <p:nvPr/>
            </p:nvSpPr>
            <p:spPr>
              <a:xfrm>
                <a:off x="6665720" y="1779647"/>
                <a:ext cx="5326264" cy="4892621"/>
              </a:xfrm>
              <a:prstGeom prst="rect">
                <a:avLst/>
              </a:prstGeom>
              <a:noFill/>
            </p:spPr>
            <p:txBody>
              <a:bodyPr wrap="square">
                <a:spAutoFit/>
              </a:bodyPr>
              <a:lstStyle/>
              <a:p>
                <a:r>
                  <a:rPr lang="es-ES" dirty="0">
                    <a:solidFill>
                      <a:schemeClr val="accent1">
                        <a:lumMod val="50000"/>
                      </a:schemeClr>
                    </a:solidFill>
                    <a:ea typeface="Cambria Math" panose="02040503050406030204" pitchFamily="18" charset="0"/>
                  </a:rPr>
                  <a:t>Nuestro objetivo es minimizar:</a:t>
                </a:r>
              </a:p>
              <a:p>
                <a:endParaRPr lang="es-ES" dirty="0">
                  <a:solidFill>
                    <a:schemeClr val="accent1">
                      <a:lumMod val="50000"/>
                    </a:schemeClr>
                  </a:solidFill>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s-ES" b="1" i="1">
                          <a:solidFill>
                            <a:schemeClr val="accent1">
                              <a:lumMod val="50000"/>
                            </a:schemeClr>
                          </a:solidFill>
                          <a:latin typeface="Cambria Math" panose="02040503050406030204" pitchFamily="18" charset="0"/>
                          <a:ea typeface="Cambria Math" panose="02040503050406030204" pitchFamily="18" charset="0"/>
                        </a:rPr>
                        <m:t>𝑬</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𝒀</m:t>
                          </m:r>
                          <m:r>
                            <a:rPr lang="es-ES" b="1"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b="1" i="1">
                                  <a:solidFill>
                                    <a:schemeClr val="accent1">
                                      <a:lumMod val="50000"/>
                                    </a:schemeClr>
                                  </a:solidFill>
                                  <a:latin typeface="Cambria Math" panose="02040503050406030204" pitchFamily="18" charset="0"/>
                                  <a:ea typeface="Cambria Math" panose="02040503050406030204" pitchFamily="18" charset="0"/>
                                </a:rPr>
                              </m:ctrlPr>
                            </m:accPr>
                            <m:e>
                              <m:r>
                                <a:rPr lang="es-ES" b="1" i="1">
                                  <a:solidFill>
                                    <a:schemeClr val="accent1">
                                      <a:lumMod val="50000"/>
                                    </a:schemeClr>
                                  </a:solidFill>
                                  <a:latin typeface="Cambria Math" panose="02040503050406030204" pitchFamily="18" charset="0"/>
                                  <a:ea typeface="Cambria Math" panose="02040503050406030204" pitchFamily="18" charset="0"/>
                                </a:rPr>
                                <m:t>𝒀</m:t>
                              </m:r>
                            </m:e>
                          </m:acc>
                        </m:e>
                      </m:d>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𝑬</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𝒀</m:t>
                          </m:r>
                          <m:r>
                            <a:rPr lang="es-ES" b="1" i="1">
                              <a:solidFill>
                                <a:schemeClr val="accent1">
                                  <a:lumMod val="50000"/>
                                </a:schemeClr>
                              </a:solidFill>
                              <a:latin typeface="Cambria Math" panose="02040503050406030204" pitchFamily="18" charset="0"/>
                              <a:ea typeface="Cambria Math" panose="02040503050406030204" pitchFamily="18" charset="0"/>
                            </a:rPr>
                            <m:t>,</m:t>
                          </m:r>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𝒉</m:t>
                              </m:r>
                            </m:e>
                            <m:sub>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sub>
                          </m:sSub>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𝑿</m:t>
                              </m:r>
                            </m:e>
                          </m:d>
                        </m:e>
                      </m:d>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𝑱</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e>
                      </m:d>
                    </m:oMath>
                  </m:oMathPara>
                </a14:m>
                <a:endParaRPr lang="es-ES" b="1" i="1" dirty="0">
                  <a:solidFill>
                    <a:schemeClr val="accent1">
                      <a:lumMod val="50000"/>
                    </a:schemeClr>
                  </a:solidFill>
                  <a:latin typeface="Cambria Math" panose="02040503050406030204" pitchFamily="18" charset="0"/>
                  <a:ea typeface="Cambria Math" panose="02040503050406030204" pitchFamily="18" charset="0"/>
                </a:endParaRPr>
              </a:p>
              <a:p>
                <a:endParaRPr lang="es-ES" b="1" i="1" dirty="0">
                  <a:solidFill>
                    <a:schemeClr val="accent1">
                      <a:lumMod val="50000"/>
                    </a:schemeClr>
                  </a:solidFill>
                  <a:latin typeface="Cambria Math" panose="02040503050406030204" pitchFamily="18" charset="0"/>
                  <a:ea typeface="Cambria Math" panose="02040503050406030204" pitchFamily="18" charset="0"/>
                </a:endParaRPr>
              </a:p>
              <a:p>
                <a:r>
                  <a:rPr lang="es-ES" dirty="0">
                    <a:solidFill>
                      <a:schemeClr val="accent1">
                        <a:lumMod val="50000"/>
                      </a:schemeClr>
                    </a:solidFill>
                    <a:ea typeface="Cambria Math" panose="02040503050406030204" pitchFamily="18" charset="0"/>
                  </a:rPr>
                  <a:t>Buscar una expresión cerrada de </a:t>
                </a:r>
                <a14:m>
                  <m:oMath xmlns:m="http://schemas.openxmlformats.org/officeDocument/2006/math">
                    <m:r>
                      <a:rPr lang="es-ES" b="1" i="1">
                        <a:solidFill>
                          <a:schemeClr val="accent1">
                            <a:lumMod val="50000"/>
                          </a:schemeClr>
                        </a:solidFill>
                        <a:latin typeface="Cambria Math" panose="02040503050406030204" pitchFamily="18" charset="0"/>
                        <a:ea typeface="Cambria Math" panose="02040503050406030204" pitchFamily="18" charset="0"/>
                      </a:rPr>
                      <m:t>𝑱</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e>
                    </m:d>
                  </m:oMath>
                </a14:m>
                <a:r>
                  <a:rPr lang="es-ES" dirty="0">
                    <a:solidFill>
                      <a:schemeClr val="accent1">
                        <a:lumMod val="50000"/>
                      </a:schemeClr>
                    </a:solidFill>
                    <a:ea typeface="Cambria Math" panose="02040503050406030204" pitchFamily="18" charset="0"/>
                  </a:rPr>
                  <a:t> y calcular sus puntos críticos hallando las derivadas parciales respecto a los pesos </a:t>
                </a:r>
                <a14:m>
                  <m:oMath xmlns:m="http://schemas.openxmlformats.org/officeDocument/2006/math">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ea typeface="Cambria Math" panose="02040503050406030204" pitchFamily="18" charset="0"/>
                          </a:rPr>
                          <m:t>𝑊</m:t>
                        </m:r>
                      </m:e>
                      <m:sub>
                        <m:r>
                          <a:rPr lang="es-ES" i="1">
                            <a:solidFill>
                              <a:schemeClr val="accent1">
                                <a:lumMod val="50000"/>
                              </a:schemeClr>
                            </a:solidFill>
                            <a:latin typeface="Cambria Math" panose="02040503050406030204" pitchFamily="18" charset="0"/>
                            <a:ea typeface="Cambria Math" panose="02040503050406030204" pitchFamily="18" charset="0"/>
                          </a:rPr>
                          <m:t>𝑖𝑗</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bSup>
                    <m:r>
                      <a:rPr lang="es-ES" b="0" i="1" smtClean="0">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b>
                        <m:r>
                          <a:rPr lang="es-ES" b="0" i="1" smtClean="0">
                            <a:solidFill>
                              <a:schemeClr val="accent1">
                                <a:lumMod val="50000"/>
                              </a:schemeClr>
                            </a:solidFill>
                            <a:latin typeface="Cambria Math" panose="02040503050406030204" pitchFamily="18" charset="0"/>
                            <a:ea typeface="Cambria Math" panose="02040503050406030204" pitchFamily="18" charset="0"/>
                          </a:rPr>
                          <m:t>𝑖</m:t>
                        </m:r>
                      </m:sub>
                      <m:sup>
                        <m:d>
                          <m:dPr>
                            <m:begChr m:val="["/>
                            <m:endChr m:val="]"/>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𝑙</m:t>
                            </m:r>
                          </m:e>
                        </m:d>
                      </m:sup>
                    </m:sSubSup>
                  </m:oMath>
                </a14:m>
                <a:r>
                  <a:rPr lang="es-ES" dirty="0">
                    <a:solidFill>
                      <a:schemeClr val="accent1">
                        <a:lumMod val="50000"/>
                      </a:schemeClr>
                    </a:solidFill>
                    <a:ea typeface="Cambria Math" panose="02040503050406030204" pitchFamily="18" charset="0"/>
                  </a:rPr>
                  <a:t> e igualando esas derivadas a 0 es inviable.</a:t>
                </a:r>
              </a:p>
              <a:p>
                <a:endParaRPr lang="es-ES" dirty="0">
                  <a:solidFill>
                    <a:schemeClr val="accent1">
                      <a:lumMod val="50000"/>
                    </a:schemeClr>
                  </a:solidFill>
                  <a:ea typeface="Cambria Math" panose="02040503050406030204" pitchFamily="18" charset="0"/>
                </a:endParaRPr>
              </a:p>
              <a:p>
                <a:r>
                  <a:rPr lang="es-ES" dirty="0">
                    <a:solidFill>
                      <a:schemeClr val="accent1">
                        <a:lumMod val="50000"/>
                      </a:schemeClr>
                    </a:solidFill>
                    <a:ea typeface="Cambria Math" panose="02040503050406030204" pitchFamily="18" charset="0"/>
                  </a:rPr>
                  <a:t>Vamos a aplicar </a:t>
                </a:r>
                <a:r>
                  <a:rPr lang="es-ES" b="1" dirty="0">
                    <a:solidFill>
                      <a:schemeClr val="accent1">
                        <a:lumMod val="50000"/>
                      </a:schemeClr>
                    </a:solidFill>
                    <a:ea typeface="Cambria Math" panose="02040503050406030204" pitchFamily="18" charset="0"/>
                  </a:rPr>
                  <a:t>Descenso de Gradiente:</a:t>
                </a:r>
                <a:endParaRPr lang="es-ES" dirty="0">
                  <a:solidFill>
                    <a:schemeClr val="accent1">
                      <a:lumMod val="50000"/>
                    </a:schemeClr>
                  </a:solidFill>
                  <a:ea typeface="Cambria Math" panose="02040503050406030204" pitchFamily="18" charset="0"/>
                </a:endParaRPr>
              </a:p>
              <a:p>
                <a:endParaRPr lang="es-ES" dirty="0">
                  <a:solidFill>
                    <a:schemeClr val="accent1">
                      <a:lumMod val="50000"/>
                    </a:schemeClr>
                  </a:solidFill>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i="1">
                              <a:solidFill>
                                <a:schemeClr val="accent1">
                                  <a:lumMod val="50000"/>
                                </a:schemeClr>
                              </a:solidFill>
                              <a:latin typeface="Cambria Math" panose="02040503050406030204" pitchFamily="18" charset="0"/>
                              <a:ea typeface="Cambria Math" panose="02040503050406030204" pitchFamily="18" charset="0"/>
                            </a:rPr>
                            <m:t>𝑖𝑗</m:t>
                          </m:r>
                        </m:sub>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bSup>
                      <m:r>
                        <a:rPr lang="es-ES" b="0" i="1" smtClean="0">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i="1">
                              <a:solidFill>
                                <a:schemeClr val="accent1">
                                  <a:lumMod val="50000"/>
                                </a:schemeClr>
                              </a:solidFill>
                              <a:latin typeface="Cambria Math" panose="02040503050406030204" pitchFamily="18" charset="0"/>
                              <a:ea typeface="Cambria Math" panose="02040503050406030204" pitchFamily="18" charset="0"/>
                            </a:rPr>
                            <m:t>𝑖𝑗</m:t>
                          </m:r>
                        </m:sub>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bSup>
                      <m:r>
                        <a:rPr lang="es-ES" b="0" i="1" smtClean="0">
                          <a:solidFill>
                            <a:schemeClr val="accent1">
                              <a:lumMod val="50000"/>
                            </a:schemeClr>
                          </a:solidFill>
                          <a:latin typeface="Cambria Math" panose="02040503050406030204" pitchFamily="18" charset="0"/>
                          <a:ea typeface="Cambria Math" panose="02040503050406030204" pitchFamily="18" charset="0"/>
                        </a:rPr>
                        <m:t>− </m:t>
                      </m:r>
                      <m:r>
                        <a:rPr lang="es-ES" b="0" i="1" smtClean="0">
                          <a:solidFill>
                            <a:schemeClr val="accent1">
                              <a:lumMod val="50000"/>
                            </a:schemeClr>
                          </a:solidFill>
                          <a:latin typeface="Cambria Math" panose="02040503050406030204" pitchFamily="18" charset="0"/>
                          <a:ea typeface="Cambria Math" panose="02040503050406030204" pitchFamily="18" charset="0"/>
                        </a:rPr>
                        <m:t>𝛼</m:t>
                      </m:r>
                      <m:f>
                        <m:f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fPr>
                        <m:num>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𝐽</m:t>
                          </m:r>
                        </m:num>
                        <m:den>
                          <m:r>
                            <a:rPr lang="es-ES" i="1">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i="1">
                                  <a:solidFill>
                                    <a:schemeClr val="accent1">
                                      <a:lumMod val="50000"/>
                                    </a:schemeClr>
                                  </a:solidFill>
                                  <a:latin typeface="Cambria Math" panose="02040503050406030204" pitchFamily="18" charset="0"/>
                                  <a:ea typeface="Cambria Math" panose="02040503050406030204" pitchFamily="18" charset="0"/>
                                </a:rPr>
                                <m:t>𝑖𝑗</m:t>
                              </m:r>
                            </m:sub>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p>
                          </m:sSub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b>
                          <m:r>
                            <a:rPr lang="es-ES" i="1">
                              <a:solidFill>
                                <a:schemeClr val="accent1">
                                  <a:lumMod val="50000"/>
                                </a:schemeClr>
                              </a:solidFill>
                              <a:latin typeface="Cambria Math" panose="02040503050406030204" pitchFamily="18" charset="0"/>
                              <a:ea typeface="Cambria Math" panose="02040503050406030204" pitchFamily="18" charset="0"/>
                            </a:rPr>
                            <m:t>𝑖</m:t>
                          </m:r>
                        </m:sub>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bSup>
                      <m:r>
                        <a:rPr lang="es-ES" i="1">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b>
                          <m:r>
                            <a:rPr lang="es-ES" i="1">
                              <a:solidFill>
                                <a:schemeClr val="accent1">
                                  <a:lumMod val="50000"/>
                                </a:schemeClr>
                              </a:solidFill>
                              <a:latin typeface="Cambria Math" panose="02040503050406030204" pitchFamily="18" charset="0"/>
                              <a:ea typeface="Cambria Math" panose="02040503050406030204" pitchFamily="18" charset="0"/>
                            </a:rPr>
                            <m:t>𝑖</m:t>
                          </m:r>
                        </m:sub>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bSup>
                      <m:r>
                        <a:rPr lang="es-ES" i="1">
                          <a:solidFill>
                            <a:schemeClr val="accent1">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𝛼</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a:rPr lang="es-ES" i="1">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b>
                              <m:r>
                                <a:rPr lang="es-ES" i="1">
                                  <a:solidFill>
                                    <a:schemeClr val="accent1">
                                      <a:lumMod val="50000"/>
                                    </a:schemeClr>
                                  </a:solidFill>
                                  <a:latin typeface="Cambria Math" panose="02040503050406030204" pitchFamily="18" charset="0"/>
                                  <a:ea typeface="Cambria Math" panose="02040503050406030204" pitchFamily="18" charset="0"/>
                                </a:rPr>
                                <m:t>𝑖</m:t>
                              </m:r>
                            </m:sub>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p>
                          </m:sSubSup>
                        </m:den>
                      </m:f>
                    </m:oMath>
                  </m:oMathPara>
                </a14:m>
                <a:endParaRPr lang="es-ES" dirty="0">
                  <a:solidFill>
                    <a:schemeClr val="accent1">
                      <a:lumMod val="50000"/>
                    </a:schemeClr>
                  </a:solidFill>
                  <a:ea typeface="Cambria Math" panose="02040503050406030204" pitchFamily="18" charset="0"/>
                </a:endParaRPr>
              </a:p>
              <a:p>
                <a:endParaRPr lang="es-ES" dirty="0">
                  <a:solidFill>
                    <a:schemeClr val="accent1">
                      <a:lumMod val="50000"/>
                    </a:schemeClr>
                  </a:solidFill>
                  <a:ea typeface="Cambria Math" panose="02040503050406030204" pitchFamily="18" charset="0"/>
                </a:endParaRPr>
              </a:p>
              <a:p>
                <a:r>
                  <a:rPr lang="es-ES" dirty="0">
                    <a:solidFill>
                      <a:schemeClr val="accent1">
                        <a:lumMod val="50000"/>
                      </a:schemeClr>
                    </a:solidFill>
                    <a:ea typeface="Cambria Math" panose="02040503050406030204" pitchFamily="18" charset="0"/>
                  </a:rPr>
                  <a:t>Pero:    </a:t>
                </a:r>
                <a:r>
                  <a:rPr lang="es-ES" b="1" dirty="0">
                    <a:solidFill>
                      <a:schemeClr val="accent1">
                        <a:lumMod val="50000"/>
                      </a:schemeClr>
                    </a:solidFill>
                    <a:ea typeface="Cambria Math" panose="02040503050406030204" pitchFamily="18" charset="0"/>
                  </a:rPr>
                  <a:t>¿Cómo calculamos  </a:t>
                </a:r>
                <a14:m>
                  <m:oMath xmlns:m="http://schemas.openxmlformats.org/officeDocument/2006/math">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a:rPr lang="es-ES" b="0" i="1">
                            <a:solidFill>
                              <a:schemeClr val="accent1">
                                <a:lumMod val="50000"/>
                              </a:schemeClr>
                            </a:solidFill>
                            <a:latin typeface="Cambria Math" panose="02040503050406030204" pitchFamily="18" charset="0"/>
                            <a:ea typeface="Cambria Math" panose="02040503050406030204" pitchFamily="18" charset="0"/>
                          </a:rPr>
                          <m:t>𝜕</m:t>
                        </m:r>
                        <m:r>
                          <a:rPr lang="es-ES" b="0" i="1">
                            <a:solidFill>
                              <a:schemeClr val="accent1">
                                <a:lumMod val="50000"/>
                              </a:schemeClr>
                            </a:solidFill>
                            <a:latin typeface="Cambria Math" panose="02040503050406030204" pitchFamily="18" charset="0"/>
                            <a:ea typeface="Cambria Math" panose="02040503050406030204" pitchFamily="18" charset="0"/>
                          </a:rPr>
                          <m:t>𝐽</m:t>
                        </m:r>
                      </m:num>
                      <m:den>
                        <m:r>
                          <a:rPr lang="es-ES" b="0" i="1">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b="0" i="1">
                                <a:solidFill>
                                  <a:schemeClr val="accent1">
                                    <a:lumMod val="50000"/>
                                  </a:schemeClr>
                                </a:solidFill>
                                <a:latin typeface="Cambria Math" panose="02040503050406030204" pitchFamily="18" charset="0"/>
                                <a:ea typeface="Cambria Math" panose="02040503050406030204" pitchFamily="18" charset="0"/>
                              </a:rPr>
                              <m:t>𝑊</m:t>
                            </m:r>
                          </m:e>
                          <m:sub>
                            <m:r>
                              <a:rPr lang="es-ES" b="0" i="1">
                                <a:solidFill>
                                  <a:schemeClr val="accent1">
                                    <a:lumMod val="50000"/>
                                  </a:schemeClr>
                                </a:solidFill>
                                <a:latin typeface="Cambria Math" panose="02040503050406030204" pitchFamily="18" charset="0"/>
                                <a:ea typeface="Cambria Math" panose="02040503050406030204" pitchFamily="18" charset="0"/>
                              </a:rPr>
                              <m:t>𝑖𝑗</m:t>
                            </m:r>
                          </m:sub>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a:solidFill>
                                      <a:schemeClr val="accent1">
                                        <a:lumMod val="50000"/>
                                      </a:schemeClr>
                                    </a:solidFill>
                                    <a:latin typeface="Cambria Math" panose="02040503050406030204" pitchFamily="18" charset="0"/>
                                    <a:ea typeface="Cambria Math" panose="02040503050406030204" pitchFamily="18" charset="0"/>
                                  </a:rPr>
                                  <m:t>𝑙</m:t>
                                </m:r>
                              </m:e>
                            </m:d>
                          </m:sup>
                        </m:sSubSup>
                      </m:den>
                    </m:f>
                  </m:oMath>
                </a14:m>
                <a:r>
                  <a:rPr lang="es-ES" dirty="0">
                    <a:solidFill>
                      <a:schemeClr val="accent1">
                        <a:lumMod val="50000"/>
                      </a:schemeClr>
                    </a:solidFill>
                    <a:ea typeface="Cambria Math" panose="02040503050406030204" pitchFamily="18" charset="0"/>
                  </a:rPr>
                  <a:t>  y   </a:t>
                </a:r>
                <a14:m>
                  <m:oMath xmlns:m="http://schemas.openxmlformats.org/officeDocument/2006/math">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a:rPr lang="es-ES" b="0" i="1">
                            <a:solidFill>
                              <a:schemeClr val="accent1">
                                <a:lumMod val="50000"/>
                              </a:schemeClr>
                            </a:solidFill>
                            <a:latin typeface="Cambria Math" panose="02040503050406030204" pitchFamily="18" charset="0"/>
                            <a:ea typeface="Cambria Math" panose="02040503050406030204" pitchFamily="18" charset="0"/>
                          </a:rPr>
                          <m:t>𝜕</m:t>
                        </m:r>
                        <m:r>
                          <a:rPr lang="es-ES" b="0" i="1">
                            <a:solidFill>
                              <a:schemeClr val="accent1">
                                <a:lumMod val="50000"/>
                              </a:schemeClr>
                            </a:solidFill>
                            <a:latin typeface="Cambria Math" panose="02040503050406030204" pitchFamily="18" charset="0"/>
                            <a:ea typeface="Cambria Math" panose="02040503050406030204" pitchFamily="18" charset="0"/>
                          </a:rPr>
                          <m:t>𝐽</m:t>
                        </m:r>
                      </m:num>
                      <m:den>
                        <m:r>
                          <a:rPr lang="es-ES" b="0" i="1">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b="0" i="1">
                                <a:solidFill>
                                  <a:schemeClr val="accent1">
                                    <a:lumMod val="50000"/>
                                  </a:schemeClr>
                                </a:solidFill>
                                <a:latin typeface="Cambria Math" panose="02040503050406030204" pitchFamily="18" charset="0"/>
                                <a:ea typeface="Cambria Math" panose="02040503050406030204" pitchFamily="18" charset="0"/>
                              </a:rPr>
                              <m:t>𝑏</m:t>
                            </m:r>
                          </m:e>
                          <m:sub>
                            <m:r>
                              <a:rPr lang="es-ES" b="0" i="1">
                                <a:solidFill>
                                  <a:schemeClr val="accent1">
                                    <a:lumMod val="50000"/>
                                  </a:schemeClr>
                                </a:solidFill>
                                <a:latin typeface="Cambria Math" panose="02040503050406030204" pitchFamily="18" charset="0"/>
                                <a:ea typeface="Cambria Math" panose="02040503050406030204" pitchFamily="18" charset="0"/>
                              </a:rPr>
                              <m:t>𝑖</m:t>
                            </m:r>
                          </m:sub>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a:solidFill>
                                      <a:schemeClr val="accent1">
                                        <a:lumMod val="50000"/>
                                      </a:schemeClr>
                                    </a:solidFill>
                                    <a:latin typeface="Cambria Math" panose="02040503050406030204" pitchFamily="18" charset="0"/>
                                    <a:ea typeface="Cambria Math" panose="02040503050406030204" pitchFamily="18" charset="0"/>
                                  </a:rPr>
                                  <m:t>𝑙</m:t>
                                </m:r>
                              </m:e>
                            </m:d>
                          </m:sup>
                        </m:sSubSup>
                      </m:den>
                    </m:f>
                  </m:oMath>
                </a14:m>
                <a:r>
                  <a:rPr lang="es-ES" dirty="0">
                    <a:solidFill>
                      <a:schemeClr val="accent1">
                        <a:lumMod val="50000"/>
                      </a:schemeClr>
                    </a:solidFill>
                    <a:ea typeface="Cambria Math" panose="02040503050406030204" pitchFamily="18" charset="0"/>
                  </a:rPr>
                  <a:t>  </a:t>
                </a:r>
                <a:r>
                  <a:rPr lang="es-ES" b="1" dirty="0">
                    <a:solidFill>
                      <a:schemeClr val="accent1">
                        <a:lumMod val="50000"/>
                      </a:schemeClr>
                    </a:solidFill>
                    <a:ea typeface="Cambria Math" panose="02040503050406030204" pitchFamily="18" charset="0"/>
                  </a:rPr>
                  <a:t>?</a:t>
                </a:r>
              </a:p>
            </p:txBody>
          </p:sp>
        </mc:Choice>
        <mc:Fallback xmlns="">
          <p:sp>
            <p:nvSpPr>
              <p:cNvPr id="188" name="CuadroTexto 187">
                <a:extLst>
                  <a:ext uri="{FF2B5EF4-FFF2-40B4-BE49-F238E27FC236}">
                    <a16:creationId xmlns:a16="http://schemas.microsoft.com/office/drawing/2014/main" id="{FD7A1136-2A84-844F-8485-63CDA4E27639}"/>
                  </a:ext>
                </a:extLst>
              </p:cNvPr>
              <p:cNvSpPr txBox="1">
                <a:spLocks noRot="1" noChangeAspect="1" noMove="1" noResize="1" noEditPoints="1" noAdjustHandles="1" noChangeArrowheads="1" noChangeShapeType="1" noTextEdit="1"/>
              </p:cNvSpPr>
              <p:nvPr/>
            </p:nvSpPr>
            <p:spPr>
              <a:xfrm>
                <a:off x="6665720" y="1779647"/>
                <a:ext cx="5326264" cy="4892621"/>
              </a:xfrm>
              <a:prstGeom prst="rect">
                <a:avLst/>
              </a:prstGeom>
              <a:blipFill>
                <a:blip r:embed="rId3"/>
                <a:stretch>
                  <a:fillRect l="-915" t="-747" r="-915"/>
                </a:stretch>
              </a:blipFill>
            </p:spPr>
            <p:txBody>
              <a:bodyPr/>
              <a:lstStyle/>
              <a:p>
                <a:r>
                  <a:rPr lang="es-ES">
                    <a:noFill/>
                  </a:rPr>
                  <a:t> </a:t>
                </a:r>
              </a:p>
            </p:txBody>
          </p:sp>
        </mc:Fallback>
      </mc:AlternateContent>
      <p:pic>
        <p:nvPicPr>
          <p:cNvPr id="2" name="Imagen 1">
            <a:extLst>
              <a:ext uri="{FF2B5EF4-FFF2-40B4-BE49-F238E27FC236}">
                <a16:creationId xmlns:a16="http://schemas.microsoft.com/office/drawing/2014/main" id="{4724FADA-1C82-AFA7-DCDD-5128502B0AD1}"/>
              </a:ext>
            </a:extLst>
          </p:cNvPr>
          <p:cNvPicPr>
            <a:picLocks noChangeAspect="1"/>
          </p:cNvPicPr>
          <p:nvPr/>
        </p:nvPicPr>
        <p:blipFill>
          <a:blip r:embed="rId4"/>
          <a:srcRect r="13237"/>
          <a:stretch>
            <a:fillRect/>
          </a:stretch>
        </p:blipFill>
        <p:spPr>
          <a:xfrm>
            <a:off x="110221" y="2187724"/>
            <a:ext cx="6384583" cy="3016665"/>
          </a:xfrm>
          <a:prstGeom prst="rect">
            <a:avLst/>
          </a:prstGeom>
        </p:spPr>
      </p:pic>
    </p:spTree>
    <p:extLst>
      <p:ext uri="{BB962C8B-B14F-4D97-AF65-F5344CB8AC3E}">
        <p14:creationId xmlns:p14="http://schemas.microsoft.com/office/powerpoint/2010/main" val="330355532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721C4E8-F774-C602-C20C-95042CFF3868}"/>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7" name="CuadroTexto 6">
            <a:extLst>
              <a:ext uri="{FF2B5EF4-FFF2-40B4-BE49-F238E27FC236}">
                <a16:creationId xmlns:a16="http://schemas.microsoft.com/office/drawing/2014/main" id="{93FB16DD-97A1-9BA5-8681-F103FBEEB82E}"/>
              </a:ext>
            </a:extLst>
          </p:cNvPr>
          <p:cNvSpPr txBox="1"/>
          <p:nvPr/>
        </p:nvSpPr>
        <p:spPr>
          <a:xfrm>
            <a:off x="217336" y="444582"/>
            <a:ext cx="11974664" cy="2168286"/>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Descripción</a:t>
            </a:r>
            <a:r>
              <a:rPr lang="en-US" sz="2000" b="1" dirty="0">
                <a:solidFill>
                  <a:schemeClr val="accent1">
                    <a:lumMod val="50000"/>
                  </a:schemeClr>
                </a:solidFill>
              </a:rPr>
              <a:t> II.</a:t>
            </a:r>
          </a:p>
          <a:p>
            <a:pPr>
              <a:lnSpc>
                <a:spcPct val="150000"/>
              </a:lnSpc>
            </a:pPr>
            <a:endParaRPr lang="en-US" sz="2000" b="1" dirty="0">
              <a:solidFill>
                <a:schemeClr val="accent1">
                  <a:lumMod val="50000"/>
                </a:schemeClr>
              </a:solidFill>
            </a:endParaRPr>
          </a:p>
          <a:p>
            <a:pPr>
              <a:lnSpc>
                <a:spcPct val="150000"/>
              </a:lnSpc>
            </a:pPr>
            <a:endParaRPr lang="en-US" sz="2000" b="1" dirty="0">
              <a:solidFill>
                <a:schemeClr val="accent1">
                  <a:lumMod val="50000"/>
                </a:schemeClr>
              </a:solidFill>
            </a:endParaRPr>
          </a:p>
          <a:p>
            <a:endParaRPr lang="en-US" dirty="0">
              <a:solidFill>
                <a:schemeClr val="accent1">
                  <a:lumMod val="50000"/>
                </a:schemeClr>
              </a:solidFill>
            </a:endParaRPr>
          </a:p>
          <a:p>
            <a:pPr>
              <a:lnSpc>
                <a:spcPct val="150000"/>
              </a:lnSpc>
            </a:pPr>
            <a:r>
              <a:rPr lang="en-US" sz="2000" dirty="0">
                <a:solidFill>
                  <a:schemeClr val="accent1">
                    <a:lumMod val="50000"/>
                  </a:schemeClr>
                </a:solidFill>
              </a:rPr>
              <a:t>  </a:t>
            </a:r>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309C5D55-7813-3EFD-4FCA-BD4EC9BAB8BA}"/>
                  </a:ext>
                </a:extLst>
              </p:cNvPr>
              <p:cNvSpPr txBox="1"/>
              <p:nvPr/>
            </p:nvSpPr>
            <p:spPr>
              <a:xfrm>
                <a:off x="312764" y="1009010"/>
                <a:ext cx="11879236" cy="1585306"/>
              </a:xfrm>
              <a:prstGeom prst="rect">
                <a:avLst/>
              </a:prstGeom>
              <a:noFill/>
            </p:spPr>
            <p:txBody>
              <a:bodyPr wrap="square">
                <a:spAutoFit/>
              </a:bodyPr>
              <a:lstStyle/>
              <a:p>
                <a:r>
                  <a:rPr lang="es-ES" dirty="0">
                    <a:solidFill>
                      <a:schemeClr val="accent1">
                        <a:lumMod val="50000"/>
                      </a:schemeClr>
                    </a:solidFill>
                  </a:rPr>
                  <a:t>La predicción de una red neuronal es el resultado de aplicar sucesivamente transformaciones lineales en cada capa seguidas de funciones de activación no lineales, de modo que toda la red puede verse como una función compuesta.</a:t>
                </a:r>
              </a:p>
              <a:p>
                <a:endParaRPr lang="es-ES" dirty="0">
                  <a:solidFill>
                    <a:schemeClr val="accent1">
                      <a:lumMod val="50000"/>
                    </a:schemeClr>
                  </a:solidFill>
                </a:endParaRPr>
              </a:p>
              <a:p>
                <a:r>
                  <a:rPr lang="es-ES" dirty="0">
                    <a:solidFill>
                      <a:schemeClr val="accent1">
                        <a:lumMod val="50000"/>
                      </a:schemeClr>
                    </a:solidFill>
                  </a:rPr>
                  <a:t>El algoritmo de </a:t>
                </a:r>
                <a:r>
                  <a:rPr lang="es-ES" b="1" dirty="0" err="1">
                    <a:solidFill>
                      <a:schemeClr val="accent1">
                        <a:lumMod val="50000"/>
                      </a:schemeClr>
                    </a:solidFill>
                  </a:rPr>
                  <a:t>backpropagation</a:t>
                </a:r>
                <a:r>
                  <a:rPr lang="es-ES" dirty="0">
                    <a:solidFill>
                      <a:schemeClr val="accent1">
                        <a:lumMod val="50000"/>
                      </a:schemeClr>
                    </a:solidFill>
                  </a:rPr>
                  <a:t> se basa en aplicar de forma sistemática la regla de la cadena para calcular cómo cada parámetro </a:t>
                </a:r>
                <a14:m>
                  <m:oMath xmlns:m="http://schemas.openxmlformats.org/officeDocument/2006/math">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i="1">
                            <a:solidFill>
                              <a:schemeClr val="accent1">
                                <a:lumMod val="50000"/>
                              </a:schemeClr>
                            </a:solidFill>
                            <a:latin typeface="Cambria Math" panose="02040503050406030204" pitchFamily="18" charset="0"/>
                            <a:ea typeface="Cambria Math" panose="02040503050406030204" pitchFamily="18" charset="0"/>
                          </a:rPr>
                          <m:t>𝑖𝑗</m:t>
                        </m:r>
                      </m:sub>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bSup>
                    <m:r>
                      <a:rPr lang="es-ES" i="1">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𝑏</m:t>
                        </m:r>
                      </m:e>
                      <m:sub>
                        <m:r>
                          <a:rPr lang="es-ES" i="1">
                            <a:solidFill>
                              <a:schemeClr val="accent1">
                                <a:lumMod val="50000"/>
                              </a:schemeClr>
                            </a:solidFill>
                            <a:latin typeface="Cambria Math" panose="02040503050406030204" pitchFamily="18" charset="0"/>
                            <a:ea typeface="Cambria Math" panose="02040503050406030204" pitchFamily="18" charset="0"/>
                          </a:rPr>
                          <m:t>𝑖</m:t>
                        </m:r>
                      </m:sub>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p>
                    </m:sSubSup>
                  </m:oMath>
                </a14:m>
                <a:r>
                  <a:rPr lang="es-ES" dirty="0">
                    <a:solidFill>
                      <a:schemeClr val="accent1">
                        <a:lumMod val="50000"/>
                      </a:schemeClr>
                    </a:solidFill>
                  </a:rPr>
                  <a:t> (pesos y sesgos) influye en la predicción y, en última instancia, en la función de pérdida.</a:t>
                </a:r>
                <a:endParaRPr lang="es-ES" dirty="0"/>
              </a:p>
            </p:txBody>
          </p:sp>
        </mc:Choice>
        <mc:Fallback xmlns="">
          <p:sp>
            <p:nvSpPr>
              <p:cNvPr id="15" name="CuadroTexto 14">
                <a:extLst>
                  <a:ext uri="{FF2B5EF4-FFF2-40B4-BE49-F238E27FC236}">
                    <a16:creationId xmlns:a16="http://schemas.microsoft.com/office/drawing/2014/main" id="{309C5D55-7813-3EFD-4FCA-BD4EC9BAB8BA}"/>
                  </a:ext>
                </a:extLst>
              </p:cNvPr>
              <p:cNvSpPr txBox="1">
                <a:spLocks noRot="1" noChangeAspect="1" noMove="1" noResize="1" noEditPoints="1" noAdjustHandles="1" noChangeArrowheads="1" noChangeShapeType="1" noTextEdit="1"/>
              </p:cNvSpPr>
              <p:nvPr/>
            </p:nvSpPr>
            <p:spPr>
              <a:xfrm>
                <a:off x="312764" y="1009010"/>
                <a:ext cx="11879236" cy="1585306"/>
              </a:xfrm>
              <a:prstGeom prst="rect">
                <a:avLst/>
              </a:prstGeom>
              <a:blipFill>
                <a:blip r:embed="rId2"/>
                <a:stretch>
                  <a:fillRect l="-410" t="-2308" b="-2308"/>
                </a:stretch>
              </a:blipFill>
            </p:spPr>
            <p:txBody>
              <a:bodyPr/>
              <a:lstStyle/>
              <a:p>
                <a:r>
                  <a:rPr lang="es-ES">
                    <a:noFill/>
                  </a:rPr>
                  <a:t> </a:t>
                </a:r>
              </a:p>
            </p:txBody>
          </p:sp>
        </mc:Fallback>
      </mc:AlternateContent>
      <p:pic>
        <p:nvPicPr>
          <p:cNvPr id="2" name="Imagen 1">
            <a:extLst>
              <a:ext uri="{FF2B5EF4-FFF2-40B4-BE49-F238E27FC236}">
                <a16:creationId xmlns:a16="http://schemas.microsoft.com/office/drawing/2014/main" id="{F404E135-1A38-576F-E57E-76E1D89356B4}"/>
              </a:ext>
            </a:extLst>
          </p:cNvPr>
          <p:cNvPicPr>
            <a:picLocks noChangeAspect="1"/>
          </p:cNvPicPr>
          <p:nvPr/>
        </p:nvPicPr>
        <p:blipFill>
          <a:blip r:embed="rId3"/>
          <a:srcRect r="13237"/>
          <a:stretch>
            <a:fillRect/>
          </a:stretch>
        </p:blipFill>
        <p:spPr>
          <a:xfrm>
            <a:off x="3110669" y="2744051"/>
            <a:ext cx="5700044" cy="2693226"/>
          </a:xfrm>
          <a:prstGeom prst="rect">
            <a:avLst/>
          </a:prstGeom>
        </p:spPr>
      </p:pic>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93314381-9A09-D96B-4DC2-D7F458840CF0}"/>
                  </a:ext>
                </a:extLst>
              </p:cNvPr>
              <p:cNvSpPr txBox="1"/>
              <p:nvPr/>
            </p:nvSpPr>
            <p:spPr>
              <a:xfrm>
                <a:off x="383136" y="5437277"/>
                <a:ext cx="11425727" cy="1284198"/>
              </a:xfrm>
              <a:prstGeom prst="rect">
                <a:avLst/>
              </a:prstGeom>
              <a:noFill/>
            </p:spPr>
            <p:txBody>
              <a:bodyPr wrap="square">
                <a:spAutoFit/>
              </a:bodyPr>
              <a:lstStyle/>
              <a:p>
                <a:pPr algn="ctr">
                  <a:lnSpc>
                    <a:spcPct val="150000"/>
                  </a:lnSpc>
                </a:pPr>
                <a14:m>
                  <m:oMathPara xmlns:m="http://schemas.openxmlformats.org/officeDocument/2006/math">
                    <m:oMathParaPr>
                      <m:jc m:val="center"/>
                    </m:oMathParaPr>
                    <m:oMath xmlns:m="http://schemas.openxmlformats.org/officeDocument/2006/math">
                      <m:acc>
                        <m:accPr>
                          <m:chr m:val="̂"/>
                          <m:ctrlPr>
                            <a:rPr lang="es-ES" b="1" i="1" smtClean="0">
                              <a:solidFill>
                                <a:schemeClr val="accent1">
                                  <a:lumMod val="50000"/>
                                </a:schemeClr>
                              </a:solidFill>
                              <a:latin typeface="Cambria Math" panose="02040503050406030204" pitchFamily="18" charset="0"/>
                              <a:ea typeface="Cambria Math" panose="02040503050406030204" pitchFamily="18" charset="0"/>
                            </a:rPr>
                          </m:ctrlPr>
                        </m:accPr>
                        <m:e>
                          <m:r>
                            <a:rPr lang="es-ES" b="1" i="1">
                              <a:solidFill>
                                <a:schemeClr val="accent1">
                                  <a:lumMod val="50000"/>
                                </a:schemeClr>
                              </a:solidFill>
                              <a:latin typeface="Cambria Math" panose="02040503050406030204" pitchFamily="18" charset="0"/>
                              <a:ea typeface="Cambria Math" panose="02040503050406030204" pitchFamily="18" charset="0"/>
                            </a:rPr>
                            <m:t>𝒚</m:t>
                          </m:r>
                        </m:e>
                      </m:acc>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𝒂</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𝒈</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𝒂</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𝒈</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𝒈</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𝒂</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−2]</m:t>
                                      </m:r>
                                    </m:sup>
                                  </m:sSup>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e>
                              </m:d>
                            </m:e>
                          </m:d>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r>
                        <a:rPr lang="es-ES" b="1" i="1">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b="1" i="1" dirty="0">
                  <a:solidFill>
                    <a:schemeClr val="accent1">
                      <a:lumMod val="50000"/>
                    </a:schemeClr>
                  </a:solidFill>
                  <a:latin typeface="Cambria Math" panose="02040503050406030204" pitchFamily="18" charset="0"/>
                  <a:ea typeface="Cambria Math" panose="02040503050406030204" pitchFamily="18" charset="0"/>
                </a:endParaRPr>
              </a:p>
              <a:p>
                <a:pPr algn="ctr">
                  <a:lnSpc>
                    <a:spcPct val="150000"/>
                  </a:lnSpc>
                </a:pPr>
                <a14:m>
                  <m:oMath xmlns:m="http://schemas.openxmlformats.org/officeDocument/2006/math">
                    <m:r>
                      <a:rPr lang="es-ES" b="1"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𝒈</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𝒈</m:t>
                                </m:r>
                              </m:e>
                              <m:sup>
                                <m:r>
                                  <a:rPr lang="es-ES" i="1">
                                    <a:solidFill>
                                      <a:schemeClr val="accent1">
                                        <a:lumMod val="50000"/>
                                      </a:schemeClr>
                                    </a:solidFill>
                                    <a:latin typeface="Cambria Math" panose="02040503050406030204" pitchFamily="18" charset="0"/>
                                    <a:ea typeface="Cambria Math" panose="02040503050406030204" pitchFamily="18" charset="0"/>
                                  </a:rPr>
                                  <m:t>[1</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𝒂</m:t>
                                    </m:r>
                                  </m:e>
                                  <m:sup>
                                    <m:r>
                                      <a:rPr lang="es-ES" i="1">
                                        <a:solidFill>
                                          <a:schemeClr val="accent1">
                                            <a:lumMod val="50000"/>
                                          </a:schemeClr>
                                        </a:solidFill>
                                        <a:latin typeface="Cambria Math" panose="02040503050406030204" pitchFamily="18" charset="0"/>
                                        <a:ea typeface="Cambria Math" panose="02040503050406030204" pitchFamily="18" charset="0"/>
                                      </a:rPr>
                                      <m:t>[0]</m:t>
                                    </m:r>
                                  </m:sup>
                                </m:sSup>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e>
                            </m:d>
                          </m:e>
                        </m:d>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r>
                      <a:rPr lang="es-ES" b="1" i="1">
                        <a:solidFill>
                          <a:schemeClr val="accent1">
                            <a:lumMod val="50000"/>
                          </a:schemeClr>
                        </a:solidFill>
                        <a:latin typeface="Cambria Math" panose="02040503050406030204" pitchFamily="18" charset="0"/>
                        <a:ea typeface="Cambria Math" panose="02040503050406030204" pitchFamily="18" charset="0"/>
                      </a:rPr>
                      <m:t>=</m:t>
                    </m:r>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𝒉</m:t>
                        </m:r>
                      </m:e>
                      <m:sub>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sub>
                    </m:sSub>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𝒙</m:t>
                        </m:r>
                      </m:e>
                    </m:d>
                  </m:oMath>
                </a14:m>
                <a:r>
                  <a:rPr lang="en-US" dirty="0">
                    <a:solidFill>
                      <a:schemeClr val="accent1">
                        <a:lumMod val="50000"/>
                      </a:schemeClr>
                    </a:solidFill>
                  </a:rPr>
                  <a:t> </a:t>
                </a:r>
              </a:p>
            </p:txBody>
          </p:sp>
        </mc:Choice>
        <mc:Fallback xmlns="">
          <p:sp>
            <p:nvSpPr>
              <p:cNvPr id="10" name="CuadroTexto 9">
                <a:extLst>
                  <a:ext uri="{FF2B5EF4-FFF2-40B4-BE49-F238E27FC236}">
                    <a16:creationId xmlns:a16="http://schemas.microsoft.com/office/drawing/2014/main" id="{93314381-9A09-D96B-4DC2-D7F458840CF0}"/>
                  </a:ext>
                </a:extLst>
              </p:cNvPr>
              <p:cNvSpPr txBox="1">
                <a:spLocks noRot="1" noChangeAspect="1" noMove="1" noResize="1" noEditPoints="1" noAdjustHandles="1" noChangeArrowheads="1" noChangeShapeType="1" noTextEdit="1"/>
              </p:cNvSpPr>
              <p:nvPr/>
            </p:nvSpPr>
            <p:spPr>
              <a:xfrm>
                <a:off x="383136" y="5437277"/>
                <a:ext cx="11425727" cy="1284198"/>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212A0672-A11F-6216-0563-32ED963DA0DE}"/>
                  </a:ext>
                </a:extLst>
              </p:cNvPr>
              <p:cNvSpPr txBox="1"/>
              <p:nvPr/>
            </p:nvSpPr>
            <p:spPr>
              <a:xfrm>
                <a:off x="8990177" y="3895950"/>
                <a:ext cx="107890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s-ES" b="1" i="1" smtClean="0">
                              <a:solidFill>
                                <a:schemeClr val="accent1">
                                  <a:lumMod val="50000"/>
                                </a:schemeClr>
                              </a:solidFill>
                              <a:latin typeface="Cambria Math" panose="02040503050406030204" pitchFamily="18" charset="0"/>
                              <a:ea typeface="Cambria Math" panose="02040503050406030204" pitchFamily="18" charset="0"/>
                            </a:rPr>
                          </m:ctrlPr>
                        </m:accPr>
                        <m:e>
                          <m:r>
                            <a:rPr lang="es-ES" b="1" i="1">
                              <a:solidFill>
                                <a:schemeClr val="accent1">
                                  <a:lumMod val="50000"/>
                                </a:schemeClr>
                              </a:solidFill>
                              <a:latin typeface="Cambria Math" panose="02040503050406030204" pitchFamily="18" charset="0"/>
                              <a:ea typeface="Cambria Math" panose="02040503050406030204" pitchFamily="18" charset="0"/>
                            </a:rPr>
                            <m:t>𝒚</m:t>
                          </m:r>
                        </m:e>
                      </m:acc>
                    </m:oMath>
                  </m:oMathPara>
                </a14:m>
                <a:endParaRPr lang="es-ES" dirty="0"/>
              </a:p>
            </p:txBody>
          </p:sp>
        </mc:Choice>
        <mc:Fallback xmlns="">
          <p:sp>
            <p:nvSpPr>
              <p:cNvPr id="12" name="CuadroTexto 11">
                <a:extLst>
                  <a:ext uri="{FF2B5EF4-FFF2-40B4-BE49-F238E27FC236}">
                    <a16:creationId xmlns:a16="http://schemas.microsoft.com/office/drawing/2014/main" id="{212A0672-A11F-6216-0563-32ED963DA0DE}"/>
                  </a:ext>
                </a:extLst>
              </p:cNvPr>
              <p:cNvSpPr txBox="1">
                <a:spLocks noRot="1" noChangeAspect="1" noMove="1" noResize="1" noEditPoints="1" noAdjustHandles="1" noChangeArrowheads="1" noChangeShapeType="1" noTextEdit="1"/>
              </p:cNvSpPr>
              <p:nvPr/>
            </p:nvSpPr>
            <p:spPr>
              <a:xfrm>
                <a:off x="8990177" y="3895950"/>
                <a:ext cx="1078906" cy="369332"/>
              </a:xfrm>
              <a:prstGeom prst="rect">
                <a:avLst/>
              </a:prstGeom>
              <a:blipFill>
                <a:blip r:embed="rId5"/>
                <a:stretch>
                  <a:fillRect t="-6557" r="-1130" b="-655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901C788B-9675-44DC-F762-494845DF68A1}"/>
                  </a:ext>
                </a:extLst>
              </p:cNvPr>
              <p:cNvSpPr txBox="1"/>
              <p:nvPr/>
            </p:nvSpPr>
            <p:spPr>
              <a:xfrm>
                <a:off x="2031763" y="3895950"/>
                <a:ext cx="60888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1" i="1" smtClean="0">
                          <a:solidFill>
                            <a:schemeClr val="accent1">
                              <a:lumMod val="50000"/>
                            </a:schemeClr>
                          </a:solidFill>
                          <a:latin typeface="Cambria Math" panose="02040503050406030204" pitchFamily="18" charset="0"/>
                          <a:ea typeface="Cambria Math" panose="02040503050406030204" pitchFamily="18" charset="0"/>
                        </a:rPr>
                        <m:t>𝒙</m:t>
                      </m:r>
                    </m:oMath>
                  </m:oMathPara>
                </a14:m>
                <a:endParaRPr lang="es-ES" dirty="0"/>
              </a:p>
            </p:txBody>
          </p:sp>
        </mc:Choice>
        <mc:Fallback xmlns="">
          <p:sp>
            <p:nvSpPr>
              <p:cNvPr id="16" name="CuadroTexto 15">
                <a:extLst>
                  <a:ext uri="{FF2B5EF4-FFF2-40B4-BE49-F238E27FC236}">
                    <a16:creationId xmlns:a16="http://schemas.microsoft.com/office/drawing/2014/main" id="{901C788B-9675-44DC-F762-494845DF68A1}"/>
                  </a:ext>
                </a:extLst>
              </p:cNvPr>
              <p:cNvSpPr txBox="1">
                <a:spLocks noRot="1" noChangeAspect="1" noMove="1" noResize="1" noEditPoints="1" noAdjustHandles="1" noChangeArrowheads="1" noChangeShapeType="1" noTextEdit="1"/>
              </p:cNvSpPr>
              <p:nvPr/>
            </p:nvSpPr>
            <p:spPr>
              <a:xfrm>
                <a:off x="2031763" y="3895950"/>
                <a:ext cx="608888" cy="369332"/>
              </a:xfrm>
              <a:prstGeom prst="rect">
                <a:avLst/>
              </a:prstGeom>
              <a:blipFill>
                <a:blip r:embed="rId6"/>
                <a:stretch>
                  <a:fillRect/>
                </a:stretch>
              </a:blipFill>
            </p:spPr>
            <p:txBody>
              <a:bodyPr/>
              <a:lstStyle/>
              <a:p>
                <a:r>
                  <a:rPr lang="es-ES">
                    <a:noFill/>
                  </a:rPr>
                  <a:t> </a:t>
                </a:r>
              </a:p>
            </p:txBody>
          </p:sp>
        </mc:Fallback>
      </mc:AlternateContent>
      <p:cxnSp>
        <p:nvCxnSpPr>
          <p:cNvPr id="18" name="Conector recto de flecha 17">
            <a:extLst>
              <a:ext uri="{FF2B5EF4-FFF2-40B4-BE49-F238E27FC236}">
                <a16:creationId xmlns:a16="http://schemas.microsoft.com/office/drawing/2014/main" id="{35B41300-20A7-2526-F723-415F9F5CE63A}"/>
              </a:ext>
            </a:extLst>
          </p:cNvPr>
          <p:cNvCxnSpPr/>
          <p:nvPr/>
        </p:nvCxnSpPr>
        <p:spPr>
          <a:xfrm>
            <a:off x="2521011" y="4099210"/>
            <a:ext cx="468000" cy="0"/>
          </a:xfrm>
          <a:prstGeom prst="straightConnector1">
            <a:avLst/>
          </a:prstGeom>
          <a:ln w="25400">
            <a:solidFill>
              <a:schemeClr val="accent6">
                <a:lumMod val="75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D3EAEC8D-4E71-68A0-1C93-5244378D71E7}"/>
              </a:ext>
            </a:extLst>
          </p:cNvPr>
          <p:cNvCxnSpPr/>
          <p:nvPr/>
        </p:nvCxnSpPr>
        <p:spPr>
          <a:xfrm>
            <a:off x="8881104" y="4099210"/>
            <a:ext cx="468000" cy="0"/>
          </a:xfrm>
          <a:prstGeom prst="straightConnector1">
            <a:avLst/>
          </a:prstGeom>
          <a:ln w="25400">
            <a:solidFill>
              <a:srgbClr val="C00000"/>
            </a:solidFill>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420211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7" name="CuadroTexto 66">
                <a:extLst>
                  <a:ext uri="{FF2B5EF4-FFF2-40B4-BE49-F238E27FC236}">
                    <a16:creationId xmlns:a16="http://schemas.microsoft.com/office/drawing/2014/main" id="{9F52161A-3635-112E-ABB0-E7B394A3A68F}"/>
                  </a:ext>
                </a:extLst>
              </p:cNvPr>
              <p:cNvSpPr txBox="1"/>
              <p:nvPr/>
            </p:nvSpPr>
            <p:spPr>
              <a:xfrm>
                <a:off x="323978" y="4668330"/>
                <a:ext cx="11772594" cy="2077492"/>
              </a:xfrm>
              <a:prstGeom prst="rect">
                <a:avLst/>
              </a:prstGeom>
              <a:noFill/>
            </p:spPr>
            <p:txBody>
              <a:bodyPr wrap="square">
                <a:spAutoFit/>
              </a:bodyPr>
              <a:lstStyle/>
              <a:p>
                <a:r>
                  <a:rPr lang="es-ES" b="1" u="sng" dirty="0">
                    <a:solidFill>
                      <a:schemeClr val="accent1">
                        <a:lumMod val="50000"/>
                      </a:schemeClr>
                    </a:solidFill>
                  </a:rPr>
                  <a:t>Objetivo</a:t>
                </a:r>
                <a:r>
                  <a:rPr lang="es-ES" dirty="0">
                    <a:solidFill>
                      <a:schemeClr val="accent1">
                        <a:lumMod val="50000"/>
                      </a:schemeClr>
                    </a:solidFill>
                  </a:rPr>
                  <a:t>: Encontrar </a:t>
                </a:r>
                <a14:m>
                  <m:oMath xmlns:m="http://schemas.openxmlformats.org/officeDocument/2006/math">
                    <m:r>
                      <a:rPr lang="es-ES" sz="1600" b="0" i="1" smtClean="0">
                        <a:solidFill>
                          <a:schemeClr val="accent1">
                            <a:lumMod val="50000"/>
                          </a:schemeClr>
                        </a:solidFill>
                        <a:latin typeface="Cambria Math" panose="02040503050406030204" pitchFamily="18" charset="0"/>
                        <a:ea typeface="Cambria Math" panose="02040503050406030204" pitchFamily="18" charset="0"/>
                      </a:rPr>
                      <m:t>𝑊</m:t>
                    </m:r>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d>
                      <m:d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r>
                              <a:rPr lang="es-ES" sz="1600" i="1">
                                <a:solidFill>
                                  <a:schemeClr val="accent1">
                                    <a:lumMod val="50000"/>
                                  </a:schemeClr>
                                </a:solidFill>
                                <a:latin typeface="Cambria Math" panose="02040503050406030204" pitchFamily="18" charset="0"/>
                                <a:ea typeface="Cambria Math" panose="02040503050406030204" pitchFamily="18" charset="0"/>
                              </a:rPr>
                              <m:t>𝑊</m:t>
                            </m:r>
                          </m:e>
                          <m:sup>
                            <m:r>
                              <a:rPr lang="es-ES" sz="1600" i="1">
                                <a:solidFill>
                                  <a:schemeClr val="accent1">
                                    <a:lumMod val="50000"/>
                                  </a:schemeClr>
                                </a:solidFill>
                                <a:latin typeface="Cambria Math" panose="02040503050406030204" pitchFamily="18" charset="0"/>
                                <a:ea typeface="Cambria Math" panose="02040503050406030204" pitchFamily="18" charset="0"/>
                              </a:rPr>
                              <m:t>[1]</m:t>
                            </m:r>
                          </m:sup>
                        </m:s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r>
                              <a:rPr lang="es-ES" sz="1600" i="1">
                                <a:solidFill>
                                  <a:schemeClr val="accent1">
                                    <a:lumMod val="50000"/>
                                  </a:schemeClr>
                                </a:solidFill>
                                <a:latin typeface="Cambria Math" panose="02040503050406030204" pitchFamily="18" charset="0"/>
                                <a:ea typeface="Cambria Math" panose="02040503050406030204" pitchFamily="18" charset="0"/>
                              </a:rPr>
                              <m:t>𝑊</m:t>
                            </m:r>
                          </m:e>
                          <m:sup>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b="0" i="1" smtClean="0">
                                <a:solidFill>
                                  <a:schemeClr val="accent1">
                                    <a:lumMod val="50000"/>
                                  </a:schemeClr>
                                </a:solidFill>
                                <a:latin typeface="Cambria Math" panose="02040503050406030204" pitchFamily="18" charset="0"/>
                                <a:ea typeface="Cambria Math" panose="02040503050406030204" pitchFamily="18" charset="0"/>
                              </a:rPr>
                              <m:t>2</m:t>
                            </m:r>
                            <m:r>
                              <a:rPr lang="es-ES" sz="1600" i="1">
                                <a:solidFill>
                                  <a:schemeClr val="accent1">
                                    <a:lumMod val="50000"/>
                                  </a:schemeClr>
                                </a:solidFill>
                                <a:latin typeface="Cambria Math" panose="02040503050406030204" pitchFamily="18" charset="0"/>
                                <a:ea typeface="Cambria Math" panose="02040503050406030204" pitchFamily="18" charset="0"/>
                              </a:rPr>
                              <m:t>]</m:t>
                            </m:r>
                          </m:sup>
                        </m:s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r>
                              <a:rPr lang="es-ES" sz="1600" i="1">
                                <a:solidFill>
                                  <a:schemeClr val="accent1">
                                    <a:lumMod val="50000"/>
                                  </a:schemeClr>
                                </a:solidFill>
                                <a:latin typeface="Cambria Math" panose="02040503050406030204" pitchFamily="18" charset="0"/>
                                <a:ea typeface="Cambria Math" panose="02040503050406030204" pitchFamily="18" charset="0"/>
                              </a:rPr>
                              <m:t>𝑊</m:t>
                            </m:r>
                          </m:e>
                          <m:sup>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b="0" i="1" smtClean="0">
                                <a:solidFill>
                                  <a:schemeClr val="accent1">
                                    <a:lumMod val="50000"/>
                                  </a:schemeClr>
                                </a:solidFill>
                                <a:latin typeface="Cambria Math" panose="02040503050406030204" pitchFamily="18" charset="0"/>
                                <a:ea typeface="Cambria Math" panose="02040503050406030204" pitchFamily="18" charset="0"/>
                              </a:rPr>
                              <m:t>𝐿</m:t>
                            </m:r>
                            <m:r>
                              <a:rPr lang="es-ES" sz="1600" i="1">
                                <a:solidFill>
                                  <a:schemeClr val="accent1">
                                    <a:lumMod val="50000"/>
                                  </a:schemeClr>
                                </a:solidFill>
                                <a:latin typeface="Cambria Math" panose="02040503050406030204" pitchFamily="18" charset="0"/>
                                <a:ea typeface="Cambria Math" panose="02040503050406030204" pitchFamily="18" charset="0"/>
                              </a:rPr>
                              <m:t>]</m:t>
                            </m:r>
                          </m:sup>
                        </m:sSup>
                      </m:e>
                    </m:d>
                  </m:oMath>
                </a14:m>
                <a:r>
                  <a:rPr lang="es-ES" dirty="0">
                    <a:solidFill>
                      <a:schemeClr val="accent1">
                        <a:lumMod val="50000"/>
                      </a:schemeClr>
                    </a:solidFill>
                  </a:rPr>
                  <a:t> y </a:t>
                </a:r>
                <a14:m>
                  <m:oMath xmlns:m="http://schemas.openxmlformats.org/officeDocument/2006/math">
                    <m:r>
                      <a:rPr lang="es-ES" sz="1600" b="1" i="1" smtClean="0">
                        <a:solidFill>
                          <a:schemeClr val="accent1">
                            <a:lumMod val="50000"/>
                          </a:schemeClr>
                        </a:solidFill>
                        <a:latin typeface="Cambria Math" panose="02040503050406030204" pitchFamily="18" charset="0"/>
                        <a:ea typeface="Cambria Math" panose="02040503050406030204" pitchFamily="18" charset="0"/>
                      </a:rPr>
                      <m:t>𝒃</m:t>
                    </m:r>
                    <m:r>
                      <a:rPr lang="es-ES" sz="1600" i="1">
                        <a:solidFill>
                          <a:schemeClr val="accent1">
                            <a:lumMod val="50000"/>
                          </a:schemeClr>
                        </a:solidFill>
                        <a:latin typeface="Cambria Math" panose="02040503050406030204" pitchFamily="18" charset="0"/>
                        <a:ea typeface="Cambria Math" panose="02040503050406030204" pitchFamily="18" charset="0"/>
                      </a:rPr>
                      <m:t>=</m:t>
                    </m:r>
                    <m:d>
                      <m:dPr>
                        <m:ctrlPr>
                          <a:rPr lang="es-ES" sz="1600"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r>
                              <a:rPr lang="es-ES" sz="1600" b="0" i="1" smtClean="0">
                                <a:solidFill>
                                  <a:schemeClr val="accent1">
                                    <a:lumMod val="50000"/>
                                  </a:schemeClr>
                                </a:solidFill>
                                <a:latin typeface="Cambria Math" panose="02040503050406030204" pitchFamily="18" charset="0"/>
                                <a:ea typeface="Cambria Math" panose="02040503050406030204" pitchFamily="18" charset="0"/>
                              </a:rPr>
                              <m:t>𝑏</m:t>
                            </m:r>
                          </m:e>
                          <m:sup>
                            <m:r>
                              <a:rPr lang="es-ES" sz="1600" i="1">
                                <a:solidFill>
                                  <a:schemeClr val="accent1">
                                    <a:lumMod val="50000"/>
                                  </a:schemeClr>
                                </a:solidFill>
                                <a:latin typeface="Cambria Math" panose="02040503050406030204" pitchFamily="18" charset="0"/>
                                <a:ea typeface="Cambria Math" panose="02040503050406030204" pitchFamily="18" charset="0"/>
                              </a:rPr>
                              <m:t>[1]</m:t>
                            </m:r>
                          </m:sup>
                        </m:sSup>
                        <m:r>
                          <a:rPr lang="es-ES" sz="1600" i="1">
                            <a:solidFill>
                              <a:schemeClr val="accent1">
                                <a:lumMod val="50000"/>
                              </a:schemeClr>
                            </a:solidFill>
                            <a:latin typeface="Cambria Math" panose="02040503050406030204" pitchFamily="18" charset="0"/>
                            <a:ea typeface="Cambria Math" panose="02040503050406030204" pitchFamily="18" charset="0"/>
                          </a:rPr>
                          <m:t>;</m:t>
                        </m:r>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r>
                              <a:rPr lang="es-ES" sz="1600" b="0" i="1" smtClean="0">
                                <a:solidFill>
                                  <a:schemeClr val="accent1">
                                    <a:lumMod val="50000"/>
                                  </a:schemeClr>
                                </a:solidFill>
                                <a:latin typeface="Cambria Math" panose="02040503050406030204" pitchFamily="18" charset="0"/>
                                <a:ea typeface="Cambria Math" panose="02040503050406030204" pitchFamily="18" charset="0"/>
                              </a:rPr>
                              <m:t>𝑏</m:t>
                            </m:r>
                          </m:e>
                          <m:sup>
                            <m:r>
                              <a:rPr lang="es-ES" sz="1600" i="1">
                                <a:solidFill>
                                  <a:schemeClr val="accent1">
                                    <a:lumMod val="50000"/>
                                  </a:schemeClr>
                                </a:solidFill>
                                <a:latin typeface="Cambria Math" panose="02040503050406030204" pitchFamily="18" charset="0"/>
                                <a:ea typeface="Cambria Math" panose="02040503050406030204" pitchFamily="18" charset="0"/>
                              </a:rPr>
                              <m:t>[2]</m:t>
                            </m:r>
                          </m:sup>
                        </m:sSup>
                        <m:r>
                          <a:rPr lang="es-ES" sz="1600" i="1">
                            <a:solidFill>
                              <a:schemeClr val="accent1">
                                <a:lumMod val="50000"/>
                              </a:schemeClr>
                            </a:solidFill>
                            <a:latin typeface="Cambria Math" panose="02040503050406030204" pitchFamily="18" charset="0"/>
                            <a:ea typeface="Cambria Math" panose="02040503050406030204" pitchFamily="18" charset="0"/>
                          </a:rPr>
                          <m:t>;…;</m:t>
                        </m:r>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r>
                              <a:rPr lang="es-ES" sz="1600" b="0" i="1" smtClean="0">
                                <a:solidFill>
                                  <a:schemeClr val="accent1">
                                    <a:lumMod val="50000"/>
                                  </a:schemeClr>
                                </a:solidFill>
                                <a:latin typeface="Cambria Math" panose="02040503050406030204" pitchFamily="18" charset="0"/>
                                <a:ea typeface="Cambria Math" panose="02040503050406030204" pitchFamily="18" charset="0"/>
                              </a:rPr>
                              <m:t>𝑏</m:t>
                            </m:r>
                          </m:e>
                          <m:sup>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𝐿</m:t>
                            </m:r>
                            <m:r>
                              <a:rPr lang="es-ES" sz="1600" i="1">
                                <a:solidFill>
                                  <a:schemeClr val="accent1">
                                    <a:lumMod val="50000"/>
                                  </a:schemeClr>
                                </a:solidFill>
                                <a:latin typeface="Cambria Math" panose="02040503050406030204" pitchFamily="18" charset="0"/>
                                <a:ea typeface="Cambria Math" panose="02040503050406030204" pitchFamily="18" charset="0"/>
                              </a:rPr>
                              <m:t>]</m:t>
                            </m:r>
                          </m:sup>
                        </m:sSup>
                      </m:e>
                    </m:d>
                  </m:oMath>
                </a14:m>
                <a:r>
                  <a:rPr lang="es-ES" dirty="0">
                    <a:solidFill>
                      <a:schemeClr val="accent1">
                        <a:lumMod val="50000"/>
                      </a:schemeClr>
                    </a:solidFill>
                  </a:rPr>
                  <a:t> para: </a:t>
                </a:r>
              </a:p>
              <a:p>
                <a:endParaRPr lang="es-ES" dirty="0">
                  <a:solidFill>
                    <a:schemeClr val="accent1">
                      <a:lumMod val="50000"/>
                    </a:schemeClr>
                  </a:solidFill>
                </a:endParaRPr>
              </a:p>
              <a:p>
                <a:r>
                  <a:rPr lang="es-ES" dirty="0">
                    <a:solidFill>
                      <a:schemeClr val="accent1">
                        <a:lumMod val="50000"/>
                      </a:schemeClr>
                    </a:solidFill>
                  </a:rPr>
                  <a:t>	dado </a:t>
                </a:r>
                <a14:m>
                  <m:oMath xmlns:m="http://schemas.openxmlformats.org/officeDocument/2006/math">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6">
                                <a:lumMod val="75000"/>
                              </a:schemeClr>
                            </a:solidFill>
                            <a:latin typeface="Cambria Math" panose="02040503050406030204" pitchFamily="18" charset="0"/>
                            <a:ea typeface="Cambria Math" panose="02040503050406030204" pitchFamily="18" charset="0"/>
                          </a:rPr>
                          <m:t>𝑥</m:t>
                        </m:r>
                        <m:r>
                          <a:rPr lang="es-ES" i="1">
                            <a:solidFill>
                              <a:schemeClr val="accent6">
                                <a:lumMod val="75000"/>
                              </a:schemeClr>
                            </a:solidFill>
                            <a:latin typeface="Cambria Math" panose="02040503050406030204" pitchFamily="18" charset="0"/>
                            <a:ea typeface="Cambria Math" panose="02040503050406030204" pitchFamily="18" charset="0"/>
                          </a:rPr>
                          <m:t>,</m:t>
                        </m:r>
                        <m:r>
                          <a:rPr lang="es-ES" b="0" i="1" smtClean="0">
                            <a:solidFill>
                              <a:schemeClr val="accent6">
                                <a:lumMod val="75000"/>
                              </a:schemeClr>
                            </a:solidFill>
                            <a:latin typeface="Cambria Math" panose="02040503050406030204" pitchFamily="18" charset="0"/>
                            <a:ea typeface="Cambria Math" panose="02040503050406030204" pitchFamily="18" charset="0"/>
                          </a:rPr>
                          <m:t>𝑦</m:t>
                        </m:r>
                      </m:e>
                    </m:d>
                  </m:oMath>
                </a14:m>
                <a:r>
                  <a:rPr lang="es-ES" dirty="0"/>
                  <a:t>, </a:t>
                </a:r>
                <a:r>
                  <a:rPr lang="es-ES" dirty="0">
                    <a:solidFill>
                      <a:schemeClr val="accent1">
                        <a:lumMod val="50000"/>
                      </a:schemeClr>
                    </a:solidFill>
                  </a:rPr>
                  <a:t>minimizar: </a:t>
                </a:r>
                <a14:m>
                  <m:oMath xmlns:m="http://schemas.openxmlformats.org/officeDocument/2006/math">
                    <m:r>
                      <a:rPr lang="es-ES" b="1" i="1">
                        <a:solidFill>
                          <a:schemeClr val="accent1">
                            <a:lumMod val="50000"/>
                          </a:schemeClr>
                        </a:solidFill>
                        <a:latin typeface="Cambria Math" panose="02040503050406030204" pitchFamily="18" charset="0"/>
                        <a:ea typeface="Cambria Math" panose="02040503050406030204" pitchFamily="18" charset="0"/>
                      </a:rPr>
                      <m:t>𝑱</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𝑬</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6">
                                <a:lumMod val="75000"/>
                              </a:schemeClr>
                            </a:solidFill>
                            <a:latin typeface="Cambria Math" panose="02040503050406030204" pitchFamily="18" charset="0"/>
                            <a:ea typeface="Cambria Math" panose="02040503050406030204" pitchFamily="18" charset="0"/>
                          </a:rPr>
                          <m:t>𝑦</m:t>
                        </m:r>
                        <m:r>
                          <a:rPr lang="es-ES" b="1"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e>
                    </m:d>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𝑬</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6">
                                <a:lumMod val="75000"/>
                              </a:schemeClr>
                            </a:solidFill>
                            <a:latin typeface="Cambria Math" panose="02040503050406030204" pitchFamily="18" charset="0"/>
                            <a:ea typeface="Cambria Math" panose="02040503050406030204" pitchFamily="18" charset="0"/>
                          </a:rPr>
                          <m:t>𝑦</m:t>
                        </m:r>
                        <m:r>
                          <a:rPr lang="es-ES" b="1" i="1">
                            <a:solidFill>
                              <a:schemeClr val="accent1">
                                <a:lumMod val="50000"/>
                              </a:schemeClr>
                            </a:solidFill>
                            <a:latin typeface="Cambria Math" panose="02040503050406030204" pitchFamily="18" charset="0"/>
                            <a:ea typeface="Cambria Math" panose="02040503050406030204" pitchFamily="18" charset="0"/>
                          </a:rPr>
                          <m:t>,</m:t>
                        </m:r>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𝒉</m:t>
                            </m:r>
                          </m:e>
                          <m:sub>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sub>
                        </m:sSub>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6">
                                    <a:lumMod val="75000"/>
                                  </a:schemeClr>
                                </a:solidFill>
                                <a:latin typeface="Cambria Math" panose="02040503050406030204" pitchFamily="18" charset="0"/>
                                <a:ea typeface="Cambria Math" panose="02040503050406030204" pitchFamily="18" charset="0"/>
                              </a:rPr>
                              <m:t>𝑥</m:t>
                            </m:r>
                          </m:e>
                        </m:d>
                      </m:e>
                    </m:d>
                  </m:oMath>
                </a14:m>
                <a:endParaRPr lang="es-ES" dirty="0">
                  <a:solidFill>
                    <a:schemeClr val="accent1">
                      <a:lumMod val="50000"/>
                    </a:schemeClr>
                  </a:solidFill>
                </a:endParaRPr>
              </a:p>
              <a:p>
                <a:endParaRPr lang="es-ES" dirty="0">
                  <a:solidFill>
                    <a:schemeClr val="accent1">
                      <a:lumMod val="50000"/>
                    </a:schemeClr>
                  </a:solidFill>
                </a:endParaRPr>
              </a:p>
              <a:p>
                <a:endParaRPr lang="es-ES" sz="1200" dirty="0">
                  <a:solidFill>
                    <a:schemeClr val="accent1">
                      <a:lumMod val="50000"/>
                    </a:schemeClr>
                  </a:solidFill>
                </a:endParaRPr>
              </a:p>
              <a:p>
                <a:r>
                  <a:rPr lang="es-ES" dirty="0">
                    <a:solidFill>
                      <a:schemeClr val="accent1">
                        <a:lumMod val="50000"/>
                      </a:schemeClr>
                    </a:solidFill>
                  </a:rPr>
                  <a:t>* Tenemos todos los valores intermedios al haber aplicado </a:t>
                </a:r>
                <a:r>
                  <a:rPr lang="es-ES" i="1" dirty="0" err="1">
                    <a:solidFill>
                      <a:schemeClr val="accent1">
                        <a:lumMod val="50000"/>
                      </a:schemeClr>
                    </a:solidFill>
                  </a:rPr>
                  <a:t>FeedForward</a:t>
                </a:r>
                <a:r>
                  <a:rPr lang="es-ES" i="1" dirty="0">
                    <a:solidFill>
                      <a:schemeClr val="accent1">
                        <a:lumMod val="50000"/>
                      </a:schemeClr>
                    </a:solidFill>
                  </a:rPr>
                  <a:t> </a:t>
                </a:r>
                <a:r>
                  <a:rPr lang="es-ES" i="1" dirty="0" err="1">
                    <a:solidFill>
                      <a:schemeClr val="accent1">
                        <a:lumMod val="50000"/>
                      </a:schemeClr>
                    </a:solidFill>
                  </a:rPr>
                  <a:t>Propagation</a:t>
                </a:r>
                <a:r>
                  <a:rPr lang="es-ES" i="1" dirty="0">
                    <a:solidFill>
                      <a:schemeClr val="accent1">
                        <a:lumMod val="50000"/>
                      </a:schemeClr>
                    </a:solidFill>
                  </a:rPr>
                  <a:t> </a:t>
                </a:r>
                <a:r>
                  <a:rPr lang="es-ES" dirty="0">
                    <a:solidFill>
                      <a:schemeClr val="accent1">
                        <a:lumMod val="50000"/>
                      </a:schemeClr>
                    </a:solidFill>
                  </a:rPr>
                  <a:t>para el valor de entrada y una inicialización aleatoria de los pesos. </a:t>
                </a:r>
              </a:p>
            </p:txBody>
          </p:sp>
        </mc:Choice>
        <mc:Fallback xmlns="">
          <p:sp>
            <p:nvSpPr>
              <p:cNvPr id="67" name="CuadroTexto 66">
                <a:extLst>
                  <a:ext uri="{FF2B5EF4-FFF2-40B4-BE49-F238E27FC236}">
                    <a16:creationId xmlns:a16="http://schemas.microsoft.com/office/drawing/2014/main" id="{9F52161A-3635-112E-ABB0-E7B394A3A68F}"/>
                  </a:ext>
                </a:extLst>
              </p:cNvPr>
              <p:cNvSpPr txBox="1">
                <a:spLocks noRot="1" noChangeAspect="1" noMove="1" noResize="1" noEditPoints="1" noAdjustHandles="1" noChangeArrowheads="1" noChangeShapeType="1" noTextEdit="1"/>
              </p:cNvSpPr>
              <p:nvPr/>
            </p:nvSpPr>
            <p:spPr>
              <a:xfrm>
                <a:off x="323978" y="4668330"/>
                <a:ext cx="11772594" cy="2077492"/>
              </a:xfrm>
              <a:prstGeom prst="rect">
                <a:avLst/>
              </a:prstGeom>
              <a:blipFill>
                <a:blip r:embed="rId3"/>
                <a:stretch>
                  <a:fillRect l="-414" t="-1760" b="-3812"/>
                </a:stretch>
              </a:blipFill>
            </p:spPr>
            <p:txBody>
              <a:bodyPr/>
              <a:lstStyle/>
              <a:p>
                <a:r>
                  <a:rPr lang="es-ES">
                    <a:noFill/>
                  </a:rPr>
                  <a:t> </a:t>
                </a:r>
              </a:p>
            </p:txBody>
          </p:sp>
        </mc:Fallback>
      </mc:AlternateContent>
      <p:sp>
        <p:nvSpPr>
          <p:cNvPr id="3" name="CuadroTexto 2">
            <a:extLst>
              <a:ext uri="{FF2B5EF4-FFF2-40B4-BE49-F238E27FC236}">
                <a16:creationId xmlns:a16="http://schemas.microsoft.com/office/drawing/2014/main" id="{B721C4E8-F774-C602-C20C-95042CFF3868}"/>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7" name="CuadroTexto 6">
            <a:extLst>
              <a:ext uri="{FF2B5EF4-FFF2-40B4-BE49-F238E27FC236}">
                <a16:creationId xmlns:a16="http://schemas.microsoft.com/office/drawing/2014/main" id="{93FB16DD-97A1-9BA5-8681-F103FBEEB82E}"/>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I)</a:t>
            </a:r>
            <a:r>
              <a:rPr lang="en-US" sz="2000" dirty="0">
                <a:solidFill>
                  <a:schemeClr val="accent1">
                    <a:lumMod val="50000"/>
                  </a:schemeClr>
                </a:solidFill>
              </a:rPr>
              <a:t>  </a:t>
            </a:r>
          </a:p>
        </p:txBody>
      </p:sp>
      <mc:AlternateContent xmlns:mc="http://schemas.openxmlformats.org/markup-compatibility/2006" xmlns:a14="http://schemas.microsoft.com/office/drawing/2010/main">
        <mc:Choice Requires="a14">
          <p:sp>
            <p:nvSpPr>
              <p:cNvPr id="2" name="Elipse 1">
                <a:extLst>
                  <a:ext uri="{FF2B5EF4-FFF2-40B4-BE49-F238E27FC236}">
                    <a16:creationId xmlns:a16="http://schemas.microsoft.com/office/drawing/2014/main" id="{2FF7C568-3BCD-6AED-C302-B360D0A6D77E}"/>
                  </a:ext>
                </a:extLst>
              </p:cNvPr>
              <p:cNvSpPr/>
              <p:nvPr/>
            </p:nvSpPr>
            <p:spPr>
              <a:xfrm>
                <a:off x="253230" y="2168603"/>
                <a:ext cx="1080000" cy="1080000"/>
              </a:xfrm>
              <a:prstGeom prst="ellipse">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algn="ctr"/>
                <a14:m>
                  <m:oMathPara xmlns:m="http://schemas.openxmlformats.org/officeDocument/2006/math">
                    <m:oMathParaPr>
                      <m:jc m:val="centerGroup"/>
                    </m:oMathParaPr>
                    <m:oMath xmlns:m="http://schemas.openxmlformats.org/officeDocument/2006/math">
                      <m:r>
                        <a:rPr lang="es-ES" sz="1600" i="1">
                          <a:solidFill>
                            <a:schemeClr val="accent6">
                              <a:lumMod val="75000"/>
                            </a:schemeClr>
                          </a:solidFill>
                          <a:latin typeface="Cambria Math" panose="02040503050406030204" pitchFamily="18" charset="0"/>
                          <a:ea typeface="Cambria Math" panose="02040503050406030204" pitchFamily="18" charset="0"/>
                        </a:rPr>
                        <m:t>𝑥</m:t>
                      </m:r>
                    </m:oMath>
                  </m:oMathPara>
                </a14:m>
                <a:endParaRPr lang="es-ES" sz="1600" b="0" i="1" dirty="0">
                  <a:solidFill>
                    <a:schemeClr val="accent1">
                      <a:lumMod val="50000"/>
                    </a:schemeClr>
                  </a:solidFill>
                  <a:latin typeface="Cambria Math" panose="02040503050406030204" pitchFamily="18" charset="0"/>
                  <a:ea typeface="Cambria Math" panose="02040503050406030204" pitchFamily="18" charset="0"/>
                </a:endParaRPr>
              </a:p>
            </p:txBody>
          </p:sp>
        </mc:Choice>
        <mc:Fallback xmlns="">
          <p:sp>
            <p:nvSpPr>
              <p:cNvPr id="2" name="Elipse 1">
                <a:extLst>
                  <a:ext uri="{FF2B5EF4-FFF2-40B4-BE49-F238E27FC236}">
                    <a16:creationId xmlns:a16="http://schemas.microsoft.com/office/drawing/2014/main" id="{2FF7C568-3BCD-6AED-C302-B360D0A6D77E}"/>
                  </a:ext>
                </a:extLst>
              </p:cNvPr>
              <p:cNvSpPr>
                <a:spLocks noRot="1" noChangeAspect="1" noMove="1" noResize="1" noEditPoints="1" noAdjustHandles="1" noChangeArrowheads="1" noChangeShapeType="1" noTextEdit="1"/>
              </p:cNvSpPr>
              <p:nvPr/>
            </p:nvSpPr>
            <p:spPr>
              <a:xfrm>
                <a:off x="253230" y="2168603"/>
                <a:ext cx="1080000" cy="1080000"/>
              </a:xfrm>
              <a:prstGeom prst="ellipse">
                <a:avLst/>
              </a:prstGeom>
              <a:blipFill>
                <a:blip r:embed="rId4"/>
                <a:stretch>
                  <a:fillRect/>
                </a:stretch>
              </a:blipFill>
              <a:ln w="31750">
                <a:solidFill>
                  <a:schemeClr val="accent6">
                    <a:lumMod val="75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 name="Elipse 3">
                <a:extLst>
                  <a:ext uri="{FF2B5EF4-FFF2-40B4-BE49-F238E27FC236}">
                    <a16:creationId xmlns:a16="http://schemas.microsoft.com/office/drawing/2014/main" id="{3C9FB02A-4F90-BA5F-25A0-2A400205BA3B}"/>
                  </a:ext>
                </a:extLst>
              </p:cNvPr>
              <p:cNvSpPr/>
              <p:nvPr/>
            </p:nvSpPr>
            <p:spPr>
              <a:xfrm>
                <a:off x="1977467" y="2168603"/>
                <a:ext cx="1620000" cy="108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groupChr>
                            <m:groupChrPr>
                              <m:chr m:val="→"/>
                              <m:vertJc m:val="bot"/>
                              <m:ctrlPr>
                                <a:rPr lang="es-ES" i="1" smtClean="0">
                                  <a:solidFill>
                                    <a:schemeClr val="accent1">
                                      <a:lumMod val="50000"/>
                                    </a:schemeClr>
                                  </a:solidFill>
                                  <a:latin typeface="Cambria Math" panose="02040503050406030204" pitchFamily="18" charset="0"/>
                                  <a:ea typeface="Cambria Math" panose="02040503050406030204" pitchFamily="18" charset="0"/>
                                </a:rPr>
                              </m:ctrlPr>
                            </m:groupChrPr>
                            <m:e>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e>
                          </m:groupChr>
                          <m:r>
                            <a:rPr lang="es-ES" b="0" i="1" smtClean="0">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oMath>
                  </m:oMathPara>
                </a14:m>
                <a:endParaRPr lang="es-ES" dirty="0"/>
              </a:p>
            </p:txBody>
          </p:sp>
        </mc:Choice>
        <mc:Fallback xmlns="">
          <p:sp>
            <p:nvSpPr>
              <p:cNvPr id="4" name="Elipse 3">
                <a:extLst>
                  <a:ext uri="{FF2B5EF4-FFF2-40B4-BE49-F238E27FC236}">
                    <a16:creationId xmlns:a16="http://schemas.microsoft.com/office/drawing/2014/main" id="{3C9FB02A-4F90-BA5F-25A0-2A400205BA3B}"/>
                  </a:ext>
                </a:extLst>
              </p:cNvPr>
              <p:cNvSpPr>
                <a:spLocks noRot="1" noChangeAspect="1" noMove="1" noResize="1" noEditPoints="1" noAdjustHandles="1" noChangeArrowheads="1" noChangeShapeType="1" noTextEdit="1"/>
              </p:cNvSpPr>
              <p:nvPr/>
            </p:nvSpPr>
            <p:spPr>
              <a:xfrm>
                <a:off x="1977467" y="2168603"/>
                <a:ext cx="1620000" cy="1080000"/>
              </a:xfrm>
              <a:prstGeom prst="ellipse">
                <a:avLst/>
              </a:prstGeom>
              <a:blipFill>
                <a:blip r:embed="rId5"/>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B2E49392-1CD4-D80F-3868-655D407F0127}"/>
                  </a:ext>
                </a:extLst>
              </p:cNvPr>
              <p:cNvSpPr txBox="1"/>
              <p:nvPr/>
            </p:nvSpPr>
            <p:spPr>
              <a:xfrm rot="5400000">
                <a:off x="5077067" y="2436734"/>
                <a:ext cx="315653"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2800" b="0" i="1" smtClean="0">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sz="2800" dirty="0">
                  <a:solidFill>
                    <a:schemeClr val="accent1">
                      <a:lumMod val="50000"/>
                    </a:schemeClr>
                  </a:solidFill>
                </a:endParaRPr>
              </a:p>
            </p:txBody>
          </p:sp>
        </mc:Choice>
        <mc:Fallback xmlns="">
          <p:sp>
            <p:nvSpPr>
              <p:cNvPr id="13" name="CuadroTexto 12">
                <a:extLst>
                  <a:ext uri="{FF2B5EF4-FFF2-40B4-BE49-F238E27FC236}">
                    <a16:creationId xmlns:a16="http://schemas.microsoft.com/office/drawing/2014/main" id="{B2E49392-1CD4-D80F-3868-655D407F0127}"/>
                  </a:ext>
                </a:extLst>
              </p:cNvPr>
              <p:cNvSpPr txBox="1">
                <a:spLocks noRot="1" noChangeAspect="1" noMove="1" noResize="1" noEditPoints="1" noAdjustHandles="1" noChangeArrowheads="1" noChangeShapeType="1" noTextEdit="1"/>
              </p:cNvSpPr>
              <p:nvPr/>
            </p:nvSpPr>
            <p:spPr>
              <a:xfrm rot="5400000">
                <a:off x="5077067" y="2436734"/>
                <a:ext cx="315653" cy="523220"/>
              </a:xfrm>
              <a:prstGeom prst="rect">
                <a:avLst/>
              </a:prstGeom>
              <a:blipFill>
                <a:blip r:embed="rId6"/>
                <a:stretch>
                  <a:fillRect/>
                </a:stretch>
              </a:blipFill>
            </p:spPr>
            <p:txBody>
              <a:bodyPr/>
              <a:lstStyle/>
              <a:p>
                <a:r>
                  <a:rPr lang="es-ES">
                    <a:noFill/>
                  </a:rPr>
                  <a:t> </a:t>
                </a:r>
              </a:p>
            </p:txBody>
          </p:sp>
        </mc:Fallback>
      </mc:AlternateContent>
      <p:cxnSp>
        <p:nvCxnSpPr>
          <p:cNvPr id="15" name="Conector recto 14">
            <a:extLst>
              <a:ext uri="{FF2B5EF4-FFF2-40B4-BE49-F238E27FC236}">
                <a16:creationId xmlns:a16="http://schemas.microsoft.com/office/drawing/2014/main" id="{989CB4D9-8FC0-13F4-AA33-36FB6D7A0330}"/>
              </a:ext>
            </a:extLst>
          </p:cNvPr>
          <p:cNvCxnSpPr>
            <a:stCxn id="2" idx="6"/>
            <a:endCxn id="4" idx="2"/>
          </p:cNvCxnSpPr>
          <p:nvPr/>
        </p:nvCxnSpPr>
        <p:spPr>
          <a:xfrm>
            <a:off x="1333230" y="2708603"/>
            <a:ext cx="644237" cy="0"/>
          </a:xfrm>
          <a:prstGeom prst="line">
            <a:avLst/>
          </a:prstGeom>
          <a:ln w="381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CuadroTexto 44">
                <a:extLst>
                  <a:ext uri="{FF2B5EF4-FFF2-40B4-BE49-F238E27FC236}">
                    <a16:creationId xmlns:a16="http://schemas.microsoft.com/office/drawing/2014/main" id="{3CD2E422-6B7E-216E-738E-4DA5BD50FEA5}"/>
                  </a:ext>
                </a:extLst>
              </p:cNvPr>
              <p:cNvSpPr txBox="1"/>
              <p:nvPr/>
            </p:nvSpPr>
            <p:spPr>
              <a:xfrm>
                <a:off x="1157357" y="2074287"/>
                <a:ext cx="896563" cy="35965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0" i="1" smtClean="0">
                              <a:solidFill>
                                <a:schemeClr val="accent1">
                                  <a:lumMod val="50000"/>
                                </a:schemeClr>
                              </a:solidFill>
                              <a:latin typeface="Cambria Math" panose="02040503050406030204" pitchFamily="18" charset="0"/>
                              <a:ea typeface="Cambria Math" panose="02040503050406030204" pitchFamily="18" charset="0"/>
                            </a:rPr>
                            <m:t>𝑊</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sz="1600"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0" i="1" smtClean="0">
                              <a:solidFill>
                                <a:schemeClr val="accent1">
                                  <a:lumMod val="50000"/>
                                </a:schemeClr>
                              </a:solidFill>
                              <a:latin typeface="Cambria Math" panose="02040503050406030204" pitchFamily="18" charset="0"/>
                              <a:ea typeface="Cambria Math" panose="02040503050406030204" pitchFamily="18" charset="0"/>
                            </a:rPr>
                            <m:t>𝑏</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[1]</m:t>
                          </m:r>
                        </m:sup>
                      </m:sSup>
                    </m:oMath>
                  </m:oMathPara>
                </a14:m>
                <a:endParaRPr lang="es-ES" sz="1600" dirty="0"/>
              </a:p>
            </p:txBody>
          </p:sp>
        </mc:Choice>
        <mc:Fallback xmlns="">
          <p:sp>
            <p:nvSpPr>
              <p:cNvPr id="45" name="CuadroTexto 44">
                <a:extLst>
                  <a:ext uri="{FF2B5EF4-FFF2-40B4-BE49-F238E27FC236}">
                    <a16:creationId xmlns:a16="http://schemas.microsoft.com/office/drawing/2014/main" id="{3CD2E422-6B7E-216E-738E-4DA5BD50FEA5}"/>
                  </a:ext>
                </a:extLst>
              </p:cNvPr>
              <p:cNvSpPr txBox="1">
                <a:spLocks noRot="1" noChangeAspect="1" noMove="1" noResize="1" noEditPoints="1" noAdjustHandles="1" noChangeArrowheads="1" noChangeShapeType="1" noTextEdit="1"/>
              </p:cNvSpPr>
              <p:nvPr/>
            </p:nvSpPr>
            <p:spPr>
              <a:xfrm>
                <a:off x="1157357" y="2074287"/>
                <a:ext cx="896563" cy="359650"/>
              </a:xfrm>
              <a:prstGeom prst="rect">
                <a:avLst/>
              </a:prstGeom>
              <a:blipFill>
                <a:blip r:embed="rId7"/>
                <a:stretch>
                  <a:fillRect r="-6803"/>
                </a:stretch>
              </a:blipFill>
            </p:spPr>
            <p:txBody>
              <a:bodyPr/>
              <a:lstStyle/>
              <a:p>
                <a:r>
                  <a:rPr lang="es-ES">
                    <a:noFill/>
                  </a:rPr>
                  <a:t> </a:t>
                </a:r>
              </a:p>
            </p:txBody>
          </p:sp>
        </mc:Fallback>
      </mc:AlternateContent>
      <p:cxnSp>
        <p:nvCxnSpPr>
          <p:cNvPr id="48" name="Conector recto de flecha 47">
            <a:extLst>
              <a:ext uri="{FF2B5EF4-FFF2-40B4-BE49-F238E27FC236}">
                <a16:creationId xmlns:a16="http://schemas.microsoft.com/office/drawing/2014/main" id="{C4FF9595-29E6-3861-0469-39DE4E68A157}"/>
              </a:ext>
            </a:extLst>
          </p:cNvPr>
          <p:cNvCxnSpPr>
            <a:cxnSpLocks/>
          </p:cNvCxnSpPr>
          <p:nvPr/>
        </p:nvCxnSpPr>
        <p:spPr>
          <a:xfrm flipV="1">
            <a:off x="10388600" y="2698344"/>
            <a:ext cx="841054" cy="0"/>
          </a:xfrm>
          <a:prstGeom prst="straightConnector1">
            <a:avLst/>
          </a:prstGeom>
          <a:ln w="34925"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Rectángulo: esquinas redondeadas 50">
                <a:extLst>
                  <a:ext uri="{FF2B5EF4-FFF2-40B4-BE49-F238E27FC236}">
                    <a16:creationId xmlns:a16="http://schemas.microsoft.com/office/drawing/2014/main" id="{13920B10-99D6-FD96-0EFB-4029DFC69BF5}"/>
                  </a:ext>
                </a:extLst>
              </p:cNvPr>
              <p:cNvSpPr/>
              <p:nvPr/>
            </p:nvSpPr>
            <p:spPr>
              <a:xfrm>
                <a:off x="11271865" y="2507151"/>
                <a:ext cx="352402" cy="369329"/>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s-ES" sz="1800" b="0" i="1" smtClean="0">
                              <a:solidFill>
                                <a:srgbClr val="C00000"/>
                              </a:solidFill>
                              <a:latin typeface="Cambria Math" panose="02040503050406030204" pitchFamily="18" charset="0"/>
                              <a:ea typeface="Cambria Math" panose="02040503050406030204" pitchFamily="18" charset="0"/>
                            </a:rPr>
                          </m:ctrlPr>
                        </m:accPr>
                        <m:e>
                          <m:r>
                            <a:rPr lang="es-ES" sz="1800" b="0" i="1" smtClean="0">
                              <a:solidFill>
                                <a:srgbClr val="C00000"/>
                              </a:solidFill>
                              <a:latin typeface="Cambria Math" panose="02040503050406030204" pitchFamily="18" charset="0"/>
                              <a:ea typeface="Cambria Math" panose="02040503050406030204" pitchFamily="18" charset="0"/>
                            </a:rPr>
                            <m:t>𝑦</m:t>
                          </m:r>
                        </m:e>
                      </m:acc>
                    </m:oMath>
                  </m:oMathPara>
                </a14:m>
                <a:endParaRPr lang="es-ES" dirty="0">
                  <a:solidFill>
                    <a:schemeClr val="accent1">
                      <a:lumMod val="50000"/>
                    </a:schemeClr>
                  </a:solidFill>
                </a:endParaRPr>
              </a:p>
            </p:txBody>
          </p:sp>
        </mc:Choice>
        <mc:Fallback xmlns="">
          <p:sp>
            <p:nvSpPr>
              <p:cNvPr id="51" name="Rectángulo: esquinas redondeadas 50">
                <a:extLst>
                  <a:ext uri="{FF2B5EF4-FFF2-40B4-BE49-F238E27FC236}">
                    <a16:creationId xmlns:a16="http://schemas.microsoft.com/office/drawing/2014/main" id="{13920B10-99D6-FD96-0EFB-4029DFC69BF5}"/>
                  </a:ext>
                </a:extLst>
              </p:cNvPr>
              <p:cNvSpPr>
                <a:spLocks noRot="1" noChangeAspect="1" noMove="1" noResize="1" noEditPoints="1" noAdjustHandles="1" noChangeArrowheads="1" noChangeShapeType="1" noTextEdit="1"/>
              </p:cNvSpPr>
              <p:nvPr/>
            </p:nvSpPr>
            <p:spPr>
              <a:xfrm>
                <a:off x="11271865" y="2507151"/>
                <a:ext cx="352402" cy="369329"/>
              </a:xfrm>
              <a:prstGeom prst="roundRect">
                <a:avLst/>
              </a:prstGeom>
              <a:blipFill>
                <a:blip r:embed="rId8"/>
                <a:stretch>
                  <a:fillRect t="-1538" b="-3077"/>
                </a:stretch>
              </a:blipFill>
              <a:ln w="25400">
                <a:solidFill>
                  <a:srgbClr val="C00000"/>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4" name="CuadroTexto 53">
                <a:extLst>
                  <a:ext uri="{FF2B5EF4-FFF2-40B4-BE49-F238E27FC236}">
                    <a16:creationId xmlns:a16="http://schemas.microsoft.com/office/drawing/2014/main" id="{5B53C686-0E39-6561-08A8-7A0C8671D22F}"/>
                  </a:ext>
                </a:extLst>
              </p:cNvPr>
              <p:cNvSpPr txBox="1"/>
              <p:nvPr/>
            </p:nvSpPr>
            <p:spPr>
              <a:xfrm>
                <a:off x="217336" y="944492"/>
                <a:ext cx="11672580" cy="652551"/>
              </a:xfrm>
              <a:prstGeom prst="rect">
                <a:avLst/>
              </a:prstGeom>
              <a:noFill/>
            </p:spPr>
            <p:txBody>
              <a:bodyPr wrap="square">
                <a:spAutoFit/>
              </a:bodyPr>
              <a:lstStyle/>
              <a:p>
                <a:r>
                  <a:rPr lang="en-US" dirty="0">
                    <a:solidFill>
                      <a:schemeClr val="accent1">
                        <a:lumMod val="50000"/>
                      </a:schemeClr>
                    </a:solidFill>
                  </a:rPr>
                  <a:t>Partamos de </a:t>
                </a:r>
                <a:r>
                  <a:rPr lang="en-US" dirty="0" err="1">
                    <a:solidFill>
                      <a:schemeClr val="accent1">
                        <a:lumMod val="50000"/>
                      </a:schemeClr>
                    </a:solidFill>
                  </a:rPr>
                  <a:t>una</a:t>
                </a:r>
                <a:r>
                  <a:rPr lang="en-US" dirty="0">
                    <a:solidFill>
                      <a:schemeClr val="accent1">
                        <a:lumMod val="50000"/>
                      </a:schemeClr>
                    </a:solidFill>
                  </a:rPr>
                  <a:t> red simple de </a:t>
                </a:r>
                <a14:m>
                  <m:oMath xmlns:m="http://schemas.openxmlformats.org/officeDocument/2006/math">
                    <m:r>
                      <a:rPr lang="es-ES" i="1">
                        <a:solidFill>
                          <a:schemeClr val="accent1">
                            <a:lumMod val="50000"/>
                          </a:schemeClr>
                        </a:solidFill>
                        <a:latin typeface="Cambria Math" panose="02040503050406030204" pitchFamily="18" charset="0"/>
                        <a:ea typeface="Cambria Math" panose="02040503050406030204" pitchFamily="18" charset="0"/>
                      </a:rPr>
                      <m:t>𝐿</m:t>
                    </m:r>
                  </m:oMath>
                </a14:m>
                <a:r>
                  <a:rPr lang="en-US" dirty="0">
                    <a:solidFill>
                      <a:schemeClr val="accent1">
                        <a:lumMod val="50000"/>
                      </a:schemeClr>
                    </a:solidFill>
                  </a:rPr>
                  <a:t> </a:t>
                </a:r>
                <a:r>
                  <a:rPr lang="en-US" dirty="0" err="1">
                    <a:solidFill>
                      <a:schemeClr val="accent1">
                        <a:lumMod val="50000"/>
                      </a:schemeClr>
                    </a:solidFill>
                  </a:rPr>
                  <a:t>capas</a:t>
                </a:r>
                <a:r>
                  <a:rPr lang="en-US" dirty="0">
                    <a:solidFill>
                      <a:schemeClr val="accent1">
                        <a:lumMod val="50000"/>
                      </a:schemeClr>
                    </a:solidFill>
                  </a:rPr>
                  <a:t> y </a:t>
                </a:r>
                <a:r>
                  <a:rPr lang="en-US" dirty="0" err="1">
                    <a:solidFill>
                      <a:schemeClr val="accent1">
                        <a:lumMod val="50000"/>
                      </a:schemeClr>
                    </a:solidFill>
                  </a:rPr>
                  <a:t>una</a:t>
                </a:r>
                <a:r>
                  <a:rPr lang="en-US" dirty="0">
                    <a:solidFill>
                      <a:schemeClr val="accent1">
                        <a:lumMod val="50000"/>
                      </a:schemeClr>
                    </a:solidFill>
                  </a:rPr>
                  <a:t> </a:t>
                </a:r>
                <a:r>
                  <a:rPr lang="en-US" dirty="0" err="1">
                    <a:solidFill>
                      <a:schemeClr val="accent1">
                        <a:lumMod val="50000"/>
                      </a:schemeClr>
                    </a:solidFill>
                  </a:rPr>
                  <a:t>neurona</a:t>
                </a:r>
                <a:r>
                  <a:rPr lang="en-US" dirty="0">
                    <a:solidFill>
                      <a:schemeClr val="accent1">
                        <a:lumMod val="50000"/>
                      </a:schemeClr>
                    </a:solidFill>
                  </a:rPr>
                  <a:t> </a:t>
                </a:r>
                <a:r>
                  <a:rPr lang="en-US" dirty="0" err="1">
                    <a:solidFill>
                      <a:schemeClr val="accent1">
                        <a:lumMod val="50000"/>
                      </a:schemeClr>
                    </a:solidFill>
                  </a:rPr>
                  <a:t>por</a:t>
                </a:r>
                <a:r>
                  <a:rPr lang="en-US" dirty="0">
                    <a:solidFill>
                      <a:schemeClr val="accent1">
                        <a:lumMod val="50000"/>
                      </a:schemeClr>
                    </a:solidFill>
                  </a:rPr>
                  <a:t> </a:t>
                </a:r>
                <a:r>
                  <a:rPr lang="en-US" dirty="0" err="1">
                    <a:solidFill>
                      <a:schemeClr val="accent1">
                        <a:lumMod val="50000"/>
                      </a:schemeClr>
                    </a:solidFill>
                  </a:rPr>
                  <a:t>capa</a:t>
                </a:r>
                <a:r>
                  <a:rPr lang="en-US" dirty="0">
                    <a:solidFill>
                      <a:schemeClr val="accent1">
                        <a:lumMod val="50000"/>
                      </a:schemeClr>
                    </a:solidFill>
                  </a:rPr>
                  <a:t> y un </a:t>
                </a:r>
                <a:r>
                  <a:rPr lang="en-US" dirty="0" err="1">
                    <a:solidFill>
                      <a:schemeClr val="accent1">
                        <a:lumMod val="50000"/>
                      </a:schemeClr>
                    </a:solidFill>
                  </a:rPr>
                  <a:t>único</a:t>
                </a:r>
                <a:r>
                  <a:rPr lang="en-US" dirty="0">
                    <a:solidFill>
                      <a:schemeClr val="accent1">
                        <a:lumMod val="50000"/>
                      </a:schemeClr>
                    </a:solidFill>
                  </a:rPr>
                  <a:t> </a:t>
                </a:r>
                <a:r>
                  <a:rPr lang="en-US" dirty="0" err="1">
                    <a:solidFill>
                      <a:schemeClr val="accent1">
                        <a:lumMod val="50000"/>
                      </a:schemeClr>
                    </a:solidFill>
                  </a:rPr>
                  <a:t>dato</a:t>
                </a:r>
                <a:r>
                  <a:rPr lang="en-US" dirty="0">
                    <a:solidFill>
                      <a:schemeClr val="accent1">
                        <a:lumMod val="50000"/>
                      </a:schemeClr>
                    </a:solidFill>
                  </a:rPr>
                  <a:t> de </a:t>
                </a:r>
                <a:r>
                  <a:rPr lang="en-US" dirty="0" err="1">
                    <a:solidFill>
                      <a:schemeClr val="accent1">
                        <a:lumMod val="50000"/>
                      </a:schemeClr>
                    </a:solidFill>
                  </a:rPr>
                  <a:t>entrenamiento</a:t>
                </a:r>
                <a:r>
                  <a:rPr lang="en-US" dirty="0">
                    <a:solidFill>
                      <a:schemeClr val="accent1">
                        <a:lumMod val="50000"/>
                      </a:schemeClr>
                    </a:solidFill>
                  </a:rPr>
                  <a:t> </a:t>
                </a:r>
                <a14:m>
                  <m:oMath xmlns:m="http://schemas.openxmlformats.org/officeDocument/2006/math">
                    <m:d>
                      <m:d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6">
                                <a:lumMod val="75000"/>
                              </a:schemeClr>
                            </a:solidFill>
                            <a:latin typeface="Cambria Math" panose="02040503050406030204" pitchFamily="18" charset="0"/>
                            <a:ea typeface="Cambria Math" panose="02040503050406030204" pitchFamily="18" charset="0"/>
                          </a:rPr>
                          <m:t>𝑥</m:t>
                        </m:r>
                        <m:r>
                          <a:rPr lang="es-ES" b="0" i="1" smtClean="0">
                            <a:solidFill>
                              <a:schemeClr val="accent6">
                                <a:lumMod val="75000"/>
                              </a:schemeClr>
                            </a:solidFill>
                            <a:latin typeface="Cambria Math" panose="02040503050406030204" pitchFamily="18" charset="0"/>
                            <a:ea typeface="Cambria Math" panose="02040503050406030204" pitchFamily="18" charset="0"/>
                          </a:rPr>
                          <m:t>,</m:t>
                        </m:r>
                        <m:r>
                          <a:rPr lang="es-ES" b="0" i="1" smtClean="0">
                            <a:solidFill>
                              <a:schemeClr val="accent6">
                                <a:lumMod val="75000"/>
                              </a:schemeClr>
                            </a:solidFill>
                            <a:latin typeface="Cambria Math" panose="02040503050406030204" pitchFamily="18" charset="0"/>
                            <a:ea typeface="Cambria Math" panose="02040503050406030204" pitchFamily="18" charset="0"/>
                          </a:rPr>
                          <m:t>𝑦</m:t>
                        </m:r>
                        <m:r>
                          <a:rPr lang="es-ES" i="1" smtClean="0">
                            <a:solidFill>
                              <a:schemeClr val="accent6">
                                <a:lumMod val="75000"/>
                              </a:schemeClr>
                            </a:solidFill>
                            <a:latin typeface="Cambria Math" panose="02040503050406030204" pitchFamily="18" charset="0"/>
                            <a:ea typeface="Cambria Math" panose="02040503050406030204" pitchFamily="18" charset="0"/>
                          </a:rPr>
                          <m:t> </m:t>
                        </m:r>
                      </m:e>
                    </m:d>
                    <m:r>
                      <a:rPr lang="es-ES" b="1"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ℝ</m:t>
                        </m:r>
                      </m:e>
                      <m:sup>
                        <m:r>
                          <a:rPr lang="es-ES" b="1" i="1" smtClean="0">
                            <a:solidFill>
                              <a:schemeClr val="accent1">
                                <a:lumMod val="50000"/>
                              </a:schemeClr>
                            </a:solidFill>
                            <a:latin typeface="Cambria Math" panose="02040503050406030204" pitchFamily="18" charset="0"/>
                            <a:ea typeface="Cambria Math" panose="02040503050406030204" pitchFamily="18" charset="0"/>
                          </a:rPr>
                          <m:t>𝟐</m:t>
                        </m:r>
                      </m:sup>
                    </m:sSup>
                    <m:r>
                      <a:rPr lang="es-ES" b="1" i="1" smtClean="0">
                        <a:solidFill>
                          <a:schemeClr val="accent6">
                            <a:lumMod val="75000"/>
                          </a:schemeClr>
                        </a:solidFill>
                        <a:latin typeface="Cambria Math" panose="02040503050406030204" pitchFamily="18" charset="0"/>
                        <a:ea typeface="Cambria Math" panose="02040503050406030204" pitchFamily="18" charset="0"/>
                      </a:rPr>
                      <m:t> </m:t>
                    </m:r>
                  </m:oMath>
                </a14:m>
                <a:r>
                  <a:rPr lang="en-US" dirty="0">
                    <a:solidFill>
                      <a:schemeClr val="accent1">
                        <a:lumMod val="50000"/>
                      </a:schemeClr>
                    </a:solidFill>
                  </a:rPr>
                  <a:t>con </a:t>
                </a:r>
                <a:r>
                  <a:rPr lang="en-US" dirty="0" err="1">
                    <a:solidFill>
                      <a:schemeClr val="accent1">
                        <a:lumMod val="50000"/>
                      </a:schemeClr>
                    </a:solidFill>
                  </a:rPr>
                  <a:t>el</a:t>
                </a:r>
                <a:r>
                  <a:rPr lang="en-US" dirty="0">
                    <a:solidFill>
                      <a:schemeClr val="accent1">
                        <a:lumMod val="50000"/>
                      </a:schemeClr>
                    </a:solidFill>
                  </a:rPr>
                  <a:t> que </a:t>
                </a:r>
                <a:r>
                  <a:rPr lang="en-US" dirty="0" err="1">
                    <a:solidFill>
                      <a:schemeClr val="accent1">
                        <a:lumMod val="50000"/>
                      </a:schemeClr>
                    </a:solidFill>
                  </a:rPr>
                  <a:t>queremos</a:t>
                </a:r>
                <a:r>
                  <a:rPr lang="en-US" dirty="0">
                    <a:solidFill>
                      <a:schemeClr val="accent1">
                        <a:lumMod val="50000"/>
                      </a:schemeClr>
                    </a:solidFill>
                  </a:rPr>
                  <a:t> </a:t>
                </a:r>
                <a:r>
                  <a:rPr lang="en-US" dirty="0" err="1">
                    <a:solidFill>
                      <a:schemeClr val="accent1">
                        <a:lumMod val="50000"/>
                      </a:schemeClr>
                    </a:solidFill>
                  </a:rPr>
                  <a:t>calcular</a:t>
                </a:r>
                <a:r>
                  <a:rPr lang="en-US" dirty="0">
                    <a:solidFill>
                      <a:schemeClr val="accent1">
                        <a:lumMod val="50000"/>
                      </a:schemeClr>
                    </a:solidFill>
                  </a:rPr>
                  <a:t> </a:t>
                </a:r>
                <a:r>
                  <a:rPr lang="en-US" dirty="0" err="1">
                    <a:solidFill>
                      <a:schemeClr val="accent1">
                        <a:lumMod val="50000"/>
                      </a:schemeClr>
                    </a:solidFill>
                  </a:rPr>
                  <a:t>el</a:t>
                </a:r>
                <a:r>
                  <a:rPr lang="en-US" dirty="0">
                    <a:solidFill>
                      <a:schemeClr val="accent1">
                        <a:lumMod val="50000"/>
                      </a:schemeClr>
                    </a:solidFill>
                  </a:rPr>
                  <a:t> error de la red. </a:t>
                </a:r>
              </a:p>
            </p:txBody>
          </p:sp>
        </mc:Choice>
        <mc:Fallback xmlns="">
          <p:sp>
            <p:nvSpPr>
              <p:cNvPr id="54" name="CuadroTexto 53">
                <a:extLst>
                  <a:ext uri="{FF2B5EF4-FFF2-40B4-BE49-F238E27FC236}">
                    <a16:creationId xmlns:a16="http://schemas.microsoft.com/office/drawing/2014/main" id="{5B53C686-0E39-6561-08A8-7A0C8671D22F}"/>
                  </a:ext>
                </a:extLst>
              </p:cNvPr>
              <p:cNvSpPr txBox="1">
                <a:spLocks noRot="1" noChangeAspect="1" noMove="1" noResize="1" noEditPoints="1" noAdjustHandles="1" noChangeArrowheads="1" noChangeShapeType="1" noTextEdit="1"/>
              </p:cNvSpPr>
              <p:nvPr/>
            </p:nvSpPr>
            <p:spPr>
              <a:xfrm>
                <a:off x="217336" y="944492"/>
                <a:ext cx="11672580" cy="652551"/>
              </a:xfrm>
              <a:prstGeom prst="rect">
                <a:avLst/>
              </a:prstGeom>
              <a:blipFill>
                <a:blip r:embed="rId9"/>
                <a:stretch>
                  <a:fillRect l="-470" t="-4673" b="-1401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7" name="Elipse 26">
                <a:extLst>
                  <a:ext uri="{FF2B5EF4-FFF2-40B4-BE49-F238E27FC236}">
                    <a16:creationId xmlns:a16="http://schemas.microsoft.com/office/drawing/2014/main" id="{434354FE-42B4-A994-1D11-929011B0262D}"/>
                  </a:ext>
                </a:extLst>
              </p:cNvPr>
              <p:cNvSpPr/>
              <p:nvPr/>
            </p:nvSpPr>
            <p:spPr>
              <a:xfrm>
                <a:off x="5994380" y="2160582"/>
                <a:ext cx="1800000" cy="108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groupChr>
                            <m:groupChrPr>
                              <m:chr m:val="→"/>
                              <m:vertJc m:val="bot"/>
                              <m:ctrlPr>
                                <a:rPr lang="es-ES" i="1" smtClean="0">
                                  <a:solidFill>
                                    <a:schemeClr val="accent1">
                                      <a:lumMod val="50000"/>
                                    </a:schemeClr>
                                  </a:solidFill>
                                  <a:latin typeface="Cambria Math" panose="02040503050406030204" pitchFamily="18" charset="0"/>
                                  <a:ea typeface="Cambria Math" panose="02040503050406030204" pitchFamily="18" charset="0"/>
                                </a:rPr>
                              </m:ctrlPr>
                            </m:groupChrPr>
                            <m:e>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e>
                          </m:groupChr>
                          <m:r>
                            <a:rPr lang="es-ES" b="0" i="1" smtClean="0">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oMath>
                  </m:oMathPara>
                </a14:m>
                <a:endParaRPr lang="es-ES" dirty="0"/>
              </a:p>
            </p:txBody>
          </p:sp>
        </mc:Choice>
        <mc:Fallback xmlns="">
          <p:sp>
            <p:nvSpPr>
              <p:cNvPr id="27" name="Elipse 26">
                <a:extLst>
                  <a:ext uri="{FF2B5EF4-FFF2-40B4-BE49-F238E27FC236}">
                    <a16:creationId xmlns:a16="http://schemas.microsoft.com/office/drawing/2014/main" id="{434354FE-42B4-A994-1D11-929011B0262D}"/>
                  </a:ext>
                </a:extLst>
              </p:cNvPr>
              <p:cNvSpPr>
                <a:spLocks noRot="1" noChangeAspect="1" noMove="1" noResize="1" noEditPoints="1" noAdjustHandles="1" noChangeArrowheads="1" noChangeShapeType="1" noTextEdit="1"/>
              </p:cNvSpPr>
              <p:nvPr/>
            </p:nvSpPr>
            <p:spPr>
              <a:xfrm>
                <a:off x="5994380" y="2160582"/>
                <a:ext cx="1800000" cy="1080000"/>
              </a:xfrm>
              <a:prstGeom prst="ellipse">
                <a:avLst/>
              </a:prstGeom>
              <a:blipFill>
                <a:blip r:embed="rId10"/>
                <a:stretch>
                  <a:fillRect/>
                </a:stretch>
              </a:blipFill>
              <a:ln w="31750">
                <a:solidFill>
                  <a:schemeClr val="accent1">
                    <a:lumMod val="50000"/>
                  </a:schemeClr>
                </a:solidFill>
              </a:ln>
            </p:spPr>
            <p:txBody>
              <a:bodyPr/>
              <a:lstStyle/>
              <a:p>
                <a:r>
                  <a:rPr lang="es-ES">
                    <a:noFill/>
                  </a:rPr>
                  <a:t> </a:t>
                </a:r>
              </a:p>
            </p:txBody>
          </p:sp>
        </mc:Fallback>
      </mc:AlternateContent>
      <p:cxnSp>
        <p:nvCxnSpPr>
          <p:cNvPr id="28" name="Conector recto 27">
            <a:extLst>
              <a:ext uri="{FF2B5EF4-FFF2-40B4-BE49-F238E27FC236}">
                <a16:creationId xmlns:a16="http://schemas.microsoft.com/office/drawing/2014/main" id="{713E6F54-AC33-A3EE-730C-5FA2392EADD1}"/>
              </a:ext>
            </a:extLst>
          </p:cNvPr>
          <p:cNvCxnSpPr>
            <a:cxnSpLocks/>
            <a:stCxn id="4" idx="6"/>
          </p:cNvCxnSpPr>
          <p:nvPr/>
        </p:nvCxnSpPr>
        <p:spPr>
          <a:xfrm flipV="1">
            <a:off x="3597467" y="2698344"/>
            <a:ext cx="779885" cy="0"/>
          </a:xfrm>
          <a:prstGeom prst="line">
            <a:avLst/>
          </a:prstGeom>
          <a:ln w="381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Elipse 40">
                <a:extLst>
                  <a:ext uri="{FF2B5EF4-FFF2-40B4-BE49-F238E27FC236}">
                    <a16:creationId xmlns:a16="http://schemas.microsoft.com/office/drawing/2014/main" id="{0EA242FF-431B-2CC0-C75B-D7B8AA080F68}"/>
                  </a:ext>
                </a:extLst>
              </p:cNvPr>
              <p:cNvSpPr/>
              <p:nvPr/>
            </p:nvSpPr>
            <p:spPr>
              <a:xfrm>
                <a:off x="8768600" y="2168603"/>
                <a:ext cx="1620000" cy="108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groupChr>
                            <m:groupChrPr>
                              <m:chr m:val="→"/>
                              <m:vertJc m:val="bot"/>
                              <m:ctrlPr>
                                <a:rPr lang="es-ES" i="1" smtClean="0">
                                  <a:solidFill>
                                    <a:schemeClr val="accent1">
                                      <a:lumMod val="50000"/>
                                    </a:schemeClr>
                                  </a:solidFill>
                                  <a:latin typeface="Cambria Math" panose="02040503050406030204" pitchFamily="18" charset="0"/>
                                  <a:ea typeface="Cambria Math" panose="02040503050406030204" pitchFamily="18" charset="0"/>
                                </a:rPr>
                              </m:ctrlPr>
                            </m:groupChrPr>
                            <m:e>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e>
                          </m:groupChr>
                          <m:r>
                            <a:rPr lang="es-ES" b="0" i="1" smtClean="0">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dirty="0"/>
              </a:p>
            </p:txBody>
          </p:sp>
        </mc:Choice>
        <mc:Fallback xmlns="">
          <p:sp>
            <p:nvSpPr>
              <p:cNvPr id="41" name="Elipse 40">
                <a:extLst>
                  <a:ext uri="{FF2B5EF4-FFF2-40B4-BE49-F238E27FC236}">
                    <a16:creationId xmlns:a16="http://schemas.microsoft.com/office/drawing/2014/main" id="{0EA242FF-431B-2CC0-C75B-D7B8AA080F68}"/>
                  </a:ext>
                </a:extLst>
              </p:cNvPr>
              <p:cNvSpPr>
                <a:spLocks noRot="1" noChangeAspect="1" noMove="1" noResize="1" noEditPoints="1" noAdjustHandles="1" noChangeArrowheads="1" noChangeShapeType="1" noTextEdit="1"/>
              </p:cNvSpPr>
              <p:nvPr/>
            </p:nvSpPr>
            <p:spPr>
              <a:xfrm>
                <a:off x="8768600" y="2168603"/>
                <a:ext cx="1620000" cy="1080000"/>
              </a:xfrm>
              <a:prstGeom prst="ellipse">
                <a:avLst/>
              </a:prstGeom>
              <a:blipFill>
                <a:blip r:embed="rId11"/>
                <a:stretch>
                  <a:fillRect/>
                </a:stretch>
              </a:blipFill>
              <a:ln w="31750">
                <a:solidFill>
                  <a:schemeClr val="accent1">
                    <a:lumMod val="50000"/>
                  </a:schemeClr>
                </a:solidFill>
              </a:ln>
            </p:spPr>
            <p:txBody>
              <a:bodyPr/>
              <a:lstStyle/>
              <a:p>
                <a:r>
                  <a:rPr lang="es-ES">
                    <a:noFill/>
                  </a:rPr>
                  <a:t> </a:t>
                </a:r>
              </a:p>
            </p:txBody>
          </p:sp>
        </mc:Fallback>
      </mc:AlternateContent>
      <p:cxnSp>
        <p:nvCxnSpPr>
          <p:cNvPr id="42" name="Conector recto 41">
            <a:extLst>
              <a:ext uri="{FF2B5EF4-FFF2-40B4-BE49-F238E27FC236}">
                <a16:creationId xmlns:a16="http://schemas.microsoft.com/office/drawing/2014/main" id="{F03D66CA-861A-DBB1-6600-1FCE797B8895}"/>
              </a:ext>
            </a:extLst>
          </p:cNvPr>
          <p:cNvCxnSpPr>
            <a:cxnSpLocks/>
            <a:stCxn id="27" idx="6"/>
            <a:endCxn id="41" idx="2"/>
          </p:cNvCxnSpPr>
          <p:nvPr/>
        </p:nvCxnSpPr>
        <p:spPr>
          <a:xfrm>
            <a:off x="7794380" y="2700582"/>
            <a:ext cx="974220" cy="0"/>
          </a:xfrm>
          <a:prstGeom prst="line">
            <a:avLst/>
          </a:prstGeom>
          <a:ln w="381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CuadroTexto 58">
                <a:extLst>
                  <a:ext uri="{FF2B5EF4-FFF2-40B4-BE49-F238E27FC236}">
                    <a16:creationId xmlns:a16="http://schemas.microsoft.com/office/drawing/2014/main" id="{37CA6FD6-C65A-4A29-43C5-E9E126286DB8}"/>
                  </a:ext>
                </a:extLst>
              </p:cNvPr>
              <p:cNvSpPr txBox="1"/>
              <p:nvPr/>
            </p:nvSpPr>
            <p:spPr>
              <a:xfrm>
                <a:off x="368974" y="3320253"/>
                <a:ext cx="2572748" cy="946926"/>
              </a:xfrm>
              <a:prstGeom prst="rect">
                <a:avLst/>
              </a:prstGeom>
              <a:noFill/>
            </p:spPr>
            <p:txBody>
              <a:bodyPr wrap="square">
                <a:spAutoFit/>
              </a:bodyPr>
              <a:lstStyle/>
              <a:p>
                <a:r>
                  <a:rPr lang="es-ES" dirty="0">
                    <a:solidFill>
                      <a:schemeClr val="accent1">
                        <a:lumMod val="50000"/>
                      </a:schemeClr>
                    </a:solidFill>
                  </a:rPr>
                  <a:t>Capa entrada </a:t>
                </a:r>
                <a:r>
                  <a:rPr lang="es-ES" dirty="0">
                    <a:solidFill>
                      <a:schemeClr val="accent1">
                        <a:lumMod val="50000"/>
                      </a:schemeClr>
                    </a:solidFill>
                    <a:sym typeface="Wingdings" panose="05000000000000000000" pitchFamily="2" charset="2"/>
                  </a:rPr>
                  <a:t> 1º Capa</a:t>
                </a:r>
                <a:r>
                  <a:rPr lang="es-ES" dirty="0">
                    <a:solidFill>
                      <a:schemeClr val="accent1">
                        <a:lumMod val="50000"/>
                      </a:schemeClr>
                    </a:solidFill>
                  </a:rPr>
                  <a:t>.</a:t>
                </a:r>
              </a:p>
              <a:p>
                <a14:m>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6">
                            <a:lumMod val="50000"/>
                          </a:schemeClr>
                        </a:solidFill>
                        <a:latin typeface="Cambria Math" panose="02040503050406030204" pitchFamily="18" charset="0"/>
                        <a:ea typeface="Cambria Math" panose="02040503050406030204" pitchFamily="18" charset="0"/>
                      </a:rPr>
                      <m:t>𝑥</m:t>
                    </m:r>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oMath>
                </a14:m>
                <a:r>
                  <a:rPr lang="es-ES" b="0" dirty="0">
                    <a:solidFill>
                      <a:schemeClr val="accent6">
                        <a:lumMod val="50000"/>
                      </a:schemeClr>
                    </a:solidFill>
                    <a:ea typeface="Cambria Math" panose="02040503050406030204" pitchFamily="18" charset="0"/>
                  </a:rPr>
                  <a:t> </a:t>
                </a:r>
              </a:p>
              <a:p>
                <a14:m>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oMath>
                </a14:m>
                <a:r>
                  <a:rPr lang="es-ES" dirty="0"/>
                  <a:t> </a:t>
                </a:r>
              </a:p>
            </p:txBody>
          </p:sp>
        </mc:Choice>
        <mc:Fallback xmlns="">
          <p:sp>
            <p:nvSpPr>
              <p:cNvPr id="59" name="CuadroTexto 58">
                <a:extLst>
                  <a:ext uri="{FF2B5EF4-FFF2-40B4-BE49-F238E27FC236}">
                    <a16:creationId xmlns:a16="http://schemas.microsoft.com/office/drawing/2014/main" id="{37CA6FD6-C65A-4A29-43C5-E9E126286DB8}"/>
                  </a:ext>
                </a:extLst>
              </p:cNvPr>
              <p:cNvSpPr txBox="1">
                <a:spLocks noRot="1" noChangeAspect="1" noMove="1" noResize="1" noEditPoints="1" noAdjustHandles="1" noChangeArrowheads="1" noChangeShapeType="1" noTextEdit="1"/>
              </p:cNvSpPr>
              <p:nvPr/>
            </p:nvSpPr>
            <p:spPr>
              <a:xfrm>
                <a:off x="368974" y="3320253"/>
                <a:ext cx="2572748" cy="946926"/>
              </a:xfrm>
              <a:prstGeom prst="rect">
                <a:avLst/>
              </a:prstGeom>
              <a:blipFill>
                <a:blip r:embed="rId12"/>
                <a:stretch>
                  <a:fillRect l="-2133" t="-4516" r="-474" b="-4516"/>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0" name="CuadroTexto 59">
                <a:extLst>
                  <a:ext uri="{FF2B5EF4-FFF2-40B4-BE49-F238E27FC236}">
                    <a16:creationId xmlns:a16="http://schemas.microsoft.com/office/drawing/2014/main" id="{BCB23FCF-03FA-F580-BFE2-6788734FE512}"/>
                  </a:ext>
                </a:extLst>
              </p:cNvPr>
              <p:cNvSpPr txBox="1"/>
              <p:nvPr/>
            </p:nvSpPr>
            <p:spPr>
              <a:xfrm>
                <a:off x="3597467" y="3289891"/>
                <a:ext cx="2876220" cy="946926"/>
              </a:xfrm>
              <a:prstGeom prst="rect">
                <a:avLst/>
              </a:prstGeom>
              <a:noFill/>
            </p:spPr>
            <p:txBody>
              <a:bodyPr wrap="square">
                <a:spAutoFit/>
              </a:bodyPr>
              <a:lstStyle/>
              <a:p>
                <a14:m>
                  <m:oMath xmlns:m="http://schemas.openxmlformats.org/officeDocument/2006/math">
                    <m:r>
                      <a:rPr lang="es-ES" b="0" i="1" smtClean="0">
                        <a:solidFill>
                          <a:schemeClr val="accent1">
                            <a:lumMod val="50000"/>
                          </a:schemeClr>
                        </a:solidFill>
                        <a:latin typeface="Cambria Math" panose="02040503050406030204" pitchFamily="18" charset="0"/>
                        <a:ea typeface="Cambria Math" panose="02040503050406030204" pitchFamily="18" charset="0"/>
                      </a:rPr>
                      <m:t>𝑙</m:t>
                    </m:r>
                  </m:oMath>
                </a14:m>
                <a:r>
                  <a:rPr lang="es-ES" dirty="0">
                    <a:solidFill>
                      <a:schemeClr val="accent1">
                        <a:lumMod val="50000"/>
                      </a:schemeClr>
                    </a:solidFill>
                  </a:rPr>
                  <a:t> Capa </a:t>
                </a:r>
                <a:r>
                  <a:rPr lang="es-ES" dirty="0">
                    <a:solidFill>
                      <a:schemeClr val="accent1">
                        <a:lumMod val="50000"/>
                      </a:schemeClr>
                    </a:solidFill>
                    <a:sym typeface="Wingdings" panose="05000000000000000000" pitchFamily="2" charset="2"/>
                  </a:rPr>
                  <a:t> </a:t>
                </a:r>
                <a14:m>
                  <m:oMath xmlns:m="http://schemas.openxmlformats.org/officeDocument/2006/math">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oMath>
                </a14:m>
                <a:r>
                  <a:rPr lang="es-ES" dirty="0">
                    <a:solidFill>
                      <a:schemeClr val="accent1">
                        <a:lumMod val="50000"/>
                      </a:schemeClr>
                    </a:solidFill>
                    <a:sym typeface="Wingdings" panose="05000000000000000000" pitchFamily="2" charset="2"/>
                  </a:rPr>
                  <a:t> Capa</a:t>
                </a:r>
                <a:r>
                  <a:rPr lang="es-ES" dirty="0">
                    <a:solidFill>
                      <a:schemeClr val="accent1">
                        <a:lumMod val="50000"/>
                      </a:schemeClr>
                    </a:solidFill>
                  </a:rPr>
                  <a:t>.</a:t>
                </a:r>
              </a:p>
              <a:p>
                <a:pP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oMath>
                  </m:oMathPara>
                </a14:m>
                <a:endParaRPr lang="es-ES" b="0" dirty="0">
                  <a:solidFill>
                    <a:schemeClr val="accent6">
                      <a:lumMod val="50000"/>
                    </a:schemeClr>
                  </a:solidFill>
                  <a:ea typeface="Cambria Math" panose="02040503050406030204" pitchFamily="18" charset="0"/>
                </a:endParaRPr>
              </a:p>
              <a:p>
                <a14:m>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oMath>
                </a14:m>
                <a:r>
                  <a:rPr lang="es-ES" dirty="0"/>
                  <a:t> </a:t>
                </a:r>
              </a:p>
            </p:txBody>
          </p:sp>
        </mc:Choice>
        <mc:Fallback xmlns="">
          <p:sp>
            <p:nvSpPr>
              <p:cNvPr id="60" name="CuadroTexto 59">
                <a:extLst>
                  <a:ext uri="{FF2B5EF4-FFF2-40B4-BE49-F238E27FC236}">
                    <a16:creationId xmlns:a16="http://schemas.microsoft.com/office/drawing/2014/main" id="{BCB23FCF-03FA-F580-BFE2-6788734FE512}"/>
                  </a:ext>
                </a:extLst>
              </p:cNvPr>
              <p:cNvSpPr txBox="1">
                <a:spLocks noRot="1" noChangeAspect="1" noMove="1" noResize="1" noEditPoints="1" noAdjustHandles="1" noChangeArrowheads="1" noChangeShapeType="1" noTextEdit="1"/>
              </p:cNvSpPr>
              <p:nvPr/>
            </p:nvSpPr>
            <p:spPr>
              <a:xfrm>
                <a:off x="3597467" y="3289891"/>
                <a:ext cx="2876220" cy="946926"/>
              </a:xfrm>
              <a:prstGeom prst="rect">
                <a:avLst/>
              </a:prstGeom>
              <a:blipFill>
                <a:blip r:embed="rId13"/>
                <a:stretch>
                  <a:fillRect t="-4516" b="-4516"/>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1" name="CuadroTexto 60">
                <a:extLst>
                  <a:ext uri="{FF2B5EF4-FFF2-40B4-BE49-F238E27FC236}">
                    <a16:creationId xmlns:a16="http://schemas.microsoft.com/office/drawing/2014/main" id="{02AAD31A-DF1B-9287-7032-14031D3F6F5B}"/>
                  </a:ext>
                </a:extLst>
              </p:cNvPr>
              <p:cNvSpPr txBox="1"/>
              <p:nvPr/>
            </p:nvSpPr>
            <p:spPr>
              <a:xfrm>
                <a:off x="7065700" y="3287123"/>
                <a:ext cx="2695291" cy="946926"/>
              </a:xfrm>
              <a:prstGeom prst="rect">
                <a:avLst/>
              </a:prstGeom>
              <a:noFill/>
            </p:spPr>
            <p:txBody>
              <a:bodyPr wrap="square">
                <a:spAutoFit/>
              </a:bodyPr>
              <a:lstStyle/>
              <a:p>
                <a:r>
                  <a:rPr lang="es-ES" dirty="0">
                    <a:solidFill>
                      <a:schemeClr val="accent1">
                        <a:lumMod val="50000"/>
                      </a:schemeClr>
                    </a:solidFill>
                    <a:sym typeface="Wingdings" panose="05000000000000000000" pitchFamily="2" charset="2"/>
                  </a:rPr>
                  <a:t>       Última Capa</a:t>
                </a:r>
                <a:r>
                  <a:rPr lang="es-ES" dirty="0">
                    <a:solidFill>
                      <a:schemeClr val="accent1">
                        <a:lumMod val="50000"/>
                      </a:schemeClr>
                    </a:solidFill>
                  </a:rPr>
                  <a:t>.</a:t>
                </a:r>
                <a:endParaRPr lang="es-ES" i="1" dirty="0">
                  <a:solidFill>
                    <a:schemeClr val="accent1">
                      <a:lumMod val="50000"/>
                    </a:schemeClr>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b="0" dirty="0">
                  <a:solidFill>
                    <a:schemeClr val="accent6">
                      <a:lumMod val="50000"/>
                    </a:schemeClr>
                  </a:solidFill>
                  <a:ea typeface="Cambria Math" panose="02040503050406030204" pitchFamily="18" charset="0"/>
                </a:endParaRPr>
              </a:p>
              <a:p>
                <a14:m>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oMath>
                </a14:m>
                <a:r>
                  <a:rPr lang="es-ES" dirty="0"/>
                  <a:t> </a:t>
                </a:r>
              </a:p>
            </p:txBody>
          </p:sp>
        </mc:Choice>
        <mc:Fallback xmlns="">
          <p:sp>
            <p:nvSpPr>
              <p:cNvPr id="61" name="CuadroTexto 60">
                <a:extLst>
                  <a:ext uri="{FF2B5EF4-FFF2-40B4-BE49-F238E27FC236}">
                    <a16:creationId xmlns:a16="http://schemas.microsoft.com/office/drawing/2014/main" id="{02AAD31A-DF1B-9287-7032-14031D3F6F5B}"/>
                  </a:ext>
                </a:extLst>
              </p:cNvPr>
              <p:cNvSpPr txBox="1">
                <a:spLocks noRot="1" noChangeAspect="1" noMove="1" noResize="1" noEditPoints="1" noAdjustHandles="1" noChangeArrowheads="1" noChangeShapeType="1" noTextEdit="1"/>
              </p:cNvSpPr>
              <p:nvPr/>
            </p:nvSpPr>
            <p:spPr>
              <a:xfrm>
                <a:off x="7065700" y="3287123"/>
                <a:ext cx="2695291" cy="946926"/>
              </a:xfrm>
              <a:prstGeom prst="rect">
                <a:avLst/>
              </a:prstGeom>
              <a:blipFill>
                <a:blip r:embed="rId14"/>
                <a:stretch>
                  <a:fillRect t="-3205" b="-448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2" name="CuadroTexto 61">
                <a:extLst>
                  <a:ext uri="{FF2B5EF4-FFF2-40B4-BE49-F238E27FC236}">
                    <a16:creationId xmlns:a16="http://schemas.microsoft.com/office/drawing/2014/main" id="{C96E13A2-65AE-E267-C84B-2D59F16D35A2}"/>
                  </a:ext>
                </a:extLst>
              </p:cNvPr>
              <p:cNvSpPr txBox="1"/>
              <p:nvPr/>
            </p:nvSpPr>
            <p:spPr>
              <a:xfrm>
                <a:off x="9965635" y="3556769"/>
                <a:ext cx="2209185" cy="4074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smtClean="0">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r>
                        <a:rPr lang="es-ES" sz="1800" b="0" i="1" smtClean="0">
                          <a:solidFill>
                            <a:schemeClr val="accent1">
                              <a:lumMod val="50000"/>
                            </a:schemeClr>
                          </a:solidFill>
                          <a:latin typeface="Cambria Math" panose="02040503050406030204" pitchFamily="18" charset="0"/>
                          <a:ea typeface="Cambria Math" panose="02040503050406030204" pitchFamily="18" charset="0"/>
                        </a:rPr>
                        <m:t>=</m:t>
                      </m:r>
                      <m:sSub>
                        <m:sSub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sz="1800" b="0" i="1" smtClean="0">
                              <a:solidFill>
                                <a:schemeClr val="accent1">
                                  <a:lumMod val="50000"/>
                                </a:schemeClr>
                              </a:solidFill>
                              <a:latin typeface="Cambria Math" panose="02040503050406030204" pitchFamily="18" charset="0"/>
                              <a:ea typeface="Cambria Math" panose="02040503050406030204" pitchFamily="18" charset="0"/>
                            </a:rPr>
                            <m:t>h</m:t>
                          </m:r>
                        </m:e>
                        <m:sub>
                          <m:d>
                            <m:dPr>
                              <m:begChr m:val="{"/>
                              <m:endChr m:val="}"/>
                              <m:ctrlPr>
                                <a:rPr lang="es-ES" sz="1800" b="1" i="1" smtClean="0">
                                  <a:solidFill>
                                    <a:schemeClr val="accent1">
                                      <a:lumMod val="50000"/>
                                    </a:schemeClr>
                                  </a:solidFill>
                                  <a:latin typeface="Cambria Math" panose="02040503050406030204" pitchFamily="18" charset="0"/>
                                  <a:ea typeface="Cambria Math" panose="02040503050406030204" pitchFamily="18" charset="0"/>
                                </a:rPr>
                              </m:ctrlPr>
                            </m:dPr>
                            <m:e>
                              <m:r>
                                <a:rPr lang="es-ES" sz="1800" b="1" i="1" smtClean="0">
                                  <a:solidFill>
                                    <a:schemeClr val="accent1">
                                      <a:lumMod val="50000"/>
                                    </a:schemeClr>
                                  </a:solidFill>
                                  <a:latin typeface="Cambria Math" panose="02040503050406030204" pitchFamily="18" charset="0"/>
                                  <a:ea typeface="Cambria Math" panose="02040503050406030204" pitchFamily="18" charset="0"/>
                                </a:rPr>
                                <m:t>𝑾</m:t>
                              </m:r>
                              <m:r>
                                <a:rPr lang="es-ES" sz="1800" b="1" i="1" smtClean="0">
                                  <a:solidFill>
                                    <a:schemeClr val="accent1">
                                      <a:lumMod val="50000"/>
                                    </a:schemeClr>
                                  </a:solidFill>
                                  <a:latin typeface="Cambria Math" panose="02040503050406030204" pitchFamily="18" charset="0"/>
                                  <a:ea typeface="Cambria Math" panose="02040503050406030204" pitchFamily="18" charset="0"/>
                                </a:rPr>
                                <m:t>;</m:t>
                              </m:r>
                              <m:r>
                                <a:rPr lang="es-ES" sz="1800" b="1" i="1" smtClean="0">
                                  <a:solidFill>
                                    <a:schemeClr val="accent1">
                                      <a:lumMod val="50000"/>
                                    </a:schemeClr>
                                  </a:solidFill>
                                  <a:latin typeface="Cambria Math" panose="02040503050406030204" pitchFamily="18" charset="0"/>
                                  <a:ea typeface="Cambria Math" panose="02040503050406030204" pitchFamily="18" charset="0"/>
                                </a:rPr>
                                <m:t>𝒃</m:t>
                              </m:r>
                            </m:e>
                          </m:d>
                        </m:sub>
                      </m:sSub>
                      <m:r>
                        <a:rPr lang="es-ES" sz="1800"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6">
                              <a:lumMod val="75000"/>
                            </a:schemeClr>
                          </a:solidFill>
                          <a:latin typeface="Cambria Math" panose="02040503050406030204" pitchFamily="18" charset="0"/>
                          <a:ea typeface="Cambria Math" panose="02040503050406030204" pitchFamily="18" charset="0"/>
                        </a:rPr>
                        <m:t>𝑥</m:t>
                      </m:r>
                      <m:r>
                        <a:rPr lang="es-ES" sz="1800" b="0" i="1" smtClean="0">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dirty="0"/>
              </a:p>
            </p:txBody>
          </p:sp>
        </mc:Choice>
        <mc:Fallback xmlns="">
          <p:sp>
            <p:nvSpPr>
              <p:cNvPr id="62" name="CuadroTexto 61">
                <a:extLst>
                  <a:ext uri="{FF2B5EF4-FFF2-40B4-BE49-F238E27FC236}">
                    <a16:creationId xmlns:a16="http://schemas.microsoft.com/office/drawing/2014/main" id="{C96E13A2-65AE-E267-C84B-2D59F16D35A2}"/>
                  </a:ext>
                </a:extLst>
              </p:cNvPr>
              <p:cNvSpPr txBox="1">
                <a:spLocks noRot="1" noChangeAspect="1" noMove="1" noResize="1" noEditPoints="1" noAdjustHandles="1" noChangeArrowheads="1" noChangeShapeType="1" noTextEdit="1"/>
              </p:cNvSpPr>
              <p:nvPr/>
            </p:nvSpPr>
            <p:spPr>
              <a:xfrm>
                <a:off x="9965635" y="3556769"/>
                <a:ext cx="2209185" cy="407484"/>
              </a:xfrm>
              <a:prstGeom prst="rect">
                <a:avLst/>
              </a:prstGeom>
              <a:blipFill>
                <a:blip r:embed="rId15"/>
                <a:stretch>
                  <a:fillRect b="-8955"/>
                </a:stretch>
              </a:blipFill>
            </p:spPr>
            <p:txBody>
              <a:bodyPr/>
              <a:lstStyle/>
              <a:p>
                <a:r>
                  <a:rPr lang="es-ES">
                    <a:noFill/>
                  </a:rPr>
                  <a:t> </a:t>
                </a:r>
              </a:p>
            </p:txBody>
          </p:sp>
        </mc:Fallback>
      </mc:AlternateContent>
      <p:cxnSp>
        <p:nvCxnSpPr>
          <p:cNvPr id="63" name="Conector recto de flecha 62">
            <a:extLst>
              <a:ext uri="{FF2B5EF4-FFF2-40B4-BE49-F238E27FC236}">
                <a16:creationId xmlns:a16="http://schemas.microsoft.com/office/drawing/2014/main" id="{28D2EF96-02B4-7E25-6118-999E10813F5F}"/>
              </a:ext>
            </a:extLst>
          </p:cNvPr>
          <p:cNvCxnSpPr>
            <a:cxnSpLocks/>
            <a:stCxn id="61" idx="3"/>
            <a:endCxn id="62" idx="1"/>
          </p:cNvCxnSpPr>
          <p:nvPr/>
        </p:nvCxnSpPr>
        <p:spPr>
          <a:xfrm flipV="1">
            <a:off x="9760991" y="3760511"/>
            <a:ext cx="204644" cy="75"/>
          </a:xfrm>
          <a:prstGeom prst="straightConnector1">
            <a:avLst/>
          </a:prstGeom>
          <a:ln w="34925"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C427A215-4CC5-385B-7F34-EC220268EBD8}"/>
                  </a:ext>
                </a:extLst>
              </p:cNvPr>
              <p:cNvSpPr txBox="1"/>
              <p:nvPr/>
            </p:nvSpPr>
            <p:spPr>
              <a:xfrm>
                <a:off x="3429737" y="2096953"/>
                <a:ext cx="896563" cy="35965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0" i="1" smtClean="0">
                              <a:solidFill>
                                <a:schemeClr val="accent1">
                                  <a:lumMod val="50000"/>
                                </a:schemeClr>
                              </a:solidFill>
                              <a:latin typeface="Cambria Math" panose="02040503050406030204" pitchFamily="18" charset="0"/>
                              <a:ea typeface="Cambria Math" panose="02040503050406030204" pitchFamily="18" charset="0"/>
                            </a:rPr>
                            <m:t>𝑊</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[2]</m:t>
                          </m:r>
                        </m:sup>
                      </m:s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sz="1600"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0" i="1" smtClean="0">
                              <a:solidFill>
                                <a:schemeClr val="accent1">
                                  <a:lumMod val="50000"/>
                                </a:schemeClr>
                              </a:solidFill>
                              <a:latin typeface="Cambria Math" panose="02040503050406030204" pitchFamily="18" charset="0"/>
                              <a:ea typeface="Cambria Math" panose="02040503050406030204" pitchFamily="18" charset="0"/>
                            </a:rPr>
                            <m:t>𝑏</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[2]</m:t>
                          </m:r>
                        </m:sup>
                      </m:sSup>
                    </m:oMath>
                  </m:oMathPara>
                </a14:m>
                <a:endParaRPr lang="es-ES" sz="1600" dirty="0"/>
              </a:p>
            </p:txBody>
          </p:sp>
        </mc:Choice>
        <mc:Fallback xmlns="">
          <p:sp>
            <p:nvSpPr>
              <p:cNvPr id="5" name="CuadroTexto 4">
                <a:extLst>
                  <a:ext uri="{FF2B5EF4-FFF2-40B4-BE49-F238E27FC236}">
                    <a16:creationId xmlns:a16="http://schemas.microsoft.com/office/drawing/2014/main" id="{C427A215-4CC5-385B-7F34-EC220268EBD8}"/>
                  </a:ext>
                </a:extLst>
              </p:cNvPr>
              <p:cNvSpPr txBox="1">
                <a:spLocks noRot="1" noChangeAspect="1" noMove="1" noResize="1" noEditPoints="1" noAdjustHandles="1" noChangeArrowheads="1" noChangeShapeType="1" noTextEdit="1"/>
              </p:cNvSpPr>
              <p:nvPr/>
            </p:nvSpPr>
            <p:spPr>
              <a:xfrm>
                <a:off x="3429737" y="2096953"/>
                <a:ext cx="896563" cy="359650"/>
              </a:xfrm>
              <a:prstGeom prst="rect">
                <a:avLst/>
              </a:prstGeom>
              <a:blipFill>
                <a:blip r:embed="rId16"/>
                <a:stretch>
                  <a:fillRect r="-680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A579441B-2D21-71CC-6512-4C1D8DACF373}"/>
                  </a:ext>
                </a:extLst>
              </p:cNvPr>
              <p:cNvSpPr txBox="1"/>
              <p:nvPr/>
            </p:nvSpPr>
            <p:spPr>
              <a:xfrm>
                <a:off x="7776669" y="2168603"/>
                <a:ext cx="896563" cy="35965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0" i="1" smtClean="0">
                              <a:solidFill>
                                <a:schemeClr val="accent1">
                                  <a:lumMod val="50000"/>
                                </a:schemeClr>
                              </a:solidFill>
                              <a:latin typeface="Cambria Math" panose="02040503050406030204" pitchFamily="18" charset="0"/>
                              <a:ea typeface="Cambria Math" panose="02040503050406030204" pitchFamily="18" charset="0"/>
                            </a:rPr>
                            <m:t>𝑊</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r>
                            <a:rPr lang="es-ES" sz="1600" b="0" i="1" smtClean="0">
                              <a:solidFill>
                                <a:schemeClr val="accent1">
                                  <a:lumMod val="50000"/>
                                </a:schemeClr>
                              </a:solidFill>
                              <a:latin typeface="Cambria Math" panose="02040503050406030204" pitchFamily="18" charset="0"/>
                              <a:ea typeface="Cambria Math" panose="02040503050406030204" pitchFamily="18" charset="0"/>
                            </a:rPr>
                            <m:t>𝐿</m:t>
                          </m:r>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sz="1600"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0" i="1" smtClean="0">
                              <a:solidFill>
                                <a:schemeClr val="accent1">
                                  <a:lumMod val="50000"/>
                                </a:schemeClr>
                              </a:solidFill>
                              <a:latin typeface="Cambria Math" panose="02040503050406030204" pitchFamily="18" charset="0"/>
                              <a:ea typeface="Cambria Math" panose="02040503050406030204" pitchFamily="18" charset="0"/>
                            </a:rPr>
                            <m:t>𝑏</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r>
                            <a:rPr lang="es-ES" sz="1600" b="0" i="1" smtClean="0">
                              <a:solidFill>
                                <a:schemeClr val="accent1">
                                  <a:lumMod val="50000"/>
                                </a:schemeClr>
                              </a:solidFill>
                              <a:latin typeface="Cambria Math" panose="02040503050406030204" pitchFamily="18" charset="0"/>
                              <a:ea typeface="Cambria Math" panose="02040503050406030204" pitchFamily="18" charset="0"/>
                            </a:rPr>
                            <m:t>𝐿</m:t>
                          </m:r>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sz="1600" dirty="0"/>
              </a:p>
            </p:txBody>
          </p:sp>
        </mc:Choice>
        <mc:Fallback xmlns="">
          <p:sp>
            <p:nvSpPr>
              <p:cNvPr id="16" name="CuadroTexto 15">
                <a:extLst>
                  <a:ext uri="{FF2B5EF4-FFF2-40B4-BE49-F238E27FC236}">
                    <a16:creationId xmlns:a16="http://schemas.microsoft.com/office/drawing/2014/main" id="{A579441B-2D21-71CC-6512-4C1D8DACF373}"/>
                  </a:ext>
                </a:extLst>
              </p:cNvPr>
              <p:cNvSpPr txBox="1">
                <a:spLocks noRot="1" noChangeAspect="1" noMove="1" noResize="1" noEditPoints="1" noAdjustHandles="1" noChangeArrowheads="1" noChangeShapeType="1" noTextEdit="1"/>
              </p:cNvSpPr>
              <p:nvPr/>
            </p:nvSpPr>
            <p:spPr>
              <a:xfrm>
                <a:off x="7776669" y="2168603"/>
                <a:ext cx="896563" cy="359650"/>
              </a:xfrm>
              <a:prstGeom prst="rect">
                <a:avLst/>
              </a:prstGeom>
              <a:blipFill>
                <a:blip r:embed="rId17"/>
                <a:stretch>
                  <a:fillRect r="-612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4" name="CuadroTexto 33">
                <a:extLst>
                  <a:ext uri="{FF2B5EF4-FFF2-40B4-BE49-F238E27FC236}">
                    <a16:creationId xmlns:a16="http://schemas.microsoft.com/office/drawing/2014/main" id="{A0B15851-47D1-4FFF-0DF0-61C7971708E5}"/>
                  </a:ext>
                </a:extLst>
              </p:cNvPr>
              <p:cNvSpPr txBox="1"/>
              <p:nvPr/>
            </p:nvSpPr>
            <p:spPr>
              <a:xfrm rot="5400000">
                <a:off x="2973386" y="3576333"/>
                <a:ext cx="315653"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2800" b="0" i="1" smtClean="0">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sz="2800" dirty="0">
                  <a:solidFill>
                    <a:schemeClr val="accent1">
                      <a:lumMod val="50000"/>
                    </a:schemeClr>
                  </a:solidFill>
                </a:endParaRPr>
              </a:p>
            </p:txBody>
          </p:sp>
        </mc:Choice>
        <mc:Fallback xmlns="">
          <p:sp>
            <p:nvSpPr>
              <p:cNvPr id="34" name="CuadroTexto 33">
                <a:extLst>
                  <a:ext uri="{FF2B5EF4-FFF2-40B4-BE49-F238E27FC236}">
                    <a16:creationId xmlns:a16="http://schemas.microsoft.com/office/drawing/2014/main" id="{A0B15851-47D1-4FFF-0DF0-61C7971708E5}"/>
                  </a:ext>
                </a:extLst>
              </p:cNvPr>
              <p:cNvSpPr txBox="1">
                <a:spLocks noRot="1" noChangeAspect="1" noMove="1" noResize="1" noEditPoints="1" noAdjustHandles="1" noChangeArrowheads="1" noChangeShapeType="1" noTextEdit="1"/>
              </p:cNvSpPr>
              <p:nvPr/>
            </p:nvSpPr>
            <p:spPr>
              <a:xfrm rot="5400000">
                <a:off x="2973386" y="3576333"/>
                <a:ext cx="315653" cy="523220"/>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CE222AA7-1E84-38A1-E07C-4E050FF87E22}"/>
                  </a:ext>
                </a:extLst>
              </p:cNvPr>
              <p:cNvSpPr txBox="1"/>
              <p:nvPr/>
            </p:nvSpPr>
            <p:spPr>
              <a:xfrm rot="5400000">
                <a:off x="6611867" y="3576334"/>
                <a:ext cx="315653"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2800" b="0" i="1" smtClean="0">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sz="2800" dirty="0">
                  <a:solidFill>
                    <a:schemeClr val="accent1">
                      <a:lumMod val="50000"/>
                    </a:schemeClr>
                  </a:solidFill>
                </a:endParaRPr>
              </a:p>
            </p:txBody>
          </p:sp>
        </mc:Choice>
        <mc:Fallback xmlns="">
          <p:sp>
            <p:nvSpPr>
              <p:cNvPr id="35" name="CuadroTexto 34">
                <a:extLst>
                  <a:ext uri="{FF2B5EF4-FFF2-40B4-BE49-F238E27FC236}">
                    <a16:creationId xmlns:a16="http://schemas.microsoft.com/office/drawing/2014/main" id="{CE222AA7-1E84-38A1-E07C-4E050FF87E22}"/>
                  </a:ext>
                </a:extLst>
              </p:cNvPr>
              <p:cNvSpPr txBox="1">
                <a:spLocks noRot="1" noChangeAspect="1" noMove="1" noResize="1" noEditPoints="1" noAdjustHandles="1" noChangeArrowheads="1" noChangeShapeType="1" noTextEdit="1"/>
              </p:cNvSpPr>
              <p:nvPr/>
            </p:nvSpPr>
            <p:spPr>
              <a:xfrm rot="5400000">
                <a:off x="6611867" y="3576334"/>
                <a:ext cx="315653" cy="523220"/>
              </a:xfrm>
              <a:prstGeom prst="rect">
                <a:avLst/>
              </a:prstGeom>
              <a:blipFill>
                <a:blip r:embed="rId19"/>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506052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721C4E8-F774-C602-C20C-95042CFF3868}"/>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54" name="CuadroTexto 53">
            <a:extLst>
              <a:ext uri="{FF2B5EF4-FFF2-40B4-BE49-F238E27FC236}">
                <a16:creationId xmlns:a16="http://schemas.microsoft.com/office/drawing/2014/main" id="{5B53C686-0E39-6561-08A8-7A0C8671D22F}"/>
              </a:ext>
            </a:extLst>
          </p:cNvPr>
          <p:cNvSpPr txBox="1"/>
          <p:nvPr/>
        </p:nvSpPr>
        <p:spPr>
          <a:xfrm>
            <a:off x="227320" y="1250852"/>
            <a:ext cx="11672580" cy="369332"/>
          </a:xfrm>
          <a:prstGeom prst="rect">
            <a:avLst/>
          </a:prstGeom>
          <a:noFill/>
        </p:spPr>
        <p:txBody>
          <a:bodyPr wrap="square">
            <a:spAutoFit/>
          </a:bodyPr>
          <a:lstStyle/>
          <a:p>
            <a:r>
              <a:rPr lang="es-ES" dirty="0">
                <a:solidFill>
                  <a:schemeClr val="accent1">
                    <a:lumMod val="50000"/>
                  </a:schemeClr>
                </a:solidFill>
              </a:rPr>
              <a:t>Con un solo dato de entrenamiento la función de pérdida queda:</a:t>
            </a:r>
            <a:endParaRPr lang="es-ES"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5E26268B-9F0F-CDF0-5327-064EC48035AB}"/>
                  </a:ext>
                </a:extLst>
              </p:cNvPr>
              <p:cNvSpPr txBox="1"/>
              <p:nvPr/>
            </p:nvSpPr>
            <p:spPr>
              <a:xfrm>
                <a:off x="792946" y="1747884"/>
                <a:ext cx="10358757" cy="1253100"/>
              </a:xfrm>
              <a:prstGeom prst="rect">
                <a:avLst/>
              </a:prstGeom>
              <a:noFill/>
            </p:spPr>
            <p:txBody>
              <a:bodyPr wrap="square">
                <a:spAutoFit/>
              </a:bodyPr>
              <a:lstStyle/>
              <a:p>
                <a:r>
                  <a:rPr lang="es-ES" b="1" dirty="0">
                    <a:solidFill>
                      <a:schemeClr val="accent1">
                        <a:lumMod val="50000"/>
                      </a:schemeClr>
                    </a:solidFill>
                    <a:ea typeface="Cambria Math" panose="02040503050406030204" pitchFamily="18" charset="0"/>
                  </a:rPr>
                  <a:t>Entropía cruzada: </a:t>
                </a:r>
                <a14:m>
                  <m:oMath xmlns:m="http://schemas.openxmlformats.org/officeDocument/2006/math">
                    <m:r>
                      <a:rPr lang="es-ES" b="1" i="1">
                        <a:solidFill>
                          <a:schemeClr val="accent1">
                            <a:lumMod val="50000"/>
                          </a:schemeClr>
                        </a:solidFill>
                        <a:latin typeface="Cambria Math" panose="02040503050406030204" pitchFamily="18" charset="0"/>
                        <a:ea typeface="Cambria Math" panose="02040503050406030204" pitchFamily="18" charset="0"/>
                      </a:rPr>
                      <m:t>𝑱</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b="1" i="1">
                        <a:solidFill>
                          <a:schemeClr val="accent1">
                            <a:lumMod val="50000"/>
                          </a:schemeClr>
                        </a:solidFill>
                        <a:latin typeface="Cambria Math" panose="02040503050406030204" pitchFamily="18" charset="0"/>
                        <a:ea typeface="Cambria Math" panose="02040503050406030204" pitchFamily="18" charset="0"/>
                      </a:rPr>
                      <m:t>)</m:t>
                    </m:r>
                    <m:r>
                      <m:rPr>
                        <m:nor/>
                      </m:rPr>
                      <a:rPr lang="es-ES" b="1" i="0"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6">
                            <a:lumMod val="75000"/>
                          </a:schemeClr>
                        </a:solidFill>
                        <a:latin typeface="Cambria Math" panose="02040503050406030204" pitchFamily="18" charset="0"/>
                        <a:ea typeface="Cambria Math" panose="02040503050406030204" pitchFamily="18" charset="0"/>
                      </a:rPr>
                      <m:t>𝑦</m:t>
                    </m:r>
                    <m:func>
                      <m:funcPr>
                        <m:ctrlPr>
                          <a:rPr lang="es-ES" i="1">
                            <a:solidFill>
                              <a:schemeClr val="accent1">
                                <a:lumMod val="50000"/>
                              </a:schemeClr>
                            </a:solidFill>
                            <a:latin typeface="Cambria Math" panose="02040503050406030204" pitchFamily="18" charset="0"/>
                            <a:ea typeface="Cambria Math" panose="02040503050406030204" pitchFamily="18" charset="0"/>
                          </a:rPr>
                        </m:ctrlPr>
                      </m:funcPr>
                      <m:fName>
                        <m:r>
                          <m:rPr>
                            <m:sty m:val="p"/>
                          </m:rPr>
                          <a:rPr lang="es-ES">
                            <a:solidFill>
                              <a:schemeClr val="accent1">
                                <a:lumMod val="50000"/>
                              </a:schemeClr>
                            </a:solidFill>
                            <a:latin typeface="Cambria Math" panose="02040503050406030204" pitchFamily="18" charset="0"/>
                            <a:ea typeface="Cambria Math" panose="02040503050406030204" pitchFamily="18" charset="0"/>
                          </a:rPr>
                          <m:t>ln</m:t>
                        </m:r>
                      </m:fName>
                      <m:e>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ea typeface="Cambria Math" panose="02040503050406030204" pitchFamily="18" charset="0"/>
                                  </a:rPr>
                                  <m:t>h</m:t>
                                </m:r>
                              </m:e>
                              <m:sub>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sub>
                            </m:sSub>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6">
                                        <a:lumMod val="50000"/>
                                      </a:schemeClr>
                                    </a:solidFill>
                                    <a:latin typeface="Cambria Math" panose="02040503050406030204" pitchFamily="18" charset="0"/>
                                    <a:ea typeface="Cambria Math" panose="02040503050406030204" pitchFamily="18" charset="0"/>
                                  </a:rPr>
                                  <m:t>𝑥</m:t>
                                </m:r>
                              </m:e>
                            </m:d>
                          </m:e>
                        </m:d>
                      </m:e>
                    </m:func>
                    <m:r>
                      <a:rPr lang="es-ES" i="1">
                        <a:solidFill>
                          <a:schemeClr val="accent1">
                            <a:lumMod val="50000"/>
                          </a:schemeClr>
                        </a:solidFill>
                        <a:latin typeface="Cambria Math" panose="02040503050406030204" pitchFamily="18" charset="0"/>
                        <a:ea typeface="Cambria Math" panose="02040503050406030204" pitchFamily="18" charset="0"/>
                      </a:rPr>
                      <m:t>+</m:t>
                    </m:r>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1−</m:t>
                        </m:r>
                        <m:r>
                          <a:rPr lang="es-ES" b="0" i="1" smtClean="0">
                            <a:solidFill>
                              <a:schemeClr val="accent6">
                                <a:lumMod val="75000"/>
                              </a:schemeClr>
                            </a:solidFill>
                            <a:latin typeface="Cambria Math" panose="02040503050406030204" pitchFamily="18" charset="0"/>
                            <a:ea typeface="Cambria Math" panose="02040503050406030204" pitchFamily="18" charset="0"/>
                          </a:rPr>
                          <m:t>𝑦</m:t>
                        </m:r>
                      </m:e>
                    </m:d>
                    <m:func>
                      <m:funcPr>
                        <m:ctrlPr>
                          <a:rPr lang="es-ES" i="1">
                            <a:solidFill>
                              <a:schemeClr val="accent1">
                                <a:lumMod val="50000"/>
                              </a:schemeClr>
                            </a:solidFill>
                            <a:latin typeface="Cambria Math" panose="02040503050406030204" pitchFamily="18" charset="0"/>
                            <a:ea typeface="Cambria Math" panose="02040503050406030204" pitchFamily="18" charset="0"/>
                          </a:rPr>
                        </m:ctrlPr>
                      </m:funcPr>
                      <m:fName>
                        <m:r>
                          <m:rPr>
                            <m:sty m:val="p"/>
                          </m:rPr>
                          <a:rPr lang="es-ES">
                            <a:solidFill>
                              <a:schemeClr val="accent1">
                                <a:lumMod val="50000"/>
                              </a:schemeClr>
                            </a:solidFill>
                            <a:latin typeface="Cambria Math" panose="02040503050406030204" pitchFamily="18" charset="0"/>
                            <a:ea typeface="Cambria Math" panose="02040503050406030204" pitchFamily="18" charset="0"/>
                          </a:rPr>
                          <m:t>ln</m:t>
                        </m:r>
                      </m:fName>
                      <m:e>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1−</m:t>
                            </m:r>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ea typeface="Cambria Math" panose="02040503050406030204" pitchFamily="18" charset="0"/>
                                  </a:rPr>
                                  <m:t>h</m:t>
                                </m:r>
                              </m:e>
                              <m:sub>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sub>
                            </m:sSub>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6">
                                        <a:lumMod val="50000"/>
                                      </a:schemeClr>
                                    </a:solidFill>
                                    <a:latin typeface="Cambria Math" panose="02040503050406030204" pitchFamily="18" charset="0"/>
                                    <a:ea typeface="Cambria Math" panose="02040503050406030204" pitchFamily="18" charset="0"/>
                                  </a:rPr>
                                  <m:t>𝑥</m:t>
                                </m:r>
                              </m:e>
                            </m:d>
                          </m:e>
                        </m:d>
                      </m:e>
                    </m:func>
                    <m:r>
                      <m:rPr>
                        <m:nor/>
                      </m:rPr>
                      <a:rPr lang="es-ES" b="1" i="0" smtClean="0">
                        <a:solidFill>
                          <a:schemeClr val="accent1">
                            <a:lumMod val="50000"/>
                          </a:schemeClr>
                        </a:solidFill>
                        <a:latin typeface="Cambria Math" panose="02040503050406030204" pitchFamily="18" charset="0"/>
                        <a:ea typeface="Cambria Math" panose="02040503050406030204" pitchFamily="18" charset="0"/>
                      </a:rPr>
                      <m:t> </m:t>
                    </m:r>
                    <m:r>
                      <m:rPr>
                        <m:nor/>
                      </m:rPr>
                      <a:rPr lang="es-ES" b="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6">
                            <a:lumMod val="75000"/>
                          </a:schemeClr>
                        </a:solidFill>
                        <a:latin typeface="Cambria Math" panose="02040503050406030204" pitchFamily="18" charset="0"/>
                        <a:ea typeface="Cambria Math" panose="02040503050406030204" pitchFamily="18" charset="0"/>
                      </a:rPr>
                      <m:t>𝑦</m:t>
                    </m:r>
                    <m:func>
                      <m:funcPr>
                        <m:ctrlPr>
                          <a:rPr lang="es-ES" i="1" smtClean="0">
                            <a:solidFill>
                              <a:schemeClr val="accent1">
                                <a:lumMod val="50000"/>
                              </a:schemeClr>
                            </a:solidFill>
                            <a:latin typeface="Cambria Math" panose="02040503050406030204" pitchFamily="18" charset="0"/>
                            <a:ea typeface="Cambria Math" panose="02040503050406030204" pitchFamily="18" charset="0"/>
                          </a:rPr>
                        </m:ctrlPr>
                      </m:funcPr>
                      <m:fName>
                        <m:r>
                          <m:rPr>
                            <m:sty m:val="p"/>
                          </m:rPr>
                          <a:rPr lang="es-ES">
                            <a:solidFill>
                              <a:schemeClr val="accent1">
                                <a:lumMod val="50000"/>
                              </a:schemeClr>
                            </a:solidFill>
                            <a:latin typeface="Cambria Math" panose="02040503050406030204" pitchFamily="18" charset="0"/>
                            <a:ea typeface="Cambria Math" panose="02040503050406030204" pitchFamily="18" charset="0"/>
                          </a:rPr>
                          <m:t>ln</m:t>
                        </m:r>
                      </m:fName>
                      <m:e>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e>
                        </m:d>
                      </m:e>
                    </m:func>
                    <m:r>
                      <a:rPr lang="es-ES" i="1">
                        <a:solidFill>
                          <a:schemeClr val="accent1">
                            <a:lumMod val="50000"/>
                          </a:schemeClr>
                        </a:solidFill>
                        <a:latin typeface="Cambria Math" panose="02040503050406030204" pitchFamily="18" charset="0"/>
                        <a:ea typeface="Cambria Math" panose="02040503050406030204" pitchFamily="18" charset="0"/>
                      </a:rPr>
                      <m:t>+(1−</m:t>
                    </m:r>
                    <m:r>
                      <a:rPr lang="es-ES" b="0" i="1" smtClean="0">
                        <a:solidFill>
                          <a:schemeClr val="accent6">
                            <a:lumMod val="75000"/>
                          </a:schemeClr>
                        </a:solidFill>
                        <a:latin typeface="Cambria Math" panose="02040503050406030204" pitchFamily="18" charset="0"/>
                        <a:ea typeface="Cambria Math" panose="02040503050406030204" pitchFamily="18" charset="0"/>
                      </a:rPr>
                      <m:t>𝑦</m:t>
                    </m:r>
                    <m:r>
                      <a:rPr lang="es-ES" i="1">
                        <a:solidFill>
                          <a:schemeClr val="accent1">
                            <a:lumMod val="50000"/>
                          </a:schemeClr>
                        </a:solidFill>
                        <a:latin typeface="Cambria Math" panose="02040503050406030204" pitchFamily="18" charset="0"/>
                        <a:ea typeface="Cambria Math" panose="02040503050406030204" pitchFamily="18" charset="0"/>
                      </a:rPr>
                      <m:t>)</m:t>
                    </m:r>
                    <m:func>
                      <m:funcPr>
                        <m:ctrlPr>
                          <a:rPr lang="es-ES" i="1">
                            <a:solidFill>
                              <a:schemeClr val="accent1">
                                <a:lumMod val="50000"/>
                              </a:schemeClr>
                            </a:solidFill>
                            <a:latin typeface="Cambria Math" panose="02040503050406030204" pitchFamily="18" charset="0"/>
                            <a:ea typeface="Cambria Math" panose="02040503050406030204" pitchFamily="18" charset="0"/>
                          </a:rPr>
                        </m:ctrlPr>
                      </m:funcPr>
                      <m:fName>
                        <m:r>
                          <m:rPr>
                            <m:sty m:val="p"/>
                          </m:rPr>
                          <a:rPr lang="es-ES">
                            <a:solidFill>
                              <a:schemeClr val="accent1">
                                <a:lumMod val="50000"/>
                              </a:schemeClr>
                            </a:solidFill>
                            <a:latin typeface="Cambria Math" panose="02040503050406030204" pitchFamily="18" charset="0"/>
                            <a:ea typeface="Cambria Math" panose="02040503050406030204" pitchFamily="18" charset="0"/>
                          </a:rPr>
                          <m:t>ln</m:t>
                        </m:r>
                      </m:fName>
                      <m:e>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1−</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e>
                        </m:d>
                      </m:e>
                    </m:func>
                  </m:oMath>
                </a14:m>
                <a:endParaRPr lang="es-ES" dirty="0"/>
              </a:p>
              <a:p>
                <a:endParaRPr lang="es-ES" dirty="0"/>
              </a:p>
              <a:p>
                <a:r>
                  <a:rPr lang="es-ES" b="1" dirty="0">
                    <a:solidFill>
                      <a:schemeClr val="accent1">
                        <a:lumMod val="50000"/>
                      </a:schemeClr>
                    </a:solidFill>
                    <a:ea typeface="Cambria Math" panose="02040503050406030204" pitchFamily="18" charset="0"/>
                  </a:rPr>
                  <a:t>MSE :                       </a:t>
                </a:r>
                <a14:m>
                  <m:oMath xmlns:m="http://schemas.openxmlformats.org/officeDocument/2006/math">
                    <m:r>
                      <a:rPr lang="es-ES" b="1" i="1">
                        <a:solidFill>
                          <a:schemeClr val="accent1">
                            <a:lumMod val="50000"/>
                          </a:schemeClr>
                        </a:solidFill>
                        <a:latin typeface="Cambria Math" panose="02040503050406030204" pitchFamily="18" charset="0"/>
                        <a:ea typeface="Cambria Math" panose="02040503050406030204" pitchFamily="18" charset="0"/>
                      </a:rPr>
                      <m:t>𝑱</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b="1" i="1">
                        <a:solidFill>
                          <a:schemeClr val="accent1">
                            <a:lumMod val="50000"/>
                          </a:schemeClr>
                        </a:solidFill>
                        <a:latin typeface="Cambria Math" panose="02040503050406030204" pitchFamily="18" charset="0"/>
                        <a:ea typeface="Cambria Math" panose="02040503050406030204" pitchFamily="18" charset="0"/>
                      </a:rPr>
                      <m:t>)</m:t>
                    </m:r>
                    <m:r>
                      <m:rPr>
                        <m:nor/>
                      </m:rPr>
                      <a:rPr lang="es-ES" b="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6">
                                    <a:lumMod val="75000"/>
                                  </a:schemeClr>
                                </a:solidFill>
                                <a:latin typeface="Cambria Math" panose="02040503050406030204" pitchFamily="18" charset="0"/>
                                <a:ea typeface="Cambria Math" panose="02040503050406030204" pitchFamily="18" charset="0"/>
                              </a:rPr>
                              <m:t>𝑦</m:t>
                            </m:r>
                            <m:r>
                              <a:rPr lang="es-ES" b="0" i="1" smtClean="0">
                                <a:solidFill>
                                  <a:schemeClr val="accent6">
                                    <a:lumMod val="50000"/>
                                  </a:schemeClr>
                                </a:solidFill>
                                <a:latin typeface="Cambria Math" panose="02040503050406030204" pitchFamily="18" charset="0"/>
                                <a:ea typeface="Cambria Math" panose="02040503050406030204" pitchFamily="18" charset="0"/>
                              </a:rPr>
                              <m:t>−</m:t>
                            </m:r>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h</m:t>
                                </m:r>
                              </m:e>
                              <m:sub>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sub>
                            </m:sSub>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6">
                                        <a:lumMod val="50000"/>
                                      </a:schemeClr>
                                    </a:solidFill>
                                    <a:latin typeface="Cambria Math" panose="02040503050406030204" pitchFamily="18" charset="0"/>
                                    <a:ea typeface="Cambria Math" panose="02040503050406030204" pitchFamily="18" charset="0"/>
                                  </a:rPr>
                                  <m:t>𝑥</m:t>
                                </m:r>
                              </m:e>
                            </m:d>
                          </m:e>
                        </m:d>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6">
                                    <a:lumMod val="75000"/>
                                  </a:schemeClr>
                                </a:solidFill>
                                <a:latin typeface="Cambria Math" panose="02040503050406030204" pitchFamily="18" charset="0"/>
                                <a:ea typeface="Cambria Math" panose="02040503050406030204" pitchFamily="18" charset="0"/>
                              </a:rPr>
                              <m:t>𝑦</m:t>
                            </m:r>
                            <m:r>
                              <a:rPr lang="es-ES" i="1">
                                <a:solidFill>
                                  <a:schemeClr val="accent6">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e>
                        </m:d>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oMath>
                </a14:m>
                <a:endParaRPr lang="es-ES" dirty="0"/>
              </a:p>
            </p:txBody>
          </p:sp>
        </mc:Choice>
        <mc:Fallback xmlns="">
          <p:sp>
            <p:nvSpPr>
              <p:cNvPr id="6" name="CuadroTexto 5">
                <a:extLst>
                  <a:ext uri="{FF2B5EF4-FFF2-40B4-BE49-F238E27FC236}">
                    <a16:creationId xmlns:a16="http://schemas.microsoft.com/office/drawing/2014/main" id="{5E26268B-9F0F-CDF0-5327-064EC48035AB}"/>
                  </a:ext>
                </a:extLst>
              </p:cNvPr>
              <p:cNvSpPr txBox="1">
                <a:spLocks noRot="1" noChangeAspect="1" noMove="1" noResize="1" noEditPoints="1" noAdjustHandles="1" noChangeArrowheads="1" noChangeShapeType="1" noTextEdit="1"/>
              </p:cNvSpPr>
              <p:nvPr/>
            </p:nvSpPr>
            <p:spPr>
              <a:xfrm>
                <a:off x="792946" y="1747884"/>
                <a:ext cx="10358757" cy="1253100"/>
              </a:xfrm>
              <a:prstGeom prst="rect">
                <a:avLst/>
              </a:prstGeom>
              <a:blipFill>
                <a:blip r:embed="rId2"/>
                <a:stretch>
                  <a:fillRect l="-471" b="-195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5676BC97-351F-BCFE-71DB-13905D6B1276}"/>
                  </a:ext>
                </a:extLst>
              </p:cNvPr>
              <p:cNvSpPr txBox="1"/>
              <p:nvPr/>
            </p:nvSpPr>
            <p:spPr>
              <a:xfrm>
                <a:off x="217336" y="3372198"/>
                <a:ext cx="11672580" cy="3278270"/>
              </a:xfrm>
              <a:prstGeom prst="rect">
                <a:avLst/>
              </a:prstGeom>
              <a:noFill/>
            </p:spPr>
            <p:txBody>
              <a:bodyPr wrap="square">
                <a:spAutoFit/>
              </a:bodyPr>
              <a:lstStyle/>
              <a:p>
                <a:r>
                  <a:rPr lang="es-ES" dirty="0">
                    <a:solidFill>
                      <a:schemeClr val="accent1">
                        <a:lumMod val="50000"/>
                      </a:schemeClr>
                    </a:solidFill>
                  </a:rPr>
                  <a:t>Para buscar el mínimo de la función de pérdida </a:t>
                </a:r>
                <a:r>
                  <a:rPr lang="es-ES" dirty="0">
                    <a:solidFill>
                      <a:schemeClr val="accent1">
                        <a:lumMod val="50000"/>
                      </a:schemeClr>
                    </a:solidFill>
                    <a:sym typeface="Wingdings" panose="05000000000000000000" pitchFamily="2" charset="2"/>
                  </a:rPr>
                  <a:t> Descenso de Gradiente</a:t>
                </a:r>
              </a:p>
              <a:p>
                <a:endParaRPr lang="es-ES" dirty="0">
                  <a:solidFill>
                    <a:schemeClr val="accent1">
                      <a:lumMod val="50000"/>
                    </a:schemeClr>
                  </a:solidFill>
                  <a:sym typeface="Wingdings" panose="05000000000000000000" pitchFamily="2" charset="2"/>
                </a:endParaRPr>
              </a:p>
              <a:p>
                <a:pPr marL="285750" indent="-285750">
                  <a:buFont typeface="Arial" panose="020B0604020202020204" pitchFamily="34" charset="0"/>
                  <a:buChar char="•"/>
                </a:pPr>
                <a:r>
                  <a:rPr lang="es-ES" dirty="0">
                    <a:solidFill>
                      <a:schemeClr val="accent1">
                        <a:lumMod val="50000"/>
                      </a:schemeClr>
                    </a:solidFill>
                    <a:sym typeface="Wingdings" panose="05000000000000000000" pitchFamily="2" charset="2"/>
                  </a:rPr>
                  <a:t>Partimos de un valor inicial de </a:t>
                </a:r>
                <a14:m>
                  <m:oMath xmlns:m="http://schemas.openxmlformats.org/officeDocument/2006/math">
                    <m:r>
                      <a:rPr lang="es-ES" b="1" i="1" smtClean="0">
                        <a:solidFill>
                          <a:schemeClr val="accent6">
                            <a:lumMod val="50000"/>
                          </a:schemeClr>
                        </a:solidFill>
                        <a:latin typeface="Cambria Math" panose="02040503050406030204" pitchFamily="18" charset="0"/>
                        <a:ea typeface="Cambria Math" panose="02040503050406030204" pitchFamily="18" charset="0"/>
                      </a:rPr>
                      <m:t>𝑾</m:t>
                    </m:r>
                  </m:oMath>
                </a14:m>
                <a:r>
                  <a:rPr lang="es-ES" dirty="0"/>
                  <a:t> </a:t>
                </a:r>
                <a:r>
                  <a:rPr lang="es-ES" dirty="0">
                    <a:solidFill>
                      <a:schemeClr val="accent1">
                        <a:lumMod val="50000"/>
                      </a:schemeClr>
                    </a:solidFill>
                  </a:rPr>
                  <a:t>y</a:t>
                </a:r>
                <a:r>
                  <a:rPr lang="es-ES" dirty="0"/>
                  <a:t> </a:t>
                </a:r>
                <a14:m>
                  <m:oMath xmlns:m="http://schemas.openxmlformats.org/officeDocument/2006/math">
                    <m:r>
                      <a:rPr lang="es-ES" b="1" i="1" smtClean="0">
                        <a:solidFill>
                          <a:schemeClr val="accent6">
                            <a:lumMod val="50000"/>
                          </a:schemeClr>
                        </a:solidFill>
                        <a:latin typeface="Cambria Math" panose="02040503050406030204" pitchFamily="18" charset="0"/>
                      </a:rPr>
                      <m:t>𝒃</m:t>
                    </m:r>
                  </m:oMath>
                </a14:m>
                <a:endParaRPr lang="es-ES" b="1" dirty="0"/>
              </a:p>
              <a:p>
                <a:pPr marL="285750" indent="-285750">
                  <a:buFont typeface="Arial" panose="020B0604020202020204" pitchFamily="34" charset="0"/>
                  <a:buChar char="•"/>
                </a:pPr>
                <a:r>
                  <a:rPr lang="es-ES" dirty="0">
                    <a:solidFill>
                      <a:schemeClr val="accent1">
                        <a:lumMod val="50000"/>
                      </a:schemeClr>
                    </a:solidFill>
                  </a:rPr>
                  <a:t>De manera iterativa vamos aplicando la regla de la cadena para calcular </a:t>
                </a:r>
                <a14:m>
                  <m:oMath xmlns:m="http://schemas.openxmlformats.org/officeDocument/2006/math">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m:t>
                        </m:r>
                      </m:e>
                      <m:sub>
                        <m:r>
                          <a:rPr lang="es-ES" b="1" i="1">
                            <a:solidFill>
                              <a:schemeClr val="accent1">
                                <a:lumMod val="50000"/>
                              </a:schemeClr>
                            </a:solidFill>
                            <a:latin typeface="Cambria Math" panose="02040503050406030204" pitchFamily="18" charset="0"/>
                            <a:ea typeface="Cambria Math" panose="02040503050406030204" pitchFamily="18" charset="0"/>
                          </a:rPr>
                          <m:t>𝑾</m:t>
                        </m:r>
                      </m:sub>
                    </m:sSub>
                    <m:r>
                      <a:rPr lang="es-ES" b="1" i="1">
                        <a:solidFill>
                          <a:schemeClr val="accent1">
                            <a:lumMod val="50000"/>
                          </a:schemeClr>
                        </a:solidFill>
                        <a:latin typeface="Cambria Math" panose="02040503050406030204" pitchFamily="18" charset="0"/>
                        <a:ea typeface="Cambria Math" panose="02040503050406030204" pitchFamily="18" charset="0"/>
                      </a:rPr>
                      <m:t>𝑱</m:t>
                    </m:r>
                    <m:r>
                      <a:rPr lang="es-ES" i="1">
                        <a:solidFill>
                          <a:schemeClr val="accent1">
                            <a:lumMod val="50000"/>
                          </a:schemeClr>
                        </a:solidFill>
                        <a:latin typeface="Cambria Math" panose="02040503050406030204" pitchFamily="18" charset="0"/>
                        <a:ea typeface="Cambria Math" panose="02040503050406030204" pitchFamily="18" charset="0"/>
                      </a:rPr>
                      <m:t>=</m:t>
                    </m:r>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1"/>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den>
                                    </m:f>
                                  </m:e>
                                </m:mr>
                                <m:mr>
                                  <m:e>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den>
                                    </m:f>
                                  </m:e>
                                </m:mr>
                                <m:mr>
                                  <m:e>
                                    <m:r>
                                      <a:rPr lang="es-ES" i="1">
                                        <a:solidFill>
                                          <a:schemeClr val="accent1">
                                            <a:lumMod val="50000"/>
                                          </a:schemeClr>
                                        </a:solidFill>
                                        <a:latin typeface="Cambria Math" panose="02040503050406030204" pitchFamily="18" charset="0"/>
                                        <a:ea typeface="Cambria Math" panose="02040503050406030204" pitchFamily="18" charset="0"/>
                                      </a:rPr>
                                      <m:t>⋮</m:t>
                                    </m:r>
                                  </m:e>
                                </m:mr>
                              </m:m>
                            </m:e>
                          </m:mr>
                          <m:mr>
                            <m:e>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e>
                          </m:mr>
                        </m:m>
                      </m:e>
                    </m:d>
                  </m:oMath>
                </a14:m>
                <a:r>
                  <a:rPr lang="es-ES" dirty="0"/>
                  <a:t>, </a:t>
                </a:r>
                <a14:m>
                  <m:oMath xmlns:m="http://schemas.openxmlformats.org/officeDocument/2006/math">
                    <m:sSub>
                      <m:sSubPr>
                        <m:ctrlPr>
                          <a:rPr lang="es-ES" b="1" i="1">
                            <a:solidFill>
                              <a:schemeClr val="accent1">
                                <a:lumMod val="50000"/>
                              </a:schemeClr>
                            </a:solidFill>
                            <a:latin typeface="Cambria Math" panose="02040503050406030204" pitchFamily="18" charset="0"/>
                            <a:ea typeface="Cambria Math" panose="02040503050406030204" pitchFamily="18" charset="0"/>
                          </a:rPr>
                        </m:ctrlPr>
                      </m:sSubPr>
                      <m:e>
                        <m:r>
                          <a:rPr lang="es-ES" b="1" i="1">
                            <a:solidFill>
                              <a:schemeClr val="accent1">
                                <a:lumMod val="50000"/>
                              </a:schemeClr>
                            </a:solidFill>
                            <a:latin typeface="Cambria Math" panose="02040503050406030204" pitchFamily="18" charset="0"/>
                            <a:ea typeface="Cambria Math" panose="02040503050406030204" pitchFamily="18" charset="0"/>
                          </a:rPr>
                          <m:t>𝛻</m:t>
                        </m:r>
                      </m:e>
                      <m:sub>
                        <m:r>
                          <a:rPr lang="es-ES" b="1" i="1">
                            <a:solidFill>
                              <a:schemeClr val="accent1">
                                <a:lumMod val="50000"/>
                              </a:schemeClr>
                            </a:solidFill>
                            <a:latin typeface="Cambria Math" panose="02040503050406030204" pitchFamily="18" charset="0"/>
                            <a:ea typeface="Cambria Math" panose="02040503050406030204" pitchFamily="18" charset="0"/>
                          </a:rPr>
                          <m:t>𝒃</m:t>
                        </m:r>
                      </m:sub>
                    </m:sSub>
                    <m:r>
                      <a:rPr lang="es-ES" b="1" i="1">
                        <a:solidFill>
                          <a:schemeClr val="accent1">
                            <a:lumMod val="50000"/>
                          </a:schemeClr>
                        </a:solidFill>
                        <a:latin typeface="Cambria Math" panose="02040503050406030204" pitchFamily="18" charset="0"/>
                        <a:ea typeface="Cambria Math" panose="02040503050406030204" pitchFamily="18" charset="0"/>
                      </a:rPr>
                      <m:t>𝑱</m:t>
                    </m:r>
                    <m:r>
                      <a:rPr lang="es-ES" i="1">
                        <a:solidFill>
                          <a:schemeClr val="accent1">
                            <a:lumMod val="50000"/>
                          </a:schemeClr>
                        </a:solidFill>
                        <a:latin typeface="Cambria Math" panose="02040503050406030204" pitchFamily="18" charset="0"/>
                        <a:ea typeface="Cambria Math" panose="02040503050406030204" pitchFamily="18" charset="0"/>
                      </a:rPr>
                      <m:t>=</m:t>
                    </m:r>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1"/>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1</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e>
                                </m:mr>
                                <m:mr>
                                  <m:e>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2</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e>
                                </m:mr>
                                <m:mr>
                                  <m:e>
                                    <m:r>
                                      <a:rPr lang="es-ES" i="1">
                                        <a:solidFill>
                                          <a:schemeClr val="accent1">
                                            <a:lumMod val="50000"/>
                                          </a:schemeClr>
                                        </a:solidFill>
                                        <a:latin typeface="Cambria Math" panose="02040503050406030204" pitchFamily="18" charset="0"/>
                                        <a:ea typeface="Cambria Math" panose="02040503050406030204" pitchFamily="18" charset="0"/>
                                      </a:rPr>
                                      <m:t>⋮</m:t>
                                    </m:r>
                                  </m:e>
                                </m:mr>
                              </m:m>
                            </m:e>
                          </m:mr>
                          <m:mr>
                            <m:e>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e>
                          </m:mr>
                        </m:m>
                      </m:e>
                    </m:d>
                    <m:r>
                      <a:rPr lang="es-ES" i="1">
                        <a:solidFill>
                          <a:schemeClr val="accent1">
                            <a:lumMod val="50000"/>
                          </a:schemeClr>
                        </a:solidFill>
                        <a:latin typeface="Cambria Math" panose="02040503050406030204" pitchFamily="18" charset="0"/>
                        <a:ea typeface="Cambria Math" panose="02040503050406030204" pitchFamily="18" charset="0"/>
                      </a:rPr>
                      <m:t> </m:t>
                    </m:r>
                  </m:oMath>
                </a14:m>
                <a:r>
                  <a:rPr lang="es-ES" dirty="0">
                    <a:solidFill>
                      <a:schemeClr val="accent1">
                        <a:lumMod val="50000"/>
                      </a:schemeClr>
                    </a:solidFill>
                  </a:rPr>
                  <a:t>y actualizar el valor de </a:t>
                </a:r>
                <a14:m>
                  <m:oMath xmlns:m="http://schemas.openxmlformats.org/officeDocument/2006/math">
                    <m:r>
                      <a:rPr lang="es-ES" b="1" i="1" smtClean="0">
                        <a:solidFill>
                          <a:schemeClr val="accent1">
                            <a:lumMod val="50000"/>
                          </a:schemeClr>
                        </a:solidFill>
                        <a:latin typeface="Cambria Math" panose="02040503050406030204" pitchFamily="18" charset="0"/>
                        <a:ea typeface="Cambria Math" panose="02040503050406030204" pitchFamily="18" charset="0"/>
                      </a:rPr>
                      <m:t>𝑾</m:t>
                    </m:r>
                  </m:oMath>
                </a14:m>
                <a:r>
                  <a:rPr lang="es-ES" dirty="0">
                    <a:solidFill>
                      <a:schemeClr val="accent1">
                        <a:lumMod val="50000"/>
                      </a:schemeClr>
                    </a:solidFill>
                  </a:rPr>
                  <a:t> y </a:t>
                </a:r>
                <a14:m>
                  <m:oMath xmlns:m="http://schemas.openxmlformats.org/officeDocument/2006/math">
                    <m:r>
                      <a:rPr lang="es-ES" b="1" i="1">
                        <a:solidFill>
                          <a:schemeClr val="accent1">
                            <a:lumMod val="50000"/>
                          </a:schemeClr>
                        </a:solidFill>
                        <a:latin typeface="Cambria Math" panose="02040503050406030204" pitchFamily="18" charset="0"/>
                      </a:rPr>
                      <m:t>𝒃</m:t>
                    </m:r>
                  </m:oMath>
                </a14:m>
                <a:r>
                  <a:rPr lang="es-ES" b="1" dirty="0">
                    <a:solidFill>
                      <a:schemeClr val="accent1">
                        <a:lumMod val="50000"/>
                      </a:schemeClr>
                    </a:solidFill>
                  </a:rPr>
                  <a:t>.</a:t>
                </a:r>
              </a:p>
              <a:p>
                <a:pPr marL="285750" indent="-285750">
                  <a:buFont typeface="Arial" panose="020B0604020202020204" pitchFamily="34" charset="0"/>
                  <a:buChar char="•"/>
                </a:pPr>
                <a:r>
                  <a:rPr lang="es-ES" dirty="0">
                    <a:solidFill>
                      <a:schemeClr val="accent1">
                        <a:lumMod val="50000"/>
                      </a:schemeClr>
                    </a:solidFill>
                  </a:rPr>
                  <a:t>Al finalizar el proceso iterativo habremos obtenido un mínimo local.</a:t>
                </a:r>
              </a:p>
              <a:p>
                <a:pPr marL="285750" indent="-285750">
                  <a:buFont typeface="Arial" panose="020B0604020202020204" pitchFamily="34" charset="0"/>
                  <a:buChar char="•"/>
                </a:pPr>
                <a:endParaRPr lang="es-ES" dirty="0"/>
              </a:p>
            </p:txBody>
          </p:sp>
        </mc:Choice>
        <mc:Fallback xmlns="">
          <p:sp>
            <p:nvSpPr>
              <p:cNvPr id="8" name="CuadroTexto 7">
                <a:extLst>
                  <a:ext uri="{FF2B5EF4-FFF2-40B4-BE49-F238E27FC236}">
                    <a16:creationId xmlns:a16="http://schemas.microsoft.com/office/drawing/2014/main" id="{5676BC97-351F-BCFE-71DB-13905D6B1276}"/>
                  </a:ext>
                </a:extLst>
              </p:cNvPr>
              <p:cNvSpPr txBox="1">
                <a:spLocks noRot="1" noChangeAspect="1" noMove="1" noResize="1" noEditPoints="1" noAdjustHandles="1" noChangeArrowheads="1" noChangeShapeType="1" noTextEdit="1"/>
              </p:cNvSpPr>
              <p:nvPr/>
            </p:nvSpPr>
            <p:spPr>
              <a:xfrm>
                <a:off x="217336" y="3372198"/>
                <a:ext cx="11672580" cy="3278270"/>
              </a:xfrm>
              <a:prstGeom prst="rect">
                <a:avLst/>
              </a:prstGeom>
              <a:blipFill>
                <a:blip r:embed="rId3"/>
                <a:stretch>
                  <a:fillRect l="-470" t="-1115"/>
                </a:stretch>
              </a:blipFill>
            </p:spPr>
            <p:txBody>
              <a:bodyPr/>
              <a:lstStyle/>
              <a:p>
                <a:r>
                  <a:rPr lang="es-ES">
                    <a:noFill/>
                  </a:rPr>
                  <a:t> </a:t>
                </a:r>
              </a:p>
            </p:txBody>
          </p:sp>
        </mc:Fallback>
      </mc:AlternateContent>
      <p:sp>
        <p:nvSpPr>
          <p:cNvPr id="9" name="CuadroTexto 8">
            <a:extLst>
              <a:ext uri="{FF2B5EF4-FFF2-40B4-BE49-F238E27FC236}">
                <a16:creationId xmlns:a16="http://schemas.microsoft.com/office/drawing/2014/main" id="{D9415F2C-C971-F229-BF9A-5BD65F96BC85}"/>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II)</a:t>
            </a:r>
            <a:r>
              <a:rPr lang="en-US" sz="2000" dirty="0">
                <a:solidFill>
                  <a:schemeClr val="accent1">
                    <a:lumMod val="50000"/>
                  </a:schemeClr>
                </a:solidFill>
              </a:rPr>
              <a:t>  </a:t>
            </a:r>
          </a:p>
        </p:txBody>
      </p:sp>
    </p:spTree>
    <p:extLst>
      <p:ext uri="{BB962C8B-B14F-4D97-AF65-F5344CB8AC3E}">
        <p14:creationId xmlns:p14="http://schemas.microsoft.com/office/powerpoint/2010/main" val="187428412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99438-5A18-2260-287F-71B5C6C3E77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0A2810A6-C8FF-8E19-B713-C60BE2001F06}"/>
                  </a:ext>
                </a:extLst>
              </p:cNvPr>
              <p:cNvSpPr txBox="1"/>
              <p:nvPr/>
            </p:nvSpPr>
            <p:spPr>
              <a:xfrm>
                <a:off x="962232" y="1897183"/>
                <a:ext cx="10182846" cy="1191545"/>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h</m:t>
                          </m:r>
                        </m:e>
                        <m:sub>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sub>
                      </m:sSub>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6">
                                  <a:lumMod val="50000"/>
                                </a:schemeClr>
                              </a:solidFill>
                              <a:latin typeface="Cambria Math" panose="02040503050406030204" pitchFamily="18" charset="0"/>
                              <a:ea typeface="Cambria Math" panose="02040503050406030204" pitchFamily="18" charset="0"/>
                            </a:rPr>
                            <m:t>𝑥</m:t>
                          </m:r>
                        </m:e>
                      </m:d>
                      <m:r>
                        <a:rPr lang="es-ES" b="0" i="1" smtClean="0">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m:t>
                              </m:r>
                            </m:e>
                          </m:d>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b="0" i="1" dirty="0">
                  <a:solidFill>
                    <a:schemeClr val="accent1">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𝐿</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2</m:t>
                                          </m:r>
                                        </m:e>
                                      </m:d>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6">
                                                  <a:lumMod val="50000"/>
                                                </a:schemeClr>
                                              </a:solidFill>
                                              <a:latin typeface="Cambria Math" panose="02040503050406030204" pitchFamily="18" charset="0"/>
                                              <a:ea typeface="Cambria Math" panose="02040503050406030204" pitchFamily="18" charset="0"/>
                                            </a:rPr>
                                            <m:t>𝑥</m:t>
                                          </m:r>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e>
                                      </m:d>
                                    </m:e>
                                  </m:d>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2</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e>
                              </m:d>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         </m:t>
                      </m:r>
                    </m:oMath>
                  </m:oMathPara>
                </a14:m>
                <a:endParaRPr lang="es-ES" dirty="0"/>
              </a:p>
            </p:txBody>
          </p:sp>
        </mc:Choice>
        <mc:Fallback xmlns="">
          <p:sp>
            <p:nvSpPr>
              <p:cNvPr id="6" name="CuadroTexto 5">
                <a:extLst>
                  <a:ext uri="{FF2B5EF4-FFF2-40B4-BE49-F238E27FC236}">
                    <a16:creationId xmlns:a16="http://schemas.microsoft.com/office/drawing/2014/main" id="{0A2810A6-C8FF-8E19-B713-C60BE2001F06}"/>
                  </a:ext>
                </a:extLst>
              </p:cNvPr>
              <p:cNvSpPr txBox="1">
                <a:spLocks noRot="1" noChangeAspect="1" noMove="1" noResize="1" noEditPoints="1" noAdjustHandles="1" noChangeArrowheads="1" noChangeShapeType="1" noTextEdit="1"/>
              </p:cNvSpPr>
              <p:nvPr/>
            </p:nvSpPr>
            <p:spPr>
              <a:xfrm>
                <a:off x="962232" y="1897183"/>
                <a:ext cx="10182846" cy="1191545"/>
              </a:xfrm>
              <a:prstGeom prst="rect">
                <a:avLst/>
              </a:prstGeom>
              <a:blipFill>
                <a:blip r:embed="rId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Rectángulo: esquinas redondeadas 12">
                <a:extLst>
                  <a:ext uri="{FF2B5EF4-FFF2-40B4-BE49-F238E27FC236}">
                    <a16:creationId xmlns:a16="http://schemas.microsoft.com/office/drawing/2014/main" id="{6D656557-9026-EF08-051E-42B026C0A150}"/>
                  </a:ext>
                </a:extLst>
              </p:cNvPr>
              <p:cNvSpPr/>
              <p:nvPr/>
            </p:nvSpPr>
            <p:spPr>
              <a:xfrm>
                <a:off x="5797825" y="2610000"/>
                <a:ext cx="1272208" cy="360397"/>
              </a:xfrm>
              <a:prstGeom prst="roundRect">
                <a:avLst/>
              </a:prstGeom>
              <a:solidFill>
                <a:schemeClr val="accent1">
                  <a:alpha val="81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s-ES" i="1" smtClean="0">
                              <a:solidFill>
                                <a:schemeClr val="bg1"/>
                              </a:solidFill>
                              <a:latin typeface="Cambria Math" panose="02040503050406030204" pitchFamily="18" charset="0"/>
                              <a:ea typeface="Cambria Math" panose="02040503050406030204" pitchFamily="18" charset="0"/>
                            </a:rPr>
                          </m:ctrlPr>
                        </m:sSupPr>
                        <m:e>
                          <m:r>
                            <a:rPr lang="es-ES" b="0" i="1" smtClean="0">
                              <a:solidFill>
                                <a:schemeClr val="bg1"/>
                              </a:solidFill>
                              <a:latin typeface="Cambria Math" panose="02040503050406030204" pitchFamily="18" charset="0"/>
                              <a:ea typeface="Cambria Math" panose="02040503050406030204" pitchFamily="18" charset="0"/>
                            </a:rPr>
                            <m:t>𝑧</m:t>
                          </m:r>
                        </m:e>
                        <m:sup>
                          <m:d>
                            <m:dPr>
                              <m:begChr m:val="["/>
                              <m:endChr m:val="]"/>
                              <m:ctrlPr>
                                <a:rPr lang="es-ES" i="1">
                                  <a:solidFill>
                                    <a:schemeClr val="bg1"/>
                                  </a:solidFill>
                                  <a:latin typeface="Cambria Math" panose="02040503050406030204" pitchFamily="18" charset="0"/>
                                  <a:ea typeface="Cambria Math" panose="02040503050406030204" pitchFamily="18" charset="0"/>
                                </a:rPr>
                              </m:ctrlPr>
                            </m:dPr>
                            <m:e>
                              <m:r>
                                <a:rPr lang="es-ES" b="0" i="1" smtClean="0">
                                  <a:solidFill>
                                    <a:schemeClr val="bg1"/>
                                  </a:solidFill>
                                  <a:latin typeface="Cambria Math" panose="02040503050406030204" pitchFamily="18" charset="0"/>
                                  <a:ea typeface="Cambria Math" panose="02040503050406030204" pitchFamily="18" charset="0"/>
                                </a:rPr>
                                <m:t>1</m:t>
                              </m:r>
                            </m:e>
                          </m:d>
                        </m:sup>
                      </m:sSup>
                    </m:oMath>
                  </m:oMathPara>
                </a14:m>
                <a:endParaRPr lang="es-ES" dirty="0"/>
              </a:p>
            </p:txBody>
          </p:sp>
        </mc:Choice>
        <mc:Fallback xmlns="">
          <p:sp>
            <p:nvSpPr>
              <p:cNvPr id="13" name="Rectángulo: esquinas redondeadas 12">
                <a:extLst>
                  <a:ext uri="{FF2B5EF4-FFF2-40B4-BE49-F238E27FC236}">
                    <a16:creationId xmlns:a16="http://schemas.microsoft.com/office/drawing/2014/main" id="{6D656557-9026-EF08-051E-42B026C0A150}"/>
                  </a:ext>
                </a:extLst>
              </p:cNvPr>
              <p:cNvSpPr>
                <a:spLocks noRot="1" noChangeAspect="1" noMove="1" noResize="1" noEditPoints="1" noAdjustHandles="1" noChangeArrowheads="1" noChangeShapeType="1" noTextEdit="1"/>
              </p:cNvSpPr>
              <p:nvPr/>
            </p:nvSpPr>
            <p:spPr>
              <a:xfrm>
                <a:off x="5797825" y="2610000"/>
                <a:ext cx="1272208" cy="360397"/>
              </a:xfrm>
              <a:prstGeom prst="roundRect">
                <a:avLst/>
              </a:prstGeom>
              <a:blipFill>
                <a:blip r:embed="rId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 name="Rectángulo: esquinas redondeadas 1">
                <a:extLst>
                  <a:ext uri="{FF2B5EF4-FFF2-40B4-BE49-F238E27FC236}">
                    <a16:creationId xmlns:a16="http://schemas.microsoft.com/office/drawing/2014/main" id="{5586457E-02E9-3038-38F7-35378EC207E9}"/>
                  </a:ext>
                </a:extLst>
              </p:cNvPr>
              <p:cNvSpPr/>
              <p:nvPr/>
            </p:nvSpPr>
            <p:spPr>
              <a:xfrm>
                <a:off x="5314120" y="2610000"/>
                <a:ext cx="1875183" cy="360397"/>
              </a:xfrm>
              <a:prstGeom prst="roundRect">
                <a:avLst/>
              </a:prstGeom>
              <a:solidFill>
                <a:schemeClr val="accent1">
                  <a:alpha val="81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s-ES" i="1" smtClean="0">
                              <a:solidFill>
                                <a:schemeClr val="bg1"/>
                              </a:solidFill>
                              <a:latin typeface="Cambria Math" panose="02040503050406030204" pitchFamily="18" charset="0"/>
                              <a:ea typeface="Cambria Math" panose="02040503050406030204" pitchFamily="18" charset="0"/>
                            </a:rPr>
                          </m:ctrlPr>
                        </m:sSupPr>
                        <m:e>
                          <m:r>
                            <a:rPr lang="es-ES" i="1">
                              <a:solidFill>
                                <a:schemeClr val="bg1"/>
                              </a:solidFill>
                              <a:latin typeface="Cambria Math" panose="02040503050406030204" pitchFamily="18" charset="0"/>
                              <a:ea typeface="Cambria Math" panose="02040503050406030204" pitchFamily="18" charset="0"/>
                            </a:rPr>
                            <m:t>𝑎</m:t>
                          </m:r>
                        </m:e>
                        <m:sup>
                          <m:d>
                            <m:dPr>
                              <m:begChr m:val="["/>
                              <m:endChr m:val="]"/>
                              <m:ctrlPr>
                                <a:rPr lang="es-ES" i="1">
                                  <a:solidFill>
                                    <a:schemeClr val="bg1"/>
                                  </a:solidFill>
                                  <a:latin typeface="Cambria Math" panose="02040503050406030204" pitchFamily="18" charset="0"/>
                                  <a:ea typeface="Cambria Math" panose="02040503050406030204" pitchFamily="18" charset="0"/>
                                </a:rPr>
                              </m:ctrlPr>
                            </m:dPr>
                            <m:e>
                              <m:r>
                                <a:rPr lang="es-ES" b="0" i="1" smtClean="0">
                                  <a:solidFill>
                                    <a:schemeClr val="bg1"/>
                                  </a:solidFill>
                                  <a:latin typeface="Cambria Math" panose="02040503050406030204" pitchFamily="18" charset="0"/>
                                  <a:ea typeface="Cambria Math" panose="02040503050406030204" pitchFamily="18" charset="0"/>
                                </a:rPr>
                                <m:t>1</m:t>
                              </m:r>
                            </m:e>
                          </m:d>
                        </m:sup>
                      </m:sSup>
                    </m:oMath>
                  </m:oMathPara>
                </a14:m>
                <a:endParaRPr lang="es-ES" dirty="0"/>
              </a:p>
            </p:txBody>
          </p:sp>
        </mc:Choice>
        <mc:Fallback xmlns="">
          <p:sp>
            <p:nvSpPr>
              <p:cNvPr id="2" name="Rectángulo: esquinas redondeadas 1">
                <a:extLst>
                  <a:ext uri="{FF2B5EF4-FFF2-40B4-BE49-F238E27FC236}">
                    <a16:creationId xmlns:a16="http://schemas.microsoft.com/office/drawing/2014/main" id="{5586457E-02E9-3038-38F7-35378EC207E9}"/>
                  </a:ext>
                </a:extLst>
              </p:cNvPr>
              <p:cNvSpPr>
                <a:spLocks noRot="1" noChangeAspect="1" noMove="1" noResize="1" noEditPoints="1" noAdjustHandles="1" noChangeArrowheads="1" noChangeShapeType="1" noTextEdit="1"/>
              </p:cNvSpPr>
              <p:nvPr/>
            </p:nvSpPr>
            <p:spPr>
              <a:xfrm>
                <a:off x="5314120" y="2610000"/>
                <a:ext cx="1875183" cy="360397"/>
              </a:xfrm>
              <a:prstGeom prst="round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6" name="Rectángulo: esquinas redondeadas 15">
                <a:extLst>
                  <a:ext uri="{FF2B5EF4-FFF2-40B4-BE49-F238E27FC236}">
                    <a16:creationId xmlns:a16="http://schemas.microsoft.com/office/drawing/2014/main" id="{625630DB-4067-C7E1-A866-55FAC6357DC7}"/>
                  </a:ext>
                </a:extLst>
              </p:cNvPr>
              <p:cNvSpPr/>
              <p:nvPr/>
            </p:nvSpPr>
            <p:spPr>
              <a:xfrm>
                <a:off x="4697895" y="2610000"/>
                <a:ext cx="3219932" cy="360397"/>
              </a:xfrm>
              <a:prstGeom prst="roundRect">
                <a:avLst/>
              </a:prstGeom>
              <a:solidFill>
                <a:schemeClr val="accent1">
                  <a:alpha val="81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s-ES" i="1" smtClean="0">
                              <a:solidFill>
                                <a:schemeClr val="bg1"/>
                              </a:solidFill>
                              <a:latin typeface="Cambria Math" panose="02040503050406030204" pitchFamily="18" charset="0"/>
                              <a:ea typeface="Cambria Math" panose="02040503050406030204" pitchFamily="18" charset="0"/>
                            </a:rPr>
                          </m:ctrlPr>
                        </m:sSupPr>
                        <m:e>
                          <m:r>
                            <a:rPr lang="es-ES" b="0" i="1" smtClean="0">
                              <a:solidFill>
                                <a:schemeClr val="bg1"/>
                              </a:solidFill>
                              <a:latin typeface="Cambria Math" panose="02040503050406030204" pitchFamily="18" charset="0"/>
                              <a:ea typeface="Cambria Math" panose="02040503050406030204" pitchFamily="18" charset="0"/>
                            </a:rPr>
                            <m:t>𝑧</m:t>
                          </m:r>
                        </m:e>
                        <m:sup>
                          <m:d>
                            <m:dPr>
                              <m:begChr m:val="["/>
                              <m:endChr m:val="]"/>
                              <m:ctrlPr>
                                <a:rPr lang="es-ES" i="1">
                                  <a:solidFill>
                                    <a:schemeClr val="bg1"/>
                                  </a:solidFill>
                                  <a:latin typeface="Cambria Math" panose="02040503050406030204" pitchFamily="18" charset="0"/>
                                  <a:ea typeface="Cambria Math" panose="02040503050406030204" pitchFamily="18" charset="0"/>
                                </a:rPr>
                              </m:ctrlPr>
                            </m:dPr>
                            <m:e>
                              <m:r>
                                <a:rPr lang="es-ES" b="0" i="1" smtClean="0">
                                  <a:solidFill>
                                    <a:schemeClr val="bg1"/>
                                  </a:solidFill>
                                  <a:latin typeface="Cambria Math" panose="02040503050406030204" pitchFamily="18" charset="0"/>
                                  <a:ea typeface="Cambria Math" panose="02040503050406030204" pitchFamily="18" charset="0"/>
                                </a:rPr>
                                <m:t>2</m:t>
                              </m:r>
                            </m:e>
                          </m:d>
                        </m:sup>
                      </m:sSup>
                    </m:oMath>
                  </m:oMathPara>
                </a14:m>
                <a:endParaRPr lang="es-ES" dirty="0"/>
              </a:p>
            </p:txBody>
          </p:sp>
        </mc:Choice>
        <mc:Fallback xmlns="">
          <p:sp>
            <p:nvSpPr>
              <p:cNvPr id="16" name="Rectángulo: esquinas redondeadas 15">
                <a:extLst>
                  <a:ext uri="{FF2B5EF4-FFF2-40B4-BE49-F238E27FC236}">
                    <a16:creationId xmlns:a16="http://schemas.microsoft.com/office/drawing/2014/main" id="{625630DB-4067-C7E1-A866-55FAC6357DC7}"/>
                  </a:ext>
                </a:extLst>
              </p:cNvPr>
              <p:cNvSpPr>
                <a:spLocks noRot="1" noChangeAspect="1" noMove="1" noResize="1" noEditPoints="1" noAdjustHandles="1" noChangeArrowheads="1" noChangeShapeType="1" noTextEdit="1"/>
              </p:cNvSpPr>
              <p:nvPr/>
            </p:nvSpPr>
            <p:spPr>
              <a:xfrm>
                <a:off x="4697895" y="2610000"/>
                <a:ext cx="3219932" cy="360397"/>
              </a:xfrm>
              <a:prstGeom prst="round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Rectángulo: esquinas redondeadas 6">
                <a:extLst>
                  <a:ext uri="{FF2B5EF4-FFF2-40B4-BE49-F238E27FC236}">
                    <a16:creationId xmlns:a16="http://schemas.microsoft.com/office/drawing/2014/main" id="{62DCDF4E-078B-B115-7496-2D1522952892}"/>
                  </a:ext>
                </a:extLst>
              </p:cNvPr>
              <p:cNvSpPr/>
              <p:nvPr/>
            </p:nvSpPr>
            <p:spPr>
              <a:xfrm>
                <a:off x="4161139" y="2610000"/>
                <a:ext cx="3882168" cy="360397"/>
              </a:xfrm>
              <a:prstGeom prst="roundRect">
                <a:avLst/>
              </a:prstGeom>
              <a:solidFill>
                <a:schemeClr val="accent1">
                  <a:alpha val="81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s-ES" i="1" smtClean="0">
                              <a:solidFill>
                                <a:schemeClr val="bg1"/>
                              </a:solidFill>
                              <a:latin typeface="Cambria Math" panose="02040503050406030204" pitchFamily="18" charset="0"/>
                              <a:ea typeface="Cambria Math" panose="02040503050406030204" pitchFamily="18" charset="0"/>
                            </a:rPr>
                          </m:ctrlPr>
                        </m:sSupPr>
                        <m:e>
                          <m:r>
                            <a:rPr lang="es-ES" i="1">
                              <a:solidFill>
                                <a:schemeClr val="bg1"/>
                              </a:solidFill>
                              <a:latin typeface="Cambria Math" panose="02040503050406030204" pitchFamily="18" charset="0"/>
                              <a:ea typeface="Cambria Math" panose="02040503050406030204" pitchFamily="18" charset="0"/>
                            </a:rPr>
                            <m:t>𝑎</m:t>
                          </m:r>
                        </m:e>
                        <m:sup>
                          <m:d>
                            <m:dPr>
                              <m:begChr m:val="["/>
                              <m:endChr m:val="]"/>
                              <m:ctrlPr>
                                <a:rPr lang="es-ES" i="1">
                                  <a:solidFill>
                                    <a:schemeClr val="bg1"/>
                                  </a:solidFill>
                                  <a:latin typeface="Cambria Math" panose="02040503050406030204" pitchFamily="18" charset="0"/>
                                  <a:ea typeface="Cambria Math" panose="02040503050406030204" pitchFamily="18" charset="0"/>
                                </a:rPr>
                              </m:ctrlPr>
                            </m:dPr>
                            <m:e>
                              <m:r>
                                <a:rPr lang="es-ES" b="0" i="1" smtClean="0">
                                  <a:solidFill>
                                    <a:schemeClr val="bg1"/>
                                  </a:solidFill>
                                  <a:latin typeface="Cambria Math" panose="02040503050406030204" pitchFamily="18" charset="0"/>
                                  <a:ea typeface="Cambria Math" panose="02040503050406030204" pitchFamily="18" charset="0"/>
                                </a:rPr>
                                <m:t>2</m:t>
                              </m:r>
                            </m:e>
                          </m:d>
                        </m:sup>
                      </m:sSup>
                    </m:oMath>
                  </m:oMathPara>
                </a14:m>
                <a:endParaRPr lang="es-ES" dirty="0"/>
              </a:p>
            </p:txBody>
          </p:sp>
        </mc:Choice>
        <mc:Fallback xmlns="">
          <p:sp>
            <p:nvSpPr>
              <p:cNvPr id="7" name="Rectángulo: esquinas redondeadas 6">
                <a:extLst>
                  <a:ext uri="{FF2B5EF4-FFF2-40B4-BE49-F238E27FC236}">
                    <a16:creationId xmlns:a16="http://schemas.microsoft.com/office/drawing/2014/main" id="{62DCDF4E-078B-B115-7496-2D1522952892}"/>
                  </a:ext>
                </a:extLst>
              </p:cNvPr>
              <p:cNvSpPr>
                <a:spLocks noRot="1" noChangeAspect="1" noMove="1" noResize="1" noEditPoints="1" noAdjustHandles="1" noChangeArrowheads="1" noChangeShapeType="1" noTextEdit="1"/>
              </p:cNvSpPr>
              <p:nvPr/>
            </p:nvSpPr>
            <p:spPr>
              <a:xfrm>
                <a:off x="4161139" y="2610000"/>
                <a:ext cx="3882168" cy="360397"/>
              </a:xfrm>
              <a:prstGeom prst="roundRect">
                <a:avLst/>
              </a:prstGeom>
              <a:blipFill>
                <a:blip r:embed="rId6"/>
                <a:stretch>
                  <a:fillRect/>
                </a:stretch>
              </a:blipFill>
            </p:spPr>
            <p:txBody>
              <a:bodyPr/>
              <a:lstStyle/>
              <a:p>
                <a:r>
                  <a:rPr lang="es-ES">
                    <a:noFill/>
                  </a:rPr>
                  <a:t> </a:t>
                </a:r>
              </a:p>
            </p:txBody>
          </p:sp>
        </mc:Fallback>
      </mc:AlternateContent>
      <p:sp>
        <p:nvSpPr>
          <p:cNvPr id="3" name="CuadroTexto 2">
            <a:extLst>
              <a:ext uri="{FF2B5EF4-FFF2-40B4-BE49-F238E27FC236}">
                <a16:creationId xmlns:a16="http://schemas.microsoft.com/office/drawing/2014/main" id="{899C83B5-7C5C-1758-8DF2-42873CFF7FB9}"/>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54" name="CuadroTexto 53">
            <a:extLst>
              <a:ext uri="{FF2B5EF4-FFF2-40B4-BE49-F238E27FC236}">
                <a16:creationId xmlns:a16="http://schemas.microsoft.com/office/drawing/2014/main" id="{DD522305-532F-F04F-639C-A9CE15832D95}"/>
              </a:ext>
            </a:extLst>
          </p:cNvPr>
          <p:cNvSpPr txBox="1"/>
          <p:nvPr/>
        </p:nvSpPr>
        <p:spPr>
          <a:xfrm>
            <a:off x="227320" y="1250852"/>
            <a:ext cx="11672580" cy="646331"/>
          </a:xfrm>
          <a:prstGeom prst="rect">
            <a:avLst/>
          </a:prstGeom>
          <a:noFill/>
        </p:spPr>
        <p:txBody>
          <a:bodyPr wrap="square">
            <a:spAutoFit/>
          </a:bodyPr>
          <a:lstStyle/>
          <a:p>
            <a:r>
              <a:rPr lang="es-ES" dirty="0">
                <a:solidFill>
                  <a:schemeClr val="accent1">
                    <a:lumMod val="50000"/>
                  </a:schemeClr>
                </a:solidFill>
              </a:rPr>
              <a:t>Para calcular cada componente del vector gradiente aplicamos la regla de la cadena sobre la función de perdida. </a:t>
            </a:r>
          </a:p>
          <a:p>
            <a:r>
              <a:rPr lang="es-ES" dirty="0">
                <a:solidFill>
                  <a:schemeClr val="accent1">
                    <a:lumMod val="50000"/>
                  </a:schemeClr>
                </a:solidFill>
              </a:rPr>
              <a:t>Para ello tenemos en cuenta que: </a:t>
            </a:r>
            <a:endParaRPr lang="es-ES" dirty="0"/>
          </a:p>
        </p:txBody>
      </p:sp>
      <p:sp>
        <p:nvSpPr>
          <p:cNvPr id="25" name="CuadroTexto 24">
            <a:extLst>
              <a:ext uri="{FF2B5EF4-FFF2-40B4-BE49-F238E27FC236}">
                <a16:creationId xmlns:a16="http://schemas.microsoft.com/office/drawing/2014/main" id="{41847AA7-1045-505D-9C87-F61640DB187C}"/>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III)</a:t>
            </a:r>
            <a:r>
              <a:rPr lang="en-US" sz="2000" dirty="0">
                <a:solidFill>
                  <a:schemeClr val="accent1">
                    <a:lumMod val="50000"/>
                  </a:schemeClr>
                </a:solidFill>
              </a:rPr>
              <a:t>  </a:t>
            </a:r>
          </a:p>
        </p:txBody>
      </p:sp>
    </p:spTree>
    <p:extLst>
      <p:ext uri="{BB962C8B-B14F-4D97-AF65-F5344CB8AC3E}">
        <p14:creationId xmlns:p14="http://schemas.microsoft.com/office/powerpoint/2010/main" val="1733996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 grpId="0" animBg="1"/>
      <p:bldP spid="16"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5D7B7-A373-CE48-F65F-8C5C333E013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41D4332-1E47-465A-1A47-9C4424CD4060}"/>
                  </a:ext>
                </a:extLst>
              </p:cNvPr>
              <p:cNvSpPr txBox="1"/>
              <p:nvPr/>
            </p:nvSpPr>
            <p:spPr>
              <a:xfrm>
                <a:off x="217336" y="3226909"/>
                <a:ext cx="11672580" cy="821892"/>
              </a:xfrm>
              <a:prstGeom prst="rect">
                <a:avLst/>
              </a:prstGeom>
              <a:noFill/>
            </p:spPr>
            <p:txBody>
              <a:bodyPr wrap="square">
                <a:spAutoFit/>
              </a:bodyPr>
              <a:lstStyle/>
              <a:p>
                <a:pPr marL="342900" indent="-342900">
                  <a:buFont typeface="+mj-lt"/>
                  <a:buAutoNum type="arabicPeriod"/>
                </a:pPr>
                <a:r>
                  <a:rPr lang="es-ES" b="1" dirty="0">
                    <a:solidFill>
                      <a:schemeClr val="accent1">
                        <a:lumMod val="50000"/>
                      </a:schemeClr>
                    </a:solidFill>
                  </a:rPr>
                  <a:t>Empezamos por </a:t>
                </a:r>
                <a14:m>
                  <m:oMath xmlns:m="http://schemas.openxmlformats.org/officeDocument/2006/math">
                    <m:f>
                      <m:fPr>
                        <m:ctrlPr>
                          <a:rPr lang="es-ES" sz="2000"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sz="2000" i="1">
                            <a:solidFill>
                              <a:schemeClr val="accent1">
                                <a:lumMod val="50000"/>
                              </a:schemeClr>
                            </a:solidFill>
                            <a:latin typeface="Cambria Math" panose="02040503050406030204" pitchFamily="18" charset="0"/>
                            <a:ea typeface="Cambria Math" panose="02040503050406030204" pitchFamily="18" charset="0"/>
                          </a:rPr>
                          <m:t>𝜕</m:t>
                        </m:r>
                        <m:r>
                          <a:rPr lang="es-ES" sz="2000"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sz="2000" i="1">
                            <a:solidFill>
                              <a:schemeClr val="accent1">
                                <a:lumMod val="50000"/>
                              </a:schemeClr>
                            </a:solidFill>
                            <a:latin typeface="Cambria Math" panose="02040503050406030204" pitchFamily="18" charset="0"/>
                            <a:ea typeface="Cambria Math" panose="02040503050406030204" pitchFamily="18" charset="0"/>
                          </a:rPr>
                          <m:t>𝜕</m:t>
                        </m:r>
                        <m:sSup>
                          <m:sSupPr>
                            <m:ctrlPr>
                              <a:rPr lang="es-ES" sz="2000" i="1">
                                <a:solidFill>
                                  <a:schemeClr val="accent1">
                                    <a:lumMod val="50000"/>
                                  </a:schemeClr>
                                </a:solidFill>
                                <a:latin typeface="Cambria Math" panose="02040503050406030204" pitchFamily="18" charset="0"/>
                                <a:ea typeface="Cambria Math" panose="02040503050406030204" pitchFamily="18" charset="0"/>
                              </a:rPr>
                            </m:ctrlPr>
                          </m:sSupPr>
                          <m:e>
                            <m:r>
                              <a:rPr lang="es-ES" sz="2000"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sz="2000" i="1">
                                    <a:solidFill>
                                      <a:schemeClr val="accent1">
                                        <a:lumMod val="50000"/>
                                      </a:schemeClr>
                                    </a:solidFill>
                                    <a:latin typeface="Cambria Math" panose="02040503050406030204" pitchFamily="18" charset="0"/>
                                    <a:ea typeface="Cambria Math" panose="02040503050406030204" pitchFamily="18" charset="0"/>
                                  </a:rPr>
                                </m:ctrlPr>
                              </m:dPr>
                              <m:e>
                                <m:r>
                                  <a:rPr lang="es-ES" sz="2000" i="1">
                                    <a:solidFill>
                                      <a:schemeClr val="accent1">
                                        <a:lumMod val="50000"/>
                                      </a:schemeClr>
                                    </a:solidFill>
                                    <a:latin typeface="Cambria Math" panose="02040503050406030204" pitchFamily="18" charset="0"/>
                                    <a:ea typeface="Cambria Math" panose="02040503050406030204" pitchFamily="18" charset="0"/>
                                  </a:rPr>
                                  <m:t>𝐿</m:t>
                                </m:r>
                              </m:e>
                            </m:d>
                          </m:sup>
                        </m:sSup>
                      </m:den>
                    </m:f>
                  </m:oMath>
                </a14:m>
                <a:endParaRPr lang="es-ES" dirty="0"/>
              </a:p>
              <a:p>
                <a:pPr marL="285750" indent="-285750">
                  <a:buFont typeface="Arial" panose="020B0604020202020204" pitchFamily="34" charset="0"/>
                  <a:buChar char="•"/>
                </a:pPr>
                <a:endParaRPr lang="es-ES" dirty="0"/>
              </a:p>
            </p:txBody>
          </p:sp>
        </mc:Choice>
        <mc:Fallback xmlns="">
          <p:sp>
            <p:nvSpPr>
              <p:cNvPr id="8" name="CuadroTexto 7">
                <a:extLst>
                  <a:ext uri="{FF2B5EF4-FFF2-40B4-BE49-F238E27FC236}">
                    <a16:creationId xmlns:a16="http://schemas.microsoft.com/office/drawing/2014/main" id="{E41D4332-1E47-465A-1A47-9C4424CD4060}"/>
                  </a:ext>
                </a:extLst>
              </p:cNvPr>
              <p:cNvSpPr txBox="1">
                <a:spLocks noRot="1" noChangeAspect="1" noMove="1" noResize="1" noEditPoints="1" noAdjustHandles="1" noChangeArrowheads="1" noChangeShapeType="1" noTextEdit="1"/>
              </p:cNvSpPr>
              <p:nvPr/>
            </p:nvSpPr>
            <p:spPr>
              <a:xfrm>
                <a:off x="217336" y="3226909"/>
                <a:ext cx="11672580" cy="821892"/>
              </a:xfrm>
              <a:prstGeom prst="rect">
                <a:avLst/>
              </a:prstGeom>
              <a:blipFill>
                <a:blip r:embed="rId2"/>
                <a:stretch>
                  <a:fillRect l="-47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8886A5E0-E60E-2159-BFD0-099FA83458D5}"/>
                  </a:ext>
                </a:extLst>
              </p:cNvPr>
              <p:cNvSpPr txBox="1"/>
              <p:nvPr/>
            </p:nvSpPr>
            <p:spPr>
              <a:xfrm>
                <a:off x="962232" y="1897183"/>
                <a:ext cx="10182846" cy="1191545"/>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h</m:t>
                          </m:r>
                        </m:e>
                        <m:sub>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sub>
                      </m:sSub>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6">
                                  <a:lumMod val="50000"/>
                                </a:schemeClr>
                              </a:solidFill>
                              <a:latin typeface="Cambria Math" panose="02040503050406030204" pitchFamily="18" charset="0"/>
                              <a:ea typeface="Cambria Math" panose="02040503050406030204" pitchFamily="18" charset="0"/>
                            </a:rPr>
                            <m:t>𝑥</m:t>
                          </m:r>
                        </m:e>
                      </m:d>
                      <m:r>
                        <a:rPr lang="es-ES" b="0" i="1" smtClean="0">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m:t>
                              </m:r>
                            </m:e>
                          </m:d>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b="0" i="1" dirty="0">
                  <a:solidFill>
                    <a:schemeClr val="accent1">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𝐿</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2</m:t>
                                          </m:r>
                                        </m:e>
                                      </m:d>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6">
                                                  <a:lumMod val="50000"/>
                                                </a:schemeClr>
                                              </a:solidFill>
                                              <a:latin typeface="Cambria Math" panose="02040503050406030204" pitchFamily="18" charset="0"/>
                                              <a:ea typeface="Cambria Math" panose="02040503050406030204" pitchFamily="18" charset="0"/>
                                            </a:rPr>
                                            <m:t>𝑥</m:t>
                                          </m:r>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e>
                                      </m:d>
                                    </m:e>
                                  </m:d>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2</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e>
                              </m:d>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         </m:t>
                      </m:r>
                    </m:oMath>
                  </m:oMathPara>
                </a14:m>
                <a:endParaRPr lang="es-ES" dirty="0"/>
              </a:p>
            </p:txBody>
          </p:sp>
        </mc:Choice>
        <mc:Fallback xmlns="">
          <p:sp>
            <p:nvSpPr>
              <p:cNvPr id="6" name="CuadroTexto 5">
                <a:extLst>
                  <a:ext uri="{FF2B5EF4-FFF2-40B4-BE49-F238E27FC236}">
                    <a16:creationId xmlns:a16="http://schemas.microsoft.com/office/drawing/2014/main" id="{8886A5E0-E60E-2159-BFD0-099FA83458D5}"/>
                  </a:ext>
                </a:extLst>
              </p:cNvPr>
              <p:cNvSpPr txBox="1">
                <a:spLocks noRot="1" noChangeAspect="1" noMove="1" noResize="1" noEditPoints="1" noAdjustHandles="1" noChangeArrowheads="1" noChangeShapeType="1" noTextEdit="1"/>
              </p:cNvSpPr>
              <p:nvPr/>
            </p:nvSpPr>
            <p:spPr>
              <a:xfrm>
                <a:off x="962232" y="1897183"/>
                <a:ext cx="10182846" cy="1191545"/>
              </a:xfrm>
              <a:prstGeom prst="rect">
                <a:avLst/>
              </a:prstGeom>
              <a:blipFill>
                <a:blip r:embed="rId3"/>
                <a:stretch>
                  <a:fillRect/>
                </a:stretch>
              </a:blipFill>
            </p:spPr>
            <p:txBody>
              <a:bodyPr/>
              <a:lstStyle/>
              <a:p>
                <a:r>
                  <a:rPr lang="es-ES">
                    <a:noFill/>
                  </a:rPr>
                  <a:t> </a:t>
                </a:r>
              </a:p>
            </p:txBody>
          </p:sp>
        </mc:Fallback>
      </mc:AlternateContent>
      <p:sp>
        <p:nvSpPr>
          <p:cNvPr id="3" name="CuadroTexto 2">
            <a:extLst>
              <a:ext uri="{FF2B5EF4-FFF2-40B4-BE49-F238E27FC236}">
                <a16:creationId xmlns:a16="http://schemas.microsoft.com/office/drawing/2014/main" id="{7D5FB04E-0101-DBEE-6222-098350891DD0}"/>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54" name="CuadroTexto 53">
            <a:extLst>
              <a:ext uri="{FF2B5EF4-FFF2-40B4-BE49-F238E27FC236}">
                <a16:creationId xmlns:a16="http://schemas.microsoft.com/office/drawing/2014/main" id="{CCEA7817-43F1-8E3C-A541-67D12FEDC734}"/>
              </a:ext>
            </a:extLst>
          </p:cNvPr>
          <p:cNvSpPr txBox="1"/>
          <p:nvPr/>
        </p:nvSpPr>
        <p:spPr>
          <a:xfrm>
            <a:off x="227320" y="1250852"/>
            <a:ext cx="11672580" cy="646331"/>
          </a:xfrm>
          <a:prstGeom prst="rect">
            <a:avLst/>
          </a:prstGeom>
          <a:noFill/>
        </p:spPr>
        <p:txBody>
          <a:bodyPr wrap="square">
            <a:spAutoFit/>
          </a:bodyPr>
          <a:lstStyle/>
          <a:p>
            <a:r>
              <a:rPr lang="es-ES" dirty="0">
                <a:solidFill>
                  <a:schemeClr val="accent1">
                    <a:lumMod val="50000"/>
                  </a:schemeClr>
                </a:solidFill>
              </a:rPr>
              <a:t>Para calcular cada componente del vector gradiente aplicamos la regla de la cadena sobre la función de perdida. </a:t>
            </a:r>
          </a:p>
          <a:p>
            <a:r>
              <a:rPr lang="es-ES" dirty="0">
                <a:solidFill>
                  <a:schemeClr val="accent1">
                    <a:lumMod val="50000"/>
                  </a:schemeClr>
                </a:solidFill>
              </a:rPr>
              <a:t>Para ello tenemos en cuenta que: </a:t>
            </a:r>
            <a:endParaRPr lang="es-ES" dirty="0"/>
          </a:p>
        </p:txBody>
      </p:sp>
      <p:sp>
        <p:nvSpPr>
          <p:cNvPr id="25" name="CuadroTexto 24">
            <a:extLst>
              <a:ext uri="{FF2B5EF4-FFF2-40B4-BE49-F238E27FC236}">
                <a16:creationId xmlns:a16="http://schemas.microsoft.com/office/drawing/2014/main" id="{99375860-20FE-CFF1-CCA2-0ED93DC961F6}"/>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III)</a:t>
            </a:r>
            <a:r>
              <a:rPr lang="en-US" sz="2000" dirty="0">
                <a:solidFill>
                  <a:schemeClr val="accent1">
                    <a:lumMod val="50000"/>
                  </a:schemeClr>
                </a:solidFill>
              </a:rPr>
              <a:t>  </a:t>
            </a: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E15D1EC-7047-D491-7E5C-38473F02397C}"/>
                  </a:ext>
                </a:extLst>
              </p:cNvPr>
              <p:cNvSpPr txBox="1"/>
              <p:nvPr/>
            </p:nvSpPr>
            <p:spPr>
              <a:xfrm>
                <a:off x="1001695" y="3988403"/>
                <a:ext cx="8218516" cy="4105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1" i="1" smtClean="0">
                          <a:solidFill>
                            <a:schemeClr val="accent1">
                              <a:lumMod val="50000"/>
                            </a:schemeClr>
                          </a:solidFill>
                          <a:latin typeface="Cambria Math" panose="02040503050406030204" pitchFamily="18" charset="0"/>
                          <a:ea typeface="Cambria Math" panose="02040503050406030204" pitchFamily="18" charset="0"/>
                        </a:rPr>
                        <m:t>𝑱</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d>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𝑬</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6">
                                  <a:lumMod val="75000"/>
                                </a:schemeClr>
                              </a:solidFill>
                              <a:latin typeface="Cambria Math" panose="02040503050406030204" pitchFamily="18" charset="0"/>
                              <a:ea typeface="Cambria Math" panose="02040503050406030204" pitchFamily="18" charset="0"/>
                            </a:rPr>
                            <m:t>𝑦</m:t>
                          </m:r>
                          <m:r>
                            <a:rPr lang="es-ES" b="1"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e>
                      </m:d>
                      <m:r>
                        <a:rPr lang="es-ES" b="0" i="1" smtClean="0">
                          <a:solidFill>
                            <a:schemeClr val="accent5">
                              <a:lumMod val="50000"/>
                            </a:schemeClr>
                          </a:solidFill>
                          <a:latin typeface="Cambria Math" panose="02040503050406030204" pitchFamily="18" charset="0"/>
                          <a:ea typeface="Cambria Math" panose="02040503050406030204" pitchFamily="18" charset="0"/>
                        </a:rPr>
                        <m:t>;   </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e>
                      </m:d>
                      <m:r>
                        <a:rPr lang="es-ES" i="1">
                          <a:solidFill>
                            <a:schemeClr val="accent5">
                              <a:lumMod val="50000"/>
                            </a:schemeClr>
                          </a:solidFill>
                          <a:latin typeface="Cambria Math" panose="02040503050406030204" pitchFamily="18" charset="0"/>
                          <a:ea typeface="Cambria Math" panose="02040503050406030204" pitchFamily="18" charset="0"/>
                        </a:rPr>
                        <m:t>;</m:t>
                      </m:r>
                      <m:r>
                        <a:rPr lang="es-ES" b="0" i="1" smtClean="0">
                          <a:solidFill>
                            <a:schemeClr val="accent5">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oMath>
                  </m:oMathPara>
                </a14:m>
                <a:endParaRPr lang="es-ES" dirty="0"/>
              </a:p>
            </p:txBody>
          </p:sp>
        </mc:Choice>
        <mc:Fallback xmlns="">
          <p:sp>
            <p:nvSpPr>
              <p:cNvPr id="20" name="CuadroTexto 19">
                <a:extLst>
                  <a:ext uri="{FF2B5EF4-FFF2-40B4-BE49-F238E27FC236}">
                    <a16:creationId xmlns:a16="http://schemas.microsoft.com/office/drawing/2014/main" id="{2E15D1EC-7047-D491-7E5C-38473F02397C}"/>
                  </a:ext>
                </a:extLst>
              </p:cNvPr>
              <p:cNvSpPr txBox="1">
                <a:spLocks noRot="1" noChangeAspect="1" noMove="1" noResize="1" noEditPoints="1" noAdjustHandles="1" noChangeArrowheads="1" noChangeShapeType="1" noTextEdit="1"/>
              </p:cNvSpPr>
              <p:nvPr/>
            </p:nvSpPr>
            <p:spPr>
              <a:xfrm>
                <a:off x="1001695" y="3988403"/>
                <a:ext cx="8218516" cy="410562"/>
              </a:xfrm>
              <a:prstGeom prst="rect">
                <a:avLst/>
              </a:prstGeom>
              <a:blipFill>
                <a:blip r:embed="rId4"/>
                <a:stretch>
                  <a:fillRect b="-5882"/>
                </a:stretch>
              </a:blipFill>
            </p:spPr>
            <p:txBody>
              <a:bodyPr/>
              <a:lstStyle/>
              <a:p>
                <a:r>
                  <a:rPr lang="es-ES">
                    <a:noFill/>
                  </a:rPr>
                  <a:t> </a:t>
                </a:r>
              </a:p>
            </p:txBody>
          </p:sp>
        </mc:Fallback>
      </mc:AlternateContent>
    </p:spTree>
    <p:extLst>
      <p:ext uri="{BB962C8B-B14F-4D97-AF65-F5344CB8AC3E}">
        <p14:creationId xmlns:p14="http://schemas.microsoft.com/office/powerpoint/2010/main" val="240809253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5D7B7-A373-CE48-F65F-8C5C333E013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41D4332-1E47-465A-1A47-9C4424CD4060}"/>
                  </a:ext>
                </a:extLst>
              </p:cNvPr>
              <p:cNvSpPr txBox="1"/>
              <p:nvPr/>
            </p:nvSpPr>
            <p:spPr>
              <a:xfrm>
                <a:off x="217336" y="3226909"/>
                <a:ext cx="11672580" cy="821892"/>
              </a:xfrm>
              <a:prstGeom prst="rect">
                <a:avLst/>
              </a:prstGeom>
              <a:noFill/>
            </p:spPr>
            <p:txBody>
              <a:bodyPr wrap="square">
                <a:spAutoFit/>
              </a:bodyPr>
              <a:lstStyle/>
              <a:p>
                <a:pPr marL="342900" indent="-342900">
                  <a:buFont typeface="+mj-lt"/>
                  <a:buAutoNum type="arabicPeriod"/>
                </a:pPr>
                <a:r>
                  <a:rPr lang="es-ES" b="1" dirty="0">
                    <a:solidFill>
                      <a:schemeClr val="accent1">
                        <a:lumMod val="50000"/>
                      </a:schemeClr>
                    </a:solidFill>
                  </a:rPr>
                  <a:t>Empezamos por </a:t>
                </a:r>
                <a14:m>
                  <m:oMath xmlns:m="http://schemas.openxmlformats.org/officeDocument/2006/math">
                    <m:f>
                      <m:fPr>
                        <m:ctrlPr>
                          <a:rPr lang="es-ES" sz="2000"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sz="2000" i="1">
                            <a:solidFill>
                              <a:schemeClr val="accent1">
                                <a:lumMod val="50000"/>
                              </a:schemeClr>
                            </a:solidFill>
                            <a:latin typeface="Cambria Math" panose="02040503050406030204" pitchFamily="18" charset="0"/>
                            <a:ea typeface="Cambria Math" panose="02040503050406030204" pitchFamily="18" charset="0"/>
                          </a:rPr>
                          <m:t>𝜕</m:t>
                        </m:r>
                        <m:r>
                          <a:rPr lang="es-ES" sz="2000"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sz="2000" i="1">
                            <a:solidFill>
                              <a:schemeClr val="accent1">
                                <a:lumMod val="50000"/>
                              </a:schemeClr>
                            </a:solidFill>
                            <a:latin typeface="Cambria Math" panose="02040503050406030204" pitchFamily="18" charset="0"/>
                            <a:ea typeface="Cambria Math" panose="02040503050406030204" pitchFamily="18" charset="0"/>
                          </a:rPr>
                          <m:t>𝜕</m:t>
                        </m:r>
                        <m:sSup>
                          <m:sSupPr>
                            <m:ctrlPr>
                              <a:rPr lang="es-ES" sz="2000" i="1">
                                <a:solidFill>
                                  <a:schemeClr val="accent1">
                                    <a:lumMod val="50000"/>
                                  </a:schemeClr>
                                </a:solidFill>
                                <a:latin typeface="Cambria Math" panose="02040503050406030204" pitchFamily="18" charset="0"/>
                                <a:ea typeface="Cambria Math" panose="02040503050406030204" pitchFamily="18" charset="0"/>
                              </a:rPr>
                            </m:ctrlPr>
                          </m:sSupPr>
                          <m:e>
                            <m:r>
                              <a:rPr lang="es-ES" sz="2000"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sz="2000" i="1">
                                    <a:solidFill>
                                      <a:schemeClr val="accent1">
                                        <a:lumMod val="50000"/>
                                      </a:schemeClr>
                                    </a:solidFill>
                                    <a:latin typeface="Cambria Math" panose="02040503050406030204" pitchFamily="18" charset="0"/>
                                    <a:ea typeface="Cambria Math" panose="02040503050406030204" pitchFamily="18" charset="0"/>
                                  </a:rPr>
                                </m:ctrlPr>
                              </m:dPr>
                              <m:e>
                                <m:r>
                                  <a:rPr lang="es-ES" sz="2000" i="1">
                                    <a:solidFill>
                                      <a:schemeClr val="accent1">
                                        <a:lumMod val="50000"/>
                                      </a:schemeClr>
                                    </a:solidFill>
                                    <a:latin typeface="Cambria Math" panose="02040503050406030204" pitchFamily="18" charset="0"/>
                                    <a:ea typeface="Cambria Math" panose="02040503050406030204" pitchFamily="18" charset="0"/>
                                  </a:rPr>
                                  <m:t>𝐿</m:t>
                                </m:r>
                              </m:e>
                            </m:d>
                          </m:sup>
                        </m:sSup>
                      </m:den>
                    </m:f>
                  </m:oMath>
                </a14:m>
                <a:endParaRPr lang="es-ES" dirty="0"/>
              </a:p>
              <a:p>
                <a:pPr marL="285750" indent="-285750">
                  <a:buFont typeface="Arial" panose="020B0604020202020204" pitchFamily="34" charset="0"/>
                  <a:buChar char="•"/>
                </a:pPr>
                <a:endParaRPr lang="es-ES" dirty="0"/>
              </a:p>
            </p:txBody>
          </p:sp>
        </mc:Choice>
        <mc:Fallback xmlns="">
          <p:sp>
            <p:nvSpPr>
              <p:cNvPr id="8" name="CuadroTexto 7">
                <a:extLst>
                  <a:ext uri="{FF2B5EF4-FFF2-40B4-BE49-F238E27FC236}">
                    <a16:creationId xmlns:a16="http://schemas.microsoft.com/office/drawing/2014/main" id="{E41D4332-1E47-465A-1A47-9C4424CD4060}"/>
                  </a:ext>
                </a:extLst>
              </p:cNvPr>
              <p:cNvSpPr txBox="1">
                <a:spLocks noRot="1" noChangeAspect="1" noMove="1" noResize="1" noEditPoints="1" noAdjustHandles="1" noChangeArrowheads="1" noChangeShapeType="1" noTextEdit="1"/>
              </p:cNvSpPr>
              <p:nvPr/>
            </p:nvSpPr>
            <p:spPr>
              <a:xfrm>
                <a:off x="217336" y="3226909"/>
                <a:ext cx="11672580" cy="821892"/>
              </a:xfrm>
              <a:prstGeom prst="rect">
                <a:avLst/>
              </a:prstGeom>
              <a:blipFill>
                <a:blip r:embed="rId2"/>
                <a:stretch>
                  <a:fillRect l="-47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8886A5E0-E60E-2159-BFD0-099FA83458D5}"/>
                  </a:ext>
                </a:extLst>
              </p:cNvPr>
              <p:cNvSpPr txBox="1"/>
              <p:nvPr/>
            </p:nvSpPr>
            <p:spPr>
              <a:xfrm>
                <a:off x="962232" y="1897183"/>
                <a:ext cx="10182846" cy="1191545"/>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h</m:t>
                          </m:r>
                        </m:e>
                        <m:sub>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sub>
                      </m:sSub>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6">
                                  <a:lumMod val="50000"/>
                                </a:schemeClr>
                              </a:solidFill>
                              <a:latin typeface="Cambria Math" panose="02040503050406030204" pitchFamily="18" charset="0"/>
                              <a:ea typeface="Cambria Math" panose="02040503050406030204" pitchFamily="18" charset="0"/>
                            </a:rPr>
                            <m:t>𝑥</m:t>
                          </m:r>
                        </m:e>
                      </m:d>
                      <m:r>
                        <a:rPr lang="es-ES" b="0" i="1" smtClean="0">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m:t>
                              </m:r>
                            </m:e>
                          </m:d>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b="0" i="1" dirty="0">
                  <a:solidFill>
                    <a:schemeClr val="accent1">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𝐿</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2</m:t>
                                          </m:r>
                                        </m:e>
                                      </m:d>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6">
                                                  <a:lumMod val="50000"/>
                                                </a:schemeClr>
                                              </a:solidFill>
                                              <a:latin typeface="Cambria Math" panose="02040503050406030204" pitchFamily="18" charset="0"/>
                                              <a:ea typeface="Cambria Math" panose="02040503050406030204" pitchFamily="18" charset="0"/>
                                            </a:rPr>
                                            <m:t>𝑥</m:t>
                                          </m:r>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e>
                                      </m:d>
                                    </m:e>
                                  </m:d>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2</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e>
                              </m:d>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         </m:t>
                      </m:r>
                    </m:oMath>
                  </m:oMathPara>
                </a14:m>
                <a:endParaRPr lang="es-ES" dirty="0"/>
              </a:p>
            </p:txBody>
          </p:sp>
        </mc:Choice>
        <mc:Fallback xmlns="">
          <p:sp>
            <p:nvSpPr>
              <p:cNvPr id="6" name="CuadroTexto 5">
                <a:extLst>
                  <a:ext uri="{FF2B5EF4-FFF2-40B4-BE49-F238E27FC236}">
                    <a16:creationId xmlns:a16="http://schemas.microsoft.com/office/drawing/2014/main" id="{8886A5E0-E60E-2159-BFD0-099FA83458D5}"/>
                  </a:ext>
                </a:extLst>
              </p:cNvPr>
              <p:cNvSpPr txBox="1">
                <a:spLocks noRot="1" noChangeAspect="1" noMove="1" noResize="1" noEditPoints="1" noAdjustHandles="1" noChangeArrowheads="1" noChangeShapeType="1" noTextEdit="1"/>
              </p:cNvSpPr>
              <p:nvPr/>
            </p:nvSpPr>
            <p:spPr>
              <a:xfrm>
                <a:off x="962232" y="1897183"/>
                <a:ext cx="10182846" cy="1191545"/>
              </a:xfrm>
              <a:prstGeom prst="rect">
                <a:avLst/>
              </a:prstGeom>
              <a:blipFill>
                <a:blip r:embed="rId3"/>
                <a:stretch>
                  <a:fillRect/>
                </a:stretch>
              </a:blipFill>
            </p:spPr>
            <p:txBody>
              <a:bodyPr/>
              <a:lstStyle/>
              <a:p>
                <a:r>
                  <a:rPr lang="es-ES">
                    <a:noFill/>
                  </a:rPr>
                  <a:t> </a:t>
                </a:r>
              </a:p>
            </p:txBody>
          </p:sp>
        </mc:Fallback>
      </mc:AlternateContent>
      <p:sp>
        <p:nvSpPr>
          <p:cNvPr id="3" name="CuadroTexto 2">
            <a:extLst>
              <a:ext uri="{FF2B5EF4-FFF2-40B4-BE49-F238E27FC236}">
                <a16:creationId xmlns:a16="http://schemas.microsoft.com/office/drawing/2014/main" id="{7D5FB04E-0101-DBEE-6222-098350891DD0}"/>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54" name="CuadroTexto 53">
            <a:extLst>
              <a:ext uri="{FF2B5EF4-FFF2-40B4-BE49-F238E27FC236}">
                <a16:creationId xmlns:a16="http://schemas.microsoft.com/office/drawing/2014/main" id="{CCEA7817-43F1-8E3C-A541-67D12FEDC734}"/>
              </a:ext>
            </a:extLst>
          </p:cNvPr>
          <p:cNvSpPr txBox="1"/>
          <p:nvPr/>
        </p:nvSpPr>
        <p:spPr>
          <a:xfrm>
            <a:off x="227320" y="1250852"/>
            <a:ext cx="11672580" cy="646331"/>
          </a:xfrm>
          <a:prstGeom prst="rect">
            <a:avLst/>
          </a:prstGeom>
          <a:noFill/>
        </p:spPr>
        <p:txBody>
          <a:bodyPr wrap="square">
            <a:spAutoFit/>
          </a:bodyPr>
          <a:lstStyle/>
          <a:p>
            <a:r>
              <a:rPr lang="es-ES" dirty="0">
                <a:solidFill>
                  <a:schemeClr val="accent1">
                    <a:lumMod val="50000"/>
                  </a:schemeClr>
                </a:solidFill>
              </a:rPr>
              <a:t>Para calcular cada componente del vector gradiente aplicamos la regla de la cadena sobre la función de perdida. </a:t>
            </a:r>
          </a:p>
          <a:p>
            <a:r>
              <a:rPr lang="es-ES" dirty="0">
                <a:solidFill>
                  <a:schemeClr val="accent1">
                    <a:lumMod val="50000"/>
                  </a:schemeClr>
                </a:solidFill>
              </a:rPr>
              <a:t>Para ello tenemos en cuenta que: </a:t>
            </a:r>
            <a:endParaRPr lang="es-ES" dirty="0"/>
          </a:p>
        </p:txBody>
      </p:sp>
      <p:sp>
        <p:nvSpPr>
          <p:cNvPr id="25" name="CuadroTexto 24">
            <a:extLst>
              <a:ext uri="{FF2B5EF4-FFF2-40B4-BE49-F238E27FC236}">
                <a16:creationId xmlns:a16="http://schemas.microsoft.com/office/drawing/2014/main" id="{99375860-20FE-CFF1-CCA2-0ED93DC961F6}"/>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III)</a:t>
            </a:r>
            <a:r>
              <a:rPr lang="en-US" sz="2000" dirty="0">
                <a:solidFill>
                  <a:schemeClr val="accent1">
                    <a:lumMod val="50000"/>
                  </a:schemeClr>
                </a:solidFill>
              </a:rPr>
              <a:t>  </a:t>
            </a: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E15D1EC-7047-D491-7E5C-38473F02397C}"/>
                  </a:ext>
                </a:extLst>
              </p:cNvPr>
              <p:cNvSpPr txBox="1"/>
              <p:nvPr/>
            </p:nvSpPr>
            <p:spPr>
              <a:xfrm>
                <a:off x="1001695" y="3988403"/>
                <a:ext cx="8218516" cy="4105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1" i="1" smtClean="0">
                          <a:solidFill>
                            <a:schemeClr val="accent1">
                              <a:lumMod val="50000"/>
                            </a:schemeClr>
                          </a:solidFill>
                          <a:latin typeface="Cambria Math" panose="02040503050406030204" pitchFamily="18" charset="0"/>
                          <a:ea typeface="Cambria Math" panose="02040503050406030204" pitchFamily="18" charset="0"/>
                        </a:rPr>
                        <m:t>𝑱</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d>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𝑬</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6">
                                  <a:lumMod val="75000"/>
                                </a:schemeClr>
                              </a:solidFill>
                              <a:latin typeface="Cambria Math" panose="02040503050406030204" pitchFamily="18" charset="0"/>
                              <a:ea typeface="Cambria Math" panose="02040503050406030204" pitchFamily="18" charset="0"/>
                            </a:rPr>
                            <m:t>𝑦</m:t>
                          </m:r>
                          <m:r>
                            <a:rPr lang="es-ES" b="1"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e>
                      </m:d>
                      <m:r>
                        <a:rPr lang="es-ES" b="0" i="1" smtClean="0">
                          <a:solidFill>
                            <a:schemeClr val="accent5">
                              <a:lumMod val="50000"/>
                            </a:schemeClr>
                          </a:solidFill>
                          <a:latin typeface="Cambria Math" panose="02040503050406030204" pitchFamily="18" charset="0"/>
                          <a:ea typeface="Cambria Math" panose="02040503050406030204" pitchFamily="18" charset="0"/>
                        </a:rPr>
                        <m:t>;   </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e>
                      </m:d>
                      <m:r>
                        <a:rPr lang="es-ES" i="1">
                          <a:solidFill>
                            <a:schemeClr val="accent5">
                              <a:lumMod val="50000"/>
                            </a:schemeClr>
                          </a:solidFill>
                          <a:latin typeface="Cambria Math" panose="02040503050406030204" pitchFamily="18" charset="0"/>
                          <a:ea typeface="Cambria Math" panose="02040503050406030204" pitchFamily="18" charset="0"/>
                        </a:rPr>
                        <m:t>;</m:t>
                      </m:r>
                      <m:r>
                        <a:rPr lang="es-ES" b="0" i="1" smtClean="0">
                          <a:solidFill>
                            <a:schemeClr val="accent5">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oMath>
                  </m:oMathPara>
                </a14:m>
                <a:endParaRPr lang="es-ES" dirty="0"/>
              </a:p>
            </p:txBody>
          </p:sp>
        </mc:Choice>
        <mc:Fallback xmlns="">
          <p:sp>
            <p:nvSpPr>
              <p:cNvPr id="20" name="CuadroTexto 19">
                <a:extLst>
                  <a:ext uri="{FF2B5EF4-FFF2-40B4-BE49-F238E27FC236}">
                    <a16:creationId xmlns:a16="http://schemas.microsoft.com/office/drawing/2014/main" id="{2E15D1EC-7047-D491-7E5C-38473F02397C}"/>
                  </a:ext>
                </a:extLst>
              </p:cNvPr>
              <p:cNvSpPr txBox="1">
                <a:spLocks noRot="1" noChangeAspect="1" noMove="1" noResize="1" noEditPoints="1" noAdjustHandles="1" noChangeArrowheads="1" noChangeShapeType="1" noTextEdit="1"/>
              </p:cNvSpPr>
              <p:nvPr/>
            </p:nvSpPr>
            <p:spPr>
              <a:xfrm>
                <a:off x="1001695" y="3988403"/>
                <a:ext cx="8218516" cy="410562"/>
              </a:xfrm>
              <a:prstGeom prst="rect">
                <a:avLst/>
              </a:prstGeom>
              <a:blipFill>
                <a:blip r:embed="rId4"/>
                <a:stretch>
                  <a:fillRect b="-5882"/>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21" name="CuadroTexto 20">
                <a:extLst>
                  <a:ext uri="{FF2B5EF4-FFF2-40B4-BE49-F238E27FC236}">
                    <a16:creationId xmlns:a16="http://schemas.microsoft.com/office/drawing/2014/main" id="{DC1F7F6A-207E-126D-F655-B01321442095}"/>
                  </a:ext>
                </a:extLst>
              </p:cNvPr>
              <p:cNvSpPr txBox="1"/>
              <p:nvPr/>
            </p:nvSpPr>
            <p:spPr>
              <a:xfrm>
                <a:off x="996750" y="4575087"/>
                <a:ext cx="6819114" cy="70807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0" i="1" smtClean="0">
                                  <a:solidFill>
                                    <a:schemeClr val="accent5">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5">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5">
                                      <a:lumMod val="50000"/>
                                    </a:schemeClr>
                                  </a:solidFill>
                                  <a:latin typeface="Cambria Math" panose="02040503050406030204" pitchFamily="18" charset="0"/>
                                  <a:ea typeface="Cambria Math" panose="02040503050406030204" pitchFamily="18" charset="0"/>
                                </a:rPr>
                                <m:t>[</m:t>
                              </m:r>
                              <m:r>
                                <a:rPr lang="es-ES" b="0" i="1" smtClean="0">
                                  <a:solidFill>
                                    <a:schemeClr val="accent5">
                                      <a:lumMod val="50000"/>
                                    </a:schemeClr>
                                  </a:solidFill>
                                  <a:latin typeface="Cambria Math" panose="02040503050406030204" pitchFamily="18" charset="0"/>
                                  <a:ea typeface="Cambria Math" panose="02040503050406030204" pitchFamily="18" charset="0"/>
                                </a:rPr>
                                <m:t>𝐿</m:t>
                              </m:r>
                              <m:r>
                                <a:rPr lang="es-ES" b="0" i="1" smtClean="0">
                                  <a:solidFill>
                                    <a:schemeClr val="accent5">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5">
                                      <a:lumMod val="50000"/>
                                    </a:schemeClr>
                                  </a:solidFill>
                                  <a:latin typeface="Cambria Math" panose="02040503050406030204" pitchFamily="18" charset="0"/>
                                  <a:ea typeface="Cambria Math" panose="02040503050406030204" pitchFamily="18" charset="0"/>
                                </a:rPr>
                              </m:ctrlPr>
                            </m:sSupPr>
                            <m:e>
                              <m:r>
                                <a:rPr lang="es-ES" i="1">
                                  <a:solidFill>
                                    <a:schemeClr val="accent5">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5">
                                      <a:lumMod val="50000"/>
                                    </a:schemeClr>
                                  </a:solidFill>
                                  <a:latin typeface="Cambria Math" panose="02040503050406030204" pitchFamily="18" charset="0"/>
                                  <a:ea typeface="Cambria Math" panose="02040503050406030204" pitchFamily="18" charset="0"/>
                                </a:rPr>
                                <m:t>[</m:t>
                              </m:r>
                              <m:r>
                                <a:rPr lang="es-ES" i="1">
                                  <a:solidFill>
                                    <a:schemeClr val="accent5">
                                      <a:lumMod val="50000"/>
                                    </a:schemeClr>
                                  </a:solidFill>
                                  <a:latin typeface="Cambria Math" panose="02040503050406030204" pitchFamily="18" charset="0"/>
                                  <a:ea typeface="Cambria Math" panose="02040503050406030204" pitchFamily="18" charset="0"/>
                                </a:rPr>
                                <m:t>𝐿</m:t>
                              </m:r>
                              <m:r>
                                <a:rPr lang="es-ES" b="0" i="1" smtClean="0">
                                  <a:solidFill>
                                    <a:schemeClr val="accent5">
                                      <a:lumMod val="50000"/>
                                    </a:schemeClr>
                                  </a:solidFill>
                                  <a:latin typeface="Cambria Math" panose="02040503050406030204" pitchFamily="18" charset="0"/>
                                  <a:ea typeface="Cambria Math" panose="02040503050406030204" pitchFamily="18" charset="0"/>
                                </a:rPr>
                                <m:t>]</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oMath>
                  </m:oMathPara>
                </a14:m>
                <a:endParaRPr lang="es-ES" dirty="0"/>
              </a:p>
            </p:txBody>
          </p:sp>
        </mc:Choice>
        <mc:Fallback>
          <p:sp>
            <p:nvSpPr>
              <p:cNvPr id="21" name="CuadroTexto 20">
                <a:extLst>
                  <a:ext uri="{FF2B5EF4-FFF2-40B4-BE49-F238E27FC236}">
                    <a16:creationId xmlns:a16="http://schemas.microsoft.com/office/drawing/2014/main" id="{DC1F7F6A-207E-126D-F655-B01321442095}"/>
                  </a:ext>
                </a:extLst>
              </p:cNvPr>
              <p:cNvSpPr txBox="1">
                <a:spLocks noRot="1" noChangeAspect="1" noMove="1" noResize="1" noEditPoints="1" noAdjustHandles="1" noChangeArrowheads="1" noChangeShapeType="1" noTextEdit="1"/>
              </p:cNvSpPr>
              <p:nvPr/>
            </p:nvSpPr>
            <p:spPr>
              <a:xfrm>
                <a:off x="996750" y="4575087"/>
                <a:ext cx="6819114" cy="708079"/>
              </a:xfrm>
              <a:prstGeom prst="rect">
                <a:avLst/>
              </a:prstGeom>
              <a:blipFill>
                <a:blip r:embed="rId5"/>
                <a:stretch>
                  <a:fillRect/>
                </a:stretch>
              </a:blipFill>
            </p:spPr>
            <p:txBody>
              <a:bodyPr/>
              <a:lstStyle/>
              <a:p>
                <a:r>
                  <a:rPr lang="es-ES">
                    <a:noFill/>
                  </a:rPr>
                  <a:t> </a:t>
                </a:r>
              </a:p>
            </p:txBody>
          </p:sp>
        </mc:Fallback>
      </mc:AlternateContent>
      <p:sp>
        <p:nvSpPr>
          <p:cNvPr id="27" name="CuadroTexto 26">
            <a:extLst>
              <a:ext uri="{FF2B5EF4-FFF2-40B4-BE49-F238E27FC236}">
                <a16:creationId xmlns:a16="http://schemas.microsoft.com/office/drawing/2014/main" id="{C5243878-448B-A1BF-389D-94C24B07DB2F}"/>
              </a:ext>
            </a:extLst>
          </p:cNvPr>
          <p:cNvSpPr txBox="1"/>
          <p:nvPr/>
        </p:nvSpPr>
        <p:spPr>
          <a:xfrm>
            <a:off x="1162461" y="5672368"/>
            <a:ext cx="1227809" cy="646331"/>
          </a:xfrm>
          <a:prstGeom prst="rect">
            <a:avLst/>
          </a:prstGeom>
          <a:noFill/>
          <a:ln>
            <a:solidFill>
              <a:schemeClr val="tx2"/>
            </a:solidFill>
            <a:prstDash val="solid"/>
          </a:ln>
        </p:spPr>
        <p:txBody>
          <a:bodyPr wrap="square">
            <a:spAutoFit/>
          </a:bodyPr>
          <a:lstStyle/>
          <a:p>
            <a:pPr algn="ctr"/>
            <a:r>
              <a:rPr lang="es-ES" dirty="0">
                <a:solidFill>
                  <a:schemeClr val="accent1">
                    <a:lumMod val="50000"/>
                  </a:schemeClr>
                </a:solidFill>
                <a:ea typeface="Cambria Math" panose="02040503050406030204" pitchFamily="18" charset="0"/>
              </a:rPr>
              <a:t>Regla de la cadena</a:t>
            </a:r>
            <a:endParaRPr lang="es-ES" b="1" dirty="0">
              <a:solidFill>
                <a:schemeClr val="accent1">
                  <a:lumMod val="50000"/>
                </a:schemeClr>
              </a:solidFill>
              <a:ea typeface="Cambria Math" panose="02040503050406030204" pitchFamily="18" charset="0"/>
            </a:endParaRPr>
          </a:p>
        </p:txBody>
      </p:sp>
      <p:cxnSp>
        <p:nvCxnSpPr>
          <p:cNvPr id="29" name="Conector recto de flecha 28">
            <a:extLst>
              <a:ext uri="{FF2B5EF4-FFF2-40B4-BE49-F238E27FC236}">
                <a16:creationId xmlns:a16="http://schemas.microsoft.com/office/drawing/2014/main" id="{9592FC91-B048-D925-A7F9-42E15D17061B}"/>
              </a:ext>
            </a:extLst>
          </p:cNvPr>
          <p:cNvCxnSpPr/>
          <p:nvPr/>
        </p:nvCxnSpPr>
        <p:spPr>
          <a:xfrm flipV="1">
            <a:off x="2184744" y="5105911"/>
            <a:ext cx="55232" cy="509364"/>
          </a:xfrm>
          <a:prstGeom prst="straightConnector1">
            <a:avLst/>
          </a:prstGeom>
          <a:ln w="31750">
            <a:solidFill>
              <a:schemeClr val="accent5">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321019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5D7B7-A373-CE48-F65F-8C5C333E013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41D4332-1E47-465A-1A47-9C4424CD4060}"/>
                  </a:ext>
                </a:extLst>
              </p:cNvPr>
              <p:cNvSpPr txBox="1"/>
              <p:nvPr/>
            </p:nvSpPr>
            <p:spPr>
              <a:xfrm>
                <a:off x="217336" y="3226909"/>
                <a:ext cx="11672580" cy="821892"/>
              </a:xfrm>
              <a:prstGeom prst="rect">
                <a:avLst/>
              </a:prstGeom>
              <a:noFill/>
            </p:spPr>
            <p:txBody>
              <a:bodyPr wrap="square">
                <a:spAutoFit/>
              </a:bodyPr>
              <a:lstStyle/>
              <a:p>
                <a:pPr marL="342900" indent="-342900">
                  <a:buFont typeface="+mj-lt"/>
                  <a:buAutoNum type="arabicPeriod"/>
                </a:pPr>
                <a:r>
                  <a:rPr lang="es-ES" b="1" dirty="0">
                    <a:solidFill>
                      <a:schemeClr val="accent1">
                        <a:lumMod val="50000"/>
                      </a:schemeClr>
                    </a:solidFill>
                  </a:rPr>
                  <a:t>Empezamos por </a:t>
                </a:r>
                <a14:m>
                  <m:oMath xmlns:m="http://schemas.openxmlformats.org/officeDocument/2006/math">
                    <m:f>
                      <m:fPr>
                        <m:ctrlPr>
                          <a:rPr lang="es-ES" sz="2000"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sz="2000" i="1">
                            <a:solidFill>
                              <a:schemeClr val="accent1">
                                <a:lumMod val="50000"/>
                              </a:schemeClr>
                            </a:solidFill>
                            <a:latin typeface="Cambria Math" panose="02040503050406030204" pitchFamily="18" charset="0"/>
                            <a:ea typeface="Cambria Math" panose="02040503050406030204" pitchFamily="18" charset="0"/>
                          </a:rPr>
                          <m:t>𝜕</m:t>
                        </m:r>
                        <m:r>
                          <a:rPr lang="es-ES" sz="2000"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sz="2000" i="1">
                            <a:solidFill>
                              <a:schemeClr val="accent1">
                                <a:lumMod val="50000"/>
                              </a:schemeClr>
                            </a:solidFill>
                            <a:latin typeface="Cambria Math" panose="02040503050406030204" pitchFamily="18" charset="0"/>
                            <a:ea typeface="Cambria Math" panose="02040503050406030204" pitchFamily="18" charset="0"/>
                          </a:rPr>
                          <m:t>𝜕</m:t>
                        </m:r>
                        <m:sSup>
                          <m:sSupPr>
                            <m:ctrlPr>
                              <a:rPr lang="es-ES" sz="2000" i="1">
                                <a:solidFill>
                                  <a:schemeClr val="accent1">
                                    <a:lumMod val="50000"/>
                                  </a:schemeClr>
                                </a:solidFill>
                                <a:latin typeface="Cambria Math" panose="02040503050406030204" pitchFamily="18" charset="0"/>
                                <a:ea typeface="Cambria Math" panose="02040503050406030204" pitchFamily="18" charset="0"/>
                              </a:rPr>
                            </m:ctrlPr>
                          </m:sSupPr>
                          <m:e>
                            <m:r>
                              <a:rPr lang="es-ES" sz="2000"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sz="2000" i="1">
                                    <a:solidFill>
                                      <a:schemeClr val="accent1">
                                        <a:lumMod val="50000"/>
                                      </a:schemeClr>
                                    </a:solidFill>
                                    <a:latin typeface="Cambria Math" panose="02040503050406030204" pitchFamily="18" charset="0"/>
                                    <a:ea typeface="Cambria Math" panose="02040503050406030204" pitchFamily="18" charset="0"/>
                                  </a:rPr>
                                </m:ctrlPr>
                              </m:dPr>
                              <m:e>
                                <m:r>
                                  <a:rPr lang="es-ES" sz="2000" i="1">
                                    <a:solidFill>
                                      <a:schemeClr val="accent1">
                                        <a:lumMod val="50000"/>
                                      </a:schemeClr>
                                    </a:solidFill>
                                    <a:latin typeface="Cambria Math" panose="02040503050406030204" pitchFamily="18" charset="0"/>
                                    <a:ea typeface="Cambria Math" panose="02040503050406030204" pitchFamily="18" charset="0"/>
                                  </a:rPr>
                                  <m:t>𝐿</m:t>
                                </m:r>
                              </m:e>
                            </m:d>
                          </m:sup>
                        </m:sSup>
                      </m:den>
                    </m:f>
                  </m:oMath>
                </a14:m>
                <a:endParaRPr lang="es-ES" dirty="0"/>
              </a:p>
              <a:p>
                <a:pPr marL="285750" indent="-285750">
                  <a:buFont typeface="Arial" panose="020B0604020202020204" pitchFamily="34" charset="0"/>
                  <a:buChar char="•"/>
                </a:pPr>
                <a:endParaRPr lang="es-ES" dirty="0"/>
              </a:p>
            </p:txBody>
          </p:sp>
        </mc:Choice>
        <mc:Fallback xmlns="">
          <p:sp>
            <p:nvSpPr>
              <p:cNvPr id="8" name="CuadroTexto 7">
                <a:extLst>
                  <a:ext uri="{FF2B5EF4-FFF2-40B4-BE49-F238E27FC236}">
                    <a16:creationId xmlns:a16="http://schemas.microsoft.com/office/drawing/2014/main" id="{E41D4332-1E47-465A-1A47-9C4424CD4060}"/>
                  </a:ext>
                </a:extLst>
              </p:cNvPr>
              <p:cNvSpPr txBox="1">
                <a:spLocks noRot="1" noChangeAspect="1" noMove="1" noResize="1" noEditPoints="1" noAdjustHandles="1" noChangeArrowheads="1" noChangeShapeType="1" noTextEdit="1"/>
              </p:cNvSpPr>
              <p:nvPr/>
            </p:nvSpPr>
            <p:spPr>
              <a:xfrm>
                <a:off x="217336" y="3226909"/>
                <a:ext cx="11672580" cy="821892"/>
              </a:xfrm>
              <a:prstGeom prst="rect">
                <a:avLst/>
              </a:prstGeom>
              <a:blipFill>
                <a:blip r:embed="rId2"/>
                <a:stretch>
                  <a:fillRect l="-47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8886A5E0-E60E-2159-BFD0-099FA83458D5}"/>
                  </a:ext>
                </a:extLst>
              </p:cNvPr>
              <p:cNvSpPr txBox="1"/>
              <p:nvPr/>
            </p:nvSpPr>
            <p:spPr>
              <a:xfrm>
                <a:off x="962232" y="1897183"/>
                <a:ext cx="10182846" cy="1191545"/>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h</m:t>
                          </m:r>
                        </m:e>
                        <m:sub>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sub>
                      </m:sSub>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6">
                                  <a:lumMod val="50000"/>
                                </a:schemeClr>
                              </a:solidFill>
                              <a:latin typeface="Cambria Math" panose="02040503050406030204" pitchFamily="18" charset="0"/>
                              <a:ea typeface="Cambria Math" panose="02040503050406030204" pitchFamily="18" charset="0"/>
                            </a:rPr>
                            <m:t>𝑥</m:t>
                          </m:r>
                        </m:e>
                      </m:d>
                      <m:r>
                        <a:rPr lang="es-ES" b="0" i="1" smtClean="0">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m:t>
                              </m:r>
                            </m:e>
                          </m:d>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b="0" i="1" dirty="0">
                  <a:solidFill>
                    <a:schemeClr val="accent1">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𝐿</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2</m:t>
                                          </m:r>
                                        </m:e>
                                      </m:d>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6">
                                                  <a:lumMod val="50000"/>
                                                </a:schemeClr>
                                              </a:solidFill>
                                              <a:latin typeface="Cambria Math" panose="02040503050406030204" pitchFamily="18" charset="0"/>
                                              <a:ea typeface="Cambria Math" panose="02040503050406030204" pitchFamily="18" charset="0"/>
                                            </a:rPr>
                                            <m:t>𝑥</m:t>
                                          </m:r>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e>
                                      </m:d>
                                    </m:e>
                                  </m:d>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2</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e>
                              </m:d>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         </m:t>
                      </m:r>
                    </m:oMath>
                  </m:oMathPara>
                </a14:m>
                <a:endParaRPr lang="es-ES" dirty="0"/>
              </a:p>
            </p:txBody>
          </p:sp>
        </mc:Choice>
        <mc:Fallback xmlns="">
          <p:sp>
            <p:nvSpPr>
              <p:cNvPr id="6" name="CuadroTexto 5">
                <a:extLst>
                  <a:ext uri="{FF2B5EF4-FFF2-40B4-BE49-F238E27FC236}">
                    <a16:creationId xmlns:a16="http://schemas.microsoft.com/office/drawing/2014/main" id="{8886A5E0-E60E-2159-BFD0-099FA83458D5}"/>
                  </a:ext>
                </a:extLst>
              </p:cNvPr>
              <p:cNvSpPr txBox="1">
                <a:spLocks noRot="1" noChangeAspect="1" noMove="1" noResize="1" noEditPoints="1" noAdjustHandles="1" noChangeArrowheads="1" noChangeShapeType="1" noTextEdit="1"/>
              </p:cNvSpPr>
              <p:nvPr/>
            </p:nvSpPr>
            <p:spPr>
              <a:xfrm>
                <a:off x="962232" y="1897183"/>
                <a:ext cx="10182846" cy="1191545"/>
              </a:xfrm>
              <a:prstGeom prst="rect">
                <a:avLst/>
              </a:prstGeom>
              <a:blipFill>
                <a:blip r:embed="rId3"/>
                <a:stretch>
                  <a:fillRect/>
                </a:stretch>
              </a:blipFill>
            </p:spPr>
            <p:txBody>
              <a:bodyPr/>
              <a:lstStyle/>
              <a:p>
                <a:r>
                  <a:rPr lang="es-ES">
                    <a:noFill/>
                  </a:rPr>
                  <a:t> </a:t>
                </a:r>
              </a:p>
            </p:txBody>
          </p:sp>
        </mc:Fallback>
      </mc:AlternateContent>
      <p:sp>
        <p:nvSpPr>
          <p:cNvPr id="3" name="CuadroTexto 2">
            <a:extLst>
              <a:ext uri="{FF2B5EF4-FFF2-40B4-BE49-F238E27FC236}">
                <a16:creationId xmlns:a16="http://schemas.microsoft.com/office/drawing/2014/main" id="{7D5FB04E-0101-DBEE-6222-098350891DD0}"/>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54" name="CuadroTexto 53">
            <a:extLst>
              <a:ext uri="{FF2B5EF4-FFF2-40B4-BE49-F238E27FC236}">
                <a16:creationId xmlns:a16="http://schemas.microsoft.com/office/drawing/2014/main" id="{CCEA7817-43F1-8E3C-A541-67D12FEDC734}"/>
              </a:ext>
            </a:extLst>
          </p:cNvPr>
          <p:cNvSpPr txBox="1"/>
          <p:nvPr/>
        </p:nvSpPr>
        <p:spPr>
          <a:xfrm>
            <a:off x="227320" y="1250852"/>
            <a:ext cx="11672580" cy="646331"/>
          </a:xfrm>
          <a:prstGeom prst="rect">
            <a:avLst/>
          </a:prstGeom>
          <a:noFill/>
        </p:spPr>
        <p:txBody>
          <a:bodyPr wrap="square">
            <a:spAutoFit/>
          </a:bodyPr>
          <a:lstStyle/>
          <a:p>
            <a:r>
              <a:rPr lang="es-ES" dirty="0">
                <a:solidFill>
                  <a:schemeClr val="accent1">
                    <a:lumMod val="50000"/>
                  </a:schemeClr>
                </a:solidFill>
              </a:rPr>
              <a:t>Para calcular cada componente del vector gradiente aplicamos la regla de la cadena sobre la función de perdida. </a:t>
            </a:r>
          </a:p>
          <a:p>
            <a:r>
              <a:rPr lang="es-ES" dirty="0">
                <a:solidFill>
                  <a:schemeClr val="accent1">
                    <a:lumMod val="50000"/>
                  </a:schemeClr>
                </a:solidFill>
              </a:rPr>
              <a:t>Para ello tenemos en cuenta que: </a:t>
            </a:r>
            <a:endParaRPr lang="es-ES" dirty="0"/>
          </a:p>
        </p:txBody>
      </p:sp>
      <p:sp>
        <p:nvSpPr>
          <p:cNvPr id="25" name="CuadroTexto 24">
            <a:extLst>
              <a:ext uri="{FF2B5EF4-FFF2-40B4-BE49-F238E27FC236}">
                <a16:creationId xmlns:a16="http://schemas.microsoft.com/office/drawing/2014/main" id="{99375860-20FE-CFF1-CCA2-0ED93DC961F6}"/>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III)</a:t>
            </a:r>
            <a:r>
              <a:rPr lang="en-US" sz="2000" dirty="0">
                <a:solidFill>
                  <a:schemeClr val="accent1">
                    <a:lumMod val="50000"/>
                  </a:schemeClr>
                </a:solidFill>
              </a:rPr>
              <a:t>  </a:t>
            </a: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E15D1EC-7047-D491-7E5C-38473F02397C}"/>
                  </a:ext>
                </a:extLst>
              </p:cNvPr>
              <p:cNvSpPr txBox="1"/>
              <p:nvPr/>
            </p:nvSpPr>
            <p:spPr>
              <a:xfrm>
                <a:off x="1001695" y="3988403"/>
                <a:ext cx="8218516" cy="4105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1" i="1" smtClean="0">
                          <a:solidFill>
                            <a:schemeClr val="accent1">
                              <a:lumMod val="50000"/>
                            </a:schemeClr>
                          </a:solidFill>
                          <a:latin typeface="Cambria Math" panose="02040503050406030204" pitchFamily="18" charset="0"/>
                          <a:ea typeface="Cambria Math" panose="02040503050406030204" pitchFamily="18" charset="0"/>
                        </a:rPr>
                        <m:t>𝑱</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d>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𝑬</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6">
                                  <a:lumMod val="75000"/>
                                </a:schemeClr>
                              </a:solidFill>
                              <a:latin typeface="Cambria Math" panose="02040503050406030204" pitchFamily="18" charset="0"/>
                              <a:ea typeface="Cambria Math" panose="02040503050406030204" pitchFamily="18" charset="0"/>
                            </a:rPr>
                            <m:t>𝑦</m:t>
                          </m:r>
                          <m:r>
                            <a:rPr lang="es-ES" b="1"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e>
                      </m:d>
                      <m:r>
                        <a:rPr lang="es-ES" b="0" i="1" smtClean="0">
                          <a:solidFill>
                            <a:schemeClr val="accent5">
                              <a:lumMod val="50000"/>
                            </a:schemeClr>
                          </a:solidFill>
                          <a:latin typeface="Cambria Math" panose="02040503050406030204" pitchFamily="18" charset="0"/>
                          <a:ea typeface="Cambria Math" panose="02040503050406030204" pitchFamily="18" charset="0"/>
                        </a:rPr>
                        <m:t>;   </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e>
                      </m:d>
                      <m:r>
                        <a:rPr lang="es-ES" i="1">
                          <a:solidFill>
                            <a:schemeClr val="accent5">
                              <a:lumMod val="50000"/>
                            </a:schemeClr>
                          </a:solidFill>
                          <a:latin typeface="Cambria Math" panose="02040503050406030204" pitchFamily="18" charset="0"/>
                          <a:ea typeface="Cambria Math" panose="02040503050406030204" pitchFamily="18" charset="0"/>
                        </a:rPr>
                        <m:t>;</m:t>
                      </m:r>
                      <m:r>
                        <a:rPr lang="es-ES" b="0" i="1" smtClean="0">
                          <a:solidFill>
                            <a:schemeClr val="accent5">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oMath>
                  </m:oMathPara>
                </a14:m>
                <a:endParaRPr lang="es-ES" dirty="0"/>
              </a:p>
            </p:txBody>
          </p:sp>
        </mc:Choice>
        <mc:Fallback xmlns="">
          <p:sp>
            <p:nvSpPr>
              <p:cNvPr id="20" name="CuadroTexto 19">
                <a:extLst>
                  <a:ext uri="{FF2B5EF4-FFF2-40B4-BE49-F238E27FC236}">
                    <a16:creationId xmlns:a16="http://schemas.microsoft.com/office/drawing/2014/main" id="{2E15D1EC-7047-D491-7E5C-38473F02397C}"/>
                  </a:ext>
                </a:extLst>
              </p:cNvPr>
              <p:cNvSpPr txBox="1">
                <a:spLocks noRot="1" noChangeAspect="1" noMove="1" noResize="1" noEditPoints="1" noAdjustHandles="1" noChangeArrowheads="1" noChangeShapeType="1" noTextEdit="1"/>
              </p:cNvSpPr>
              <p:nvPr/>
            </p:nvSpPr>
            <p:spPr>
              <a:xfrm>
                <a:off x="1001695" y="3988403"/>
                <a:ext cx="8218516" cy="410562"/>
              </a:xfrm>
              <a:prstGeom prst="rect">
                <a:avLst/>
              </a:prstGeom>
              <a:blipFill>
                <a:blip r:embed="rId4"/>
                <a:stretch>
                  <a:fillRect b="-5882"/>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21" name="CuadroTexto 20">
                <a:extLst>
                  <a:ext uri="{FF2B5EF4-FFF2-40B4-BE49-F238E27FC236}">
                    <a16:creationId xmlns:a16="http://schemas.microsoft.com/office/drawing/2014/main" id="{DC1F7F6A-207E-126D-F655-B01321442095}"/>
                  </a:ext>
                </a:extLst>
              </p:cNvPr>
              <p:cNvSpPr txBox="1"/>
              <p:nvPr/>
            </p:nvSpPr>
            <p:spPr>
              <a:xfrm>
                <a:off x="996750" y="4575087"/>
                <a:ext cx="6819114" cy="70807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0" i="1" smtClean="0">
                                  <a:solidFill>
                                    <a:schemeClr val="accent5">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5">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5">
                                      <a:lumMod val="50000"/>
                                    </a:schemeClr>
                                  </a:solidFill>
                                  <a:latin typeface="Cambria Math" panose="02040503050406030204" pitchFamily="18" charset="0"/>
                                  <a:ea typeface="Cambria Math" panose="02040503050406030204" pitchFamily="18" charset="0"/>
                                </a:rPr>
                                <m:t>[</m:t>
                              </m:r>
                              <m:r>
                                <a:rPr lang="es-ES" b="0" i="1" smtClean="0">
                                  <a:solidFill>
                                    <a:schemeClr val="accent5">
                                      <a:lumMod val="50000"/>
                                    </a:schemeClr>
                                  </a:solidFill>
                                  <a:latin typeface="Cambria Math" panose="02040503050406030204" pitchFamily="18" charset="0"/>
                                  <a:ea typeface="Cambria Math" panose="02040503050406030204" pitchFamily="18" charset="0"/>
                                </a:rPr>
                                <m:t>𝐿</m:t>
                              </m:r>
                              <m:r>
                                <a:rPr lang="es-ES" b="0" i="1" smtClean="0">
                                  <a:solidFill>
                                    <a:schemeClr val="accent5">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5">
                                      <a:lumMod val="50000"/>
                                    </a:schemeClr>
                                  </a:solidFill>
                                  <a:latin typeface="Cambria Math" panose="02040503050406030204" pitchFamily="18" charset="0"/>
                                  <a:ea typeface="Cambria Math" panose="02040503050406030204" pitchFamily="18" charset="0"/>
                                </a:rPr>
                              </m:ctrlPr>
                            </m:sSupPr>
                            <m:e>
                              <m:r>
                                <a:rPr lang="es-ES" i="1">
                                  <a:solidFill>
                                    <a:schemeClr val="accent5">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5">
                                      <a:lumMod val="50000"/>
                                    </a:schemeClr>
                                  </a:solidFill>
                                  <a:latin typeface="Cambria Math" panose="02040503050406030204" pitchFamily="18" charset="0"/>
                                  <a:ea typeface="Cambria Math" panose="02040503050406030204" pitchFamily="18" charset="0"/>
                                </a:rPr>
                                <m:t>[</m:t>
                              </m:r>
                              <m:r>
                                <a:rPr lang="es-ES" i="1">
                                  <a:solidFill>
                                    <a:schemeClr val="accent5">
                                      <a:lumMod val="50000"/>
                                    </a:schemeClr>
                                  </a:solidFill>
                                  <a:latin typeface="Cambria Math" panose="02040503050406030204" pitchFamily="18" charset="0"/>
                                  <a:ea typeface="Cambria Math" panose="02040503050406030204" pitchFamily="18" charset="0"/>
                                </a:rPr>
                                <m:t>𝐿</m:t>
                              </m:r>
                              <m:r>
                                <a:rPr lang="es-ES" b="0" i="1" smtClean="0">
                                  <a:solidFill>
                                    <a:schemeClr val="accent5">
                                      <a:lumMod val="50000"/>
                                    </a:schemeClr>
                                  </a:solidFill>
                                  <a:latin typeface="Cambria Math" panose="02040503050406030204" pitchFamily="18" charset="0"/>
                                  <a:ea typeface="Cambria Math" panose="02040503050406030204" pitchFamily="18" charset="0"/>
                                </a:rPr>
                                <m:t>]</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i="1">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r>
                        <a:rPr lang="es-ES" b="0" i="1" smtClean="0">
                          <a:solidFill>
                            <a:schemeClr val="accent1">
                              <a:lumMod val="50000"/>
                            </a:schemeClr>
                          </a:solidFill>
                          <a:latin typeface="Cambria Math" panose="02040503050406030204" pitchFamily="18" charset="0"/>
                          <a:ea typeface="Cambria Math" panose="02040503050406030204" pitchFamily="18" charset="0"/>
                        </a:rPr>
                        <m:t> </m:t>
                      </m:r>
                    </m:oMath>
                  </m:oMathPara>
                </a14:m>
                <a:endParaRPr lang="es-ES" dirty="0"/>
              </a:p>
            </p:txBody>
          </p:sp>
        </mc:Choice>
        <mc:Fallback>
          <p:sp>
            <p:nvSpPr>
              <p:cNvPr id="21" name="CuadroTexto 20">
                <a:extLst>
                  <a:ext uri="{FF2B5EF4-FFF2-40B4-BE49-F238E27FC236}">
                    <a16:creationId xmlns:a16="http://schemas.microsoft.com/office/drawing/2014/main" id="{DC1F7F6A-207E-126D-F655-B01321442095}"/>
                  </a:ext>
                </a:extLst>
              </p:cNvPr>
              <p:cNvSpPr txBox="1">
                <a:spLocks noRot="1" noChangeAspect="1" noMove="1" noResize="1" noEditPoints="1" noAdjustHandles="1" noChangeArrowheads="1" noChangeShapeType="1" noTextEdit="1"/>
              </p:cNvSpPr>
              <p:nvPr/>
            </p:nvSpPr>
            <p:spPr>
              <a:xfrm>
                <a:off x="996750" y="4575087"/>
                <a:ext cx="6819114" cy="708079"/>
              </a:xfrm>
              <a:prstGeom prst="rect">
                <a:avLst/>
              </a:prstGeom>
              <a:blipFill>
                <a:blip r:embed="rId5"/>
                <a:stretch>
                  <a:fillRect/>
                </a:stretch>
              </a:blipFill>
            </p:spPr>
            <p:txBody>
              <a:bodyPr/>
              <a:lstStyle/>
              <a:p>
                <a:r>
                  <a:rPr lang="es-ES">
                    <a:noFill/>
                  </a:rPr>
                  <a:t> </a:t>
                </a:r>
              </a:p>
            </p:txBody>
          </p:sp>
        </mc:Fallback>
      </mc:AlternateContent>
      <p:sp>
        <p:nvSpPr>
          <p:cNvPr id="27" name="CuadroTexto 26">
            <a:extLst>
              <a:ext uri="{FF2B5EF4-FFF2-40B4-BE49-F238E27FC236}">
                <a16:creationId xmlns:a16="http://schemas.microsoft.com/office/drawing/2014/main" id="{C5243878-448B-A1BF-389D-94C24B07DB2F}"/>
              </a:ext>
            </a:extLst>
          </p:cNvPr>
          <p:cNvSpPr txBox="1"/>
          <p:nvPr/>
        </p:nvSpPr>
        <p:spPr>
          <a:xfrm>
            <a:off x="1162461" y="5672368"/>
            <a:ext cx="1227809" cy="646331"/>
          </a:xfrm>
          <a:prstGeom prst="rect">
            <a:avLst/>
          </a:prstGeom>
          <a:noFill/>
          <a:ln>
            <a:solidFill>
              <a:schemeClr val="tx2"/>
            </a:solidFill>
            <a:prstDash val="solid"/>
          </a:ln>
        </p:spPr>
        <p:txBody>
          <a:bodyPr wrap="square">
            <a:spAutoFit/>
          </a:bodyPr>
          <a:lstStyle/>
          <a:p>
            <a:pPr algn="ctr"/>
            <a:r>
              <a:rPr lang="es-ES" dirty="0">
                <a:solidFill>
                  <a:schemeClr val="accent1">
                    <a:lumMod val="50000"/>
                  </a:schemeClr>
                </a:solidFill>
                <a:ea typeface="Cambria Math" panose="02040503050406030204" pitchFamily="18" charset="0"/>
              </a:rPr>
              <a:t>Regla de la cadena</a:t>
            </a:r>
            <a:endParaRPr lang="es-ES" b="1" dirty="0">
              <a:solidFill>
                <a:schemeClr val="accent1">
                  <a:lumMod val="50000"/>
                </a:schemeClr>
              </a:solidFill>
              <a:ea typeface="Cambria Math" panose="02040503050406030204" pitchFamily="18" charset="0"/>
            </a:endParaRPr>
          </a:p>
        </p:txBody>
      </p:sp>
      <p:cxnSp>
        <p:nvCxnSpPr>
          <p:cNvPr id="29" name="Conector recto de flecha 28">
            <a:extLst>
              <a:ext uri="{FF2B5EF4-FFF2-40B4-BE49-F238E27FC236}">
                <a16:creationId xmlns:a16="http://schemas.microsoft.com/office/drawing/2014/main" id="{9592FC91-B048-D925-A7F9-42E15D17061B}"/>
              </a:ext>
            </a:extLst>
          </p:cNvPr>
          <p:cNvCxnSpPr/>
          <p:nvPr/>
        </p:nvCxnSpPr>
        <p:spPr>
          <a:xfrm flipV="1">
            <a:off x="2184744" y="5105911"/>
            <a:ext cx="55232" cy="509364"/>
          </a:xfrm>
          <a:prstGeom prst="straightConnector1">
            <a:avLst/>
          </a:prstGeom>
          <a:ln w="31750">
            <a:solidFill>
              <a:schemeClr val="accent5">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0" name="Rectángulo: esquinas redondeadas 29">
            <a:extLst>
              <a:ext uri="{FF2B5EF4-FFF2-40B4-BE49-F238E27FC236}">
                <a16:creationId xmlns:a16="http://schemas.microsoft.com/office/drawing/2014/main" id="{CA1F75F4-059C-5487-58FB-BB4234A1D0BB}"/>
              </a:ext>
            </a:extLst>
          </p:cNvPr>
          <p:cNvSpPr/>
          <p:nvPr/>
        </p:nvSpPr>
        <p:spPr>
          <a:xfrm>
            <a:off x="2390270" y="4565863"/>
            <a:ext cx="471949" cy="787482"/>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CuadroTexto 30">
            <a:extLst>
              <a:ext uri="{FF2B5EF4-FFF2-40B4-BE49-F238E27FC236}">
                <a16:creationId xmlns:a16="http://schemas.microsoft.com/office/drawing/2014/main" id="{9E4321C3-4F47-1B86-AD64-174D79D4F703}"/>
              </a:ext>
            </a:extLst>
          </p:cNvPr>
          <p:cNvSpPr txBox="1"/>
          <p:nvPr/>
        </p:nvSpPr>
        <p:spPr>
          <a:xfrm>
            <a:off x="3140609" y="6298656"/>
            <a:ext cx="1767621" cy="584775"/>
          </a:xfrm>
          <a:prstGeom prst="rect">
            <a:avLst/>
          </a:prstGeom>
          <a:noFill/>
        </p:spPr>
        <p:txBody>
          <a:bodyPr wrap="square">
            <a:spAutoFit/>
          </a:bodyPr>
          <a:lstStyle/>
          <a:p>
            <a:pPr algn="ctr"/>
            <a:r>
              <a:rPr lang="en-US" sz="1600" dirty="0" err="1">
                <a:solidFill>
                  <a:schemeClr val="accent1">
                    <a:lumMod val="50000"/>
                  </a:schemeClr>
                </a:solidFill>
              </a:rPr>
              <a:t>Depende</a:t>
            </a:r>
            <a:r>
              <a:rPr lang="en-US" sz="1600" dirty="0">
                <a:solidFill>
                  <a:schemeClr val="accent1">
                    <a:lumMod val="50000"/>
                  </a:schemeClr>
                </a:solidFill>
              </a:rPr>
              <a:t> de la </a:t>
            </a:r>
            <a:r>
              <a:rPr lang="en-US" sz="1600" dirty="0" err="1">
                <a:solidFill>
                  <a:schemeClr val="accent1">
                    <a:lumMod val="50000"/>
                  </a:schemeClr>
                </a:solidFill>
              </a:rPr>
              <a:t>función</a:t>
            </a:r>
            <a:r>
              <a:rPr lang="en-US" sz="1600" dirty="0">
                <a:solidFill>
                  <a:schemeClr val="accent1">
                    <a:lumMod val="50000"/>
                  </a:schemeClr>
                </a:solidFill>
              </a:rPr>
              <a:t> de </a:t>
            </a:r>
            <a:r>
              <a:rPr lang="en-US" sz="1600" dirty="0" err="1">
                <a:solidFill>
                  <a:schemeClr val="accent1">
                    <a:lumMod val="50000"/>
                  </a:schemeClr>
                </a:solidFill>
              </a:rPr>
              <a:t>pérdida</a:t>
            </a:r>
            <a:endParaRPr lang="es-ES" sz="1600" dirty="0"/>
          </a:p>
        </p:txBody>
      </p:sp>
      <p:sp>
        <p:nvSpPr>
          <p:cNvPr id="32" name="Forma libre: forma 31">
            <a:extLst>
              <a:ext uri="{FF2B5EF4-FFF2-40B4-BE49-F238E27FC236}">
                <a16:creationId xmlns:a16="http://schemas.microsoft.com/office/drawing/2014/main" id="{548299E1-29AC-9218-9265-324FDFDF34C9}"/>
              </a:ext>
            </a:extLst>
          </p:cNvPr>
          <p:cNvSpPr/>
          <p:nvPr/>
        </p:nvSpPr>
        <p:spPr>
          <a:xfrm flipH="1">
            <a:off x="2655739" y="5324202"/>
            <a:ext cx="615047" cy="1266842"/>
          </a:xfrm>
          <a:custGeom>
            <a:avLst/>
            <a:gdLst>
              <a:gd name="connsiteX0" fmla="*/ 471949 w 471949"/>
              <a:gd name="connsiteY0" fmla="*/ 0 h 405003"/>
              <a:gd name="connsiteX1" fmla="*/ 359861 w 471949"/>
              <a:gd name="connsiteY1" fmla="*/ 353961 h 405003"/>
              <a:gd name="connsiteX2" fmla="*/ 0 w 471949"/>
              <a:gd name="connsiteY2" fmla="*/ 395257 h 405003"/>
            </a:gdLst>
            <a:ahLst/>
            <a:cxnLst>
              <a:cxn ang="0">
                <a:pos x="connsiteX0" y="connsiteY0"/>
              </a:cxn>
              <a:cxn ang="0">
                <a:pos x="connsiteX1" y="connsiteY1"/>
              </a:cxn>
              <a:cxn ang="0">
                <a:pos x="connsiteX2" y="connsiteY2"/>
              </a:cxn>
            </a:cxnLst>
            <a:rect l="l" t="t" r="r" b="b"/>
            <a:pathLst>
              <a:path w="471949" h="405003">
                <a:moveTo>
                  <a:pt x="471949" y="0"/>
                </a:moveTo>
                <a:cubicBezTo>
                  <a:pt x="455234" y="144042"/>
                  <a:pt x="438519" y="288085"/>
                  <a:pt x="359861" y="353961"/>
                </a:cubicBezTo>
                <a:cubicBezTo>
                  <a:pt x="281203" y="419837"/>
                  <a:pt x="140601" y="407547"/>
                  <a:pt x="0" y="395257"/>
                </a:cubicBezTo>
              </a:path>
            </a:pathLst>
          </a:custGeom>
          <a:noFill/>
          <a:ln w="28575">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10461058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5D7B7-A373-CE48-F65F-8C5C333E013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41D4332-1E47-465A-1A47-9C4424CD4060}"/>
                  </a:ext>
                </a:extLst>
              </p:cNvPr>
              <p:cNvSpPr txBox="1"/>
              <p:nvPr/>
            </p:nvSpPr>
            <p:spPr>
              <a:xfrm>
                <a:off x="217336" y="3226909"/>
                <a:ext cx="11672580" cy="821892"/>
              </a:xfrm>
              <a:prstGeom prst="rect">
                <a:avLst/>
              </a:prstGeom>
              <a:noFill/>
            </p:spPr>
            <p:txBody>
              <a:bodyPr wrap="square">
                <a:spAutoFit/>
              </a:bodyPr>
              <a:lstStyle/>
              <a:p>
                <a:pPr marL="342900" indent="-342900">
                  <a:buFont typeface="+mj-lt"/>
                  <a:buAutoNum type="arabicPeriod"/>
                </a:pPr>
                <a:r>
                  <a:rPr lang="es-ES" b="1" dirty="0">
                    <a:solidFill>
                      <a:schemeClr val="accent1">
                        <a:lumMod val="50000"/>
                      </a:schemeClr>
                    </a:solidFill>
                  </a:rPr>
                  <a:t>Empezamos por </a:t>
                </a:r>
                <a14:m>
                  <m:oMath xmlns:m="http://schemas.openxmlformats.org/officeDocument/2006/math">
                    <m:f>
                      <m:fPr>
                        <m:ctrlPr>
                          <a:rPr lang="es-ES" sz="2000"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sz="2000" i="1">
                            <a:solidFill>
                              <a:schemeClr val="accent1">
                                <a:lumMod val="50000"/>
                              </a:schemeClr>
                            </a:solidFill>
                            <a:latin typeface="Cambria Math" panose="02040503050406030204" pitchFamily="18" charset="0"/>
                            <a:ea typeface="Cambria Math" panose="02040503050406030204" pitchFamily="18" charset="0"/>
                          </a:rPr>
                          <m:t>𝜕</m:t>
                        </m:r>
                        <m:r>
                          <a:rPr lang="es-ES" sz="2000"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sz="2000" i="1">
                            <a:solidFill>
                              <a:schemeClr val="accent1">
                                <a:lumMod val="50000"/>
                              </a:schemeClr>
                            </a:solidFill>
                            <a:latin typeface="Cambria Math" panose="02040503050406030204" pitchFamily="18" charset="0"/>
                            <a:ea typeface="Cambria Math" panose="02040503050406030204" pitchFamily="18" charset="0"/>
                          </a:rPr>
                          <m:t>𝜕</m:t>
                        </m:r>
                        <m:sSup>
                          <m:sSupPr>
                            <m:ctrlPr>
                              <a:rPr lang="es-ES" sz="2000" i="1">
                                <a:solidFill>
                                  <a:schemeClr val="accent1">
                                    <a:lumMod val="50000"/>
                                  </a:schemeClr>
                                </a:solidFill>
                                <a:latin typeface="Cambria Math" panose="02040503050406030204" pitchFamily="18" charset="0"/>
                                <a:ea typeface="Cambria Math" panose="02040503050406030204" pitchFamily="18" charset="0"/>
                              </a:rPr>
                            </m:ctrlPr>
                          </m:sSupPr>
                          <m:e>
                            <m:r>
                              <a:rPr lang="es-ES" sz="2000"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sz="2000" i="1">
                                    <a:solidFill>
                                      <a:schemeClr val="accent1">
                                        <a:lumMod val="50000"/>
                                      </a:schemeClr>
                                    </a:solidFill>
                                    <a:latin typeface="Cambria Math" panose="02040503050406030204" pitchFamily="18" charset="0"/>
                                    <a:ea typeface="Cambria Math" panose="02040503050406030204" pitchFamily="18" charset="0"/>
                                  </a:rPr>
                                </m:ctrlPr>
                              </m:dPr>
                              <m:e>
                                <m:r>
                                  <a:rPr lang="es-ES" sz="2000" i="1">
                                    <a:solidFill>
                                      <a:schemeClr val="accent1">
                                        <a:lumMod val="50000"/>
                                      </a:schemeClr>
                                    </a:solidFill>
                                    <a:latin typeface="Cambria Math" panose="02040503050406030204" pitchFamily="18" charset="0"/>
                                    <a:ea typeface="Cambria Math" panose="02040503050406030204" pitchFamily="18" charset="0"/>
                                  </a:rPr>
                                  <m:t>𝐿</m:t>
                                </m:r>
                              </m:e>
                            </m:d>
                          </m:sup>
                        </m:sSup>
                      </m:den>
                    </m:f>
                  </m:oMath>
                </a14:m>
                <a:endParaRPr lang="es-ES" dirty="0"/>
              </a:p>
              <a:p>
                <a:pPr marL="285750" indent="-285750">
                  <a:buFont typeface="Arial" panose="020B0604020202020204" pitchFamily="34" charset="0"/>
                  <a:buChar char="•"/>
                </a:pPr>
                <a:endParaRPr lang="es-ES" dirty="0"/>
              </a:p>
            </p:txBody>
          </p:sp>
        </mc:Choice>
        <mc:Fallback xmlns="">
          <p:sp>
            <p:nvSpPr>
              <p:cNvPr id="8" name="CuadroTexto 7">
                <a:extLst>
                  <a:ext uri="{FF2B5EF4-FFF2-40B4-BE49-F238E27FC236}">
                    <a16:creationId xmlns:a16="http://schemas.microsoft.com/office/drawing/2014/main" id="{E41D4332-1E47-465A-1A47-9C4424CD4060}"/>
                  </a:ext>
                </a:extLst>
              </p:cNvPr>
              <p:cNvSpPr txBox="1">
                <a:spLocks noRot="1" noChangeAspect="1" noMove="1" noResize="1" noEditPoints="1" noAdjustHandles="1" noChangeArrowheads="1" noChangeShapeType="1" noTextEdit="1"/>
              </p:cNvSpPr>
              <p:nvPr/>
            </p:nvSpPr>
            <p:spPr>
              <a:xfrm>
                <a:off x="217336" y="3226909"/>
                <a:ext cx="11672580" cy="821892"/>
              </a:xfrm>
              <a:prstGeom prst="rect">
                <a:avLst/>
              </a:prstGeom>
              <a:blipFill>
                <a:blip r:embed="rId2"/>
                <a:stretch>
                  <a:fillRect l="-47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8886A5E0-E60E-2159-BFD0-099FA83458D5}"/>
                  </a:ext>
                </a:extLst>
              </p:cNvPr>
              <p:cNvSpPr txBox="1"/>
              <p:nvPr/>
            </p:nvSpPr>
            <p:spPr>
              <a:xfrm>
                <a:off x="962232" y="1897183"/>
                <a:ext cx="10182846" cy="1191545"/>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h</m:t>
                          </m:r>
                        </m:e>
                        <m:sub>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sub>
                      </m:sSub>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6">
                                  <a:lumMod val="50000"/>
                                </a:schemeClr>
                              </a:solidFill>
                              <a:latin typeface="Cambria Math" panose="02040503050406030204" pitchFamily="18" charset="0"/>
                              <a:ea typeface="Cambria Math" panose="02040503050406030204" pitchFamily="18" charset="0"/>
                            </a:rPr>
                            <m:t>𝑥</m:t>
                          </m:r>
                        </m:e>
                      </m:d>
                      <m:r>
                        <a:rPr lang="es-ES" b="0" i="1" smtClean="0">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m:t>
                              </m:r>
                            </m:e>
                          </m:d>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b="0" i="1" dirty="0">
                  <a:solidFill>
                    <a:schemeClr val="accent1">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𝐿</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2</m:t>
                                          </m:r>
                                        </m:e>
                                      </m:d>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6">
                                                  <a:lumMod val="50000"/>
                                                </a:schemeClr>
                                              </a:solidFill>
                                              <a:latin typeface="Cambria Math" panose="02040503050406030204" pitchFamily="18" charset="0"/>
                                              <a:ea typeface="Cambria Math" panose="02040503050406030204" pitchFamily="18" charset="0"/>
                                            </a:rPr>
                                            <m:t>𝑥</m:t>
                                          </m:r>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e>
                                      </m:d>
                                    </m:e>
                                  </m:d>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2</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e>
                              </m:d>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         </m:t>
                      </m:r>
                    </m:oMath>
                  </m:oMathPara>
                </a14:m>
                <a:endParaRPr lang="es-ES" dirty="0"/>
              </a:p>
            </p:txBody>
          </p:sp>
        </mc:Choice>
        <mc:Fallback xmlns="">
          <p:sp>
            <p:nvSpPr>
              <p:cNvPr id="6" name="CuadroTexto 5">
                <a:extLst>
                  <a:ext uri="{FF2B5EF4-FFF2-40B4-BE49-F238E27FC236}">
                    <a16:creationId xmlns:a16="http://schemas.microsoft.com/office/drawing/2014/main" id="{8886A5E0-E60E-2159-BFD0-099FA83458D5}"/>
                  </a:ext>
                </a:extLst>
              </p:cNvPr>
              <p:cNvSpPr txBox="1">
                <a:spLocks noRot="1" noChangeAspect="1" noMove="1" noResize="1" noEditPoints="1" noAdjustHandles="1" noChangeArrowheads="1" noChangeShapeType="1" noTextEdit="1"/>
              </p:cNvSpPr>
              <p:nvPr/>
            </p:nvSpPr>
            <p:spPr>
              <a:xfrm>
                <a:off x="962232" y="1897183"/>
                <a:ext cx="10182846" cy="1191545"/>
              </a:xfrm>
              <a:prstGeom prst="rect">
                <a:avLst/>
              </a:prstGeom>
              <a:blipFill>
                <a:blip r:embed="rId3"/>
                <a:stretch>
                  <a:fillRect/>
                </a:stretch>
              </a:blipFill>
            </p:spPr>
            <p:txBody>
              <a:bodyPr/>
              <a:lstStyle/>
              <a:p>
                <a:r>
                  <a:rPr lang="es-ES">
                    <a:noFill/>
                  </a:rPr>
                  <a:t> </a:t>
                </a:r>
              </a:p>
            </p:txBody>
          </p:sp>
        </mc:Fallback>
      </mc:AlternateContent>
      <p:sp>
        <p:nvSpPr>
          <p:cNvPr id="3" name="CuadroTexto 2">
            <a:extLst>
              <a:ext uri="{FF2B5EF4-FFF2-40B4-BE49-F238E27FC236}">
                <a16:creationId xmlns:a16="http://schemas.microsoft.com/office/drawing/2014/main" id="{7D5FB04E-0101-DBEE-6222-098350891DD0}"/>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54" name="CuadroTexto 53">
            <a:extLst>
              <a:ext uri="{FF2B5EF4-FFF2-40B4-BE49-F238E27FC236}">
                <a16:creationId xmlns:a16="http://schemas.microsoft.com/office/drawing/2014/main" id="{CCEA7817-43F1-8E3C-A541-67D12FEDC734}"/>
              </a:ext>
            </a:extLst>
          </p:cNvPr>
          <p:cNvSpPr txBox="1"/>
          <p:nvPr/>
        </p:nvSpPr>
        <p:spPr>
          <a:xfrm>
            <a:off x="227320" y="1250852"/>
            <a:ext cx="11672580" cy="646331"/>
          </a:xfrm>
          <a:prstGeom prst="rect">
            <a:avLst/>
          </a:prstGeom>
          <a:noFill/>
        </p:spPr>
        <p:txBody>
          <a:bodyPr wrap="square">
            <a:spAutoFit/>
          </a:bodyPr>
          <a:lstStyle/>
          <a:p>
            <a:r>
              <a:rPr lang="es-ES" dirty="0">
                <a:solidFill>
                  <a:schemeClr val="accent1">
                    <a:lumMod val="50000"/>
                  </a:schemeClr>
                </a:solidFill>
              </a:rPr>
              <a:t>Para calcular cada componente del vector gradiente aplicamos la regla de la cadena sobre la función de perdida. </a:t>
            </a:r>
          </a:p>
          <a:p>
            <a:r>
              <a:rPr lang="es-ES" dirty="0">
                <a:solidFill>
                  <a:schemeClr val="accent1">
                    <a:lumMod val="50000"/>
                  </a:schemeClr>
                </a:solidFill>
              </a:rPr>
              <a:t>Para ello tenemos en cuenta que: </a:t>
            </a:r>
            <a:endParaRPr lang="es-ES" dirty="0"/>
          </a:p>
        </p:txBody>
      </p:sp>
      <p:sp>
        <p:nvSpPr>
          <p:cNvPr id="25" name="CuadroTexto 24">
            <a:extLst>
              <a:ext uri="{FF2B5EF4-FFF2-40B4-BE49-F238E27FC236}">
                <a16:creationId xmlns:a16="http://schemas.microsoft.com/office/drawing/2014/main" id="{99375860-20FE-CFF1-CCA2-0ED93DC961F6}"/>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III)</a:t>
            </a:r>
            <a:r>
              <a:rPr lang="en-US" sz="2000" dirty="0">
                <a:solidFill>
                  <a:schemeClr val="accent1">
                    <a:lumMod val="50000"/>
                  </a:schemeClr>
                </a:solidFill>
              </a:rPr>
              <a:t>  </a:t>
            </a: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E15D1EC-7047-D491-7E5C-38473F02397C}"/>
                  </a:ext>
                </a:extLst>
              </p:cNvPr>
              <p:cNvSpPr txBox="1"/>
              <p:nvPr/>
            </p:nvSpPr>
            <p:spPr>
              <a:xfrm>
                <a:off x="1001695" y="3988403"/>
                <a:ext cx="8218516" cy="4105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1" i="1" smtClean="0">
                          <a:solidFill>
                            <a:schemeClr val="accent1">
                              <a:lumMod val="50000"/>
                            </a:schemeClr>
                          </a:solidFill>
                          <a:latin typeface="Cambria Math" panose="02040503050406030204" pitchFamily="18" charset="0"/>
                          <a:ea typeface="Cambria Math" panose="02040503050406030204" pitchFamily="18" charset="0"/>
                        </a:rPr>
                        <m:t>𝑱</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d>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𝑬</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6">
                                  <a:lumMod val="75000"/>
                                </a:schemeClr>
                              </a:solidFill>
                              <a:latin typeface="Cambria Math" panose="02040503050406030204" pitchFamily="18" charset="0"/>
                              <a:ea typeface="Cambria Math" panose="02040503050406030204" pitchFamily="18" charset="0"/>
                            </a:rPr>
                            <m:t>𝑦</m:t>
                          </m:r>
                          <m:r>
                            <a:rPr lang="es-ES" b="1"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e>
                      </m:d>
                      <m:r>
                        <a:rPr lang="es-ES" b="0" i="1" smtClean="0">
                          <a:solidFill>
                            <a:schemeClr val="accent5">
                              <a:lumMod val="50000"/>
                            </a:schemeClr>
                          </a:solidFill>
                          <a:latin typeface="Cambria Math" panose="02040503050406030204" pitchFamily="18" charset="0"/>
                          <a:ea typeface="Cambria Math" panose="02040503050406030204" pitchFamily="18" charset="0"/>
                        </a:rPr>
                        <m:t>;   </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e>
                      </m:d>
                      <m:r>
                        <a:rPr lang="es-ES" i="1">
                          <a:solidFill>
                            <a:schemeClr val="accent5">
                              <a:lumMod val="50000"/>
                            </a:schemeClr>
                          </a:solidFill>
                          <a:latin typeface="Cambria Math" panose="02040503050406030204" pitchFamily="18" charset="0"/>
                          <a:ea typeface="Cambria Math" panose="02040503050406030204" pitchFamily="18" charset="0"/>
                        </a:rPr>
                        <m:t>;</m:t>
                      </m:r>
                      <m:r>
                        <a:rPr lang="es-ES" b="0" i="1" smtClean="0">
                          <a:solidFill>
                            <a:schemeClr val="accent5">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oMath>
                  </m:oMathPara>
                </a14:m>
                <a:endParaRPr lang="es-ES" dirty="0"/>
              </a:p>
            </p:txBody>
          </p:sp>
        </mc:Choice>
        <mc:Fallback xmlns="">
          <p:sp>
            <p:nvSpPr>
              <p:cNvPr id="20" name="CuadroTexto 19">
                <a:extLst>
                  <a:ext uri="{FF2B5EF4-FFF2-40B4-BE49-F238E27FC236}">
                    <a16:creationId xmlns:a16="http://schemas.microsoft.com/office/drawing/2014/main" id="{2E15D1EC-7047-D491-7E5C-38473F02397C}"/>
                  </a:ext>
                </a:extLst>
              </p:cNvPr>
              <p:cNvSpPr txBox="1">
                <a:spLocks noRot="1" noChangeAspect="1" noMove="1" noResize="1" noEditPoints="1" noAdjustHandles="1" noChangeArrowheads="1" noChangeShapeType="1" noTextEdit="1"/>
              </p:cNvSpPr>
              <p:nvPr/>
            </p:nvSpPr>
            <p:spPr>
              <a:xfrm>
                <a:off x="1001695" y="3988403"/>
                <a:ext cx="8218516" cy="410562"/>
              </a:xfrm>
              <a:prstGeom prst="rect">
                <a:avLst/>
              </a:prstGeom>
              <a:blipFill>
                <a:blip r:embed="rId4"/>
                <a:stretch>
                  <a:fillRect b="-5882"/>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21" name="CuadroTexto 20">
                <a:extLst>
                  <a:ext uri="{FF2B5EF4-FFF2-40B4-BE49-F238E27FC236}">
                    <a16:creationId xmlns:a16="http://schemas.microsoft.com/office/drawing/2014/main" id="{DC1F7F6A-207E-126D-F655-B01321442095}"/>
                  </a:ext>
                </a:extLst>
              </p:cNvPr>
              <p:cNvSpPr txBox="1"/>
              <p:nvPr/>
            </p:nvSpPr>
            <p:spPr>
              <a:xfrm>
                <a:off x="996750" y="4575087"/>
                <a:ext cx="6819114" cy="70807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0" i="1" smtClean="0">
                                  <a:solidFill>
                                    <a:schemeClr val="accent5">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5">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5">
                                      <a:lumMod val="50000"/>
                                    </a:schemeClr>
                                  </a:solidFill>
                                  <a:latin typeface="Cambria Math" panose="02040503050406030204" pitchFamily="18" charset="0"/>
                                  <a:ea typeface="Cambria Math" panose="02040503050406030204" pitchFamily="18" charset="0"/>
                                </a:rPr>
                                <m:t>[</m:t>
                              </m:r>
                              <m:r>
                                <a:rPr lang="es-ES" b="0" i="1" smtClean="0">
                                  <a:solidFill>
                                    <a:schemeClr val="accent5">
                                      <a:lumMod val="50000"/>
                                    </a:schemeClr>
                                  </a:solidFill>
                                  <a:latin typeface="Cambria Math" panose="02040503050406030204" pitchFamily="18" charset="0"/>
                                  <a:ea typeface="Cambria Math" panose="02040503050406030204" pitchFamily="18" charset="0"/>
                                </a:rPr>
                                <m:t>𝐿</m:t>
                              </m:r>
                              <m:r>
                                <a:rPr lang="es-ES" b="0" i="1" smtClean="0">
                                  <a:solidFill>
                                    <a:schemeClr val="accent5">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5">
                                      <a:lumMod val="50000"/>
                                    </a:schemeClr>
                                  </a:solidFill>
                                  <a:latin typeface="Cambria Math" panose="02040503050406030204" pitchFamily="18" charset="0"/>
                                  <a:ea typeface="Cambria Math" panose="02040503050406030204" pitchFamily="18" charset="0"/>
                                </a:rPr>
                              </m:ctrlPr>
                            </m:sSupPr>
                            <m:e>
                              <m:r>
                                <a:rPr lang="es-ES" i="1">
                                  <a:solidFill>
                                    <a:schemeClr val="accent5">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5">
                                      <a:lumMod val="50000"/>
                                    </a:schemeClr>
                                  </a:solidFill>
                                  <a:latin typeface="Cambria Math" panose="02040503050406030204" pitchFamily="18" charset="0"/>
                                  <a:ea typeface="Cambria Math" panose="02040503050406030204" pitchFamily="18" charset="0"/>
                                </a:rPr>
                                <m:t>[</m:t>
                              </m:r>
                              <m:r>
                                <a:rPr lang="es-ES" i="1">
                                  <a:solidFill>
                                    <a:schemeClr val="accent5">
                                      <a:lumMod val="50000"/>
                                    </a:schemeClr>
                                  </a:solidFill>
                                  <a:latin typeface="Cambria Math" panose="02040503050406030204" pitchFamily="18" charset="0"/>
                                  <a:ea typeface="Cambria Math" panose="02040503050406030204" pitchFamily="18" charset="0"/>
                                </a:rPr>
                                <m:t>𝐿</m:t>
                              </m:r>
                              <m:r>
                                <a:rPr lang="es-ES" b="0" i="1" smtClean="0">
                                  <a:solidFill>
                                    <a:schemeClr val="accent5">
                                      <a:lumMod val="50000"/>
                                    </a:schemeClr>
                                  </a:solidFill>
                                  <a:latin typeface="Cambria Math" panose="02040503050406030204" pitchFamily="18" charset="0"/>
                                  <a:ea typeface="Cambria Math" panose="02040503050406030204" pitchFamily="18" charset="0"/>
                                </a:rPr>
                                <m:t>]</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i="1">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d>
                      <m:r>
                        <a:rPr lang="es-ES" b="0" i="1">
                          <a:solidFill>
                            <a:schemeClr val="accent1">
                              <a:lumMod val="50000"/>
                            </a:schemeClr>
                          </a:solidFill>
                          <a:latin typeface="Cambria Math" panose="02040503050406030204" pitchFamily="18" charset="0"/>
                          <a:ea typeface="Cambria Math" panose="02040503050406030204" pitchFamily="18" charset="0"/>
                        </a:rPr>
                        <m:t> </m:t>
                      </m:r>
                      <m:r>
                        <a:rPr lang="es-ES" b="0" i="1" smtClean="0">
                          <a:solidFill>
                            <a:schemeClr val="accent1">
                              <a:lumMod val="50000"/>
                            </a:schemeClr>
                          </a:solidFill>
                          <a:latin typeface="Cambria Math" panose="02040503050406030204" pitchFamily="18" charset="0"/>
                          <a:ea typeface="Cambria Math" panose="02040503050406030204" pitchFamily="18" charset="0"/>
                        </a:rPr>
                        <m:t>               </m:t>
                      </m:r>
                    </m:oMath>
                  </m:oMathPara>
                </a14:m>
                <a:endParaRPr lang="es-ES" dirty="0"/>
              </a:p>
            </p:txBody>
          </p:sp>
        </mc:Choice>
        <mc:Fallback>
          <p:sp>
            <p:nvSpPr>
              <p:cNvPr id="21" name="CuadroTexto 20">
                <a:extLst>
                  <a:ext uri="{FF2B5EF4-FFF2-40B4-BE49-F238E27FC236}">
                    <a16:creationId xmlns:a16="http://schemas.microsoft.com/office/drawing/2014/main" id="{DC1F7F6A-207E-126D-F655-B01321442095}"/>
                  </a:ext>
                </a:extLst>
              </p:cNvPr>
              <p:cNvSpPr txBox="1">
                <a:spLocks noRot="1" noChangeAspect="1" noMove="1" noResize="1" noEditPoints="1" noAdjustHandles="1" noChangeArrowheads="1" noChangeShapeType="1" noTextEdit="1"/>
              </p:cNvSpPr>
              <p:nvPr/>
            </p:nvSpPr>
            <p:spPr>
              <a:xfrm>
                <a:off x="996750" y="4575087"/>
                <a:ext cx="6819114" cy="708079"/>
              </a:xfrm>
              <a:prstGeom prst="rect">
                <a:avLst/>
              </a:prstGeom>
              <a:blipFill>
                <a:blip r:embed="rId5"/>
                <a:stretch>
                  <a:fillRect/>
                </a:stretch>
              </a:blipFill>
            </p:spPr>
            <p:txBody>
              <a:bodyPr/>
              <a:lstStyle/>
              <a:p>
                <a:r>
                  <a:rPr lang="es-ES">
                    <a:noFill/>
                  </a:rPr>
                  <a:t> </a:t>
                </a:r>
              </a:p>
            </p:txBody>
          </p:sp>
        </mc:Fallback>
      </mc:AlternateContent>
      <p:sp>
        <p:nvSpPr>
          <p:cNvPr id="27" name="CuadroTexto 26">
            <a:extLst>
              <a:ext uri="{FF2B5EF4-FFF2-40B4-BE49-F238E27FC236}">
                <a16:creationId xmlns:a16="http://schemas.microsoft.com/office/drawing/2014/main" id="{C5243878-448B-A1BF-389D-94C24B07DB2F}"/>
              </a:ext>
            </a:extLst>
          </p:cNvPr>
          <p:cNvSpPr txBox="1"/>
          <p:nvPr/>
        </p:nvSpPr>
        <p:spPr>
          <a:xfrm>
            <a:off x="1162461" y="5672368"/>
            <a:ext cx="1227809" cy="646331"/>
          </a:xfrm>
          <a:prstGeom prst="rect">
            <a:avLst/>
          </a:prstGeom>
          <a:noFill/>
          <a:ln>
            <a:solidFill>
              <a:schemeClr val="tx2"/>
            </a:solidFill>
            <a:prstDash val="solid"/>
          </a:ln>
        </p:spPr>
        <p:txBody>
          <a:bodyPr wrap="square">
            <a:spAutoFit/>
          </a:bodyPr>
          <a:lstStyle/>
          <a:p>
            <a:pPr algn="ctr"/>
            <a:r>
              <a:rPr lang="es-ES" dirty="0">
                <a:solidFill>
                  <a:schemeClr val="accent1">
                    <a:lumMod val="50000"/>
                  </a:schemeClr>
                </a:solidFill>
                <a:ea typeface="Cambria Math" panose="02040503050406030204" pitchFamily="18" charset="0"/>
              </a:rPr>
              <a:t>Regla de la cadena</a:t>
            </a:r>
            <a:endParaRPr lang="es-ES" b="1" dirty="0">
              <a:solidFill>
                <a:schemeClr val="accent1">
                  <a:lumMod val="50000"/>
                </a:schemeClr>
              </a:solidFill>
              <a:ea typeface="Cambria Math" panose="02040503050406030204" pitchFamily="18" charset="0"/>
            </a:endParaRPr>
          </a:p>
        </p:txBody>
      </p:sp>
      <p:cxnSp>
        <p:nvCxnSpPr>
          <p:cNvPr id="29" name="Conector recto de flecha 28">
            <a:extLst>
              <a:ext uri="{FF2B5EF4-FFF2-40B4-BE49-F238E27FC236}">
                <a16:creationId xmlns:a16="http://schemas.microsoft.com/office/drawing/2014/main" id="{9592FC91-B048-D925-A7F9-42E15D17061B}"/>
              </a:ext>
            </a:extLst>
          </p:cNvPr>
          <p:cNvCxnSpPr/>
          <p:nvPr/>
        </p:nvCxnSpPr>
        <p:spPr>
          <a:xfrm flipV="1">
            <a:off x="2184744" y="5105911"/>
            <a:ext cx="55232" cy="509364"/>
          </a:xfrm>
          <a:prstGeom prst="straightConnector1">
            <a:avLst/>
          </a:prstGeom>
          <a:ln w="31750">
            <a:solidFill>
              <a:schemeClr val="accent5">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0" name="Rectángulo: esquinas redondeadas 29">
            <a:extLst>
              <a:ext uri="{FF2B5EF4-FFF2-40B4-BE49-F238E27FC236}">
                <a16:creationId xmlns:a16="http://schemas.microsoft.com/office/drawing/2014/main" id="{CA1F75F4-059C-5487-58FB-BB4234A1D0BB}"/>
              </a:ext>
            </a:extLst>
          </p:cNvPr>
          <p:cNvSpPr/>
          <p:nvPr/>
        </p:nvSpPr>
        <p:spPr>
          <a:xfrm>
            <a:off x="2390270" y="4565863"/>
            <a:ext cx="471949" cy="787482"/>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CuadroTexto 30">
            <a:extLst>
              <a:ext uri="{FF2B5EF4-FFF2-40B4-BE49-F238E27FC236}">
                <a16:creationId xmlns:a16="http://schemas.microsoft.com/office/drawing/2014/main" id="{9E4321C3-4F47-1B86-AD64-174D79D4F703}"/>
              </a:ext>
            </a:extLst>
          </p:cNvPr>
          <p:cNvSpPr txBox="1"/>
          <p:nvPr/>
        </p:nvSpPr>
        <p:spPr>
          <a:xfrm>
            <a:off x="3140609" y="6298656"/>
            <a:ext cx="1767621" cy="584775"/>
          </a:xfrm>
          <a:prstGeom prst="rect">
            <a:avLst/>
          </a:prstGeom>
          <a:noFill/>
        </p:spPr>
        <p:txBody>
          <a:bodyPr wrap="square">
            <a:spAutoFit/>
          </a:bodyPr>
          <a:lstStyle/>
          <a:p>
            <a:pPr algn="ctr"/>
            <a:r>
              <a:rPr lang="en-US" sz="1600" dirty="0" err="1">
                <a:solidFill>
                  <a:schemeClr val="accent1">
                    <a:lumMod val="50000"/>
                  </a:schemeClr>
                </a:solidFill>
              </a:rPr>
              <a:t>Depende</a:t>
            </a:r>
            <a:r>
              <a:rPr lang="en-US" sz="1600" dirty="0">
                <a:solidFill>
                  <a:schemeClr val="accent1">
                    <a:lumMod val="50000"/>
                  </a:schemeClr>
                </a:solidFill>
              </a:rPr>
              <a:t> de la </a:t>
            </a:r>
            <a:r>
              <a:rPr lang="en-US" sz="1600" dirty="0" err="1">
                <a:solidFill>
                  <a:schemeClr val="accent1">
                    <a:lumMod val="50000"/>
                  </a:schemeClr>
                </a:solidFill>
              </a:rPr>
              <a:t>función</a:t>
            </a:r>
            <a:r>
              <a:rPr lang="en-US" sz="1600" dirty="0">
                <a:solidFill>
                  <a:schemeClr val="accent1">
                    <a:lumMod val="50000"/>
                  </a:schemeClr>
                </a:solidFill>
              </a:rPr>
              <a:t> de </a:t>
            </a:r>
            <a:r>
              <a:rPr lang="en-US" sz="1600" dirty="0" err="1">
                <a:solidFill>
                  <a:schemeClr val="accent1">
                    <a:lumMod val="50000"/>
                  </a:schemeClr>
                </a:solidFill>
              </a:rPr>
              <a:t>pérdida</a:t>
            </a:r>
            <a:endParaRPr lang="es-ES" sz="1600" dirty="0"/>
          </a:p>
        </p:txBody>
      </p:sp>
      <p:sp>
        <p:nvSpPr>
          <p:cNvPr id="32" name="Forma libre: forma 31">
            <a:extLst>
              <a:ext uri="{FF2B5EF4-FFF2-40B4-BE49-F238E27FC236}">
                <a16:creationId xmlns:a16="http://schemas.microsoft.com/office/drawing/2014/main" id="{548299E1-29AC-9218-9265-324FDFDF34C9}"/>
              </a:ext>
            </a:extLst>
          </p:cNvPr>
          <p:cNvSpPr/>
          <p:nvPr/>
        </p:nvSpPr>
        <p:spPr>
          <a:xfrm flipH="1">
            <a:off x="2655739" y="5324202"/>
            <a:ext cx="615047" cy="1266842"/>
          </a:xfrm>
          <a:custGeom>
            <a:avLst/>
            <a:gdLst>
              <a:gd name="connsiteX0" fmla="*/ 471949 w 471949"/>
              <a:gd name="connsiteY0" fmla="*/ 0 h 405003"/>
              <a:gd name="connsiteX1" fmla="*/ 359861 w 471949"/>
              <a:gd name="connsiteY1" fmla="*/ 353961 h 405003"/>
              <a:gd name="connsiteX2" fmla="*/ 0 w 471949"/>
              <a:gd name="connsiteY2" fmla="*/ 395257 h 405003"/>
            </a:gdLst>
            <a:ahLst/>
            <a:cxnLst>
              <a:cxn ang="0">
                <a:pos x="connsiteX0" y="connsiteY0"/>
              </a:cxn>
              <a:cxn ang="0">
                <a:pos x="connsiteX1" y="connsiteY1"/>
              </a:cxn>
              <a:cxn ang="0">
                <a:pos x="connsiteX2" y="connsiteY2"/>
              </a:cxn>
            </a:cxnLst>
            <a:rect l="l" t="t" r="r" b="b"/>
            <a:pathLst>
              <a:path w="471949" h="405003">
                <a:moveTo>
                  <a:pt x="471949" y="0"/>
                </a:moveTo>
                <a:cubicBezTo>
                  <a:pt x="455234" y="144042"/>
                  <a:pt x="438519" y="288085"/>
                  <a:pt x="359861" y="353961"/>
                </a:cubicBezTo>
                <a:cubicBezTo>
                  <a:pt x="281203" y="419837"/>
                  <a:pt x="140601" y="407547"/>
                  <a:pt x="0" y="395257"/>
                </a:cubicBezTo>
              </a:path>
            </a:pathLst>
          </a:custGeom>
          <a:noFill/>
          <a:ln w="28575">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 name="Rectángulo: esquinas redondeadas 32">
            <a:extLst>
              <a:ext uri="{FF2B5EF4-FFF2-40B4-BE49-F238E27FC236}">
                <a16:creationId xmlns:a16="http://schemas.microsoft.com/office/drawing/2014/main" id="{FED6984D-7ABE-A9BC-DCAF-2B9297CBBA77}"/>
              </a:ext>
            </a:extLst>
          </p:cNvPr>
          <p:cNvSpPr/>
          <p:nvPr/>
        </p:nvSpPr>
        <p:spPr>
          <a:xfrm>
            <a:off x="2986295" y="4565863"/>
            <a:ext cx="568985" cy="787482"/>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Forma libre: forma 33">
            <a:extLst>
              <a:ext uri="{FF2B5EF4-FFF2-40B4-BE49-F238E27FC236}">
                <a16:creationId xmlns:a16="http://schemas.microsoft.com/office/drawing/2014/main" id="{10A08520-1972-3C62-4652-3F5B71734A77}"/>
              </a:ext>
            </a:extLst>
          </p:cNvPr>
          <p:cNvSpPr/>
          <p:nvPr/>
        </p:nvSpPr>
        <p:spPr>
          <a:xfrm flipH="1">
            <a:off x="3225217" y="5321848"/>
            <a:ext cx="1226682" cy="787482"/>
          </a:xfrm>
          <a:custGeom>
            <a:avLst/>
            <a:gdLst>
              <a:gd name="connsiteX0" fmla="*/ 471949 w 471949"/>
              <a:gd name="connsiteY0" fmla="*/ 0 h 405003"/>
              <a:gd name="connsiteX1" fmla="*/ 359861 w 471949"/>
              <a:gd name="connsiteY1" fmla="*/ 353961 h 405003"/>
              <a:gd name="connsiteX2" fmla="*/ 0 w 471949"/>
              <a:gd name="connsiteY2" fmla="*/ 395257 h 405003"/>
            </a:gdLst>
            <a:ahLst/>
            <a:cxnLst>
              <a:cxn ang="0">
                <a:pos x="connsiteX0" y="connsiteY0"/>
              </a:cxn>
              <a:cxn ang="0">
                <a:pos x="connsiteX1" y="connsiteY1"/>
              </a:cxn>
              <a:cxn ang="0">
                <a:pos x="connsiteX2" y="connsiteY2"/>
              </a:cxn>
            </a:cxnLst>
            <a:rect l="l" t="t" r="r" b="b"/>
            <a:pathLst>
              <a:path w="471949" h="405003">
                <a:moveTo>
                  <a:pt x="471949" y="0"/>
                </a:moveTo>
                <a:cubicBezTo>
                  <a:pt x="455234" y="144042"/>
                  <a:pt x="438519" y="288085"/>
                  <a:pt x="359861" y="353961"/>
                </a:cubicBezTo>
                <a:cubicBezTo>
                  <a:pt x="281203" y="419837"/>
                  <a:pt x="140601" y="407547"/>
                  <a:pt x="0" y="395257"/>
                </a:cubicBezTo>
              </a:path>
            </a:pathLst>
          </a:custGeom>
          <a:noFill/>
          <a:ln w="28575">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602B5EE2-BD33-29FA-3DF5-78222D8D6068}"/>
                  </a:ext>
                </a:extLst>
              </p:cNvPr>
              <p:cNvSpPr txBox="1"/>
              <p:nvPr/>
            </p:nvSpPr>
            <p:spPr>
              <a:xfrm>
                <a:off x="3863172" y="5721854"/>
                <a:ext cx="3501368" cy="616515"/>
              </a:xfrm>
              <a:prstGeom prst="rect">
                <a:avLst/>
              </a:prstGeom>
              <a:noFill/>
            </p:spPr>
            <p:txBody>
              <a:bodyPr wrap="square">
                <a:spAutoFit/>
              </a:bodyPr>
              <a:lstStyle/>
              <a:p>
                <a:pPr algn="ctr"/>
                <a:r>
                  <a:rPr lang="es-ES" sz="1600" dirty="0">
                    <a:solidFill>
                      <a:schemeClr val="accent1">
                        <a:lumMod val="50000"/>
                      </a:schemeClr>
                    </a:solidFill>
                  </a:rPr>
                  <a:t>Derivada de la función de activación en la última capa </a:t>
                </a:r>
                <a14:m>
                  <m:oMath xmlns:m="http://schemas.openxmlformats.org/officeDocument/2006/math">
                    <m:r>
                      <a:rPr lang="es-ES" sz="1600" b="0" i="0"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r>
                          <a:rPr lang="es-ES" sz="1600" i="1">
                            <a:solidFill>
                              <a:schemeClr val="accent1">
                                <a:lumMod val="50000"/>
                              </a:schemeClr>
                            </a:solidFill>
                            <a:latin typeface="Cambria Math" panose="02040503050406030204" pitchFamily="18" charset="0"/>
                            <a:ea typeface="Cambria Math" panose="02040503050406030204" pitchFamily="18" charset="0"/>
                          </a:rPr>
                          <m:t>𝑔</m:t>
                        </m:r>
                      </m:e>
                      <m:sup>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𝐿</m:t>
                        </m:r>
                        <m:r>
                          <a:rPr lang="es-ES" sz="1600" i="1">
                            <a:solidFill>
                              <a:schemeClr val="accent1">
                                <a:lumMod val="50000"/>
                              </a:schemeClr>
                            </a:solidFill>
                            <a:latin typeface="Cambria Math" panose="02040503050406030204" pitchFamily="18" charset="0"/>
                            <a:ea typeface="Cambria Math" panose="02040503050406030204" pitchFamily="18" charset="0"/>
                          </a:rPr>
                          <m:t>]</m:t>
                        </m:r>
                      </m:sup>
                    </m:s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d>
                      <m:dPr>
                        <m:ctrlPr>
                          <a:rPr lang="es-ES" sz="1600"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r>
                              <a:rPr lang="es-ES" sz="1600" i="1">
                                <a:solidFill>
                                  <a:schemeClr val="accent1">
                                    <a:lumMod val="50000"/>
                                  </a:schemeClr>
                                </a:solidFill>
                                <a:latin typeface="Cambria Math" panose="02040503050406030204" pitchFamily="18" charset="0"/>
                                <a:ea typeface="Cambria Math" panose="02040503050406030204" pitchFamily="18" charset="0"/>
                              </a:rPr>
                              <m:t>𝑧</m:t>
                            </m:r>
                          </m:e>
                          <m:sup>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𝐿</m:t>
                            </m:r>
                            <m:r>
                              <a:rPr lang="es-ES" sz="1600" i="1">
                                <a:solidFill>
                                  <a:schemeClr val="accent1">
                                    <a:lumMod val="50000"/>
                                  </a:schemeClr>
                                </a:solidFill>
                                <a:latin typeface="Cambria Math" panose="02040503050406030204" pitchFamily="18" charset="0"/>
                                <a:ea typeface="Cambria Math" panose="02040503050406030204" pitchFamily="18" charset="0"/>
                              </a:rPr>
                              <m:t>]</m:t>
                            </m:r>
                          </m:sup>
                        </m:sSup>
                      </m:e>
                    </m:d>
                  </m:oMath>
                </a14:m>
                <a:endParaRPr lang="es-ES" sz="1600" dirty="0">
                  <a:solidFill>
                    <a:schemeClr val="accent1">
                      <a:lumMod val="50000"/>
                    </a:schemeClr>
                  </a:solidFill>
                </a:endParaRPr>
              </a:p>
            </p:txBody>
          </p:sp>
        </mc:Choice>
        <mc:Fallback xmlns="">
          <p:sp>
            <p:nvSpPr>
              <p:cNvPr id="35" name="CuadroTexto 34">
                <a:extLst>
                  <a:ext uri="{FF2B5EF4-FFF2-40B4-BE49-F238E27FC236}">
                    <a16:creationId xmlns:a16="http://schemas.microsoft.com/office/drawing/2014/main" id="{602B5EE2-BD33-29FA-3DF5-78222D8D6068}"/>
                  </a:ext>
                </a:extLst>
              </p:cNvPr>
              <p:cNvSpPr txBox="1">
                <a:spLocks noRot="1" noChangeAspect="1" noMove="1" noResize="1" noEditPoints="1" noAdjustHandles="1" noChangeArrowheads="1" noChangeShapeType="1" noTextEdit="1"/>
              </p:cNvSpPr>
              <p:nvPr/>
            </p:nvSpPr>
            <p:spPr>
              <a:xfrm>
                <a:off x="3863172" y="5721854"/>
                <a:ext cx="3501368" cy="616515"/>
              </a:xfrm>
              <a:prstGeom prst="rect">
                <a:avLst/>
              </a:prstGeom>
              <a:blipFill>
                <a:blip r:embed="rId7"/>
                <a:stretch>
                  <a:fillRect t="-2970" r="-1045" b="-1089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B192C6E2-D772-4BC9-7352-569ABCCA3060}"/>
                  </a:ext>
                </a:extLst>
              </p:cNvPr>
              <p:cNvSpPr txBox="1"/>
              <p:nvPr/>
            </p:nvSpPr>
            <p:spPr>
              <a:xfrm>
                <a:off x="5249309" y="5407879"/>
                <a:ext cx="946618" cy="3883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oMath>
                  </m:oMathPara>
                </a14:m>
                <a:endParaRPr lang="es-ES" dirty="0"/>
              </a:p>
            </p:txBody>
          </p:sp>
        </mc:Choice>
        <mc:Fallback xmlns="">
          <p:sp>
            <p:nvSpPr>
              <p:cNvPr id="39" name="CuadroTexto 38">
                <a:extLst>
                  <a:ext uri="{FF2B5EF4-FFF2-40B4-BE49-F238E27FC236}">
                    <a16:creationId xmlns:a16="http://schemas.microsoft.com/office/drawing/2014/main" id="{B192C6E2-D772-4BC9-7352-569ABCCA3060}"/>
                  </a:ext>
                </a:extLst>
              </p:cNvPr>
              <p:cNvSpPr txBox="1">
                <a:spLocks noRot="1" noChangeAspect="1" noMove="1" noResize="1" noEditPoints="1" noAdjustHandles="1" noChangeArrowheads="1" noChangeShapeType="1" noTextEdit="1"/>
              </p:cNvSpPr>
              <p:nvPr/>
            </p:nvSpPr>
            <p:spPr>
              <a:xfrm>
                <a:off x="5249309" y="5407879"/>
                <a:ext cx="946618" cy="388311"/>
              </a:xfrm>
              <a:prstGeom prst="rect">
                <a:avLst/>
              </a:prstGeom>
              <a:blipFill>
                <a:blip r:embed="rId8"/>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72791142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5D7B7-A373-CE48-F65F-8C5C333E013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41D4332-1E47-465A-1A47-9C4424CD4060}"/>
                  </a:ext>
                </a:extLst>
              </p:cNvPr>
              <p:cNvSpPr txBox="1"/>
              <p:nvPr/>
            </p:nvSpPr>
            <p:spPr>
              <a:xfrm>
                <a:off x="217336" y="3226909"/>
                <a:ext cx="11672580" cy="821892"/>
              </a:xfrm>
              <a:prstGeom prst="rect">
                <a:avLst/>
              </a:prstGeom>
              <a:noFill/>
            </p:spPr>
            <p:txBody>
              <a:bodyPr wrap="square">
                <a:spAutoFit/>
              </a:bodyPr>
              <a:lstStyle/>
              <a:p>
                <a:pPr marL="342900" indent="-342900">
                  <a:buFont typeface="+mj-lt"/>
                  <a:buAutoNum type="arabicPeriod"/>
                </a:pPr>
                <a:r>
                  <a:rPr lang="es-ES" b="1" dirty="0">
                    <a:solidFill>
                      <a:schemeClr val="accent1">
                        <a:lumMod val="50000"/>
                      </a:schemeClr>
                    </a:solidFill>
                  </a:rPr>
                  <a:t>Empezamos por </a:t>
                </a:r>
                <a14:m>
                  <m:oMath xmlns:m="http://schemas.openxmlformats.org/officeDocument/2006/math">
                    <m:f>
                      <m:fPr>
                        <m:ctrlPr>
                          <a:rPr lang="es-ES" sz="2000"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sz="2000" i="1">
                            <a:solidFill>
                              <a:schemeClr val="accent1">
                                <a:lumMod val="50000"/>
                              </a:schemeClr>
                            </a:solidFill>
                            <a:latin typeface="Cambria Math" panose="02040503050406030204" pitchFamily="18" charset="0"/>
                            <a:ea typeface="Cambria Math" panose="02040503050406030204" pitchFamily="18" charset="0"/>
                          </a:rPr>
                          <m:t>𝜕</m:t>
                        </m:r>
                        <m:r>
                          <a:rPr lang="es-ES" sz="2000"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sz="2000" i="1">
                            <a:solidFill>
                              <a:schemeClr val="accent1">
                                <a:lumMod val="50000"/>
                              </a:schemeClr>
                            </a:solidFill>
                            <a:latin typeface="Cambria Math" panose="02040503050406030204" pitchFamily="18" charset="0"/>
                            <a:ea typeface="Cambria Math" panose="02040503050406030204" pitchFamily="18" charset="0"/>
                          </a:rPr>
                          <m:t>𝜕</m:t>
                        </m:r>
                        <m:sSup>
                          <m:sSupPr>
                            <m:ctrlPr>
                              <a:rPr lang="es-ES" sz="2000" i="1">
                                <a:solidFill>
                                  <a:schemeClr val="accent1">
                                    <a:lumMod val="50000"/>
                                  </a:schemeClr>
                                </a:solidFill>
                                <a:latin typeface="Cambria Math" panose="02040503050406030204" pitchFamily="18" charset="0"/>
                                <a:ea typeface="Cambria Math" panose="02040503050406030204" pitchFamily="18" charset="0"/>
                              </a:rPr>
                            </m:ctrlPr>
                          </m:sSupPr>
                          <m:e>
                            <m:r>
                              <a:rPr lang="es-ES" sz="2000"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sz="2000" i="1">
                                    <a:solidFill>
                                      <a:schemeClr val="accent1">
                                        <a:lumMod val="50000"/>
                                      </a:schemeClr>
                                    </a:solidFill>
                                    <a:latin typeface="Cambria Math" panose="02040503050406030204" pitchFamily="18" charset="0"/>
                                    <a:ea typeface="Cambria Math" panose="02040503050406030204" pitchFamily="18" charset="0"/>
                                  </a:rPr>
                                </m:ctrlPr>
                              </m:dPr>
                              <m:e>
                                <m:r>
                                  <a:rPr lang="es-ES" sz="2000" i="1">
                                    <a:solidFill>
                                      <a:schemeClr val="accent1">
                                        <a:lumMod val="50000"/>
                                      </a:schemeClr>
                                    </a:solidFill>
                                    <a:latin typeface="Cambria Math" panose="02040503050406030204" pitchFamily="18" charset="0"/>
                                    <a:ea typeface="Cambria Math" panose="02040503050406030204" pitchFamily="18" charset="0"/>
                                  </a:rPr>
                                  <m:t>𝐿</m:t>
                                </m:r>
                              </m:e>
                            </m:d>
                          </m:sup>
                        </m:sSup>
                      </m:den>
                    </m:f>
                  </m:oMath>
                </a14:m>
                <a:endParaRPr lang="es-ES" dirty="0"/>
              </a:p>
              <a:p>
                <a:pPr marL="285750" indent="-285750">
                  <a:buFont typeface="Arial" panose="020B0604020202020204" pitchFamily="34" charset="0"/>
                  <a:buChar char="•"/>
                </a:pPr>
                <a:endParaRPr lang="es-ES" dirty="0"/>
              </a:p>
            </p:txBody>
          </p:sp>
        </mc:Choice>
        <mc:Fallback xmlns="">
          <p:sp>
            <p:nvSpPr>
              <p:cNvPr id="8" name="CuadroTexto 7">
                <a:extLst>
                  <a:ext uri="{FF2B5EF4-FFF2-40B4-BE49-F238E27FC236}">
                    <a16:creationId xmlns:a16="http://schemas.microsoft.com/office/drawing/2014/main" id="{E41D4332-1E47-465A-1A47-9C4424CD4060}"/>
                  </a:ext>
                </a:extLst>
              </p:cNvPr>
              <p:cNvSpPr txBox="1">
                <a:spLocks noRot="1" noChangeAspect="1" noMove="1" noResize="1" noEditPoints="1" noAdjustHandles="1" noChangeArrowheads="1" noChangeShapeType="1" noTextEdit="1"/>
              </p:cNvSpPr>
              <p:nvPr/>
            </p:nvSpPr>
            <p:spPr>
              <a:xfrm>
                <a:off x="217336" y="3226909"/>
                <a:ext cx="11672580" cy="821892"/>
              </a:xfrm>
              <a:prstGeom prst="rect">
                <a:avLst/>
              </a:prstGeom>
              <a:blipFill>
                <a:blip r:embed="rId2"/>
                <a:stretch>
                  <a:fillRect l="-47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8886A5E0-E60E-2159-BFD0-099FA83458D5}"/>
                  </a:ext>
                </a:extLst>
              </p:cNvPr>
              <p:cNvSpPr txBox="1"/>
              <p:nvPr/>
            </p:nvSpPr>
            <p:spPr>
              <a:xfrm>
                <a:off x="962232" y="1897183"/>
                <a:ext cx="10182846" cy="1191545"/>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h</m:t>
                          </m:r>
                        </m:e>
                        <m:sub>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sub>
                      </m:sSub>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6">
                                  <a:lumMod val="50000"/>
                                </a:schemeClr>
                              </a:solidFill>
                              <a:latin typeface="Cambria Math" panose="02040503050406030204" pitchFamily="18" charset="0"/>
                              <a:ea typeface="Cambria Math" panose="02040503050406030204" pitchFamily="18" charset="0"/>
                            </a:rPr>
                            <m:t>𝑥</m:t>
                          </m:r>
                        </m:e>
                      </m:d>
                      <m:r>
                        <a:rPr lang="es-ES" b="0" i="1" smtClean="0">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m:t>
                              </m:r>
                            </m:e>
                          </m:d>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b="0" i="1" dirty="0">
                  <a:solidFill>
                    <a:schemeClr val="accent1">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𝐿</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2</m:t>
                                          </m:r>
                                        </m:e>
                                      </m:d>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6">
                                                  <a:lumMod val="50000"/>
                                                </a:schemeClr>
                                              </a:solidFill>
                                              <a:latin typeface="Cambria Math" panose="02040503050406030204" pitchFamily="18" charset="0"/>
                                              <a:ea typeface="Cambria Math" panose="02040503050406030204" pitchFamily="18" charset="0"/>
                                            </a:rPr>
                                            <m:t>𝑥</m:t>
                                          </m:r>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e>
                                      </m:d>
                                    </m:e>
                                  </m:d>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2</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e>
                              </m:d>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         </m:t>
                      </m:r>
                    </m:oMath>
                  </m:oMathPara>
                </a14:m>
                <a:endParaRPr lang="es-ES" dirty="0"/>
              </a:p>
            </p:txBody>
          </p:sp>
        </mc:Choice>
        <mc:Fallback xmlns="">
          <p:sp>
            <p:nvSpPr>
              <p:cNvPr id="6" name="CuadroTexto 5">
                <a:extLst>
                  <a:ext uri="{FF2B5EF4-FFF2-40B4-BE49-F238E27FC236}">
                    <a16:creationId xmlns:a16="http://schemas.microsoft.com/office/drawing/2014/main" id="{8886A5E0-E60E-2159-BFD0-099FA83458D5}"/>
                  </a:ext>
                </a:extLst>
              </p:cNvPr>
              <p:cNvSpPr txBox="1">
                <a:spLocks noRot="1" noChangeAspect="1" noMove="1" noResize="1" noEditPoints="1" noAdjustHandles="1" noChangeArrowheads="1" noChangeShapeType="1" noTextEdit="1"/>
              </p:cNvSpPr>
              <p:nvPr/>
            </p:nvSpPr>
            <p:spPr>
              <a:xfrm>
                <a:off x="962232" y="1897183"/>
                <a:ext cx="10182846" cy="1191545"/>
              </a:xfrm>
              <a:prstGeom prst="rect">
                <a:avLst/>
              </a:prstGeom>
              <a:blipFill>
                <a:blip r:embed="rId3"/>
                <a:stretch>
                  <a:fillRect/>
                </a:stretch>
              </a:blipFill>
            </p:spPr>
            <p:txBody>
              <a:bodyPr/>
              <a:lstStyle/>
              <a:p>
                <a:r>
                  <a:rPr lang="es-ES">
                    <a:noFill/>
                  </a:rPr>
                  <a:t> </a:t>
                </a:r>
              </a:p>
            </p:txBody>
          </p:sp>
        </mc:Fallback>
      </mc:AlternateContent>
      <p:sp>
        <p:nvSpPr>
          <p:cNvPr id="3" name="CuadroTexto 2">
            <a:extLst>
              <a:ext uri="{FF2B5EF4-FFF2-40B4-BE49-F238E27FC236}">
                <a16:creationId xmlns:a16="http://schemas.microsoft.com/office/drawing/2014/main" id="{7D5FB04E-0101-DBEE-6222-098350891DD0}"/>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54" name="CuadroTexto 53">
            <a:extLst>
              <a:ext uri="{FF2B5EF4-FFF2-40B4-BE49-F238E27FC236}">
                <a16:creationId xmlns:a16="http://schemas.microsoft.com/office/drawing/2014/main" id="{CCEA7817-43F1-8E3C-A541-67D12FEDC734}"/>
              </a:ext>
            </a:extLst>
          </p:cNvPr>
          <p:cNvSpPr txBox="1"/>
          <p:nvPr/>
        </p:nvSpPr>
        <p:spPr>
          <a:xfrm>
            <a:off x="227320" y="1250852"/>
            <a:ext cx="11672580" cy="646331"/>
          </a:xfrm>
          <a:prstGeom prst="rect">
            <a:avLst/>
          </a:prstGeom>
          <a:noFill/>
        </p:spPr>
        <p:txBody>
          <a:bodyPr wrap="square">
            <a:spAutoFit/>
          </a:bodyPr>
          <a:lstStyle/>
          <a:p>
            <a:r>
              <a:rPr lang="es-ES" dirty="0">
                <a:solidFill>
                  <a:schemeClr val="accent1">
                    <a:lumMod val="50000"/>
                  </a:schemeClr>
                </a:solidFill>
              </a:rPr>
              <a:t>Para calcular cada componente del vector gradiente aplicamos la regla de la cadena sobre la función de perdida. </a:t>
            </a:r>
          </a:p>
          <a:p>
            <a:r>
              <a:rPr lang="es-ES" dirty="0">
                <a:solidFill>
                  <a:schemeClr val="accent1">
                    <a:lumMod val="50000"/>
                  </a:schemeClr>
                </a:solidFill>
              </a:rPr>
              <a:t>Para ello tenemos en cuenta que: </a:t>
            </a:r>
            <a:endParaRPr lang="es-ES" dirty="0"/>
          </a:p>
        </p:txBody>
      </p:sp>
      <p:sp>
        <p:nvSpPr>
          <p:cNvPr id="25" name="CuadroTexto 24">
            <a:extLst>
              <a:ext uri="{FF2B5EF4-FFF2-40B4-BE49-F238E27FC236}">
                <a16:creationId xmlns:a16="http://schemas.microsoft.com/office/drawing/2014/main" id="{99375860-20FE-CFF1-CCA2-0ED93DC961F6}"/>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III)</a:t>
            </a:r>
            <a:r>
              <a:rPr lang="en-US" sz="2000" dirty="0">
                <a:solidFill>
                  <a:schemeClr val="accent1">
                    <a:lumMod val="50000"/>
                  </a:schemeClr>
                </a:solidFill>
              </a:rPr>
              <a:t>  </a:t>
            </a: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E15D1EC-7047-D491-7E5C-38473F02397C}"/>
                  </a:ext>
                </a:extLst>
              </p:cNvPr>
              <p:cNvSpPr txBox="1"/>
              <p:nvPr/>
            </p:nvSpPr>
            <p:spPr>
              <a:xfrm>
                <a:off x="1001695" y="3988403"/>
                <a:ext cx="8218516" cy="4105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1" i="1" smtClean="0">
                          <a:solidFill>
                            <a:schemeClr val="accent1">
                              <a:lumMod val="50000"/>
                            </a:schemeClr>
                          </a:solidFill>
                          <a:latin typeface="Cambria Math" panose="02040503050406030204" pitchFamily="18" charset="0"/>
                          <a:ea typeface="Cambria Math" panose="02040503050406030204" pitchFamily="18" charset="0"/>
                        </a:rPr>
                        <m:t>𝑱</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d>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𝑬</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6">
                                  <a:lumMod val="75000"/>
                                </a:schemeClr>
                              </a:solidFill>
                              <a:latin typeface="Cambria Math" panose="02040503050406030204" pitchFamily="18" charset="0"/>
                              <a:ea typeface="Cambria Math" panose="02040503050406030204" pitchFamily="18" charset="0"/>
                            </a:rPr>
                            <m:t>𝑦</m:t>
                          </m:r>
                          <m:r>
                            <a:rPr lang="es-ES" b="1"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e>
                      </m:d>
                      <m:r>
                        <a:rPr lang="es-ES" b="0" i="1" smtClean="0">
                          <a:solidFill>
                            <a:schemeClr val="accent5">
                              <a:lumMod val="50000"/>
                            </a:schemeClr>
                          </a:solidFill>
                          <a:latin typeface="Cambria Math" panose="02040503050406030204" pitchFamily="18" charset="0"/>
                          <a:ea typeface="Cambria Math" panose="02040503050406030204" pitchFamily="18" charset="0"/>
                        </a:rPr>
                        <m:t>;   </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e>
                      </m:d>
                      <m:r>
                        <a:rPr lang="es-ES" i="1">
                          <a:solidFill>
                            <a:schemeClr val="accent5">
                              <a:lumMod val="50000"/>
                            </a:schemeClr>
                          </a:solidFill>
                          <a:latin typeface="Cambria Math" panose="02040503050406030204" pitchFamily="18" charset="0"/>
                          <a:ea typeface="Cambria Math" panose="02040503050406030204" pitchFamily="18" charset="0"/>
                        </a:rPr>
                        <m:t>;</m:t>
                      </m:r>
                      <m:r>
                        <a:rPr lang="es-ES" b="0" i="1" smtClean="0">
                          <a:solidFill>
                            <a:schemeClr val="accent5">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oMath>
                  </m:oMathPara>
                </a14:m>
                <a:endParaRPr lang="es-ES" dirty="0"/>
              </a:p>
            </p:txBody>
          </p:sp>
        </mc:Choice>
        <mc:Fallback xmlns="">
          <p:sp>
            <p:nvSpPr>
              <p:cNvPr id="20" name="CuadroTexto 19">
                <a:extLst>
                  <a:ext uri="{FF2B5EF4-FFF2-40B4-BE49-F238E27FC236}">
                    <a16:creationId xmlns:a16="http://schemas.microsoft.com/office/drawing/2014/main" id="{2E15D1EC-7047-D491-7E5C-38473F02397C}"/>
                  </a:ext>
                </a:extLst>
              </p:cNvPr>
              <p:cNvSpPr txBox="1">
                <a:spLocks noRot="1" noChangeAspect="1" noMove="1" noResize="1" noEditPoints="1" noAdjustHandles="1" noChangeArrowheads="1" noChangeShapeType="1" noTextEdit="1"/>
              </p:cNvSpPr>
              <p:nvPr/>
            </p:nvSpPr>
            <p:spPr>
              <a:xfrm>
                <a:off x="1001695" y="3988403"/>
                <a:ext cx="8218516" cy="410562"/>
              </a:xfrm>
              <a:prstGeom prst="rect">
                <a:avLst/>
              </a:prstGeom>
              <a:blipFill>
                <a:blip r:embed="rId4"/>
                <a:stretch>
                  <a:fillRect b="-588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DC1F7F6A-207E-126D-F655-B01321442095}"/>
                  </a:ext>
                </a:extLst>
              </p:cNvPr>
              <p:cNvSpPr txBox="1"/>
              <p:nvPr/>
            </p:nvSpPr>
            <p:spPr>
              <a:xfrm>
                <a:off x="996750" y="4575087"/>
                <a:ext cx="6819114" cy="70807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0" i="1" smtClean="0">
                                  <a:solidFill>
                                    <a:schemeClr val="accent5">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5">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5">
                                      <a:lumMod val="50000"/>
                                    </a:schemeClr>
                                  </a:solidFill>
                                  <a:latin typeface="Cambria Math" panose="02040503050406030204" pitchFamily="18" charset="0"/>
                                  <a:ea typeface="Cambria Math" panose="02040503050406030204" pitchFamily="18" charset="0"/>
                                </a:rPr>
                                <m:t>[</m:t>
                              </m:r>
                              <m:r>
                                <a:rPr lang="es-ES" b="0" i="1" smtClean="0">
                                  <a:solidFill>
                                    <a:schemeClr val="accent5">
                                      <a:lumMod val="50000"/>
                                    </a:schemeClr>
                                  </a:solidFill>
                                  <a:latin typeface="Cambria Math" panose="02040503050406030204" pitchFamily="18" charset="0"/>
                                  <a:ea typeface="Cambria Math" panose="02040503050406030204" pitchFamily="18" charset="0"/>
                                </a:rPr>
                                <m:t>𝐿</m:t>
                              </m:r>
                              <m:r>
                                <a:rPr lang="es-ES" b="0" i="1" smtClean="0">
                                  <a:solidFill>
                                    <a:schemeClr val="accent5">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5">
                                      <a:lumMod val="50000"/>
                                    </a:schemeClr>
                                  </a:solidFill>
                                  <a:latin typeface="Cambria Math" panose="02040503050406030204" pitchFamily="18" charset="0"/>
                                  <a:ea typeface="Cambria Math" panose="02040503050406030204" pitchFamily="18" charset="0"/>
                                </a:rPr>
                              </m:ctrlPr>
                            </m:sSupPr>
                            <m:e>
                              <m:r>
                                <a:rPr lang="es-ES" i="1">
                                  <a:solidFill>
                                    <a:schemeClr val="accent5">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5">
                                      <a:lumMod val="50000"/>
                                    </a:schemeClr>
                                  </a:solidFill>
                                  <a:latin typeface="Cambria Math" panose="02040503050406030204" pitchFamily="18" charset="0"/>
                                  <a:ea typeface="Cambria Math" panose="02040503050406030204" pitchFamily="18" charset="0"/>
                                </a:rPr>
                                <m:t>[</m:t>
                              </m:r>
                              <m:r>
                                <a:rPr lang="es-ES" i="1">
                                  <a:solidFill>
                                    <a:schemeClr val="accent5">
                                      <a:lumMod val="50000"/>
                                    </a:schemeClr>
                                  </a:solidFill>
                                  <a:latin typeface="Cambria Math" panose="02040503050406030204" pitchFamily="18" charset="0"/>
                                  <a:ea typeface="Cambria Math" panose="02040503050406030204" pitchFamily="18" charset="0"/>
                                </a:rPr>
                                <m:t>𝐿</m:t>
                              </m:r>
                              <m:r>
                                <a:rPr lang="es-ES" b="0" i="1" smtClean="0">
                                  <a:solidFill>
                                    <a:schemeClr val="accent5">
                                      <a:lumMod val="50000"/>
                                    </a:schemeClr>
                                  </a:solidFill>
                                  <a:latin typeface="Cambria Math" panose="02040503050406030204" pitchFamily="18" charset="0"/>
                                  <a:ea typeface="Cambria Math" panose="02040503050406030204" pitchFamily="18" charset="0"/>
                                </a:rPr>
                                <m:t>]</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i="1">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 ∙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oMath>
                  </m:oMathPara>
                </a14:m>
                <a:endParaRPr lang="es-ES" dirty="0"/>
              </a:p>
            </p:txBody>
          </p:sp>
        </mc:Choice>
        <mc:Fallback xmlns="">
          <p:sp>
            <p:nvSpPr>
              <p:cNvPr id="21" name="CuadroTexto 20">
                <a:extLst>
                  <a:ext uri="{FF2B5EF4-FFF2-40B4-BE49-F238E27FC236}">
                    <a16:creationId xmlns:a16="http://schemas.microsoft.com/office/drawing/2014/main" id="{DC1F7F6A-207E-126D-F655-B01321442095}"/>
                  </a:ext>
                </a:extLst>
              </p:cNvPr>
              <p:cNvSpPr txBox="1">
                <a:spLocks noRot="1" noChangeAspect="1" noMove="1" noResize="1" noEditPoints="1" noAdjustHandles="1" noChangeArrowheads="1" noChangeShapeType="1" noTextEdit="1"/>
              </p:cNvSpPr>
              <p:nvPr/>
            </p:nvSpPr>
            <p:spPr>
              <a:xfrm>
                <a:off x="996750" y="4575087"/>
                <a:ext cx="6819114" cy="708079"/>
              </a:xfrm>
              <a:prstGeom prst="rect">
                <a:avLst/>
              </a:prstGeom>
              <a:blipFill>
                <a:blip r:embed="rId5"/>
                <a:stretch>
                  <a:fillRect/>
                </a:stretch>
              </a:blipFill>
            </p:spPr>
            <p:txBody>
              <a:bodyPr/>
              <a:lstStyle/>
              <a:p>
                <a:r>
                  <a:rPr lang="es-ES">
                    <a:noFill/>
                  </a:rPr>
                  <a:t> </a:t>
                </a:r>
              </a:p>
            </p:txBody>
          </p:sp>
        </mc:Fallback>
      </mc:AlternateContent>
      <p:sp>
        <p:nvSpPr>
          <p:cNvPr id="27" name="CuadroTexto 26">
            <a:extLst>
              <a:ext uri="{FF2B5EF4-FFF2-40B4-BE49-F238E27FC236}">
                <a16:creationId xmlns:a16="http://schemas.microsoft.com/office/drawing/2014/main" id="{C5243878-448B-A1BF-389D-94C24B07DB2F}"/>
              </a:ext>
            </a:extLst>
          </p:cNvPr>
          <p:cNvSpPr txBox="1"/>
          <p:nvPr/>
        </p:nvSpPr>
        <p:spPr>
          <a:xfrm>
            <a:off x="1162461" y="5672368"/>
            <a:ext cx="1227809" cy="646331"/>
          </a:xfrm>
          <a:prstGeom prst="rect">
            <a:avLst/>
          </a:prstGeom>
          <a:noFill/>
          <a:ln>
            <a:solidFill>
              <a:schemeClr val="tx2"/>
            </a:solidFill>
            <a:prstDash val="solid"/>
          </a:ln>
        </p:spPr>
        <p:txBody>
          <a:bodyPr wrap="square">
            <a:spAutoFit/>
          </a:bodyPr>
          <a:lstStyle/>
          <a:p>
            <a:pPr algn="ctr"/>
            <a:r>
              <a:rPr lang="es-ES" dirty="0">
                <a:solidFill>
                  <a:schemeClr val="accent1">
                    <a:lumMod val="50000"/>
                  </a:schemeClr>
                </a:solidFill>
                <a:ea typeface="Cambria Math" panose="02040503050406030204" pitchFamily="18" charset="0"/>
              </a:rPr>
              <a:t>Regla de la cadena</a:t>
            </a:r>
            <a:endParaRPr lang="es-ES" b="1" dirty="0">
              <a:solidFill>
                <a:schemeClr val="accent1">
                  <a:lumMod val="50000"/>
                </a:schemeClr>
              </a:solidFill>
              <a:ea typeface="Cambria Math" panose="02040503050406030204" pitchFamily="18" charset="0"/>
            </a:endParaRPr>
          </a:p>
        </p:txBody>
      </p:sp>
      <p:cxnSp>
        <p:nvCxnSpPr>
          <p:cNvPr id="29" name="Conector recto de flecha 28">
            <a:extLst>
              <a:ext uri="{FF2B5EF4-FFF2-40B4-BE49-F238E27FC236}">
                <a16:creationId xmlns:a16="http://schemas.microsoft.com/office/drawing/2014/main" id="{9592FC91-B048-D925-A7F9-42E15D17061B}"/>
              </a:ext>
            </a:extLst>
          </p:cNvPr>
          <p:cNvCxnSpPr/>
          <p:nvPr/>
        </p:nvCxnSpPr>
        <p:spPr>
          <a:xfrm flipV="1">
            <a:off x="2184744" y="5105911"/>
            <a:ext cx="55232" cy="509364"/>
          </a:xfrm>
          <a:prstGeom prst="straightConnector1">
            <a:avLst/>
          </a:prstGeom>
          <a:ln w="31750">
            <a:solidFill>
              <a:schemeClr val="accent5">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0" name="Rectángulo: esquinas redondeadas 29">
            <a:extLst>
              <a:ext uri="{FF2B5EF4-FFF2-40B4-BE49-F238E27FC236}">
                <a16:creationId xmlns:a16="http://schemas.microsoft.com/office/drawing/2014/main" id="{CA1F75F4-059C-5487-58FB-BB4234A1D0BB}"/>
              </a:ext>
            </a:extLst>
          </p:cNvPr>
          <p:cNvSpPr/>
          <p:nvPr/>
        </p:nvSpPr>
        <p:spPr>
          <a:xfrm>
            <a:off x="2390270" y="4565863"/>
            <a:ext cx="471949" cy="787482"/>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CuadroTexto 30">
            <a:extLst>
              <a:ext uri="{FF2B5EF4-FFF2-40B4-BE49-F238E27FC236}">
                <a16:creationId xmlns:a16="http://schemas.microsoft.com/office/drawing/2014/main" id="{9E4321C3-4F47-1B86-AD64-174D79D4F703}"/>
              </a:ext>
            </a:extLst>
          </p:cNvPr>
          <p:cNvSpPr txBox="1"/>
          <p:nvPr/>
        </p:nvSpPr>
        <p:spPr>
          <a:xfrm>
            <a:off x="3140609" y="6298656"/>
            <a:ext cx="1767621" cy="584775"/>
          </a:xfrm>
          <a:prstGeom prst="rect">
            <a:avLst/>
          </a:prstGeom>
          <a:noFill/>
        </p:spPr>
        <p:txBody>
          <a:bodyPr wrap="square">
            <a:spAutoFit/>
          </a:bodyPr>
          <a:lstStyle/>
          <a:p>
            <a:pPr algn="ctr"/>
            <a:r>
              <a:rPr lang="en-US" sz="1600" dirty="0" err="1">
                <a:solidFill>
                  <a:schemeClr val="accent1">
                    <a:lumMod val="50000"/>
                  </a:schemeClr>
                </a:solidFill>
              </a:rPr>
              <a:t>Depende</a:t>
            </a:r>
            <a:r>
              <a:rPr lang="en-US" sz="1600" dirty="0">
                <a:solidFill>
                  <a:schemeClr val="accent1">
                    <a:lumMod val="50000"/>
                  </a:schemeClr>
                </a:solidFill>
              </a:rPr>
              <a:t> de la </a:t>
            </a:r>
            <a:r>
              <a:rPr lang="en-US" sz="1600" dirty="0" err="1">
                <a:solidFill>
                  <a:schemeClr val="accent1">
                    <a:lumMod val="50000"/>
                  </a:schemeClr>
                </a:solidFill>
              </a:rPr>
              <a:t>función</a:t>
            </a:r>
            <a:r>
              <a:rPr lang="en-US" sz="1600" dirty="0">
                <a:solidFill>
                  <a:schemeClr val="accent1">
                    <a:lumMod val="50000"/>
                  </a:schemeClr>
                </a:solidFill>
              </a:rPr>
              <a:t> de </a:t>
            </a:r>
            <a:r>
              <a:rPr lang="en-US" sz="1600" dirty="0" err="1">
                <a:solidFill>
                  <a:schemeClr val="accent1">
                    <a:lumMod val="50000"/>
                  </a:schemeClr>
                </a:solidFill>
              </a:rPr>
              <a:t>pérdida</a:t>
            </a:r>
            <a:endParaRPr lang="es-ES" sz="1600" dirty="0"/>
          </a:p>
        </p:txBody>
      </p:sp>
      <p:sp>
        <p:nvSpPr>
          <p:cNvPr id="32" name="Forma libre: forma 31">
            <a:extLst>
              <a:ext uri="{FF2B5EF4-FFF2-40B4-BE49-F238E27FC236}">
                <a16:creationId xmlns:a16="http://schemas.microsoft.com/office/drawing/2014/main" id="{548299E1-29AC-9218-9265-324FDFDF34C9}"/>
              </a:ext>
            </a:extLst>
          </p:cNvPr>
          <p:cNvSpPr/>
          <p:nvPr/>
        </p:nvSpPr>
        <p:spPr>
          <a:xfrm flipH="1">
            <a:off x="2655739" y="5324202"/>
            <a:ext cx="615047" cy="1266842"/>
          </a:xfrm>
          <a:custGeom>
            <a:avLst/>
            <a:gdLst>
              <a:gd name="connsiteX0" fmla="*/ 471949 w 471949"/>
              <a:gd name="connsiteY0" fmla="*/ 0 h 405003"/>
              <a:gd name="connsiteX1" fmla="*/ 359861 w 471949"/>
              <a:gd name="connsiteY1" fmla="*/ 353961 h 405003"/>
              <a:gd name="connsiteX2" fmla="*/ 0 w 471949"/>
              <a:gd name="connsiteY2" fmla="*/ 395257 h 405003"/>
            </a:gdLst>
            <a:ahLst/>
            <a:cxnLst>
              <a:cxn ang="0">
                <a:pos x="connsiteX0" y="connsiteY0"/>
              </a:cxn>
              <a:cxn ang="0">
                <a:pos x="connsiteX1" y="connsiteY1"/>
              </a:cxn>
              <a:cxn ang="0">
                <a:pos x="connsiteX2" y="connsiteY2"/>
              </a:cxn>
            </a:cxnLst>
            <a:rect l="l" t="t" r="r" b="b"/>
            <a:pathLst>
              <a:path w="471949" h="405003">
                <a:moveTo>
                  <a:pt x="471949" y="0"/>
                </a:moveTo>
                <a:cubicBezTo>
                  <a:pt x="455234" y="144042"/>
                  <a:pt x="438519" y="288085"/>
                  <a:pt x="359861" y="353961"/>
                </a:cubicBezTo>
                <a:cubicBezTo>
                  <a:pt x="281203" y="419837"/>
                  <a:pt x="140601" y="407547"/>
                  <a:pt x="0" y="395257"/>
                </a:cubicBezTo>
              </a:path>
            </a:pathLst>
          </a:custGeom>
          <a:noFill/>
          <a:ln w="28575">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 name="Rectángulo: esquinas redondeadas 32">
            <a:extLst>
              <a:ext uri="{FF2B5EF4-FFF2-40B4-BE49-F238E27FC236}">
                <a16:creationId xmlns:a16="http://schemas.microsoft.com/office/drawing/2014/main" id="{FED6984D-7ABE-A9BC-DCAF-2B9297CBBA77}"/>
              </a:ext>
            </a:extLst>
          </p:cNvPr>
          <p:cNvSpPr/>
          <p:nvPr/>
        </p:nvSpPr>
        <p:spPr>
          <a:xfrm>
            <a:off x="2986295" y="4565863"/>
            <a:ext cx="568985" cy="787482"/>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Forma libre: forma 33">
            <a:extLst>
              <a:ext uri="{FF2B5EF4-FFF2-40B4-BE49-F238E27FC236}">
                <a16:creationId xmlns:a16="http://schemas.microsoft.com/office/drawing/2014/main" id="{10A08520-1972-3C62-4652-3F5B71734A77}"/>
              </a:ext>
            </a:extLst>
          </p:cNvPr>
          <p:cNvSpPr/>
          <p:nvPr/>
        </p:nvSpPr>
        <p:spPr>
          <a:xfrm flipH="1">
            <a:off x="3225217" y="5321848"/>
            <a:ext cx="1226682" cy="787482"/>
          </a:xfrm>
          <a:custGeom>
            <a:avLst/>
            <a:gdLst>
              <a:gd name="connsiteX0" fmla="*/ 471949 w 471949"/>
              <a:gd name="connsiteY0" fmla="*/ 0 h 405003"/>
              <a:gd name="connsiteX1" fmla="*/ 359861 w 471949"/>
              <a:gd name="connsiteY1" fmla="*/ 353961 h 405003"/>
              <a:gd name="connsiteX2" fmla="*/ 0 w 471949"/>
              <a:gd name="connsiteY2" fmla="*/ 395257 h 405003"/>
            </a:gdLst>
            <a:ahLst/>
            <a:cxnLst>
              <a:cxn ang="0">
                <a:pos x="connsiteX0" y="connsiteY0"/>
              </a:cxn>
              <a:cxn ang="0">
                <a:pos x="connsiteX1" y="connsiteY1"/>
              </a:cxn>
              <a:cxn ang="0">
                <a:pos x="connsiteX2" y="connsiteY2"/>
              </a:cxn>
            </a:cxnLst>
            <a:rect l="l" t="t" r="r" b="b"/>
            <a:pathLst>
              <a:path w="471949" h="405003">
                <a:moveTo>
                  <a:pt x="471949" y="0"/>
                </a:moveTo>
                <a:cubicBezTo>
                  <a:pt x="455234" y="144042"/>
                  <a:pt x="438519" y="288085"/>
                  <a:pt x="359861" y="353961"/>
                </a:cubicBezTo>
                <a:cubicBezTo>
                  <a:pt x="281203" y="419837"/>
                  <a:pt x="140601" y="407547"/>
                  <a:pt x="0" y="395257"/>
                </a:cubicBezTo>
              </a:path>
            </a:pathLst>
          </a:custGeom>
          <a:noFill/>
          <a:ln w="28575">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602B5EE2-BD33-29FA-3DF5-78222D8D6068}"/>
                  </a:ext>
                </a:extLst>
              </p:cNvPr>
              <p:cNvSpPr txBox="1"/>
              <p:nvPr/>
            </p:nvSpPr>
            <p:spPr>
              <a:xfrm>
                <a:off x="3863172" y="5721854"/>
                <a:ext cx="3501368" cy="616515"/>
              </a:xfrm>
              <a:prstGeom prst="rect">
                <a:avLst/>
              </a:prstGeom>
              <a:noFill/>
            </p:spPr>
            <p:txBody>
              <a:bodyPr wrap="square">
                <a:spAutoFit/>
              </a:bodyPr>
              <a:lstStyle/>
              <a:p>
                <a:pPr algn="ctr"/>
                <a:r>
                  <a:rPr lang="es-ES" sz="1600" dirty="0">
                    <a:solidFill>
                      <a:schemeClr val="accent1">
                        <a:lumMod val="50000"/>
                      </a:schemeClr>
                    </a:solidFill>
                  </a:rPr>
                  <a:t>Derivada de la función de activación en la última capa </a:t>
                </a:r>
                <a14:m>
                  <m:oMath xmlns:m="http://schemas.openxmlformats.org/officeDocument/2006/math">
                    <m:r>
                      <a:rPr lang="es-ES" sz="1600" b="0" i="0"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r>
                          <a:rPr lang="es-ES" sz="1600" i="1">
                            <a:solidFill>
                              <a:schemeClr val="accent1">
                                <a:lumMod val="50000"/>
                              </a:schemeClr>
                            </a:solidFill>
                            <a:latin typeface="Cambria Math" panose="02040503050406030204" pitchFamily="18" charset="0"/>
                            <a:ea typeface="Cambria Math" panose="02040503050406030204" pitchFamily="18" charset="0"/>
                          </a:rPr>
                          <m:t>𝑔</m:t>
                        </m:r>
                      </m:e>
                      <m:sup>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𝐿</m:t>
                        </m:r>
                        <m:r>
                          <a:rPr lang="es-ES" sz="1600" i="1">
                            <a:solidFill>
                              <a:schemeClr val="accent1">
                                <a:lumMod val="50000"/>
                              </a:schemeClr>
                            </a:solidFill>
                            <a:latin typeface="Cambria Math" panose="02040503050406030204" pitchFamily="18" charset="0"/>
                            <a:ea typeface="Cambria Math" panose="02040503050406030204" pitchFamily="18" charset="0"/>
                          </a:rPr>
                          <m:t>]</m:t>
                        </m:r>
                      </m:sup>
                    </m:s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d>
                      <m:dPr>
                        <m:ctrlPr>
                          <a:rPr lang="es-ES" sz="1600"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r>
                              <a:rPr lang="es-ES" sz="1600" i="1">
                                <a:solidFill>
                                  <a:schemeClr val="accent1">
                                    <a:lumMod val="50000"/>
                                  </a:schemeClr>
                                </a:solidFill>
                                <a:latin typeface="Cambria Math" panose="02040503050406030204" pitchFamily="18" charset="0"/>
                                <a:ea typeface="Cambria Math" panose="02040503050406030204" pitchFamily="18" charset="0"/>
                              </a:rPr>
                              <m:t>𝑧</m:t>
                            </m:r>
                          </m:e>
                          <m:sup>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𝐿</m:t>
                            </m:r>
                            <m:r>
                              <a:rPr lang="es-ES" sz="1600" i="1">
                                <a:solidFill>
                                  <a:schemeClr val="accent1">
                                    <a:lumMod val="50000"/>
                                  </a:schemeClr>
                                </a:solidFill>
                                <a:latin typeface="Cambria Math" panose="02040503050406030204" pitchFamily="18" charset="0"/>
                                <a:ea typeface="Cambria Math" panose="02040503050406030204" pitchFamily="18" charset="0"/>
                              </a:rPr>
                              <m:t>]</m:t>
                            </m:r>
                          </m:sup>
                        </m:sSup>
                      </m:e>
                    </m:d>
                  </m:oMath>
                </a14:m>
                <a:endParaRPr lang="es-ES" sz="1600" dirty="0">
                  <a:solidFill>
                    <a:schemeClr val="accent1">
                      <a:lumMod val="50000"/>
                    </a:schemeClr>
                  </a:solidFill>
                </a:endParaRPr>
              </a:p>
            </p:txBody>
          </p:sp>
        </mc:Choice>
        <mc:Fallback xmlns="">
          <p:sp>
            <p:nvSpPr>
              <p:cNvPr id="35" name="CuadroTexto 34">
                <a:extLst>
                  <a:ext uri="{FF2B5EF4-FFF2-40B4-BE49-F238E27FC236}">
                    <a16:creationId xmlns:a16="http://schemas.microsoft.com/office/drawing/2014/main" id="{602B5EE2-BD33-29FA-3DF5-78222D8D6068}"/>
                  </a:ext>
                </a:extLst>
              </p:cNvPr>
              <p:cNvSpPr txBox="1">
                <a:spLocks noRot="1" noChangeAspect="1" noMove="1" noResize="1" noEditPoints="1" noAdjustHandles="1" noChangeArrowheads="1" noChangeShapeType="1" noTextEdit="1"/>
              </p:cNvSpPr>
              <p:nvPr/>
            </p:nvSpPr>
            <p:spPr>
              <a:xfrm>
                <a:off x="3863172" y="5721854"/>
                <a:ext cx="3501368" cy="616515"/>
              </a:xfrm>
              <a:prstGeom prst="rect">
                <a:avLst/>
              </a:prstGeom>
              <a:blipFill>
                <a:blip r:embed="rId7"/>
                <a:stretch>
                  <a:fillRect t="-2970" r="-1045" b="-10891"/>
                </a:stretch>
              </a:blipFill>
            </p:spPr>
            <p:txBody>
              <a:bodyPr/>
              <a:lstStyle/>
              <a:p>
                <a:r>
                  <a:rPr lang="es-ES">
                    <a:noFill/>
                  </a:rPr>
                  <a:t> </a:t>
                </a:r>
              </a:p>
            </p:txBody>
          </p:sp>
        </mc:Fallback>
      </mc:AlternateContent>
      <p:sp>
        <p:nvSpPr>
          <p:cNvPr id="36" name="Rectángulo: esquinas redondeadas 35">
            <a:extLst>
              <a:ext uri="{FF2B5EF4-FFF2-40B4-BE49-F238E27FC236}">
                <a16:creationId xmlns:a16="http://schemas.microsoft.com/office/drawing/2014/main" id="{8C4C8564-FB7B-C803-4E08-2C5467CB0D77}"/>
              </a:ext>
            </a:extLst>
          </p:cNvPr>
          <p:cNvSpPr/>
          <p:nvPr/>
        </p:nvSpPr>
        <p:spPr>
          <a:xfrm>
            <a:off x="3679356" y="4565863"/>
            <a:ext cx="690129" cy="787482"/>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Forma libre: forma 36">
            <a:extLst>
              <a:ext uri="{FF2B5EF4-FFF2-40B4-BE49-F238E27FC236}">
                <a16:creationId xmlns:a16="http://schemas.microsoft.com/office/drawing/2014/main" id="{7EC415C8-6F8A-205C-AC84-444FCE09D809}"/>
              </a:ext>
            </a:extLst>
          </p:cNvPr>
          <p:cNvSpPr/>
          <p:nvPr/>
        </p:nvSpPr>
        <p:spPr>
          <a:xfrm flipH="1">
            <a:off x="4068196" y="5344276"/>
            <a:ext cx="1226682" cy="251841"/>
          </a:xfrm>
          <a:custGeom>
            <a:avLst/>
            <a:gdLst>
              <a:gd name="connsiteX0" fmla="*/ 471949 w 471949"/>
              <a:gd name="connsiteY0" fmla="*/ 0 h 405003"/>
              <a:gd name="connsiteX1" fmla="*/ 359861 w 471949"/>
              <a:gd name="connsiteY1" fmla="*/ 353961 h 405003"/>
              <a:gd name="connsiteX2" fmla="*/ 0 w 471949"/>
              <a:gd name="connsiteY2" fmla="*/ 395257 h 405003"/>
            </a:gdLst>
            <a:ahLst/>
            <a:cxnLst>
              <a:cxn ang="0">
                <a:pos x="connsiteX0" y="connsiteY0"/>
              </a:cxn>
              <a:cxn ang="0">
                <a:pos x="connsiteX1" y="connsiteY1"/>
              </a:cxn>
              <a:cxn ang="0">
                <a:pos x="connsiteX2" y="connsiteY2"/>
              </a:cxn>
            </a:cxnLst>
            <a:rect l="l" t="t" r="r" b="b"/>
            <a:pathLst>
              <a:path w="471949" h="405003">
                <a:moveTo>
                  <a:pt x="471949" y="0"/>
                </a:moveTo>
                <a:cubicBezTo>
                  <a:pt x="455234" y="144042"/>
                  <a:pt x="438519" y="288085"/>
                  <a:pt x="359861" y="353961"/>
                </a:cubicBezTo>
                <a:cubicBezTo>
                  <a:pt x="281203" y="419837"/>
                  <a:pt x="140601" y="407547"/>
                  <a:pt x="0" y="395257"/>
                </a:cubicBezTo>
              </a:path>
            </a:pathLst>
          </a:custGeom>
          <a:noFill/>
          <a:ln w="28575">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B192C6E2-D772-4BC9-7352-569ABCCA3060}"/>
                  </a:ext>
                </a:extLst>
              </p:cNvPr>
              <p:cNvSpPr txBox="1"/>
              <p:nvPr/>
            </p:nvSpPr>
            <p:spPr>
              <a:xfrm>
                <a:off x="5249309" y="5407879"/>
                <a:ext cx="946618" cy="3883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oMath>
                  </m:oMathPara>
                </a14:m>
                <a:endParaRPr lang="es-ES" dirty="0"/>
              </a:p>
            </p:txBody>
          </p:sp>
        </mc:Choice>
        <mc:Fallback xmlns="">
          <p:sp>
            <p:nvSpPr>
              <p:cNvPr id="39" name="CuadroTexto 38">
                <a:extLst>
                  <a:ext uri="{FF2B5EF4-FFF2-40B4-BE49-F238E27FC236}">
                    <a16:creationId xmlns:a16="http://schemas.microsoft.com/office/drawing/2014/main" id="{B192C6E2-D772-4BC9-7352-569ABCCA3060}"/>
                  </a:ext>
                </a:extLst>
              </p:cNvPr>
              <p:cNvSpPr txBox="1">
                <a:spLocks noRot="1" noChangeAspect="1" noMove="1" noResize="1" noEditPoints="1" noAdjustHandles="1" noChangeArrowheads="1" noChangeShapeType="1" noTextEdit="1"/>
              </p:cNvSpPr>
              <p:nvPr/>
            </p:nvSpPr>
            <p:spPr>
              <a:xfrm>
                <a:off x="5249309" y="5407879"/>
                <a:ext cx="946618" cy="388311"/>
              </a:xfrm>
              <a:prstGeom prst="rect">
                <a:avLst/>
              </a:prstGeom>
              <a:blipFill>
                <a:blip r:embed="rId8"/>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220734088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5D7B7-A373-CE48-F65F-8C5C333E013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41D4332-1E47-465A-1A47-9C4424CD4060}"/>
                  </a:ext>
                </a:extLst>
              </p:cNvPr>
              <p:cNvSpPr txBox="1"/>
              <p:nvPr/>
            </p:nvSpPr>
            <p:spPr>
              <a:xfrm>
                <a:off x="217336" y="3226909"/>
                <a:ext cx="11672580" cy="821892"/>
              </a:xfrm>
              <a:prstGeom prst="rect">
                <a:avLst/>
              </a:prstGeom>
              <a:noFill/>
            </p:spPr>
            <p:txBody>
              <a:bodyPr wrap="square">
                <a:spAutoFit/>
              </a:bodyPr>
              <a:lstStyle/>
              <a:p>
                <a:pPr marL="342900" indent="-342900">
                  <a:buFont typeface="+mj-lt"/>
                  <a:buAutoNum type="arabicPeriod"/>
                </a:pPr>
                <a:r>
                  <a:rPr lang="es-ES" b="1" dirty="0">
                    <a:solidFill>
                      <a:schemeClr val="accent1">
                        <a:lumMod val="50000"/>
                      </a:schemeClr>
                    </a:solidFill>
                  </a:rPr>
                  <a:t>Empezamos por </a:t>
                </a:r>
                <a14:m>
                  <m:oMath xmlns:m="http://schemas.openxmlformats.org/officeDocument/2006/math">
                    <m:f>
                      <m:fPr>
                        <m:ctrlPr>
                          <a:rPr lang="es-ES" sz="2000"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sz="2000" i="1">
                            <a:solidFill>
                              <a:schemeClr val="accent1">
                                <a:lumMod val="50000"/>
                              </a:schemeClr>
                            </a:solidFill>
                            <a:latin typeface="Cambria Math" panose="02040503050406030204" pitchFamily="18" charset="0"/>
                            <a:ea typeface="Cambria Math" panose="02040503050406030204" pitchFamily="18" charset="0"/>
                          </a:rPr>
                          <m:t>𝜕</m:t>
                        </m:r>
                        <m:r>
                          <a:rPr lang="es-ES" sz="2000"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sz="2000" i="1">
                            <a:solidFill>
                              <a:schemeClr val="accent1">
                                <a:lumMod val="50000"/>
                              </a:schemeClr>
                            </a:solidFill>
                            <a:latin typeface="Cambria Math" panose="02040503050406030204" pitchFamily="18" charset="0"/>
                            <a:ea typeface="Cambria Math" panose="02040503050406030204" pitchFamily="18" charset="0"/>
                          </a:rPr>
                          <m:t>𝜕</m:t>
                        </m:r>
                        <m:sSup>
                          <m:sSupPr>
                            <m:ctrlPr>
                              <a:rPr lang="es-ES" sz="2000" i="1">
                                <a:solidFill>
                                  <a:schemeClr val="accent1">
                                    <a:lumMod val="50000"/>
                                  </a:schemeClr>
                                </a:solidFill>
                                <a:latin typeface="Cambria Math" panose="02040503050406030204" pitchFamily="18" charset="0"/>
                                <a:ea typeface="Cambria Math" panose="02040503050406030204" pitchFamily="18" charset="0"/>
                              </a:rPr>
                            </m:ctrlPr>
                          </m:sSupPr>
                          <m:e>
                            <m:r>
                              <a:rPr lang="es-ES" sz="2000"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sz="2000" i="1">
                                    <a:solidFill>
                                      <a:schemeClr val="accent1">
                                        <a:lumMod val="50000"/>
                                      </a:schemeClr>
                                    </a:solidFill>
                                    <a:latin typeface="Cambria Math" panose="02040503050406030204" pitchFamily="18" charset="0"/>
                                    <a:ea typeface="Cambria Math" panose="02040503050406030204" pitchFamily="18" charset="0"/>
                                  </a:rPr>
                                </m:ctrlPr>
                              </m:dPr>
                              <m:e>
                                <m:r>
                                  <a:rPr lang="es-ES" sz="2000" i="1">
                                    <a:solidFill>
                                      <a:schemeClr val="accent1">
                                        <a:lumMod val="50000"/>
                                      </a:schemeClr>
                                    </a:solidFill>
                                    <a:latin typeface="Cambria Math" panose="02040503050406030204" pitchFamily="18" charset="0"/>
                                    <a:ea typeface="Cambria Math" panose="02040503050406030204" pitchFamily="18" charset="0"/>
                                  </a:rPr>
                                  <m:t>𝐿</m:t>
                                </m:r>
                              </m:e>
                            </m:d>
                          </m:sup>
                        </m:sSup>
                      </m:den>
                    </m:f>
                  </m:oMath>
                </a14:m>
                <a:endParaRPr lang="es-ES" dirty="0"/>
              </a:p>
              <a:p>
                <a:pPr marL="285750" indent="-285750">
                  <a:buFont typeface="Arial" panose="020B0604020202020204" pitchFamily="34" charset="0"/>
                  <a:buChar char="•"/>
                </a:pPr>
                <a:endParaRPr lang="es-ES" dirty="0"/>
              </a:p>
            </p:txBody>
          </p:sp>
        </mc:Choice>
        <mc:Fallback xmlns="">
          <p:sp>
            <p:nvSpPr>
              <p:cNvPr id="8" name="CuadroTexto 7">
                <a:extLst>
                  <a:ext uri="{FF2B5EF4-FFF2-40B4-BE49-F238E27FC236}">
                    <a16:creationId xmlns:a16="http://schemas.microsoft.com/office/drawing/2014/main" id="{E41D4332-1E47-465A-1A47-9C4424CD4060}"/>
                  </a:ext>
                </a:extLst>
              </p:cNvPr>
              <p:cNvSpPr txBox="1">
                <a:spLocks noRot="1" noChangeAspect="1" noMove="1" noResize="1" noEditPoints="1" noAdjustHandles="1" noChangeArrowheads="1" noChangeShapeType="1" noTextEdit="1"/>
              </p:cNvSpPr>
              <p:nvPr/>
            </p:nvSpPr>
            <p:spPr>
              <a:xfrm>
                <a:off x="217336" y="3226909"/>
                <a:ext cx="11672580" cy="821892"/>
              </a:xfrm>
              <a:prstGeom prst="rect">
                <a:avLst/>
              </a:prstGeom>
              <a:blipFill>
                <a:blip r:embed="rId2"/>
                <a:stretch>
                  <a:fillRect l="-47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8886A5E0-E60E-2159-BFD0-099FA83458D5}"/>
                  </a:ext>
                </a:extLst>
              </p:cNvPr>
              <p:cNvSpPr txBox="1"/>
              <p:nvPr/>
            </p:nvSpPr>
            <p:spPr>
              <a:xfrm>
                <a:off x="962232" y="1897183"/>
                <a:ext cx="10182846" cy="1191545"/>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h</m:t>
                          </m:r>
                        </m:e>
                        <m:sub>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sub>
                      </m:sSub>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6">
                                  <a:lumMod val="50000"/>
                                </a:schemeClr>
                              </a:solidFill>
                              <a:latin typeface="Cambria Math" panose="02040503050406030204" pitchFamily="18" charset="0"/>
                              <a:ea typeface="Cambria Math" panose="02040503050406030204" pitchFamily="18" charset="0"/>
                            </a:rPr>
                            <m:t>𝑥</m:t>
                          </m:r>
                        </m:e>
                      </m:d>
                      <m:r>
                        <a:rPr lang="es-ES" b="0" i="1" smtClean="0">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m:t>
                              </m:r>
                            </m:e>
                          </m:d>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b="0" i="1" dirty="0">
                  <a:solidFill>
                    <a:schemeClr val="accent1">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𝐿</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2</m:t>
                                          </m:r>
                                        </m:e>
                                      </m:d>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6">
                                                  <a:lumMod val="50000"/>
                                                </a:schemeClr>
                                              </a:solidFill>
                                              <a:latin typeface="Cambria Math" panose="02040503050406030204" pitchFamily="18" charset="0"/>
                                              <a:ea typeface="Cambria Math" panose="02040503050406030204" pitchFamily="18" charset="0"/>
                                            </a:rPr>
                                            <m:t>𝑥</m:t>
                                          </m:r>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e>
                                      </m:d>
                                    </m:e>
                                  </m:d>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2</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e>
                              </m:d>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         </m:t>
                      </m:r>
                    </m:oMath>
                  </m:oMathPara>
                </a14:m>
                <a:endParaRPr lang="es-ES" dirty="0"/>
              </a:p>
            </p:txBody>
          </p:sp>
        </mc:Choice>
        <mc:Fallback xmlns="">
          <p:sp>
            <p:nvSpPr>
              <p:cNvPr id="6" name="CuadroTexto 5">
                <a:extLst>
                  <a:ext uri="{FF2B5EF4-FFF2-40B4-BE49-F238E27FC236}">
                    <a16:creationId xmlns:a16="http://schemas.microsoft.com/office/drawing/2014/main" id="{8886A5E0-E60E-2159-BFD0-099FA83458D5}"/>
                  </a:ext>
                </a:extLst>
              </p:cNvPr>
              <p:cNvSpPr txBox="1">
                <a:spLocks noRot="1" noChangeAspect="1" noMove="1" noResize="1" noEditPoints="1" noAdjustHandles="1" noChangeArrowheads="1" noChangeShapeType="1" noTextEdit="1"/>
              </p:cNvSpPr>
              <p:nvPr/>
            </p:nvSpPr>
            <p:spPr>
              <a:xfrm>
                <a:off x="962232" y="1897183"/>
                <a:ext cx="10182846" cy="1191545"/>
              </a:xfrm>
              <a:prstGeom prst="rect">
                <a:avLst/>
              </a:prstGeom>
              <a:blipFill>
                <a:blip r:embed="rId3"/>
                <a:stretch>
                  <a:fillRect/>
                </a:stretch>
              </a:blipFill>
            </p:spPr>
            <p:txBody>
              <a:bodyPr/>
              <a:lstStyle/>
              <a:p>
                <a:r>
                  <a:rPr lang="es-ES">
                    <a:noFill/>
                  </a:rPr>
                  <a:t> </a:t>
                </a:r>
              </a:p>
            </p:txBody>
          </p:sp>
        </mc:Fallback>
      </mc:AlternateContent>
      <p:sp>
        <p:nvSpPr>
          <p:cNvPr id="3" name="CuadroTexto 2">
            <a:extLst>
              <a:ext uri="{FF2B5EF4-FFF2-40B4-BE49-F238E27FC236}">
                <a16:creationId xmlns:a16="http://schemas.microsoft.com/office/drawing/2014/main" id="{7D5FB04E-0101-DBEE-6222-098350891DD0}"/>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54" name="CuadroTexto 53">
            <a:extLst>
              <a:ext uri="{FF2B5EF4-FFF2-40B4-BE49-F238E27FC236}">
                <a16:creationId xmlns:a16="http://schemas.microsoft.com/office/drawing/2014/main" id="{CCEA7817-43F1-8E3C-A541-67D12FEDC734}"/>
              </a:ext>
            </a:extLst>
          </p:cNvPr>
          <p:cNvSpPr txBox="1"/>
          <p:nvPr/>
        </p:nvSpPr>
        <p:spPr>
          <a:xfrm>
            <a:off x="227320" y="1250852"/>
            <a:ext cx="11672580" cy="646331"/>
          </a:xfrm>
          <a:prstGeom prst="rect">
            <a:avLst/>
          </a:prstGeom>
          <a:noFill/>
        </p:spPr>
        <p:txBody>
          <a:bodyPr wrap="square">
            <a:spAutoFit/>
          </a:bodyPr>
          <a:lstStyle/>
          <a:p>
            <a:r>
              <a:rPr lang="es-ES" dirty="0">
                <a:solidFill>
                  <a:schemeClr val="accent1">
                    <a:lumMod val="50000"/>
                  </a:schemeClr>
                </a:solidFill>
              </a:rPr>
              <a:t>Para calcular cada componente del vector gradiente aplicamos la regla de la cadena sobre la función de perdida. </a:t>
            </a:r>
          </a:p>
          <a:p>
            <a:r>
              <a:rPr lang="es-ES" dirty="0">
                <a:solidFill>
                  <a:schemeClr val="accent1">
                    <a:lumMod val="50000"/>
                  </a:schemeClr>
                </a:solidFill>
              </a:rPr>
              <a:t>Para ello tenemos en cuenta que: </a:t>
            </a:r>
            <a:endParaRPr lang="es-ES" dirty="0"/>
          </a:p>
        </p:txBody>
      </p:sp>
      <p:sp>
        <p:nvSpPr>
          <p:cNvPr id="25" name="CuadroTexto 24">
            <a:extLst>
              <a:ext uri="{FF2B5EF4-FFF2-40B4-BE49-F238E27FC236}">
                <a16:creationId xmlns:a16="http://schemas.microsoft.com/office/drawing/2014/main" id="{99375860-20FE-CFF1-CCA2-0ED93DC961F6}"/>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III)</a:t>
            </a:r>
            <a:r>
              <a:rPr lang="en-US" sz="2000" dirty="0">
                <a:solidFill>
                  <a:schemeClr val="accent1">
                    <a:lumMod val="50000"/>
                  </a:schemeClr>
                </a:solidFill>
              </a:rPr>
              <a:t>  </a:t>
            </a: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E15D1EC-7047-D491-7E5C-38473F02397C}"/>
                  </a:ext>
                </a:extLst>
              </p:cNvPr>
              <p:cNvSpPr txBox="1"/>
              <p:nvPr/>
            </p:nvSpPr>
            <p:spPr>
              <a:xfrm>
                <a:off x="1001695" y="3988403"/>
                <a:ext cx="8218516" cy="4105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1" i="1" smtClean="0">
                          <a:solidFill>
                            <a:schemeClr val="accent1">
                              <a:lumMod val="50000"/>
                            </a:schemeClr>
                          </a:solidFill>
                          <a:latin typeface="Cambria Math" panose="02040503050406030204" pitchFamily="18" charset="0"/>
                          <a:ea typeface="Cambria Math" panose="02040503050406030204" pitchFamily="18" charset="0"/>
                        </a:rPr>
                        <m:t>𝑱</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d>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𝑬</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6">
                                  <a:lumMod val="75000"/>
                                </a:schemeClr>
                              </a:solidFill>
                              <a:latin typeface="Cambria Math" panose="02040503050406030204" pitchFamily="18" charset="0"/>
                              <a:ea typeface="Cambria Math" panose="02040503050406030204" pitchFamily="18" charset="0"/>
                            </a:rPr>
                            <m:t>𝑦</m:t>
                          </m:r>
                          <m:r>
                            <a:rPr lang="es-ES" b="1"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e>
                      </m:d>
                      <m:r>
                        <a:rPr lang="es-ES" b="0" i="1" smtClean="0">
                          <a:solidFill>
                            <a:schemeClr val="accent5">
                              <a:lumMod val="50000"/>
                            </a:schemeClr>
                          </a:solidFill>
                          <a:latin typeface="Cambria Math" panose="02040503050406030204" pitchFamily="18" charset="0"/>
                          <a:ea typeface="Cambria Math" panose="02040503050406030204" pitchFamily="18" charset="0"/>
                        </a:rPr>
                        <m:t>;   </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e>
                      </m:d>
                      <m:r>
                        <a:rPr lang="es-ES" i="1">
                          <a:solidFill>
                            <a:schemeClr val="accent5">
                              <a:lumMod val="50000"/>
                            </a:schemeClr>
                          </a:solidFill>
                          <a:latin typeface="Cambria Math" panose="02040503050406030204" pitchFamily="18" charset="0"/>
                          <a:ea typeface="Cambria Math" panose="02040503050406030204" pitchFamily="18" charset="0"/>
                        </a:rPr>
                        <m:t>;</m:t>
                      </m:r>
                      <m:r>
                        <a:rPr lang="es-ES" b="0" i="1" smtClean="0">
                          <a:solidFill>
                            <a:schemeClr val="accent5">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oMath>
                  </m:oMathPara>
                </a14:m>
                <a:endParaRPr lang="es-ES" dirty="0"/>
              </a:p>
            </p:txBody>
          </p:sp>
        </mc:Choice>
        <mc:Fallback xmlns="">
          <p:sp>
            <p:nvSpPr>
              <p:cNvPr id="20" name="CuadroTexto 19">
                <a:extLst>
                  <a:ext uri="{FF2B5EF4-FFF2-40B4-BE49-F238E27FC236}">
                    <a16:creationId xmlns:a16="http://schemas.microsoft.com/office/drawing/2014/main" id="{2E15D1EC-7047-D491-7E5C-38473F02397C}"/>
                  </a:ext>
                </a:extLst>
              </p:cNvPr>
              <p:cNvSpPr txBox="1">
                <a:spLocks noRot="1" noChangeAspect="1" noMove="1" noResize="1" noEditPoints="1" noAdjustHandles="1" noChangeArrowheads="1" noChangeShapeType="1" noTextEdit="1"/>
              </p:cNvSpPr>
              <p:nvPr/>
            </p:nvSpPr>
            <p:spPr>
              <a:xfrm>
                <a:off x="1001695" y="3988403"/>
                <a:ext cx="8218516" cy="410562"/>
              </a:xfrm>
              <a:prstGeom prst="rect">
                <a:avLst/>
              </a:prstGeom>
              <a:blipFill>
                <a:blip r:embed="rId4"/>
                <a:stretch>
                  <a:fillRect b="-588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DC1F7F6A-207E-126D-F655-B01321442095}"/>
                  </a:ext>
                </a:extLst>
              </p:cNvPr>
              <p:cNvSpPr txBox="1"/>
              <p:nvPr/>
            </p:nvSpPr>
            <p:spPr>
              <a:xfrm>
                <a:off x="996750" y="4575087"/>
                <a:ext cx="6819114" cy="70807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0" i="1" smtClean="0">
                                  <a:solidFill>
                                    <a:schemeClr val="accent5">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5">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5">
                                      <a:lumMod val="50000"/>
                                    </a:schemeClr>
                                  </a:solidFill>
                                  <a:latin typeface="Cambria Math" panose="02040503050406030204" pitchFamily="18" charset="0"/>
                                  <a:ea typeface="Cambria Math" panose="02040503050406030204" pitchFamily="18" charset="0"/>
                                </a:rPr>
                                <m:t>[</m:t>
                              </m:r>
                              <m:r>
                                <a:rPr lang="es-ES" b="0" i="1" smtClean="0">
                                  <a:solidFill>
                                    <a:schemeClr val="accent5">
                                      <a:lumMod val="50000"/>
                                    </a:schemeClr>
                                  </a:solidFill>
                                  <a:latin typeface="Cambria Math" panose="02040503050406030204" pitchFamily="18" charset="0"/>
                                  <a:ea typeface="Cambria Math" panose="02040503050406030204" pitchFamily="18" charset="0"/>
                                </a:rPr>
                                <m:t>𝐿</m:t>
                              </m:r>
                              <m:r>
                                <a:rPr lang="es-ES" b="0" i="1" smtClean="0">
                                  <a:solidFill>
                                    <a:schemeClr val="accent5">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5">
                                      <a:lumMod val="50000"/>
                                    </a:schemeClr>
                                  </a:solidFill>
                                  <a:latin typeface="Cambria Math" panose="02040503050406030204" pitchFamily="18" charset="0"/>
                                  <a:ea typeface="Cambria Math" panose="02040503050406030204" pitchFamily="18" charset="0"/>
                                </a:rPr>
                              </m:ctrlPr>
                            </m:sSupPr>
                            <m:e>
                              <m:r>
                                <a:rPr lang="es-ES" i="1">
                                  <a:solidFill>
                                    <a:schemeClr val="accent5">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5">
                                      <a:lumMod val="50000"/>
                                    </a:schemeClr>
                                  </a:solidFill>
                                  <a:latin typeface="Cambria Math" panose="02040503050406030204" pitchFamily="18" charset="0"/>
                                  <a:ea typeface="Cambria Math" panose="02040503050406030204" pitchFamily="18" charset="0"/>
                                </a:rPr>
                                <m:t>[</m:t>
                              </m:r>
                              <m:r>
                                <a:rPr lang="es-ES" i="1">
                                  <a:solidFill>
                                    <a:schemeClr val="accent5">
                                      <a:lumMod val="50000"/>
                                    </a:schemeClr>
                                  </a:solidFill>
                                  <a:latin typeface="Cambria Math" panose="02040503050406030204" pitchFamily="18" charset="0"/>
                                  <a:ea typeface="Cambria Math" panose="02040503050406030204" pitchFamily="18" charset="0"/>
                                </a:rPr>
                                <m:t>𝐿</m:t>
                              </m:r>
                              <m:r>
                                <a:rPr lang="es-ES" b="0" i="1" smtClean="0">
                                  <a:solidFill>
                                    <a:schemeClr val="accent5">
                                      <a:lumMod val="50000"/>
                                    </a:schemeClr>
                                  </a:solidFill>
                                  <a:latin typeface="Cambria Math" panose="02040503050406030204" pitchFamily="18" charset="0"/>
                                  <a:ea typeface="Cambria Math" panose="02040503050406030204" pitchFamily="18" charset="0"/>
                                </a:rPr>
                                <m:t>]</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i="1">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 ∙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oMath>
                  </m:oMathPara>
                </a14:m>
                <a:endParaRPr lang="es-ES" dirty="0"/>
              </a:p>
            </p:txBody>
          </p:sp>
        </mc:Choice>
        <mc:Fallback xmlns="">
          <p:sp>
            <p:nvSpPr>
              <p:cNvPr id="21" name="CuadroTexto 20">
                <a:extLst>
                  <a:ext uri="{FF2B5EF4-FFF2-40B4-BE49-F238E27FC236}">
                    <a16:creationId xmlns:a16="http://schemas.microsoft.com/office/drawing/2014/main" id="{DC1F7F6A-207E-126D-F655-B01321442095}"/>
                  </a:ext>
                </a:extLst>
              </p:cNvPr>
              <p:cNvSpPr txBox="1">
                <a:spLocks noRot="1" noChangeAspect="1" noMove="1" noResize="1" noEditPoints="1" noAdjustHandles="1" noChangeArrowheads="1" noChangeShapeType="1" noTextEdit="1"/>
              </p:cNvSpPr>
              <p:nvPr/>
            </p:nvSpPr>
            <p:spPr>
              <a:xfrm>
                <a:off x="996750" y="4575087"/>
                <a:ext cx="6819114" cy="708079"/>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C3B2E3D4-81DA-822E-8C72-37D8A496AA5A}"/>
                  </a:ext>
                </a:extLst>
              </p:cNvPr>
              <p:cNvSpPr txBox="1"/>
              <p:nvPr/>
            </p:nvSpPr>
            <p:spPr>
              <a:xfrm>
                <a:off x="8519132" y="5048036"/>
                <a:ext cx="3505026" cy="1496307"/>
              </a:xfrm>
              <a:prstGeom prst="rect">
                <a:avLst/>
              </a:prstGeom>
              <a:noFill/>
              <a:ln>
                <a:solidFill>
                  <a:schemeClr val="tx2"/>
                </a:solidFill>
                <a:prstDash val="solid"/>
              </a:ln>
            </p:spPr>
            <p:txBody>
              <a:bodyPr wrap="square">
                <a:spAutoFit/>
              </a:bodyPr>
              <a:lstStyle/>
              <a:p>
                <a:r>
                  <a:rPr lang="es-ES" dirty="0">
                    <a:solidFill>
                      <a:schemeClr val="accent1">
                        <a:lumMod val="50000"/>
                      </a:schemeClr>
                    </a:solidFill>
                    <a:ea typeface="Cambria Math" panose="02040503050406030204" pitchFamily="18" charset="0"/>
                  </a:rPr>
                  <a:t>La derivada del error (función de coste </a:t>
                </a:r>
                <a14:m>
                  <m:oMath xmlns:m="http://schemas.openxmlformats.org/officeDocument/2006/math">
                    <m:r>
                      <a:rPr lang="es-ES" b="1" i="1">
                        <a:solidFill>
                          <a:schemeClr val="accent1">
                            <a:lumMod val="50000"/>
                          </a:schemeClr>
                        </a:solidFill>
                        <a:latin typeface="Cambria Math" panose="02040503050406030204" pitchFamily="18" charset="0"/>
                        <a:ea typeface="Cambria Math" panose="02040503050406030204" pitchFamily="18" charset="0"/>
                      </a:rPr>
                      <m:t>𝑱</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e>
                    </m:d>
                  </m:oMath>
                </a14:m>
                <a:r>
                  <a:rPr lang="es-ES" dirty="0">
                    <a:solidFill>
                      <a:schemeClr val="accent1">
                        <a:lumMod val="50000"/>
                      </a:schemeClr>
                    </a:solidFill>
                    <a:ea typeface="Cambria Math" panose="02040503050406030204" pitchFamily="18" charset="0"/>
                  </a:rPr>
                  <a:t>) respecto del peso </a:t>
                </a:r>
                <a14:m>
                  <m:oMath xmlns:m="http://schemas.openxmlformats.org/officeDocument/2006/math">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oMath>
                </a14:m>
                <a:r>
                  <a:rPr lang="es-ES" dirty="0">
                    <a:solidFill>
                      <a:schemeClr val="accent1">
                        <a:lumMod val="50000"/>
                      </a:schemeClr>
                    </a:solidFill>
                    <a:ea typeface="Cambria Math" panose="02040503050406030204" pitchFamily="18" charset="0"/>
                  </a:rPr>
                  <a:t> en la última capa depende del valor del nodo de activación en la capa anterior.  </a:t>
                </a:r>
                <a:endParaRPr lang="es-ES" b="1" dirty="0">
                  <a:solidFill>
                    <a:schemeClr val="accent1">
                      <a:lumMod val="50000"/>
                    </a:schemeClr>
                  </a:solidFill>
                  <a:ea typeface="Cambria Math" panose="02040503050406030204" pitchFamily="18" charset="0"/>
                </a:endParaRPr>
              </a:p>
            </p:txBody>
          </p:sp>
        </mc:Choice>
        <mc:Fallback xmlns="">
          <p:sp>
            <p:nvSpPr>
              <p:cNvPr id="22" name="CuadroTexto 21">
                <a:extLst>
                  <a:ext uri="{FF2B5EF4-FFF2-40B4-BE49-F238E27FC236}">
                    <a16:creationId xmlns:a16="http://schemas.microsoft.com/office/drawing/2014/main" id="{C3B2E3D4-81DA-822E-8C72-37D8A496AA5A}"/>
                  </a:ext>
                </a:extLst>
              </p:cNvPr>
              <p:cNvSpPr txBox="1">
                <a:spLocks noRot="1" noChangeAspect="1" noMove="1" noResize="1" noEditPoints="1" noAdjustHandles="1" noChangeArrowheads="1" noChangeShapeType="1" noTextEdit="1"/>
              </p:cNvSpPr>
              <p:nvPr/>
            </p:nvSpPr>
            <p:spPr>
              <a:xfrm>
                <a:off x="8519132" y="5048036"/>
                <a:ext cx="3505026" cy="1496307"/>
              </a:xfrm>
              <a:prstGeom prst="rect">
                <a:avLst/>
              </a:prstGeom>
              <a:blipFill>
                <a:blip r:embed="rId6"/>
                <a:stretch>
                  <a:fillRect l="-1213" t="-1613" r="-2426" b="-4839"/>
                </a:stretch>
              </a:blipFill>
              <a:ln>
                <a:solidFill>
                  <a:schemeClr val="tx2"/>
                </a:solidFill>
                <a:prstDash val="solid"/>
              </a:ln>
            </p:spPr>
            <p:txBody>
              <a:bodyPr/>
              <a:lstStyle/>
              <a:p>
                <a:r>
                  <a:rPr lang="es-ES">
                    <a:noFill/>
                  </a:rPr>
                  <a:t> </a:t>
                </a:r>
              </a:p>
            </p:txBody>
          </p:sp>
        </mc:Fallback>
      </mc:AlternateContent>
      <p:sp>
        <p:nvSpPr>
          <p:cNvPr id="26" name="Forma libre: forma 25">
            <a:extLst>
              <a:ext uri="{FF2B5EF4-FFF2-40B4-BE49-F238E27FC236}">
                <a16:creationId xmlns:a16="http://schemas.microsoft.com/office/drawing/2014/main" id="{B8433833-A405-6D37-EA36-DC12E1609C72}"/>
              </a:ext>
            </a:extLst>
          </p:cNvPr>
          <p:cNvSpPr/>
          <p:nvPr/>
        </p:nvSpPr>
        <p:spPr>
          <a:xfrm flipV="1">
            <a:off x="7568420" y="4849901"/>
            <a:ext cx="1318929" cy="176230"/>
          </a:xfrm>
          <a:custGeom>
            <a:avLst/>
            <a:gdLst>
              <a:gd name="connsiteX0" fmla="*/ 471949 w 471949"/>
              <a:gd name="connsiteY0" fmla="*/ 0 h 405003"/>
              <a:gd name="connsiteX1" fmla="*/ 359861 w 471949"/>
              <a:gd name="connsiteY1" fmla="*/ 353961 h 405003"/>
              <a:gd name="connsiteX2" fmla="*/ 0 w 471949"/>
              <a:gd name="connsiteY2" fmla="*/ 395257 h 405003"/>
            </a:gdLst>
            <a:ahLst/>
            <a:cxnLst>
              <a:cxn ang="0">
                <a:pos x="connsiteX0" y="connsiteY0"/>
              </a:cxn>
              <a:cxn ang="0">
                <a:pos x="connsiteX1" y="connsiteY1"/>
              </a:cxn>
              <a:cxn ang="0">
                <a:pos x="connsiteX2" y="connsiteY2"/>
              </a:cxn>
            </a:cxnLst>
            <a:rect l="l" t="t" r="r" b="b"/>
            <a:pathLst>
              <a:path w="471949" h="405003">
                <a:moveTo>
                  <a:pt x="471949" y="0"/>
                </a:moveTo>
                <a:cubicBezTo>
                  <a:pt x="455234" y="144042"/>
                  <a:pt x="438519" y="288085"/>
                  <a:pt x="359861" y="353961"/>
                </a:cubicBezTo>
                <a:cubicBezTo>
                  <a:pt x="281203" y="419837"/>
                  <a:pt x="140601" y="407547"/>
                  <a:pt x="0" y="395257"/>
                </a:cubicBezTo>
              </a:path>
            </a:pathLst>
          </a:custGeom>
          <a:noFill/>
          <a:ln w="28575">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CuadroTexto 26">
            <a:extLst>
              <a:ext uri="{FF2B5EF4-FFF2-40B4-BE49-F238E27FC236}">
                <a16:creationId xmlns:a16="http://schemas.microsoft.com/office/drawing/2014/main" id="{C5243878-448B-A1BF-389D-94C24B07DB2F}"/>
              </a:ext>
            </a:extLst>
          </p:cNvPr>
          <p:cNvSpPr txBox="1"/>
          <p:nvPr/>
        </p:nvSpPr>
        <p:spPr>
          <a:xfrm>
            <a:off x="1162461" y="5672368"/>
            <a:ext cx="1227809" cy="646331"/>
          </a:xfrm>
          <a:prstGeom prst="rect">
            <a:avLst/>
          </a:prstGeom>
          <a:noFill/>
          <a:ln>
            <a:solidFill>
              <a:schemeClr val="tx2"/>
            </a:solidFill>
            <a:prstDash val="solid"/>
          </a:ln>
        </p:spPr>
        <p:txBody>
          <a:bodyPr wrap="square">
            <a:spAutoFit/>
          </a:bodyPr>
          <a:lstStyle/>
          <a:p>
            <a:pPr algn="ctr"/>
            <a:r>
              <a:rPr lang="es-ES" dirty="0">
                <a:solidFill>
                  <a:schemeClr val="accent1">
                    <a:lumMod val="50000"/>
                  </a:schemeClr>
                </a:solidFill>
                <a:ea typeface="Cambria Math" panose="02040503050406030204" pitchFamily="18" charset="0"/>
              </a:rPr>
              <a:t>Regla de la cadena</a:t>
            </a:r>
            <a:endParaRPr lang="es-ES" b="1" dirty="0">
              <a:solidFill>
                <a:schemeClr val="accent1">
                  <a:lumMod val="50000"/>
                </a:schemeClr>
              </a:solidFill>
              <a:ea typeface="Cambria Math" panose="02040503050406030204" pitchFamily="18" charset="0"/>
            </a:endParaRPr>
          </a:p>
        </p:txBody>
      </p:sp>
      <p:cxnSp>
        <p:nvCxnSpPr>
          <p:cNvPr id="29" name="Conector recto de flecha 28">
            <a:extLst>
              <a:ext uri="{FF2B5EF4-FFF2-40B4-BE49-F238E27FC236}">
                <a16:creationId xmlns:a16="http://schemas.microsoft.com/office/drawing/2014/main" id="{9592FC91-B048-D925-A7F9-42E15D17061B}"/>
              </a:ext>
            </a:extLst>
          </p:cNvPr>
          <p:cNvCxnSpPr/>
          <p:nvPr/>
        </p:nvCxnSpPr>
        <p:spPr>
          <a:xfrm flipV="1">
            <a:off x="2184744" y="5105911"/>
            <a:ext cx="55232" cy="509364"/>
          </a:xfrm>
          <a:prstGeom prst="straightConnector1">
            <a:avLst/>
          </a:prstGeom>
          <a:ln w="31750">
            <a:solidFill>
              <a:schemeClr val="accent5">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0" name="Rectángulo: esquinas redondeadas 29">
            <a:extLst>
              <a:ext uri="{FF2B5EF4-FFF2-40B4-BE49-F238E27FC236}">
                <a16:creationId xmlns:a16="http://schemas.microsoft.com/office/drawing/2014/main" id="{CA1F75F4-059C-5487-58FB-BB4234A1D0BB}"/>
              </a:ext>
            </a:extLst>
          </p:cNvPr>
          <p:cNvSpPr/>
          <p:nvPr/>
        </p:nvSpPr>
        <p:spPr>
          <a:xfrm>
            <a:off x="2390270" y="4565863"/>
            <a:ext cx="471949" cy="787482"/>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CuadroTexto 30">
            <a:extLst>
              <a:ext uri="{FF2B5EF4-FFF2-40B4-BE49-F238E27FC236}">
                <a16:creationId xmlns:a16="http://schemas.microsoft.com/office/drawing/2014/main" id="{9E4321C3-4F47-1B86-AD64-174D79D4F703}"/>
              </a:ext>
            </a:extLst>
          </p:cNvPr>
          <p:cNvSpPr txBox="1"/>
          <p:nvPr/>
        </p:nvSpPr>
        <p:spPr>
          <a:xfrm>
            <a:off x="3140609" y="6298656"/>
            <a:ext cx="1767621" cy="584775"/>
          </a:xfrm>
          <a:prstGeom prst="rect">
            <a:avLst/>
          </a:prstGeom>
          <a:noFill/>
        </p:spPr>
        <p:txBody>
          <a:bodyPr wrap="square">
            <a:spAutoFit/>
          </a:bodyPr>
          <a:lstStyle/>
          <a:p>
            <a:pPr algn="ctr"/>
            <a:r>
              <a:rPr lang="en-US" sz="1600" dirty="0" err="1">
                <a:solidFill>
                  <a:schemeClr val="accent1">
                    <a:lumMod val="50000"/>
                  </a:schemeClr>
                </a:solidFill>
              </a:rPr>
              <a:t>Depende</a:t>
            </a:r>
            <a:r>
              <a:rPr lang="en-US" sz="1600" dirty="0">
                <a:solidFill>
                  <a:schemeClr val="accent1">
                    <a:lumMod val="50000"/>
                  </a:schemeClr>
                </a:solidFill>
              </a:rPr>
              <a:t> de la </a:t>
            </a:r>
            <a:r>
              <a:rPr lang="en-US" sz="1600" dirty="0" err="1">
                <a:solidFill>
                  <a:schemeClr val="accent1">
                    <a:lumMod val="50000"/>
                  </a:schemeClr>
                </a:solidFill>
              </a:rPr>
              <a:t>función</a:t>
            </a:r>
            <a:r>
              <a:rPr lang="en-US" sz="1600" dirty="0">
                <a:solidFill>
                  <a:schemeClr val="accent1">
                    <a:lumMod val="50000"/>
                  </a:schemeClr>
                </a:solidFill>
              </a:rPr>
              <a:t> de </a:t>
            </a:r>
            <a:r>
              <a:rPr lang="en-US" sz="1600" dirty="0" err="1">
                <a:solidFill>
                  <a:schemeClr val="accent1">
                    <a:lumMod val="50000"/>
                  </a:schemeClr>
                </a:solidFill>
              </a:rPr>
              <a:t>pérdida</a:t>
            </a:r>
            <a:endParaRPr lang="es-ES" sz="1600" dirty="0"/>
          </a:p>
        </p:txBody>
      </p:sp>
      <p:sp>
        <p:nvSpPr>
          <p:cNvPr id="32" name="Forma libre: forma 31">
            <a:extLst>
              <a:ext uri="{FF2B5EF4-FFF2-40B4-BE49-F238E27FC236}">
                <a16:creationId xmlns:a16="http://schemas.microsoft.com/office/drawing/2014/main" id="{548299E1-29AC-9218-9265-324FDFDF34C9}"/>
              </a:ext>
            </a:extLst>
          </p:cNvPr>
          <p:cNvSpPr/>
          <p:nvPr/>
        </p:nvSpPr>
        <p:spPr>
          <a:xfrm flipH="1">
            <a:off x="2655739" y="5324202"/>
            <a:ext cx="615047" cy="1266842"/>
          </a:xfrm>
          <a:custGeom>
            <a:avLst/>
            <a:gdLst>
              <a:gd name="connsiteX0" fmla="*/ 471949 w 471949"/>
              <a:gd name="connsiteY0" fmla="*/ 0 h 405003"/>
              <a:gd name="connsiteX1" fmla="*/ 359861 w 471949"/>
              <a:gd name="connsiteY1" fmla="*/ 353961 h 405003"/>
              <a:gd name="connsiteX2" fmla="*/ 0 w 471949"/>
              <a:gd name="connsiteY2" fmla="*/ 395257 h 405003"/>
            </a:gdLst>
            <a:ahLst/>
            <a:cxnLst>
              <a:cxn ang="0">
                <a:pos x="connsiteX0" y="connsiteY0"/>
              </a:cxn>
              <a:cxn ang="0">
                <a:pos x="connsiteX1" y="connsiteY1"/>
              </a:cxn>
              <a:cxn ang="0">
                <a:pos x="connsiteX2" y="connsiteY2"/>
              </a:cxn>
            </a:cxnLst>
            <a:rect l="l" t="t" r="r" b="b"/>
            <a:pathLst>
              <a:path w="471949" h="405003">
                <a:moveTo>
                  <a:pt x="471949" y="0"/>
                </a:moveTo>
                <a:cubicBezTo>
                  <a:pt x="455234" y="144042"/>
                  <a:pt x="438519" y="288085"/>
                  <a:pt x="359861" y="353961"/>
                </a:cubicBezTo>
                <a:cubicBezTo>
                  <a:pt x="281203" y="419837"/>
                  <a:pt x="140601" y="407547"/>
                  <a:pt x="0" y="395257"/>
                </a:cubicBezTo>
              </a:path>
            </a:pathLst>
          </a:custGeom>
          <a:noFill/>
          <a:ln w="28575">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 name="Rectángulo: esquinas redondeadas 32">
            <a:extLst>
              <a:ext uri="{FF2B5EF4-FFF2-40B4-BE49-F238E27FC236}">
                <a16:creationId xmlns:a16="http://schemas.microsoft.com/office/drawing/2014/main" id="{FED6984D-7ABE-A9BC-DCAF-2B9297CBBA77}"/>
              </a:ext>
            </a:extLst>
          </p:cNvPr>
          <p:cNvSpPr/>
          <p:nvPr/>
        </p:nvSpPr>
        <p:spPr>
          <a:xfrm>
            <a:off x="2986295" y="4565863"/>
            <a:ext cx="568985" cy="787482"/>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Forma libre: forma 33">
            <a:extLst>
              <a:ext uri="{FF2B5EF4-FFF2-40B4-BE49-F238E27FC236}">
                <a16:creationId xmlns:a16="http://schemas.microsoft.com/office/drawing/2014/main" id="{10A08520-1972-3C62-4652-3F5B71734A77}"/>
              </a:ext>
            </a:extLst>
          </p:cNvPr>
          <p:cNvSpPr/>
          <p:nvPr/>
        </p:nvSpPr>
        <p:spPr>
          <a:xfrm flipH="1">
            <a:off x="3225217" y="5321848"/>
            <a:ext cx="1226682" cy="787482"/>
          </a:xfrm>
          <a:custGeom>
            <a:avLst/>
            <a:gdLst>
              <a:gd name="connsiteX0" fmla="*/ 471949 w 471949"/>
              <a:gd name="connsiteY0" fmla="*/ 0 h 405003"/>
              <a:gd name="connsiteX1" fmla="*/ 359861 w 471949"/>
              <a:gd name="connsiteY1" fmla="*/ 353961 h 405003"/>
              <a:gd name="connsiteX2" fmla="*/ 0 w 471949"/>
              <a:gd name="connsiteY2" fmla="*/ 395257 h 405003"/>
            </a:gdLst>
            <a:ahLst/>
            <a:cxnLst>
              <a:cxn ang="0">
                <a:pos x="connsiteX0" y="connsiteY0"/>
              </a:cxn>
              <a:cxn ang="0">
                <a:pos x="connsiteX1" y="connsiteY1"/>
              </a:cxn>
              <a:cxn ang="0">
                <a:pos x="connsiteX2" y="connsiteY2"/>
              </a:cxn>
            </a:cxnLst>
            <a:rect l="l" t="t" r="r" b="b"/>
            <a:pathLst>
              <a:path w="471949" h="405003">
                <a:moveTo>
                  <a:pt x="471949" y="0"/>
                </a:moveTo>
                <a:cubicBezTo>
                  <a:pt x="455234" y="144042"/>
                  <a:pt x="438519" y="288085"/>
                  <a:pt x="359861" y="353961"/>
                </a:cubicBezTo>
                <a:cubicBezTo>
                  <a:pt x="281203" y="419837"/>
                  <a:pt x="140601" y="407547"/>
                  <a:pt x="0" y="395257"/>
                </a:cubicBezTo>
              </a:path>
            </a:pathLst>
          </a:custGeom>
          <a:noFill/>
          <a:ln w="28575">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602B5EE2-BD33-29FA-3DF5-78222D8D6068}"/>
                  </a:ext>
                </a:extLst>
              </p:cNvPr>
              <p:cNvSpPr txBox="1"/>
              <p:nvPr/>
            </p:nvSpPr>
            <p:spPr>
              <a:xfrm>
                <a:off x="3863172" y="5721854"/>
                <a:ext cx="3501368" cy="616515"/>
              </a:xfrm>
              <a:prstGeom prst="rect">
                <a:avLst/>
              </a:prstGeom>
              <a:noFill/>
            </p:spPr>
            <p:txBody>
              <a:bodyPr wrap="square">
                <a:spAutoFit/>
              </a:bodyPr>
              <a:lstStyle/>
              <a:p>
                <a:pPr algn="ctr"/>
                <a:r>
                  <a:rPr lang="es-ES" sz="1600" dirty="0">
                    <a:solidFill>
                      <a:schemeClr val="accent1">
                        <a:lumMod val="50000"/>
                      </a:schemeClr>
                    </a:solidFill>
                  </a:rPr>
                  <a:t>Derivada de la función de activación en la última capa </a:t>
                </a:r>
                <a14:m>
                  <m:oMath xmlns:m="http://schemas.openxmlformats.org/officeDocument/2006/math">
                    <m:r>
                      <a:rPr lang="es-ES" sz="1600" b="0" i="0"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r>
                          <a:rPr lang="es-ES" sz="1600" i="1">
                            <a:solidFill>
                              <a:schemeClr val="accent1">
                                <a:lumMod val="50000"/>
                              </a:schemeClr>
                            </a:solidFill>
                            <a:latin typeface="Cambria Math" panose="02040503050406030204" pitchFamily="18" charset="0"/>
                            <a:ea typeface="Cambria Math" panose="02040503050406030204" pitchFamily="18" charset="0"/>
                          </a:rPr>
                          <m:t>𝑔</m:t>
                        </m:r>
                      </m:e>
                      <m:sup>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𝐿</m:t>
                        </m:r>
                        <m:r>
                          <a:rPr lang="es-ES" sz="1600" i="1">
                            <a:solidFill>
                              <a:schemeClr val="accent1">
                                <a:lumMod val="50000"/>
                              </a:schemeClr>
                            </a:solidFill>
                            <a:latin typeface="Cambria Math" panose="02040503050406030204" pitchFamily="18" charset="0"/>
                            <a:ea typeface="Cambria Math" panose="02040503050406030204" pitchFamily="18" charset="0"/>
                          </a:rPr>
                          <m:t>]</m:t>
                        </m:r>
                      </m:sup>
                    </m:s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d>
                      <m:dPr>
                        <m:ctrlPr>
                          <a:rPr lang="es-ES" sz="1600"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r>
                              <a:rPr lang="es-ES" sz="1600" i="1">
                                <a:solidFill>
                                  <a:schemeClr val="accent1">
                                    <a:lumMod val="50000"/>
                                  </a:schemeClr>
                                </a:solidFill>
                                <a:latin typeface="Cambria Math" panose="02040503050406030204" pitchFamily="18" charset="0"/>
                                <a:ea typeface="Cambria Math" panose="02040503050406030204" pitchFamily="18" charset="0"/>
                              </a:rPr>
                              <m:t>𝑧</m:t>
                            </m:r>
                          </m:e>
                          <m:sup>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𝐿</m:t>
                            </m:r>
                            <m:r>
                              <a:rPr lang="es-ES" sz="1600" i="1">
                                <a:solidFill>
                                  <a:schemeClr val="accent1">
                                    <a:lumMod val="50000"/>
                                  </a:schemeClr>
                                </a:solidFill>
                                <a:latin typeface="Cambria Math" panose="02040503050406030204" pitchFamily="18" charset="0"/>
                                <a:ea typeface="Cambria Math" panose="02040503050406030204" pitchFamily="18" charset="0"/>
                              </a:rPr>
                              <m:t>]</m:t>
                            </m:r>
                          </m:sup>
                        </m:sSup>
                      </m:e>
                    </m:d>
                  </m:oMath>
                </a14:m>
                <a:endParaRPr lang="es-ES" sz="1600" dirty="0">
                  <a:solidFill>
                    <a:schemeClr val="accent1">
                      <a:lumMod val="50000"/>
                    </a:schemeClr>
                  </a:solidFill>
                </a:endParaRPr>
              </a:p>
            </p:txBody>
          </p:sp>
        </mc:Choice>
        <mc:Fallback xmlns="">
          <p:sp>
            <p:nvSpPr>
              <p:cNvPr id="35" name="CuadroTexto 34">
                <a:extLst>
                  <a:ext uri="{FF2B5EF4-FFF2-40B4-BE49-F238E27FC236}">
                    <a16:creationId xmlns:a16="http://schemas.microsoft.com/office/drawing/2014/main" id="{602B5EE2-BD33-29FA-3DF5-78222D8D6068}"/>
                  </a:ext>
                </a:extLst>
              </p:cNvPr>
              <p:cNvSpPr txBox="1">
                <a:spLocks noRot="1" noChangeAspect="1" noMove="1" noResize="1" noEditPoints="1" noAdjustHandles="1" noChangeArrowheads="1" noChangeShapeType="1" noTextEdit="1"/>
              </p:cNvSpPr>
              <p:nvPr/>
            </p:nvSpPr>
            <p:spPr>
              <a:xfrm>
                <a:off x="3863172" y="5721854"/>
                <a:ext cx="3501368" cy="616515"/>
              </a:xfrm>
              <a:prstGeom prst="rect">
                <a:avLst/>
              </a:prstGeom>
              <a:blipFill>
                <a:blip r:embed="rId7"/>
                <a:stretch>
                  <a:fillRect t="-2970" r="-1045" b="-10891"/>
                </a:stretch>
              </a:blipFill>
            </p:spPr>
            <p:txBody>
              <a:bodyPr/>
              <a:lstStyle/>
              <a:p>
                <a:r>
                  <a:rPr lang="es-ES">
                    <a:noFill/>
                  </a:rPr>
                  <a:t> </a:t>
                </a:r>
              </a:p>
            </p:txBody>
          </p:sp>
        </mc:Fallback>
      </mc:AlternateContent>
      <p:sp>
        <p:nvSpPr>
          <p:cNvPr id="36" name="Rectángulo: esquinas redondeadas 35">
            <a:extLst>
              <a:ext uri="{FF2B5EF4-FFF2-40B4-BE49-F238E27FC236}">
                <a16:creationId xmlns:a16="http://schemas.microsoft.com/office/drawing/2014/main" id="{8C4C8564-FB7B-C803-4E08-2C5467CB0D77}"/>
              </a:ext>
            </a:extLst>
          </p:cNvPr>
          <p:cNvSpPr/>
          <p:nvPr/>
        </p:nvSpPr>
        <p:spPr>
          <a:xfrm>
            <a:off x="3679356" y="4565863"/>
            <a:ext cx="690129" cy="787482"/>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Forma libre: forma 36">
            <a:extLst>
              <a:ext uri="{FF2B5EF4-FFF2-40B4-BE49-F238E27FC236}">
                <a16:creationId xmlns:a16="http://schemas.microsoft.com/office/drawing/2014/main" id="{7EC415C8-6F8A-205C-AC84-444FCE09D809}"/>
              </a:ext>
            </a:extLst>
          </p:cNvPr>
          <p:cNvSpPr/>
          <p:nvPr/>
        </p:nvSpPr>
        <p:spPr>
          <a:xfrm flipH="1">
            <a:off x="4068196" y="5344276"/>
            <a:ext cx="1226682" cy="251841"/>
          </a:xfrm>
          <a:custGeom>
            <a:avLst/>
            <a:gdLst>
              <a:gd name="connsiteX0" fmla="*/ 471949 w 471949"/>
              <a:gd name="connsiteY0" fmla="*/ 0 h 405003"/>
              <a:gd name="connsiteX1" fmla="*/ 359861 w 471949"/>
              <a:gd name="connsiteY1" fmla="*/ 353961 h 405003"/>
              <a:gd name="connsiteX2" fmla="*/ 0 w 471949"/>
              <a:gd name="connsiteY2" fmla="*/ 395257 h 405003"/>
            </a:gdLst>
            <a:ahLst/>
            <a:cxnLst>
              <a:cxn ang="0">
                <a:pos x="connsiteX0" y="connsiteY0"/>
              </a:cxn>
              <a:cxn ang="0">
                <a:pos x="connsiteX1" y="connsiteY1"/>
              </a:cxn>
              <a:cxn ang="0">
                <a:pos x="connsiteX2" y="connsiteY2"/>
              </a:cxn>
            </a:cxnLst>
            <a:rect l="l" t="t" r="r" b="b"/>
            <a:pathLst>
              <a:path w="471949" h="405003">
                <a:moveTo>
                  <a:pt x="471949" y="0"/>
                </a:moveTo>
                <a:cubicBezTo>
                  <a:pt x="455234" y="144042"/>
                  <a:pt x="438519" y="288085"/>
                  <a:pt x="359861" y="353961"/>
                </a:cubicBezTo>
                <a:cubicBezTo>
                  <a:pt x="281203" y="419837"/>
                  <a:pt x="140601" y="407547"/>
                  <a:pt x="0" y="395257"/>
                </a:cubicBezTo>
              </a:path>
            </a:pathLst>
          </a:custGeom>
          <a:noFill/>
          <a:ln w="28575">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B192C6E2-D772-4BC9-7352-569ABCCA3060}"/>
                  </a:ext>
                </a:extLst>
              </p:cNvPr>
              <p:cNvSpPr txBox="1"/>
              <p:nvPr/>
            </p:nvSpPr>
            <p:spPr>
              <a:xfrm>
                <a:off x="5249309" y="5407879"/>
                <a:ext cx="946618" cy="3883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oMath>
                  </m:oMathPara>
                </a14:m>
                <a:endParaRPr lang="es-ES" dirty="0"/>
              </a:p>
            </p:txBody>
          </p:sp>
        </mc:Choice>
        <mc:Fallback xmlns="">
          <p:sp>
            <p:nvSpPr>
              <p:cNvPr id="39" name="CuadroTexto 38">
                <a:extLst>
                  <a:ext uri="{FF2B5EF4-FFF2-40B4-BE49-F238E27FC236}">
                    <a16:creationId xmlns:a16="http://schemas.microsoft.com/office/drawing/2014/main" id="{B192C6E2-D772-4BC9-7352-569ABCCA3060}"/>
                  </a:ext>
                </a:extLst>
              </p:cNvPr>
              <p:cNvSpPr txBox="1">
                <a:spLocks noRot="1" noChangeAspect="1" noMove="1" noResize="1" noEditPoints="1" noAdjustHandles="1" noChangeArrowheads="1" noChangeShapeType="1" noTextEdit="1"/>
              </p:cNvSpPr>
              <p:nvPr/>
            </p:nvSpPr>
            <p:spPr>
              <a:xfrm>
                <a:off x="5249309" y="5407879"/>
                <a:ext cx="946618" cy="388311"/>
              </a:xfrm>
              <a:prstGeom prst="rect">
                <a:avLst/>
              </a:prstGeom>
              <a:blipFill>
                <a:blip r:embed="rId8"/>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85399518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721C4E8-F774-C602-C20C-95042CFF3868}"/>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25" name="CuadroTexto 24">
            <a:extLst>
              <a:ext uri="{FF2B5EF4-FFF2-40B4-BE49-F238E27FC236}">
                <a16:creationId xmlns:a16="http://schemas.microsoft.com/office/drawing/2014/main" id="{498A8C18-B0B6-91E3-128B-38D4F813DC90}"/>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IV)</a:t>
            </a:r>
            <a:r>
              <a:rPr lang="en-US" sz="2000" dirty="0">
                <a:solidFill>
                  <a:schemeClr val="accent1">
                    <a:lumMod val="50000"/>
                  </a:schemeClr>
                </a:solidFill>
              </a:rPr>
              <a:t>  </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04D408B3-C50A-DF31-29C6-518EAF0BF79B}"/>
                  </a:ext>
                </a:extLst>
              </p:cNvPr>
              <p:cNvSpPr txBox="1"/>
              <p:nvPr/>
            </p:nvSpPr>
            <p:spPr>
              <a:xfrm>
                <a:off x="217336" y="1182547"/>
                <a:ext cx="8218516" cy="4105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1" i="1" smtClean="0">
                          <a:solidFill>
                            <a:schemeClr val="accent1">
                              <a:lumMod val="50000"/>
                            </a:schemeClr>
                          </a:solidFill>
                          <a:latin typeface="Cambria Math" panose="02040503050406030204" pitchFamily="18" charset="0"/>
                          <a:ea typeface="Cambria Math" panose="02040503050406030204" pitchFamily="18" charset="0"/>
                        </a:rPr>
                        <m:t>𝑱</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d>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𝑬</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6">
                                  <a:lumMod val="75000"/>
                                </a:schemeClr>
                              </a:solidFill>
                              <a:latin typeface="Cambria Math" panose="02040503050406030204" pitchFamily="18" charset="0"/>
                              <a:ea typeface="Cambria Math" panose="02040503050406030204" pitchFamily="18" charset="0"/>
                            </a:rPr>
                            <m:t>𝑦</m:t>
                          </m:r>
                          <m:r>
                            <a:rPr lang="es-ES" b="1"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e>
                      </m:d>
                      <m:r>
                        <a:rPr lang="es-ES" b="0" i="1" smtClean="0">
                          <a:solidFill>
                            <a:schemeClr val="accent5">
                              <a:lumMod val="50000"/>
                            </a:schemeClr>
                          </a:solidFill>
                          <a:latin typeface="Cambria Math" panose="02040503050406030204" pitchFamily="18" charset="0"/>
                          <a:ea typeface="Cambria Math" panose="02040503050406030204" pitchFamily="18" charset="0"/>
                        </a:rPr>
                        <m:t>;   </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e>
                      </m:d>
                      <m:r>
                        <a:rPr lang="es-ES" i="1">
                          <a:solidFill>
                            <a:schemeClr val="accent5">
                              <a:lumMod val="50000"/>
                            </a:schemeClr>
                          </a:solidFill>
                          <a:latin typeface="Cambria Math" panose="02040503050406030204" pitchFamily="18" charset="0"/>
                          <a:ea typeface="Cambria Math" panose="02040503050406030204" pitchFamily="18" charset="0"/>
                        </a:rPr>
                        <m:t>;</m:t>
                      </m:r>
                      <m:r>
                        <a:rPr lang="es-ES" b="0" i="1" smtClean="0">
                          <a:solidFill>
                            <a:schemeClr val="accent5">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oMath>
                  </m:oMathPara>
                </a14:m>
                <a:endParaRPr lang="es-ES" dirty="0"/>
              </a:p>
            </p:txBody>
          </p:sp>
        </mc:Choice>
        <mc:Fallback xmlns="">
          <p:sp>
            <p:nvSpPr>
              <p:cNvPr id="6" name="CuadroTexto 5">
                <a:extLst>
                  <a:ext uri="{FF2B5EF4-FFF2-40B4-BE49-F238E27FC236}">
                    <a16:creationId xmlns:a16="http://schemas.microsoft.com/office/drawing/2014/main" id="{04D408B3-C50A-DF31-29C6-518EAF0BF79B}"/>
                  </a:ext>
                </a:extLst>
              </p:cNvPr>
              <p:cNvSpPr txBox="1">
                <a:spLocks noRot="1" noChangeAspect="1" noMove="1" noResize="1" noEditPoints="1" noAdjustHandles="1" noChangeArrowheads="1" noChangeShapeType="1" noTextEdit="1"/>
              </p:cNvSpPr>
              <p:nvPr/>
            </p:nvSpPr>
            <p:spPr>
              <a:xfrm>
                <a:off x="217336" y="1182547"/>
                <a:ext cx="8218516" cy="410562"/>
              </a:xfrm>
              <a:prstGeom prst="rect">
                <a:avLst/>
              </a:prstGeom>
              <a:blipFill>
                <a:blip r:embed="rId2"/>
                <a:stretch>
                  <a:fillRect b="-5970"/>
                </a:stretch>
              </a:blipFill>
            </p:spPr>
            <p:txBody>
              <a:bodyPr/>
              <a:lstStyle/>
              <a:p>
                <a:r>
                  <a:rPr lang="es-ES">
                    <a:noFill/>
                  </a:rPr>
                  <a:t> </a:t>
                </a:r>
              </a:p>
            </p:txBody>
          </p:sp>
        </mc:Fallback>
      </mc:AlternateContent>
      <p:sp>
        <p:nvSpPr>
          <p:cNvPr id="13" name="CuadroTexto 12">
            <a:extLst>
              <a:ext uri="{FF2B5EF4-FFF2-40B4-BE49-F238E27FC236}">
                <a16:creationId xmlns:a16="http://schemas.microsoft.com/office/drawing/2014/main" id="{85698FF5-BC8A-0AA5-3C7C-CCC6943D15A4}"/>
              </a:ext>
            </a:extLst>
          </p:cNvPr>
          <p:cNvSpPr txBox="1"/>
          <p:nvPr/>
        </p:nvSpPr>
        <p:spPr>
          <a:xfrm>
            <a:off x="259710" y="1948193"/>
            <a:ext cx="11672580" cy="1754326"/>
          </a:xfrm>
          <a:prstGeom prst="rect">
            <a:avLst/>
          </a:prstGeom>
          <a:noFill/>
        </p:spPr>
        <p:txBody>
          <a:bodyPr wrap="square">
            <a:spAutoFit/>
          </a:bodyPr>
          <a:lstStyle/>
          <a:p>
            <a:pPr marL="342900" indent="-342900">
              <a:buFont typeface="+mj-lt"/>
              <a:buAutoNum type="arabicPeriod"/>
            </a:pPr>
            <a:r>
              <a:rPr lang="es-ES" b="1" dirty="0">
                <a:solidFill>
                  <a:schemeClr val="accent1">
                    <a:lumMod val="50000"/>
                  </a:schemeClr>
                </a:solidFill>
              </a:rPr>
              <a:t>Empezamos por:</a:t>
            </a:r>
          </a:p>
          <a:p>
            <a:pPr marL="342900" indent="-342900">
              <a:buFont typeface="+mj-lt"/>
              <a:buAutoNum type="arabicPeriod"/>
            </a:pPr>
            <a:endParaRPr lang="es-ES" b="1" dirty="0">
              <a:solidFill>
                <a:schemeClr val="accent1">
                  <a:lumMod val="50000"/>
                </a:schemeClr>
              </a:solidFill>
            </a:endParaRPr>
          </a:p>
          <a:p>
            <a:pPr marL="342900" indent="-342900">
              <a:buFont typeface="+mj-lt"/>
              <a:buAutoNum type="arabicPeriod"/>
            </a:pPr>
            <a:endParaRPr lang="es-ES" b="1" dirty="0">
              <a:solidFill>
                <a:schemeClr val="accent1">
                  <a:lumMod val="50000"/>
                </a:schemeClr>
              </a:solidFill>
            </a:endParaRPr>
          </a:p>
          <a:p>
            <a:pPr marL="342900" indent="-342900">
              <a:buFont typeface="+mj-lt"/>
              <a:buAutoNum type="arabicPeriod"/>
            </a:pPr>
            <a:endParaRPr lang="es-ES" b="1" dirty="0">
              <a:solidFill>
                <a:schemeClr val="accent1">
                  <a:lumMod val="50000"/>
                </a:schemeClr>
              </a:solidFill>
            </a:endParaRPr>
          </a:p>
          <a:p>
            <a:pPr marL="342900" indent="-342900">
              <a:buFont typeface="+mj-lt"/>
              <a:buAutoNum type="arabicPeriod"/>
            </a:pPr>
            <a:r>
              <a:rPr lang="es-ES" b="1" dirty="0">
                <a:solidFill>
                  <a:schemeClr val="accent1">
                    <a:lumMod val="50000"/>
                  </a:schemeClr>
                </a:solidFill>
              </a:rPr>
              <a:t>De modo similar:  </a:t>
            </a:r>
            <a:endParaRPr lang="es-ES" dirty="0"/>
          </a:p>
          <a:p>
            <a:pPr marL="285750" indent="-285750">
              <a:buFont typeface="Arial" panose="020B0604020202020204" pitchFamily="34" charset="0"/>
              <a:buChar char="•"/>
            </a:pPr>
            <a:endParaRPr lang="es-ES" dirty="0"/>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37DE9E28-067B-A8AF-7981-3634FEC4183B}"/>
                  </a:ext>
                </a:extLst>
              </p:cNvPr>
              <p:cNvSpPr txBox="1"/>
              <p:nvPr/>
            </p:nvSpPr>
            <p:spPr>
              <a:xfrm>
                <a:off x="1278083" y="1824782"/>
                <a:ext cx="6097022" cy="6912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sz="2000"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sz="2000" i="1">
                              <a:solidFill>
                                <a:schemeClr val="accent1">
                                  <a:lumMod val="50000"/>
                                </a:schemeClr>
                              </a:solidFill>
                              <a:latin typeface="Cambria Math" panose="02040503050406030204" pitchFamily="18" charset="0"/>
                              <a:ea typeface="Cambria Math" panose="02040503050406030204" pitchFamily="18" charset="0"/>
                            </a:rPr>
                            <m:t>𝜕</m:t>
                          </m:r>
                          <m:r>
                            <a:rPr lang="es-ES" sz="2000"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sz="2000" i="1">
                              <a:solidFill>
                                <a:schemeClr val="accent1">
                                  <a:lumMod val="50000"/>
                                </a:schemeClr>
                              </a:solidFill>
                              <a:latin typeface="Cambria Math" panose="02040503050406030204" pitchFamily="18" charset="0"/>
                              <a:ea typeface="Cambria Math" panose="02040503050406030204" pitchFamily="18" charset="0"/>
                            </a:rPr>
                            <m:t>𝜕</m:t>
                          </m:r>
                          <m:sSup>
                            <m:sSupPr>
                              <m:ctrlPr>
                                <a:rPr lang="es-ES" sz="2000" i="1">
                                  <a:solidFill>
                                    <a:schemeClr val="accent1">
                                      <a:lumMod val="50000"/>
                                    </a:schemeClr>
                                  </a:solidFill>
                                  <a:latin typeface="Cambria Math" panose="02040503050406030204" pitchFamily="18" charset="0"/>
                                  <a:ea typeface="Cambria Math" panose="02040503050406030204" pitchFamily="18" charset="0"/>
                                </a:rPr>
                              </m:ctrlPr>
                            </m:sSupPr>
                            <m:e>
                              <m:r>
                                <a:rPr lang="es-ES" sz="2000"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sz="2000" i="1">
                                      <a:solidFill>
                                        <a:schemeClr val="accent1">
                                          <a:lumMod val="50000"/>
                                        </a:schemeClr>
                                      </a:solidFill>
                                      <a:latin typeface="Cambria Math" panose="02040503050406030204" pitchFamily="18" charset="0"/>
                                      <a:ea typeface="Cambria Math" panose="02040503050406030204" pitchFamily="18" charset="0"/>
                                    </a:rPr>
                                  </m:ctrlPr>
                                </m:dPr>
                                <m:e>
                                  <m:r>
                                    <a:rPr lang="es-ES" sz="2000"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sz="2000"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1">
                              <a:lumMod val="50000"/>
                            </a:schemeClr>
                          </a:solidFill>
                          <a:latin typeface="Cambria Math" panose="02040503050406030204" pitchFamily="18" charset="0"/>
                          <a:ea typeface="Cambria Math" panose="02040503050406030204" pitchFamily="18" charset="0"/>
                        </a:rPr>
                        <m:t> ∙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r>
                        <a:rPr lang="es-ES" i="1">
                          <a:solidFill>
                            <a:schemeClr val="accent1">
                              <a:lumMod val="50000"/>
                            </a:schemeClr>
                          </a:solidFill>
                          <a:latin typeface="Cambria Math" panose="02040503050406030204" pitchFamily="18" charset="0"/>
                          <a:ea typeface="Cambria Math" panose="02040503050406030204" pitchFamily="18" charset="0"/>
                        </a:rPr>
                        <m:t> ∙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oMath>
                  </m:oMathPara>
                </a14:m>
                <a:endParaRPr lang="es-ES" dirty="0"/>
              </a:p>
            </p:txBody>
          </p:sp>
        </mc:Choice>
        <mc:Fallback xmlns="">
          <p:sp>
            <p:nvSpPr>
              <p:cNvPr id="20" name="CuadroTexto 19">
                <a:extLst>
                  <a:ext uri="{FF2B5EF4-FFF2-40B4-BE49-F238E27FC236}">
                    <a16:creationId xmlns:a16="http://schemas.microsoft.com/office/drawing/2014/main" id="{37DE9E28-067B-A8AF-7981-3634FEC4183B}"/>
                  </a:ext>
                </a:extLst>
              </p:cNvPr>
              <p:cNvSpPr txBox="1">
                <a:spLocks noRot="1" noChangeAspect="1" noMove="1" noResize="1" noEditPoints="1" noAdjustHandles="1" noChangeArrowheads="1" noChangeShapeType="1" noTextEdit="1"/>
              </p:cNvSpPr>
              <p:nvPr/>
            </p:nvSpPr>
            <p:spPr>
              <a:xfrm>
                <a:off x="1278083" y="1824782"/>
                <a:ext cx="6097022" cy="691215"/>
              </a:xfrm>
              <a:prstGeom prst="rect">
                <a:avLst/>
              </a:prstGeom>
              <a:blipFill>
                <a:blip r:embed="rId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38E8143-AD73-711D-34BE-4975A3FD7C0B}"/>
                  </a:ext>
                </a:extLst>
              </p:cNvPr>
              <p:cNvSpPr txBox="1"/>
              <p:nvPr/>
            </p:nvSpPr>
            <p:spPr>
              <a:xfrm>
                <a:off x="-265421" y="2916003"/>
                <a:ext cx="6097022" cy="6311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oMath>
                  </m:oMathPara>
                </a14:m>
                <a:endParaRPr lang="es-ES" dirty="0"/>
              </a:p>
            </p:txBody>
          </p:sp>
        </mc:Choice>
        <mc:Fallback xmlns="">
          <p:sp>
            <p:nvSpPr>
              <p:cNvPr id="23" name="CuadroTexto 22">
                <a:extLst>
                  <a:ext uri="{FF2B5EF4-FFF2-40B4-BE49-F238E27FC236}">
                    <a16:creationId xmlns:a16="http://schemas.microsoft.com/office/drawing/2014/main" id="{038E8143-AD73-711D-34BE-4975A3FD7C0B}"/>
                  </a:ext>
                </a:extLst>
              </p:cNvPr>
              <p:cNvSpPr txBox="1">
                <a:spLocks noRot="1" noChangeAspect="1" noMove="1" noResize="1" noEditPoints="1" noAdjustHandles="1" noChangeArrowheads="1" noChangeShapeType="1" noTextEdit="1"/>
              </p:cNvSpPr>
              <p:nvPr/>
            </p:nvSpPr>
            <p:spPr>
              <a:xfrm>
                <a:off x="-265421" y="2916003"/>
                <a:ext cx="6097022" cy="631198"/>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26" name="CuadroTexto 25">
                <a:extLst>
                  <a:ext uri="{FF2B5EF4-FFF2-40B4-BE49-F238E27FC236}">
                    <a16:creationId xmlns:a16="http://schemas.microsoft.com/office/drawing/2014/main" id="{8CCC18A1-0D48-C7B2-6100-77D3D2672BE9}"/>
                  </a:ext>
                </a:extLst>
              </p:cNvPr>
              <p:cNvSpPr txBox="1"/>
              <p:nvPr/>
            </p:nvSpPr>
            <p:spPr>
              <a:xfrm>
                <a:off x="769681" y="3826379"/>
                <a:ext cx="6819114" cy="70807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0" i="1" smtClean="0">
                                  <a:solidFill>
                                    <a:schemeClr val="accent5">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5">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5">
                                      <a:lumMod val="50000"/>
                                    </a:schemeClr>
                                  </a:solidFill>
                                  <a:latin typeface="Cambria Math" panose="02040503050406030204" pitchFamily="18" charset="0"/>
                                  <a:ea typeface="Cambria Math" panose="02040503050406030204" pitchFamily="18" charset="0"/>
                                </a:rPr>
                                <m:t>[</m:t>
                              </m:r>
                              <m:r>
                                <a:rPr lang="es-ES" b="0" i="1" smtClean="0">
                                  <a:solidFill>
                                    <a:schemeClr val="accent5">
                                      <a:lumMod val="50000"/>
                                    </a:schemeClr>
                                  </a:solidFill>
                                  <a:latin typeface="Cambria Math" panose="02040503050406030204" pitchFamily="18" charset="0"/>
                                  <a:ea typeface="Cambria Math" panose="02040503050406030204" pitchFamily="18" charset="0"/>
                                </a:rPr>
                                <m:t>𝐿</m:t>
                              </m:r>
                              <m:r>
                                <a:rPr lang="es-ES" b="0" i="1" smtClean="0">
                                  <a:solidFill>
                                    <a:schemeClr val="accent5">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5">
                                      <a:lumMod val="50000"/>
                                    </a:schemeClr>
                                  </a:solidFill>
                                  <a:latin typeface="Cambria Math" panose="02040503050406030204" pitchFamily="18" charset="0"/>
                                  <a:ea typeface="Cambria Math" panose="02040503050406030204" pitchFamily="18" charset="0"/>
                                </a:rPr>
                              </m:ctrlPr>
                            </m:sSupPr>
                            <m:e>
                              <m:r>
                                <a:rPr lang="es-ES" i="1">
                                  <a:solidFill>
                                    <a:schemeClr val="accent5">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5">
                                      <a:lumMod val="50000"/>
                                    </a:schemeClr>
                                  </a:solidFill>
                                  <a:latin typeface="Cambria Math" panose="02040503050406030204" pitchFamily="18" charset="0"/>
                                  <a:ea typeface="Cambria Math" panose="02040503050406030204" pitchFamily="18" charset="0"/>
                                </a:rPr>
                                <m:t>[</m:t>
                              </m:r>
                              <m:r>
                                <a:rPr lang="es-ES" i="1">
                                  <a:solidFill>
                                    <a:schemeClr val="accent5">
                                      <a:lumMod val="50000"/>
                                    </a:schemeClr>
                                  </a:solidFill>
                                  <a:latin typeface="Cambria Math" panose="02040503050406030204" pitchFamily="18" charset="0"/>
                                  <a:ea typeface="Cambria Math" panose="02040503050406030204" pitchFamily="18" charset="0"/>
                                </a:rPr>
                                <m:t>𝐿</m:t>
                              </m:r>
                              <m:r>
                                <a:rPr lang="es-ES" b="0" i="1" smtClean="0">
                                  <a:solidFill>
                                    <a:schemeClr val="accent5">
                                      <a:lumMod val="50000"/>
                                    </a:schemeClr>
                                  </a:solidFill>
                                  <a:latin typeface="Cambria Math" panose="02040503050406030204" pitchFamily="18" charset="0"/>
                                  <a:ea typeface="Cambria Math" panose="02040503050406030204" pitchFamily="18" charset="0"/>
                                </a:rPr>
                                <m:t>]</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i="1" smtClean="0">
                          <a:solidFill>
                            <a:schemeClr val="accent6">
                              <a:lumMod val="50000"/>
                            </a:schemeClr>
                          </a:solidFill>
                          <a:latin typeface="Cambria Math" panose="02040503050406030204" pitchFamily="18" charset="0"/>
                          <a:ea typeface="Cambria Math" panose="02040503050406030204" pitchFamily="18" charset="0"/>
                        </a:rPr>
                        <m:t> </m:t>
                      </m:r>
                      <m:r>
                        <a:rPr lang="es-ES" b="0" i="1" smtClean="0">
                          <a:solidFill>
                            <a:schemeClr val="accent6">
                              <a:lumMod val="50000"/>
                            </a:schemeClr>
                          </a:solidFill>
                          <a:latin typeface="Cambria Math" panose="02040503050406030204" pitchFamily="18" charset="0"/>
                          <a:ea typeface="Cambria Math" panose="02040503050406030204" pitchFamily="18" charset="0"/>
                        </a:rPr>
                        <m:t>                                                </m:t>
                      </m:r>
                    </m:oMath>
                  </m:oMathPara>
                </a14:m>
                <a:endParaRPr lang="es-ES" dirty="0"/>
              </a:p>
            </p:txBody>
          </p:sp>
        </mc:Choice>
        <mc:Fallback>
          <p:sp>
            <p:nvSpPr>
              <p:cNvPr id="26" name="CuadroTexto 25">
                <a:extLst>
                  <a:ext uri="{FF2B5EF4-FFF2-40B4-BE49-F238E27FC236}">
                    <a16:creationId xmlns:a16="http://schemas.microsoft.com/office/drawing/2014/main" id="{8CCC18A1-0D48-C7B2-6100-77D3D2672BE9}"/>
                  </a:ext>
                </a:extLst>
              </p:cNvPr>
              <p:cNvSpPr txBox="1">
                <a:spLocks noRot="1" noChangeAspect="1" noMove="1" noResize="1" noEditPoints="1" noAdjustHandles="1" noChangeArrowheads="1" noChangeShapeType="1" noTextEdit="1"/>
              </p:cNvSpPr>
              <p:nvPr/>
            </p:nvSpPr>
            <p:spPr>
              <a:xfrm>
                <a:off x="769681" y="3826379"/>
                <a:ext cx="6819114" cy="708079"/>
              </a:xfrm>
              <a:prstGeom prst="rect">
                <a:avLst/>
              </a:prstGeom>
              <a:blipFill>
                <a:blip r:embed="rId5"/>
                <a:stretch>
                  <a:fillRect/>
                </a:stretch>
              </a:blipFill>
            </p:spPr>
            <p:txBody>
              <a:bodyPr/>
              <a:lstStyle/>
              <a:p>
                <a:r>
                  <a:rPr lang="es-ES">
                    <a:noFill/>
                  </a:rPr>
                  <a:t> </a:t>
                </a:r>
              </a:p>
            </p:txBody>
          </p:sp>
        </mc:Fallback>
      </mc:AlternateContent>
      <p:sp>
        <p:nvSpPr>
          <p:cNvPr id="15" name="CuadroTexto 14">
            <a:extLst>
              <a:ext uri="{FF2B5EF4-FFF2-40B4-BE49-F238E27FC236}">
                <a16:creationId xmlns:a16="http://schemas.microsoft.com/office/drawing/2014/main" id="{C5243878-448B-A1BF-389D-94C24B07DB2F}"/>
              </a:ext>
            </a:extLst>
          </p:cNvPr>
          <p:cNvSpPr txBox="1"/>
          <p:nvPr/>
        </p:nvSpPr>
        <p:spPr>
          <a:xfrm>
            <a:off x="1171254" y="4870095"/>
            <a:ext cx="1227809" cy="646331"/>
          </a:xfrm>
          <a:prstGeom prst="rect">
            <a:avLst/>
          </a:prstGeom>
          <a:noFill/>
          <a:ln>
            <a:solidFill>
              <a:schemeClr val="tx2"/>
            </a:solidFill>
            <a:prstDash val="solid"/>
          </a:ln>
        </p:spPr>
        <p:txBody>
          <a:bodyPr wrap="square">
            <a:spAutoFit/>
          </a:bodyPr>
          <a:lstStyle/>
          <a:p>
            <a:pPr algn="ctr"/>
            <a:r>
              <a:rPr lang="es-ES" dirty="0">
                <a:solidFill>
                  <a:schemeClr val="accent1">
                    <a:lumMod val="50000"/>
                  </a:schemeClr>
                </a:solidFill>
                <a:ea typeface="Cambria Math" panose="02040503050406030204" pitchFamily="18" charset="0"/>
              </a:rPr>
              <a:t>Regla de la cadena</a:t>
            </a:r>
            <a:endParaRPr lang="es-ES" b="1" dirty="0">
              <a:solidFill>
                <a:schemeClr val="accent1">
                  <a:lumMod val="50000"/>
                </a:schemeClr>
              </a:solidFill>
              <a:ea typeface="Cambria Math" panose="02040503050406030204" pitchFamily="18" charset="0"/>
            </a:endParaRPr>
          </a:p>
        </p:txBody>
      </p:sp>
      <p:cxnSp>
        <p:nvCxnSpPr>
          <p:cNvPr id="16" name="Conector recto de flecha 15">
            <a:extLst>
              <a:ext uri="{FF2B5EF4-FFF2-40B4-BE49-F238E27FC236}">
                <a16:creationId xmlns:a16="http://schemas.microsoft.com/office/drawing/2014/main" id="{9592FC91-B048-D925-A7F9-42E15D17061B}"/>
              </a:ext>
            </a:extLst>
          </p:cNvPr>
          <p:cNvCxnSpPr/>
          <p:nvPr/>
        </p:nvCxnSpPr>
        <p:spPr>
          <a:xfrm flipV="1">
            <a:off x="2193537" y="4303638"/>
            <a:ext cx="55232" cy="509364"/>
          </a:xfrm>
          <a:prstGeom prst="straightConnector1">
            <a:avLst/>
          </a:prstGeom>
          <a:ln w="31750">
            <a:solidFill>
              <a:schemeClr val="accent5">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735163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721C4E8-F774-C602-C20C-95042CFF3868}"/>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25" name="CuadroTexto 24">
            <a:extLst>
              <a:ext uri="{FF2B5EF4-FFF2-40B4-BE49-F238E27FC236}">
                <a16:creationId xmlns:a16="http://schemas.microsoft.com/office/drawing/2014/main" id="{498A8C18-B0B6-91E3-128B-38D4F813DC90}"/>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IV)</a:t>
            </a:r>
            <a:r>
              <a:rPr lang="en-US" sz="2000" dirty="0">
                <a:solidFill>
                  <a:schemeClr val="accent1">
                    <a:lumMod val="50000"/>
                  </a:schemeClr>
                </a:solidFill>
              </a:rPr>
              <a:t>  </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04D408B3-C50A-DF31-29C6-518EAF0BF79B}"/>
                  </a:ext>
                </a:extLst>
              </p:cNvPr>
              <p:cNvSpPr txBox="1"/>
              <p:nvPr/>
            </p:nvSpPr>
            <p:spPr>
              <a:xfrm>
                <a:off x="217336" y="1182547"/>
                <a:ext cx="8218516" cy="4105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1" i="1" smtClean="0">
                          <a:solidFill>
                            <a:schemeClr val="accent1">
                              <a:lumMod val="50000"/>
                            </a:schemeClr>
                          </a:solidFill>
                          <a:latin typeface="Cambria Math" panose="02040503050406030204" pitchFamily="18" charset="0"/>
                          <a:ea typeface="Cambria Math" panose="02040503050406030204" pitchFamily="18" charset="0"/>
                        </a:rPr>
                        <m:t>𝑱</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d>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𝑬</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6">
                                  <a:lumMod val="75000"/>
                                </a:schemeClr>
                              </a:solidFill>
                              <a:latin typeface="Cambria Math" panose="02040503050406030204" pitchFamily="18" charset="0"/>
                              <a:ea typeface="Cambria Math" panose="02040503050406030204" pitchFamily="18" charset="0"/>
                            </a:rPr>
                            <m:t>𝑦</m:t>
                          </m:r>
                          <m:r>
                            <a:rPr lang="es-ES" b="1"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e>
                      </m:d>
                      <m:r>
                        <a:rPr lang="es-ES" b="0" i="1" smtClean="0">
                          <a:solidFill>
                            <a:schemeClr val="accent5">
                              <a:lumMod val="50000"/>
                            </a:schemeClr>
                          </a:solidFill>
                          <a:latin typeface="Cambria Math" panose="02040503050406030204" pitchFamily="18" charset="0"/>
                          <a:ea typeface="Cambria Math" panose="02040503050406030204" pitchFamily="18" charset="0"/>
                        </a:rPr>
                        <m:t>;   </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e>
                      </m:d>
                      <m:r>
                        <a:rPr lang="es-ES" i="1">
                          <a:solidFill>
                            <a:schemeClr val="accent5">
                              <a:lumMod val="50000"/>
                            </a:schemeClr>
                          </a:solidFill>
                          <a:latin typeface="Cambria Math" panose="02040503050406030204" pitchFamily="18" charset="0"/>
                          <a:ea typeface="Cambria Math" panose="02040503050406030204" pitchFamily="18" charset="0"/>
                        </a:rPr>
                        <m:t>;</m:t>
                      </m:r>
                      <m:r>
                        <a:rPr lang="es-ES" b="0" i="1" smtClean="0">
                          <a:solidFill>
                            <a:schemeClr val="accent5">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oMath>
                  </m:oMathPara>
                </a14:m>
                <a:endParaRPr lang="es-ES" dirty="0"/>
              </a:p>
            </p:txBody>
          </p:sp>
        </mc:Choice>
        <mc:Fallback xmlns="">
          <p:sp>
            <p:nvSpPr>
              <p:cNvPr id="6" name="CuadroTexto 5">
                <a:extLst>
                  <a:ext uri="{FF2B5EF4-FFF2-40B4-BE49-F238E27FC236}">
                    <a16:creationId xmlns:a16="http://schemas.microsoft.com/office/drawing/2014/main" id="{04D408B3-C50A-DF31-29C6-518EAF0BF79B}"/>
                  </a:ext>
                </a:extLst>
              </p:cNvPr>
              <p:cNvSpPr txBox="1">
                <a:spLocks noRot="1" noChangeAspect="1" noMove="1" noResize="1" noEditPoints="1" noAdjustHandles="1" noChangeArrowheads="1" noChangeShapeType="1" noTextEdit="1"/>
              </p:cNvSpPr>
              <p:nvPr/>
            </p:nvSpPr>
            <p:spPr>
              <a:xfrm>
                <a:off x="217336" y="1182547"/>
                <a:ext cx="8218516" cy="410562"/>
              </a:xfrm>
              <a:prstGeom prst="rect">
                <a:avLst/>
              </a:prstGeom>
              <a:blipFill>
                <a:blip r:embed="rId2"/>
                <a:stretch>
                  <a:fillRect b="-5970"/>
                </a:stretch>
              </a:blipFill>
            </p:spPr>
            <p:txBody>
              <a:bodyPr/>
              <a:lstStyle/>
              <a:p>
                <a:r>
                  <a:rPr lang="es-ES">
                    <a:noFill/>
                  </a:rPr>
                  <a:t> </a:t>
                </a:r>
              </a:p>
            </p:txBody>
          </p:sp>
        </mc:Fallback>
      </mc:AlternateContent>
      <p:sp>
        <p:nvSpPr>
          <p:cNvPr id="13" name="CuadroTexto 12">
            <a:extLst>
              <a:ext uri="{FF2B5EF4-FFF2-40B4-BE49-F238E27FC236}">
                <a16:creationId xmlns:a16="http://schemas.microsoft.com/office/drawing/2014/main" id="{85698FF5-BC8A-0AA5-3C7C-CCC6943D15A4}"/>
              </a:ext>
            </a:extLst>
          </p:cNvPr>
          <p:cNvSpPr txBox="1"/>
          <p:nvPr/>
        </p:nvSpPr>
        <p:spPr>
          <a:xfrm>
            <a:off x="259710" y="1948193"/>
            <a:ext cx="11672580" cy="1754326"/>
          </a:xfrm>
          <a:prstGeom prst="rect">
            <a:avLst/>
          </a:prstGeom>
          <a:noFill/>
        </p:spPr>
        <p:txBody>
          <a:bodyPr wrap="square">
            <a:spAutoFit/>
          </a:bodyPr>
          <a:lstStyle/>
          <a:p>
            <a:pPr marL="342900" indent="-342900">
              <a:buFont typeface="+mj-lt"/>
              <a:buAutoNum type="arabicPeriod"/>
            </a:pPr>
            <a:r>
              <a:rPr lang="es-ES" b="1" dirty="0">
                <a:solidFill>
                  <a:schemeClr val="accent1">
                    <a:lumMod val="50000"/>
                  </a:schemeClr>
                </a:solidFill>
              </a:rPr>
              <a:t>Empezamos por:</a:t>
            </a:r>
          </a:p>
          <a:p>
            <a:pPr marL="342900" indent="-342900">
              <a:buFont typeface="+mj-lt"/>
              <a:buAutoNum type="arabicPeriod"/>
            </a:pPr>
            <a:endParaRPr lang="es-ES" b="1" dirty="0">
              <a:solidFill>
                <a:schemeClr val="accent1">
                  <a:lumMod val="50000"/>
                </a:schemeClr>
              </a:solidFill>
            </a:endParaRPr>
          </a:p>
          <a:p>
            <a:pPr marL="342900" indent="-342900">
              <a:buFont typeface="+mj-lt"/>
              <a:buAutoNum type="arabicPeriod"/>
            </a:pPr>
            <a:endParaRPr lang="es-ES" b="1" dirty="0">
              <a:solidFill>
                <a:schemeClr val="accent1">
                  <a:lumMod val="50000"/>
                </a:schemeClr>
              </a:solidFill>
            </a:endParaRPr>
          </a:p>
          <a:p>
            <a:pPr marL="342900" indent="-342900">
              <a:buFont typeface="+mj-lt"/>
              <a:buAutoNum type="arabicPeriod"/>
            </a:pPr>
            <a:endParaRPr lang="es-ES" b="1" dirty="0">
              <a:solidFill>
                <a:schemeClr val="accent1">
                  <a:lumMod val="50000"/>
                </a:schemeClr>
              </a:solidFill>
            </a:endParaRPr>
          </a:p>
          <a:p>
            <a:pPr marL="342900" indent="-342900">
              <a:buFont typeface="+mj-lt"/>
              <a:buAutoNum type="arabicPeriod"/>
            </a:pPr>
            <a:r>
              <a:rPr lang="es-ES" b="1" dirty="0">
                <a:solidFill>
                  <a:schemeClr val="accent1">
                    <a:lumMod val="50000"/>
                  </a:schemeClr>
                </a:solidFill>
              </a:rPr>
              <a:t>De modo similar:  </a:t>
            </a:r>
            <a:endParaRPr lang="es-ES" dirty="0"/>
          </a:p>
          <a:p>
            <a:pPr marL="285750" indent="-285750">
              <a:buFont typeface="Arial" panose="020B0604020202020204" pitchFamily="34" charset="0"/>
              <a:buChar char="•"/>
            </a:pPr>
            <a:endParaRPr lang="es-ES" dirty="0"/>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37DE9E28-067B-A8AF-7981-3634FEC4183B}"/>
                  </a:ext>
                </a:extLst>
              </p:cNvPr>
              <p:cNvSpPr txBox="1"/>
              <p:nvPr/>
            </p:nvSpPr>
            <p:spPr>
              <a:xfrm>
                <a:off x="1278083" y="1824782"/>
                <a:ext cx="6097022" cy="6912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sz="2000"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sz="2000" i="1">
                              <a:solidFill>
                                <a:schemeClr val="accent1">
                                  <a:lumMod val="50000"/>
                                </a:schemeClr>
                              </a:solidFill>
                              <a:latin typeface="Cambria Math" panose="02040503050406030204" pitchFamily="18" charset="0"/>
                              <a:ea typeface="Cambria Math" panose="02040503050406030204" pitchFamily="18" charset="0"/>
                            </a:rPr>
                            <m:t>𝜕</m:t>
                          </m:r>
                          <m:r>
                            <a:rPr lang="es-ES" sz="2000"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sz="2000" i="1">
                              <a:solidFill>
                                <a:schemeClr val="accent1">
                                  <a:lumMod val="50000"/>
                                </a:schemeClr>
                              </a:solidFill>
                              <a:latin typeface="Cambria Math" panose="02040503050406030204" pitchFamily="18" charset="0"/>
                              <a:ea typeface="Cambria Math" panose="02040503050406030204" pitchFamily="18" charset="0"/>
                            </a:rPr>
                            <m:t>𝜕</m:t>
                          </m:r>
                          <m:sSup>
                            <m:sSupPr>
                              <m:ctrlPr>
                                <a:rPr lang="es-ES" sz="2000" i="1">
                                  <a:solidFill>
                                    <a:schemeClr val="accent1">
                                      <a:lumMod val="50000"/>
                                    </a:schemeClr>
                                  </a:solidFill>
                                  <a:latin typeface="Cambria Math" panose="02040503050406030204" pitchFamily="18" charset="0"/>
                                  <a:ea typeface="Cambria Math" panose="02040503050406030204" pitchFamily="18" charset="0"/>
                                </a:rPr>
                              </m:ctrlPr>
                            </m:sSupPr>
                            <m:e>
                              <m:r>
                                <a:rPr lang="es-ES" sz="2000"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sz="2000" i="1">
                                      <a:solidFill>
                                        <a:schemeClr val="accent1">
                                          <a:lumMod val="50000"/>
                                        </a:schemeClr>
                                      </a:solidFill>
                                      <a:latin typeface="Cambria Math" panose="02040503050406030204" pitchFamily="18" charset="0"/>
                                      <a:ea typeface="Cambria Math" panose="02040503050406030204" pitchFamily="18" charset="0"/>
                                    </a:rPr>
                                  </m:ctrlPr>
                                </m:dPr>
                                <m:e>
                                  <m:r>
                                    <a:rPr lang="es-ES" sz="2000"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sz="2000"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1">
                              <a:lumMod val="50000"/>
                            </a:schemeClr>
                          </a:solidFill>
                          <a:latin typeface="Cambria Math" panose="02040503050406030204" pitchFamily="18" charset="0"/>
                          <a:ea typeface="Cambria Math" panose="02040503050406030204" pitchFamily="18" charset="0"/>
                        </a:rPr>
                        <m:t> ∙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r>
                        <a:rPr lang="es-ES" i="1">
                          <a:solidFill>
                            <a:schemeClr val="accent1">
                              <a:lumMod val="50000"/>
                            </a:schemeClr>
                          </a:solidFill>
                          <a:latin typeface="Cambria Math" panose="02040503050406030204" pitchFamily="18" charset="0"/>
                          <a:ea typeface="Cambria Math" panose="02040503050406030204" pitchFamily="18" charset="0"/>
                        </a:rPr>
                        <m:t> ∙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oMath>
                  </m:oMathPara>
                </a14:m>
                <a:endParaRPr lang="es-ES" dirty="0"/>
              </a:p>
            </p:txBody>
          </p:sp>
        </mc:Choice>
        <mc:Fallback xmlns="">
          <p:sp>
            <p:nvSpPr>
              <p:cNvPr id="20" name="CuadroTexto 19">
                <a:extLst>
                  <a:ext uri="{FF2B5EF4-FFF2-40B4-BE49-F238E27FC236}">
                    <a16:creationId xmlns:a16="http://schemas.microsoft.com/office/drawing/2014/main" id="{37DE9E28-067B-A8AF-7981-3634FEC4183B}"/>
                  </a:ext>
                </a:extLst>
              </p:cNvPr>
              <p:cNvSpPr txBox="1">
                <a:spLocks noRot="1" noChangeAspect="1" noMove="1" noResize="1" noEditPoints="1" noAdjustHandles="1" noChangeArrowheads="1" noChangeShapeType="1" noTextEdit="1"/>
              </p:cNvSpPr>
              <p:nvPr/>
            </p:nvSpPr>
            <p:spPr>
              <a:xfrm>
                <a:off x="1278083" y="1824782"/>
                <a:ext cx="6097022" cy="691215"/>
              </a:xfrm>
              <a:prstGeom prst="rect">
                <a:avLst/>
              </a:prstGeom>
              <a:blipFill>
                <a:blip r:embed="rId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38E8143-AD73-711D-34BE-4975A3FD7C0B}"/>
                  </a:ext>
                </a:extLst>
              </p:cNvPr>
              <p:cNvSpPr txBox="1"/>
              <p:nvPr/>
            </p:nvSpPr>
            <p:spPr>
              <a:xfrm>
                <a:off x="-265421" y="2916003"/>
                <a:ext cx="6097022" cy="6311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oMath>
                  </m:oMathPara>
                </a14:m>
                <a:endParaRPr lang="es-ES" dirty="0"/>
              </a:p>
            </p:txBody>
          </p:sp>
        </mc:Choice>
        <mc:Fallback xmlns="">
          <p:sp>
            <p:nvSpPr>
              <p:cNvPr id="23" name="CuadroTexto 22">
                <a:extLst>
                  <a:ext uri="{FF2B5EF4-FFF2-40B4-BE49-F238E27FC236}">
                    <a16:creationId xmlns:a16="http://schemas.microsoft.com/office/drawing/2014/main" id="{038E8143-AD73-711D-34BE-4975A3FD7C0B}"/>
                  </a:ext>
                </a:extLst>
              </p:cNvPr>
              <p:cNvSpPr txBox="1">
                <a:spLocks noRot="1" noChangeAspect="1" noMove="1" noResize="1" noEditPoints="1" noAdjustHandles="1" noChangeArrowheads="1" noChangeShapeType="1" noTextEdit="1"/>
              </p:cNvSpPr>
              <p:nvPr/>
            </p:nvSpPr>
            <p:spPr>
              <a:xfrm>
                <a:off x="-265421" y="2916003"/>
                <a:ext cx="6097022" cy="631198"/>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8CCC18A1-0D48-C7B2-6100-77D3D2672BE9}"/>
                  </a:ext>
                </a:extLst>
              </p:cNvPr>
              <p:cNvSpPr txBox="1"/>
              <p:nvPr/>
            </p:nvSpPr>
            <p:spPr>
              <a:xfrm>
                <a:off x="769681" y="3826379"/>
                <a:ext cx="6819114" cy="70807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0" i="1" smtClean="0">
                                  <a:solidFill>
                                    <a:schemeClr val="accent5">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5">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5">
                                      <a:lumMod val="50000"/>
                                    </a:schemeClr>
                                  </a:solidFill>
                                  <a:latin typeface="Cambria Math" panose="02040503050406030204" pitchFamily="18" charset="0"/>
                                  <a:ea typeface="Cambria Math" panose="02040503050406030204" pitchFamily="18" charset="0"/>
                                </a:rPr>
                                <m:t>[</m:t>
                              </m:r>
                              <m:r>
                                <a:rPr lang="es-ES" b="0" i="1" smtClean="0">
                                  <a:solidFill>
                                    <a:schemeClr val="accent5">
                                      <a:lumMod val="50000"/>
                                    </a:schemeClr>
                                  </a:solidFill>
                                  <a:latin typeface="Cambria Math" panose="02040503050406030204" pitchFamily="18" charset="0"/>
                                  <a:ea typeface="Cambria Math" panose="02040503050406030204" pitchFamily="18" charset="0"/>
                                </a:rPr>
                                <m:t>𝐿</m:t>
                              </m:r>
                              <m:r>
                                <a:rPr lang="es-ES" b="0" i="1" smtClean="0">
                                  <a:solidFill>
                                    <a:schemeClr val="accent5">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5">
                                      <a:lumMod val="50000"/>
                                    </a:schemeClr>
                                  </a:solidFill>
                                  <a:latin typeface="Cambria Math" panose="02040503050406030204" pitchFamily="18" charset="0"/>
                                  <a:ea typeface="Cambria Math" panose="02040503050406030204" pitchFamily="18" charset="0"/>
                                </a:rPr>
                              </m:ctrlPr>
                            </m:sSupPr>
                            <m:e>
                              <m:r>
                                <a:rPr lang="es-ES" i="1">
                                  <a:solidFill>
                                    <a:schemeClr val="accent5">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5">
                                      <a:lumMod val="50000"/>
                                    </a:schemeClr>
                                  </a:solidFill>
                                  <a:latin typeface="Cambria Math" panose="02040503050406030204" pitchFamily="18" charset="0"/>
                                  <a:ea typeface="Cambria Math" panose="02040503050406030204" pitchFamily="18" charset="0"/>
                                </a:rPr>
                                <m:t>[</m:t>
                              </m:r>
                              <m:r>
                                <a:rPr lang="es-ES" i="1">
                                  <a:solidFill>
                                    <a:schemeClr val="accent5">
                                      <a:lumMod val="50000"/>
                                    </a:schemeClr>
                                  </a:solidFill>
                                  <a:latin typeface="Cambria Math" panose="02040503050406030204" pitchFamily="18" charset="0"/>
                                  <a:ea typeface="Cambria Math" panose="02040503050406030204" pitchFamily="18" charset="0"/>
                                </a:rPr>
                                <m:t>𝐿</m:t>
                              </m:r>
                              <m:r>
                                <a:rPr lang="es-ES" b="0" i="1" smtClean="0">
                                  <a:solidFill>
                                    <a:schemeClr val="accent5">
                                      <a:lumMod val="50000"/>
                                    </a:schemeClr>
                                  </a:solidFill>
                                  <a:latin typeface="Cambria Math" panose="02040503050406030204" pitchFamily="18" charset="0"/>
                                  <a:ea typeface="Cambria Math" panose="02040503050406030204" pitchFamily="18" charset="0"/>
                                </a:rPr>
                                <m:t>]</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i="1">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r>
                        <a:rPr lang="es-ES" b="0" i="1" smtClean="0">
                          <a:solidFill>
                            <a:schemeClr val="accent1">
                              <a:lumMod val="50000"/>
                            </a:schemeClr>
                          </a:solidFill>
                          <a:latin typeface="Cambria Math" panose="02040503050406030204" pitchFamily="18" charset="0"/>
                          <a:ea typeface="Cambria Math" panose="02040503050406030204" pitchFamily="18" charset="0"/>
                        </a:rPr>
                        <m:t> ∙1</m:t>
                      </m:r>
                    </m:oMath>
                  </m:oMathPara>
                </a14:m>
                <a:endParaRPr lang="es-ES" dirty="0"/>
              </a:p>
            </p:txBody>
          </p:sp>
        </mc:Choice>
        <mc:Fallback xmlns="">
          <p:sp>
            <p:nvSpPr>
              <p:cNvPr id="26" name="CuadroTexto 25">
                <a:extLst>
                  <a:ext uri="{FF2B5EF4-FFF2-40B4-BE49-F238E27FC236}">
                    <a16:creationId xmlns:a16="http://schemas.microsoft.com/office/drawing/2014/main" id="{8CCC18A1-0D48-C7B2-6100-77D3D2672BE9}"/>
                  </a:ext>
                </a:extLst>
              </p:cNvPr>
              <p:cNvSpPr txBox="1">
                <a:spLocks noRot="1" noChangeAspect="1" noMove="1" noResize="1" noEditPoints="1" noAdjustHandles="1" noChangeArrowheads="1" noChangeShapeType="1" noTextEdit="1"/>
              </p:cNvSpPr>
              <p:nvPr/>
            </p:nvSpPr>
            <p:spPr>
              <a:xfrm>
                <a:off x="769681" y="3826379"/>
                <a:ext cx="6819114" cy="708079"/>
              </a:xfrm>
              <a:prstGeom prst="rect">
                <a:avLst/>
              </a:prstGeom>
              <a:blipFill>
                <a:blip r:embed="rId5"/>
                <a:stretch>
                  <a:fillRect/>
                </a:stretch>
              </a:blipFill>
            </p:spPr>
            <p:txBody>
              <a:bodyPr/>
              <a:lstStyle/>
              <a:p>
                <a:r>
                  <a:rPr lang="es-ES">
                    <a:noFill/>
                  </a:rPr>
                  <a:t> </a:t>
                </a:r>
              </a:p>
            </p:txBody>
          </p:sp>
        </mc:Fallback>
      </mc:AlternateContent>
      <p:sp>
        <p:nvSpPr>
          <p:cNvPr id="27" name="Rectángulo: esquinas redondeadas 26">
            <a:extLst>
              <a:ext uri="{FF2B5EF4-FFF2-40B4-BE49-F238E27FC236}">
                <a16:creationId xmlns:a16="http://schemas.microsoft.com/office/drawing/2014/main" id="{D4A7D8EA-CA79-651A-9B9C-4B1E38A99986}"/>
              </a:ext>
            </a:extLst>
          </p:cNvPr>
          <p:cNvSpPr/>
          <p:nvPr/>
        </p:nvSpPr>
        <p:spPr>
          <a:xfrm>
            <a:off x="2400835" y="3866598"/>
            <a:ext cx="471949" cy="787482"/>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CuadroTexto 27">
            <a:extLst>
              <a:ext uri="{FF2B5EF4-FFF2-40B4-BE49-F238E27FC236}">
                <a16:creationId xmlns:a16="http://schemas.microsoft.com/office/drawing/2014/main" id="{1F564B6E-4ECF-514B-ABA6-545C4404EF5D}"/>
              </a:ext>
            </a:extLst>
          </p:cNvPr>
          <p:cNvSpPr txBox="1"/>
          <p:nvPr/>
        </p:nvSpPr>
        <p:spPr>
          <a:xfrm>
            <a:off x="3151174" y="5599391"/>
            <a:ext cx="1767621" cy="584775"/>
          </a:xfrm>
          <a:prstGeom prst="rect">
            <a:avLst/>
          </a:prstGeom>
          <a:noFill/>
        </p:spPr>
        <p:txBody>
          <a:bodyPr wrap="square">
            <a:spAutoFit/>
          </a:bodyPr>
          <a:lstStyle/>
          <a:p>
            <a:pPr algn="ctr"/>
            <a:r>
              <a:rPr lang="en-US" sz="1600" dirty="0" err="1">
                <a:solidFill>
                  <a:schemeClr val="accent1">
                    <a:lumMod val="50000"/>
                  </a:schemeClr>
                </a:solidFill>
              </a:rPr>
              <a:t>Depende</a:t>
            </a:r>
            <a:r>
              <a:rPr lang="en-US" sz="1600" dirty="0">
                <a:solidFill>
                  <a:schemeClr val="accent1">
                    <a:lumMod val="50000"/>
                  </a:schemeClr>
                </a:solidFill>
              </a:rPr>
              <a:t> de la </a:t>
            </a:r>
            <a:r>
              <a:rPr lang="en-US" sz="1600" dirty="0" err="1">
                <a:solidFill>
                  <a:schemeClr val="accent1">
                    <a:lumMod val="50000"/>
                  </a:schemeClr>
                </a:solidFill>
              </a:rPr>
              <a:t>función</a:t>
            </a:r>
            <a:r>
              <a:rPr lang="en-US" sz="1600" dirty="0">
                <a:solidFill>
                  <a:schemeClr val="accent1">
                    <a:lumMod val="50000"/>
                  </a:schemeClr>
                </a:solidFill>
              </a:rPr>
              <a:t> de </a:t>
            </a:r>
            <a:r>
              <a:rPr lang="en-US" sz="1600" dirty="0" err="1">
                <a:solidFill>
                  <a:schemeClr val="accent1">
                    <a:lumMod val="50000"/>
                  </a:schemeClr>
                </a:solidFill>
              </a:rPr>
              <a:t>pérdida</a:t>
            </a:r>
            <a:endParaRPr lang="es-ES" sz="1600" dirty="0"/>
          </a:p>
        </p:txBody>
      </p:sp>
      <p:sp>
        <p:nvSpPr>
          <p:cNvPr id="29" name="Forma libre: forma 28">
            <a:extLst>
              <a:ext uri="{FF2B5EF4-FFF2-40B4-BE49-F238E27FC236}">
                <a16:creationId xmlns:a16="http://schemas.microsoft.com/office/drawing/2014/main" id="{CBD8E667-D986-0D23-495D-7597D82EA0C9}"/>
              </a:ext>
            </a:extLst>
          </p:cNvPr>
          <p:cNvSpPr/>
          <p:nvPr/>
        </p:nvSpPr>
        <p:spPr>
          <a:xfrm flipH="1">
            <a:off x="2666304" y="4624937"/>
            <a:ext cx="615047" cy="1266842"/>
          </a:xfrm>
          <a:custGeom>
            <a:avLst/>
            <a:gdLst>
              <a:gd name="connsiteX0" fmla="*/ 471949 w 471949"/>
              <a:gd name="connsiteY0" fmla="*/ 0 h 405003"/>
              <a:gd name="connsiteX1" fmla="*/ 359861 w 471949"/>
              <a:gd name="connsiteY1" fmla="*/ 353961 h 405003"/>
              <a:gd name="connsiteX2" fmla="*/ 0 w 471949"/>
              <a:gd name="connsiteY2" fmla="*/ 395257 h 405003"/>
            </a:gdLst>
            <a:ahLst/>
            <a:cxnLst>
              <a:cxn ang="0">
                <a:pos x="connsiteX0" y="connsiteY0"/>
              </a:cxn>
              <a:cxn ang="0">
                <a:pos x="connsiteX1" y="connsiteY1"/>
              </a:cxn>
              <a:cxn ang="0">
                <a:pos x="connsiteX2" y="connsiteY2"/>
              </a:cxn>
            </a:cxnLst>
            <a:rect l="l" t="t" r="r" b="b"/>
            <a:pathLst>
              <a:path w="471949" h="405003">
                <a:moveTo>
                  <a:pt x="471949" y="0"/>
                </a:moveTo>
                <a:cubicBezTo>
                  <a:pt x="455234" y="144042"/>
                  <a:pt x="438519" y="288085"/>
                  <a:pt x="359861" y="353961"/>
                </a:cubicBezTo>
                <a:cubicBezTo>
                  <a:pt x="281203" y="419837"/>
                  <a:pt x="140601" y="407547"/>
                  <a:pt x="0" y="395257"/>
                </a:cubicBezTo>
              </a:path>
            </a:pathLst>
          </a:custGeom>
          <a:noFill/>
          <a:ln w="28575">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Rectángulo: esquinas redondeadas 29">
            <a:extLst>
              <a:ext uri="{FF2B5EF4-FFF2-40B4-BE49-F238E27FC236}">
                <a16:creationId xmlns:a16="http://schemas.microsoft.com/office/drawing/2014/main" id="{9C5A50C7-FE80-66E6-372F-73743EB18015}"/>
              </a:ext>
            </a:extLst>
          </p:cNvPr>
          <p:cNvSpPr/>
          <p:nvPr/>
        </p:nvSpPr>
        <p:spPr>
          <a:xfrm>
            <a:off x="2996860" y="3866598"/>
            <a:ext cx="568985" cy="787482"/>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Forma libre: forma 30">
            <a:extLst>
              <a:ext uri="{FF2B5EF4-FFF2-40B4-BE49-F238E27FC236}">
                <a16:creationId xmlns:a16="http://schemas.microsoft.com/office/drawing/2014/main" id="{6BEFD59E-9595-33B8-8AFC-2BFC01AEB9F7}"/>
              </a:ext>
            </a:extLst>
          </p:cNvPr>
          <p:cNvSpPr/>
          <p:nvPr/>
        </p:nvSpPr>
        <p:spPr>
          <a:xfrm flipH="1">
            <a:off x="3235782" y="4622583"/>
            <a:ext cx="1226682" cy="787482"/>
          </a:xfrm>
          <a:custGeom>
            <a:avLst/>
            <a:gdLst>
              <a:gd name="connsiteX0" fmla="*/ 471949 w 471949"/>
              <a:gd name="connsiteY0" fmla="*/ 0 h 405003"/>
              <a:gd name="connsiteX1" fmla="*/ 359861 w 471949"/>
              <a:gd name="connsiteY1" fmla="*/ 353961 h 405003"/>
              <a:gd name="connsiteX2" fmla="*/ 0 w 471949"/>
              <a:gd name="connsiteY2" fmla="*/ 395257 h 405003"/>
            </a:gdLst>
            <a:ahLst/>
            <a:cxnLst>
              <a:cxn ang="0">
                <a:pos x="connsiteX0" y="connsiteY0"/>
              </a:cxn>
              <a:cxn ang="0">
                <a:pos x="connsiteX1" y="connsiteY1"/>
              </a:cxn>
              <a:cxn ang="0">
                <a:pos x="connsiteX2" y="connsiteY2"/>
              </a:cxn>
            </a:cxnLst>
            <a:rect l="l" t="t" r="r" b="b"/>
            <a:pathLst>
              <a:path w="471949" h="405003">
                <a:moveTo>
                  <a:pt x="471949" y="0"/>
                </a:moveTo>
                <a:cubicBezTo>
                  <a:pt x="455234" y="144042"/>
                  <a:pt x="438519" y="288085"/>
                  <a:pt x="359861" y="353961"/>
                </a:cubicBezTo>
                <a:cubicBezTo>
                  <a:pt x="281203" y="419837"/>
                  <a:pt x="140601" y="407547"/>
                  <a:pt x="0" y="395257"/>
                </a:cubicBezTo>
              </a:path>
            </a:pathLst>
          </a:custGeom>
          <a:noFill/>
          <a:ln w="28575">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F1A64280-D375-F1A8-4AC9-1CE31C367A63}"/>
                  </a:ext>
                </a:extLst>
              </p:cNvPr>
              <p:cNvSpPr txBox="1"/>
              <p:nvPr/>
            </p:nvSpPr>
            <p:spPr>
              <a:xfrm>
                <a:off x="3873737" y="5022589"/>
                <a:ext cx="3501368" cy="616515"/>
              </a:xfrm>
              <a:prstGeom prst="rect">
                <a:avLst/>
              </a:prstGeom>
              <a:noFill/>
            </p:spPr>
            <p:txBody>
              <a:bodyPr wrap="square">
                <a:spAutoFit/>
              </a:bodyPr>
              <a:lstStyle/>
              <a:p>
                <a:pPr algn="ctr"/>
                <a:r>
                  <a:rPr lang="es-ES" sz="1600" dirty="0">
                    <a:solidFill>
                      <a:schemeClr val="accent1">
                        <a:lumMod val="50000"/>
                      </a:schemeClr>
                    </a:solidFill>
                  </a:rPr>
                  <a:t>Derivada de la función de activación en la última capa </a:t>
                </a:r>
                <a14:m>
                  <m:oMath xmlns:m="http://schemas.openxmlformats.org/officeDocument/2006/math">
                    <m:r>
                      <a:rPr lang="es-ES" sz="1600" b="0" i="0"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r>
                          <a:rPr lang="es-ES" sz="1600" i="1">
                            <a:solidFill>
                              <a:schemeClr val="accent1">
                                <a:lumMod val="50000"/>
                              </a:schemeClr>
                            </a:solidFill>
                            <a:latin typeface="Cambria Math" panose="02040503050406030204" pitchFamily="18" charset="0"/>
                            <a:ea typeface="Cambria Math" panose="02040503050406030204" pitchFamily="18" charset="0"/>
                          </a:rPr>
                          <m:t>𝑔</m:t>
                        </m:r>
                      </m:e>
                      <m:sup>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𝐿</m:t>
                        </m:r>
                        <m:r>
                          <a:rPr lang="es-ES" sz="1600" i="1">
                            <a:solidFill>
                              <a:schemeClr val="accent1">
                                <a:lumMod val="50000"/>
                              </a:schemeClr>
                            </a:solidFill>
                            <a:latin typeface="Cambria Math" panose="02040503050406030204" pitchFamily="18" charset="0"/>
                            <a:ea typeface="Cambria Math" panose="02040503050406030204" pitchFamily="18" charset="0"/>
                          </a:rPr>
                          <m:t>]</m:t>
                        </m:r>
                      </m:sup>
                    </m:s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d>
                      <m:dPr>
                        <m:ctrlPr>
                          <a:rPr lang="es-ES" sz="1600"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r>
                              <a:rPr lang="es-ES" sz="1600" i="1">
                                <a:solidFill>
                                  <a:schemeClr val="accent1">
                                    <a:lumMod val="50000"/>
                                  </a:schemeClr>
                                </a:solidFill>
                                <a:latin typeface="Cambria Math" panose="02040503050406030204" pitchFamily="18" charset="0"/>
                                <a:ea typeface="Cambria Math" panose="02040503050406030204" pitchFamily="18" charset="0"/>
                              </a:rPr>
                              <m:t>𝑧</m:t>
                            </m:r>
                          </m:e>
                          <m:sup>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𝐿</m:t>
                            </m:r>
                            <m:r>
                              <a:rPr lang="es-ES" sz="1600" i="1">
                                <a:solidFill>
                                  <a:schemeClr val="accent1">
                                    <a:lumMod val="50000"/>
                                  </a:schemeClr>
                                </a:solidFill>
                                <a:latin typeface="Cambria Math" panose="02040503050406030204" pitchFamily="18" charset="0"/>
                                <a:ea typeface="Cambria Math" panose="02040503050406030204" pitchFamily="18" charset="0"/>
                              </a:rPr>
                              <m:t>]</m:t>
                            </m:r>
                          </m:sup>
                        </m:sSup>
                      </m:e>
                    </m:d>
                  </m:oMath>
                </a14:m>
                <a:endParaRPr lang="es-ES" sz="1600" dirty="0">
                  <a:solidFill>
                    <a:schemeClr val="accent1">
                      <a:lumMod val="50000"/>
                    </a:schemeClr>
                  </a:solidFill>
                </a:endParaRPr>
              </a:p>
            </p:txBody>
          </p:sp>
        </mc:Choice>
        <mc:Fallback xmlns="">
          <p:sp>
            <p:nvSpPr>
              <p:cNvPr id="32" name="CuadroTexto 31">
                <a:extLst>
                  <a:ext uri="{FF2B5EF4-FFF2-40B4-BE49-F238E27FC236}">
                    <a16:creationId xmlns:a16="http://schemas.microsoft.com/office/drawing/2014/main" id="{F1A64280-D375-F1A8-4AC9-1CE31C367A63}"/>
                  </a:ext>
                </a:extLst>
              </p:cNvPr>
              <p:cNvSpPr txBox="1">
                <a:spLocks noRot="1" noChangeAspect="1" noMove="1" noResize="1" noEditPoints="1" noAdjustHandles="1" noChangeArrowheads="1" noChangeShapeType="1" noTextEdit="1"/>
              </p:cNvSpPr>
              <p:nvPr/>
            </p:nvSpPr>
            <p:spPr>
              <a:xfrm>
                <a:off x="3873737" y="5022589"/>
                <a:ext cx="3501368" cy="616515"/>
              </a:xfrm>
              <a:prstGeom prst="rect">
                <a:avLst/>
              </a:prstGeom>
              <a:blipFill>
                <a:blip r:embed="rId6"/>
                <a:stretch>
                  <a:fillRect t="-2970" r="-1043" b="-10891"/>
                </a:stretch>
              </a:blipFill>
            </p:spPr>
            <p:txBody>
              <a:bodyPr/>
              <a:lstStyle/>
              <a:p>
                <a:r>
                  <a:rPr lang="es-ES">
                    <a:noFill/>
                  </a:rPr>
                  <a:t> </a:t>
                </a:r>
              </a:p>
            </p:txBody>
          </p:sp>
        </mc:Fallback>
      </mc:AlternateContent>
      <p:sp>
        <p:nvSpPr>
          <p:cNvPr id="15" name="CuadroTexto 14">
            <a:extLst>
              <a:ext uri="{FF2B5EF4-FFF2-40B4-BE49-F238E27FC236}">
                <a16:creationId xmlns:a16="http://schemas.microsoft.com/office/drawing/2014/main" id="{C5243878-448B-A1BF-389D-94C24B07DB2F}"/>
              </a:ext>
            </a:extLst>
          </p:cNvPr>
          <p:cNvSpPr txBox="1"/>
          <p:nvPr/>
        </p:nvSpPr>
        <p:spPr>
          <a:xfrm>
            <a:off x="1171254" y="4870095"/>
            <a:ext cx="1227809" cy="646331"/>
          </a:xfrm>
          <a:prstGeom prst="rect">
            <a:avLst/>
          </a:prstGeom>
          <a:noFill/>
          <a:ln>
            <a:solidFill>
              <a:schemeClr val="tx2"/>
            </a:solidFill>
            <a:prstDash val="solid"/>
          </a:ln>
        </p:spPr>
        <p:txBody>
          <a:bodyPr wrap="square">
            <a:spAutoFit/>
          </a:bodyPr>
          <a:lstStyle/>
          <a:p>
            <a:pPr algn="ctr"/>
            <a:r>
              <a:rPr lang="es-ES" dirty="0">
                <a:solidFill>
                  <a:schemeClr val="accent1">
                    <a:lumMod val="50000"/>
                  </a:schemeClr>
                </a:solidFill>
                <a:ea typeface="Cambria Math" panose="02040503050406030204" pitchFamily="18" charset="0"/>
              </a:rPr>
              <a:t>Regla de la cadena</a:t>
            </a:r>
            <a:endParaRPr lang="es-ES" b="1" dirty="0">
              <a:solidFill>
                <a:schemeClr val="accent1">
                  <a:lumMod val="50000"/>
                </a:schemeClr>
              </a:solidFill>
              <a:ea typeface="Cambria Math" panose="02040503050406030204" pitchFamily="18" charset="0"/>
            </a:endParaRPr>
          </a:p>
        </p:txBody>
      </p:sp>
      <p:cxnSp>
        <p:nvCxnSpPr>
          <p:cNvPr id="16" name="Conector recto de flecha 15">
            <a:extLst>
              <a:ext uri="{FF2B5EF4-FFF2-40B4-BE49-F238E27FC236}">
                <a16:creationId xmlns:a16="http://schemas.microsoft.com/office/drawing/2014/main" id="{9592FC91-B048-D925-A7F9-42E15D17061B}"/>
              </a:ext>
            </a:extLst>
          </p:cNvPr>
          <p:cNvCxnSpPr/>
          <p:nvPr/>
        </p:nvCxnSpPr>
        <p:spPr>
          <a:xfrm flipV="1">
            <a:off x="2193537" y="4303638"/>
            <a:ext cx="55232" cy="509364"/>
          </a:xfrm>
          <a:prstGeom prst="straightConnector1">
            <a:avLst/>
          </a:prstGeom>
          <a:ln w="31750">
            <a:solidFill>
              <a:schemeClr val="accent5">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16357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4F1A3-3B96-3B7D-D391-7063D951B3F8}"/>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AAA744A8-4A60-7195-868E-9C89D78AF15C}"/>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25" name="CuadroTexto 24">
            <a:extLst>
              <a:ext uri="{FF2B5EF4-FFF2-40B4-BE49-F238E27FC236}">
                <a16:creationId xmlns:a16="http://schemas.microsoft.com/office/drawing/2014/main" id="{6E2DF12C-7975-C6E3-1C5A-2A79A78EDD6D}"/>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IV)</a:t>
            </a:r>
            <a:r>
              <a:rPr lang="en-US" sz="2000" dirty="0">
                <a:solidFill>
                  <a:schemeClr val="accent1">
                    <a:lumMod val="50000"/>
                  </a:schemeClr>
                </a:solidFill>
              </a:rPr>
              <a:t>  </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C525855D-73A4-CCA9-BDF4-F3B7BA638E36}"/>
                  </a:ext>
                </a:extLst>
              </p:cNvPr>
              <p:cNvSpPr txBox="1"/>
              <p:nvPr/>
            </p:nvSpPr>
            <p:spPr>
              <a:xfrm>
                <a:off x="217336" y="1182547"/>
                <a:ext cx="8218516" cy="4105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1" i="1" smtClean="0">
                          <a:solidFill>
                            <a:schemeClr val="accent1">
                              <a:lumMod val="50000"/>
                            </a:schemeClr>
                          </a:solidFill>
                          <a:latin typeface="Cambria Math" panose="02040503050406030204" pitchFamily="18" charset="0"/>
                          <a:ea typeface="Cambria Math" panose="02040503050406030204" pitchFamily="18" charset="0"/>
                        </a:rPr>
                        <m:t>𝑱</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d>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𝑬</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6">
                                  <a:lumMod val="75000"/>
                                </a:schemeClr>
                              </a:solidFill>
                              <a:latin typeface="Cambria Math" panose="02040503050406030204" pitchFamily="18" charset="0"/>
                              <a:ea typeface="Cambria Math" panose="02040503050406030204" pitchFamily="18" charset="0"/>
                            </a:rPr>
                            <m:t>𝑦</m:t>
                          </m:r>
                          <m:r>
                            <a:rPr lang="es-ES" b="1"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e>
                      </m:d>
                      <m:r>
                        <a:rPr lang="es-ES" b="0" i="1" smtClean="0">
                          <a:solidFill>
                            <a:schemeClr val="accent5">
                              <a:lumMod val="50000"/>
                            </a:schemeClr>
                          </a:solidFill>
                          <a:latin typeface="Cambria Math" panose="02040503050406030204" pitchFamily="18" charset="0"/>
                          <a:ea typeface="Cambria Math" panose="02040503050406030204" pitchFamily="18" charset="0"/>
                        </a:rPr>
                        <m:t>;   </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e>
                      </m:d>
                      <m:r>
                        <a:rPr lang="es-ES" i="1">
                          <a:solidFill>
                            <a:schemeClr val="accent5">
                              <a:lumMod val="50000"/>
                            </a:schemeClr>
                          </a:solidFill>
                          <a:latin typeface="Cambria Math" panose="02040503050406030204" pitchFamily="18" charset="0"/>
                          <a:ea typeface="Cambria Math" panose="02040503050406030204" pitchFamily="18" charset="0"/>
                        </a:rPr>
                        <m:t>;</m:t>
                      </m:r>
                      <m:r>
                        <a:rPr lang="es-ES" b="0" i="1" smtClean="0">
                          <a:solidFill>
                            <a:schemeClr val="accent5">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oMath>
                  </m:oMathPara>
                </a14:m>
                <a:endParaRPr lang="es-ES" dirty="0"/>
              </a:p>
            </p:txBody>
          </p:sp>
        </mc:Choice>
        <mc:Fallback xmlns="">
          <p:sp>
            <p:nvSpPr>
              <p:cNvPr id="6" name="CuadroTexto 5">
                <a:extLst>
                  <a:ext uri="{FF2B5EF4-FFF2-40B4-BE49-F238E27FC236}">
                    <a16:creationId xmlns:a16="http://schemas.microsoft.com/office/drawing/2014/main" id="{C525855D-73A4-CCA9-BDF4-F3B7BA638E36}"/>
                  </a:ext>
                </a:extLst>
              </p:cNvPr>
              <p:cNvSpPr txBox="1">
                <a:spLocks noRot="1" noChangeAspect="1" noMove="1" noResize="1" noEditPoints="1" noAdjustHandles="1" noChangeArrowheads="1" noChangeShapeType="1" noTextEdit="1"/>
              </p:cNvSpPr>
              <p:nvPr/>
            </p:nvSpPr>
            <p:spPr>
              <a:xfrm>
                <a:off x="217336" y="1182547"/>
                <a:ext cx="8218516" cy="410562"/>
              </a:xfrm>
              <a:prstGeom prst="rect">
                <a:avLst/>
              </a:prstGeom>
              <a:blipFill>
                <a:blip r:embed="rId2"/>
                <a:stretch>
                  <a:fillRect b="-5970"/>
                </a:stretch>
              </a:blipFill>
            </p:spPr>
            <p:txBody>
              <a:bodyPr/>
              <a:lstStyle/>
              <a:p>
                <a:r>
                  <a:rPr lang="es-ES">
                    <a:noFill/>
                  </a:rPr>
                  <a:t> </a:t>
                </a:r>
              </a:p>
            </p:txBody>
          </p:sp>
        </mc:Fallback>
      </mc:AlternateContent>
      <p:sp>
        <p:nvSpPr>
          <p:cNvPr id="13" name="CuadroTexto 12">
            <a:extLst>
              <a:ext uri="{FF2B5EF4-FFF2-40B4-BE49-F238E27FC236}">
                <a16:creationId xmlns:a16="http://schemas.microsoft.com/office/drawing/2014/main" id="{FC2F6C88-B9AD-C300-3942-993E8F66B807}"/>
              </a:ext>
            </a:extLst>
          </p:cNvPr>
          <p:cNvSpPr txBox="1"/>
          <p:nvPr/>
        </p:nvSpPr>
        <p:spPr>
          <a:xfrm>
            <a:off x="259710" y="1948193"/>
            <a:ext cx="11672580" cy="3416320"/>
          </a:xfrm>
          <a:prstGeom prst="rect">
            <a:avLst/>
          </a:prstGeom>
          <a:noFill/>
        </p:spPr>
        <p:txBody>
          <a:bodyPr wrap="square">
            <a:spAutoFit/>
          </a:bodyPr>
          <a:lstStyle/>
          <a:p>
            <a:pPr marL="342900" indent="-342900">
              <a:buFont typeface="+mj-lt"/>
              <a:buAutoNum type="arabicPeriod"/>
            </a:pPr>
            <a:r>
              <a:rPr lang="es-ES" b="1" dirty="0">
                <a:solidFill>
                  <a:schemeClr val="accent1">
                    <a:lumMod val="50000"/>
                  </a:schemeClr>
                </a:solidFill>
              </a:rPr>
              <a:t>Empezamos por:</a:t>
            </a:r>
          </a:p>
          <a:p>
            <a:pPr marL="342900" indent="-342900">
              <a:buFont typeface="+mj-lt"/>
              <a:buAutoNum type="arabicPeriod"/>
            </a:pPr>
            <a:endParaRPr lang="es-ES" b="1" dirty="0">
              <a:solidFill>
                <a:schemeClr val="accent1">
                  <a:lumMod val="50000"/>
                </a:schemeClr>
              </a:solidFill>
            </a:endParaRPr>
          </a:p>
          <a:p>
            <a:pPr marL="342900" indent="-342900">
              <a:buFont typeface="+mj-lt"/>
              <a:buAutoNum type="arabicPeriod"/>
            </a:pPr>
            <a:endParaRPr lang="es-ES" b="1" dirty="0">
              <a:solidFill>
                <a:schemeClr val="accent1">
                  <a:lumMod val="50000"/>
                </a:schemeClr>
              </a:solidFill>
            </a:endParaRPr>
          </a:p>
          <a:p>
            <a:pPr marL="342900" indent="-342900">
              <a:buFont typeface="+mj-lt"/>
              <a:buAutoNum type="arabicPeriod"/>
            </a:pPr>
            <a:r>
              <a:rPr lang="es-ES" b="1" dirty="0">
                <a:solidFill>
                  <a:schemeClr val="accent1">
                    <a:lumMod val="50000"/>
                  </a:schemeClr>
                </a:solidFill>
              </a:rPr>
              <a:t>De modo similar:</a:t>
            </a:r>
          </a:p>
          <a:p>
            <a:pPr marL="342900" indent="-342900">
              <a:buFont typeface="+mj-lt"/>
              <a:buAutoNum type="arabicPeriod"/>
            </a:pPr>
            <a:endParaRPr lang="es-ES" b="1" dirty="0">
              <a:solidFill>
                <a:schemeClr val="accent1">
                  <a:lumMod val="50000"/>
                </a:schemeClr>
              </a:solidFill>
            </a:endParaRPr>
          </a:p>
          <a:p>
            <a:pPr marL="342900" indent="-342900">
              <a:buFont typeface="+mj-lt"/>
              <a:buAutoNum type="arabicPeriod"/>
            </a:pPr>
            <a:endParaRPr lang="es-ES" b="1" dirty="0">
              <a:solidFill>
                <a:schemeClr val="accent1">
                  <a:lumMod val="50000"/>
                </a:schemeClr>
              </a:solidFill>
            </a:endParaRPr>
          </a:p>
          <a:p>
            <a:pPr marL="285750" indent="-285750">
              <a:buFont typeface="Arial" panose="020B0604020202020204" pitchFamily="34" charset="0"/>
              <a:buChar char="•"/>
            </a:pPr>
            <a:r>
              <a:rPr lang="es-ES" b="1" dirty="0">
                <a:solidFill>
                  <a:schemeClr val="accent1">
                    <a:lumMod val="50000"/>
                  </a:schemeClr>
                </a:solidFill>
              </a:rPr>
              <a:t> </a:t>
            </a:r>
            <a:r>
              <a:rPr lang="es-ES" dirty="0">
                <a:solidFill>
                  <a:schemeClr val="accent1">
                    <a:lumMod val="50000"/>
                  </a:schemeClr>
                </a:solidFill>
              </a:rPr>
              <a:t>Vamos a introducir un concepto que será muy útil:</a:t>
            </a:r>
          </a:p>
          <a:p>
            <a:pPr marL="285750" indent="-285750">
              <a:buFont typeface="Arial" panose="020B0604020202020204" pitchFamily="34" charset="0"/>
              <a:buChar char="•"/>
            </a:pPr>
            <a:endParaRPr lang="es-ES" dirty="0">
              <a:solidFill>
                <a:schemeClr val="accent1">
                  <a:lumMod val="50000"/>
                </a:schemeClr>
              </a:solidFill>
            </a:endParaRPr>
          </a:p>
          <a:p>
            <a:pPr marL="285750" indent="-285750">
              <a:buFont typeface="Arial" panose="020B0604020202020204" pitchFamily="34" charset="0"/>
              <a:buChar char="•"/>
            </a:pPr>
            <a:endParaRPr lang="es-ES" dirty="0">
              <a:solidFill>
                <a:schemeClr val="accent1">
                  <a:lumMod val="50000"/>
                </a:schemeClr>
              </a:solidFill>
            </a:endParaRPr>
          </a:p>
          <a:p>
            <a:pPr marL="285750" indent="-285750">
              <a:buFont typeface="Arial" panose="020B0604020202020204" pitchFamily="34" charset="0"/>
              <a:buChar char="•"/>
            </a:pPr>
            <a:endParaRPr lang="es-ES" dirty="0">
              <a:solidFill>
                <a:schemeClr val="accent1">
                  <a:lumMod val="50000"/>
                </a:schemeClr>
              </a:solidFill>
            </a:endParaRPr>
          </a:p>
          <a:p>
            <a:pPr marL="285750" indent="-285750">
              <a:buFont typeface="Arial" panose="020B0604020202020204" pitchFamily="34" charset="0"/>
              <a:buChar char="•"/>
            </a:pPr>
            <a:endParaRPr lang="es-ES" dirty="0">
              <a:solidFill>
                <a:schemeClr val="accent1">
                  <a:lumMod val="50000"/>
                </a:schemeClr>
              </a:solidFill>
            </a:endParaRPr>
          </a:p>
          <a:p>
            <a:pPr marL="285750" indent="-285750">
              <a:buFont typeface="Arial" panose="020B0604020202020204" pitchFamily="34" charset="0"/>
              <a:buChar char="•"/>
            </a:pPr>
            <a:endParaRPr lang="es-ES"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824D1B2A-CF24-C8DA-360D-E1D138927811}"/>
                  </a:ext>
                </a:extLst>
              </p:cNvPr>
              <p:cNvSpPr txBox="1"/>
              <p:nvPr/>
            </p:nvSpPr>
            <p:spPr>
              <a:xfrm>
                <a:off x="1278083" y="1824782"/>
                <a:ext cx="6097022" cy="6912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sz="2000"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sz="2000" i="1">
                              <a:solidFill>
                                <a:schemeClr val="accent1">
                                  <a:lumMod val="50000"/>
                                </a:schemeClr>
                              </a:solidFill>
                              <a:latin typeface="Cambria Math" panose="02040503050406030204" pitchFamily="18" charset="0"/>
                              <a:ea typeface="Cambria Math" panose="02040503050406030204" pitchFamily="18" charset="0"/>
                            </a:rPr>
                            <m:t>𝜕</m:t>
                          </m:r>
                          <m:r>
                            <a:rPr lang="es-ES" sz="2000"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sz="2000" i="1">
                              <a:solidFill>
                                <a:schemeClr val="accent1">
                                  <a:lumMod val="50000"/>
                                </a:schemeClr>
                              </a:solidFill>
                              <a:latin typeface="Cambria Math" panose="02040503050406030204" pitchFamily="18" charset="0"/>
                              <a:ea typeface="Cambria Math" panose="02040503050406030204" pitchFamily="18" charset="0"/>
                            </a:rPr>
                            <m:t>𝜕</m:t>
                          </m:r>
                          <m:sSup>
                            <m:sSupPr>
                              <m:ctrlPr>
                                <a:rPr lang="es-ES" sz="2000" i="1">
                                  <a:solidFill>
                                    <a:schemeClr val="accent1">
                                      <a:lumMod val="50000"/>
                                    </a:schemeClr>
                                  </a:solidFill>
                                  <a:latin typeface="Cambria Math" panose="02040503050406030204" pitchFamily="18" charset="0"/>
                                  <a:ea typeface="Cambria Math" panose="02040503050406030204" pitchFamily="18" charset="0"/>
                                </a:rPr>
                              </m:ctrlPr>
                            </m:sSupPr>
                            <m:e>
                              <m:r>
                                <a:rPr lang="es-ES" sz="2000"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sz="2000" i="1">
                                      <a:solidFill>
                                        <a:schemeClr val="accent1">
                                          <a:lumMod val="50000"/>
                                        </a:schemeClr>
                                      </a:solidFill>
                                      <a:latin typeface="Cambria Math" panose="02040503050406030204" pitchFamily="18" charset="0"/>
                                      <a:ea typeface="Cambria Math" panose="02040503050406030204" pitchFamily="18" charset="0"/>
                                    </a:rPr>
                                  </m:ctrlPr>
                                </m:dPr>
                                <m:e>
                                  <m:r>
                                    <a:rPr lang="es-ES" sz="2000"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sz="2000"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1">
                              <a:lumMod val="50000"/>
                            </a:schemeClr>
                          </a:solidFill>
                          <a:latin typeface="Cambria Math" panose="02040503050406030204" pitchFamily="18" charset="0"/>
                          <a:ea typeface="Cambria Math" panose="02040503050406030204" pitchFamily="18" charset="0"/>
                        </a:rPr>
                        <m:t> ∙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r>
                        <a:rPr lang="es-ES" i="1">
                          <a:solidFill>
                            <a:schemeClr val="accent1">
                              <a:lumMod val="50000"/>
                            </a:schemeClr>
                          </a:solidFill>
                          <a:latin typeface="Cambria Math" panose="02040503050406030204" pitchFamily="18" charset="0"/>
                          <a:ea typeface="Cambria Math" panose="02040503050406030204" pitchFamily="18" charset="0"/>
                        </a:rPr>
                        <m:t> ∙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oMath>
                  </m:oMathPara>
                </a14:m>
                <a:endParaRPr lang="es-ES" dirty="0"/>
              </a:p>
            </p:txBody>
          </p:sp>
        </mc:Choice>
        <mc:Fallback xmlns="">
          <p:sp>
            <p:nvSpPr>
              <p:cNvPr id="20" name="CuadroTexto 19">
                <a:extLst>
                  <a:ext uri="{FF2B5EF4-FFF2-40B4-BE49-F238E27FC236}">
                    <a16:creationId xmlns:a16="http://schemas.microsoft.com/office/drawing/2014/main" id="{824D1B2A-CF24-C8DA-360D-E1D138927811}"/>
                  </a:ext>
                </a:extLst>
              </p:cNvPr>
              <p:cNvSpPr txBox="1">
                <a:spLocks noRot="1" noChangeAspect="1" noMove="1" noResize="1" noEditPoints="1" noAdjustHandles="1" noChangeArrowheads="1" noChangeShapeType="1" noTextEdit="1"/>
              </p:cNvSpPr>
              <p:nvPr/>
            </p:nvSpPr>
            <p:spPr>
              <a:xfrm>
                <a:off x="1278083" y="1824782"/>
                <a:ext cx="6097022" cy="691215"/>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B9E12AE6-4429-F376-445A-BA0EB94B301B}"/>
                  </a:ext>
                </a:extLst>
              </p:cNvPr>
              <p:cNvSpPr txBox="1"/>
              <p:nvPr/>
            </p:nvSpPr>
            <p:spPr>
              <a:xfrm>
                <a:off x="1990927" y="2588680"/>
                <a:ext cx="3965980" cy="6311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1">
                              <a:lumMod val="50000"/>
                            </a:schemeClr>
                          </a:solidFill>
                          <a:latin typeface="Cambria Math" panose="02040503050406030204" pitchFamily="18" charset="0"/>
                          <a:ea typeface="Cambria Math" panose="02040503050406030204" pitchFamily="18" charset="0"/>
                        </a:rPr>
                        <m:t> ∙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r>
                        <a:rPr lang="es-ES" i="1">
                          <a:solidFill>
                            <a:schemeClr val="accent1">
                              <a:lumMod val="50000"/>
                            </a:schemeClr>
                          </a:solidFill>
                          <a:latin typeface="Cambria Math" panose="02040503050406030204" pitchFamily="18" charset="0"/>
                          <a:ea typeface="Cambria Math" panose="02040503050406030204" pitchFamily="18" charset="0"/>
                        </a:rPr>
                        <m:t> </m:t>
                      </m:r>
                    </m:oMath>
                  </m:oMathPara>
                </a14:m>
                <a:endParaRPr lang="es-ES" dirty="0"/>
              </a:p>
            </p:txBody>
          </p:sp>
        </mc:Choice>
        <mc:Fallback xmlns="">
          <p:sp>
            <p:nvSpPr>
              <p:cNvPr id="23" name="CuadroTexto 22">
                <a:extLst>
                  <a:ext uri="{FF2B5EF4-FFF2-40B4-BE49-F238E27FC236}">
                    <a16:creationId xmlns:a16="http://schemas.microsoft.com/office/drawing/2014/main" id="{B9E12AE6-4429-F376-445A-BA0EB94B301B}"/>
                  </a:ext>
                </a:extLst>
              </p:cNvPr>
              <p:cNvSpPr txBox="1">
                <a:spLocks noRot="1" noChangeAspect="1" noMove="1" noResize="1" noEditPoints="1" noAdjustHandles="1" noChangeArrowheads="1" noChangeShapeType="1" noTextEdit="1"/>
              </p:cNvSpPr>
              <p:nvPr/>
            </p:nvSpPr>
            <p:spPr>
              <a:xfrm>
                <a:off x="1990927" y="2588680"/>
                <a:ext cx="3965980" cy="631198"/>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6B9FEE0B-1124-5ABE-CDAB-0754D28B2505}"/>
                  </a:ext>
                </a:extLst>
              </p:cNvPr>
              <p:cNvSpPr txBox="1"/>
              <p:nvPr/>
            </p:nvSpPr>
            <p:spPr>
              <a:xfrm>
                <a:off x="4644559" y="3390255"/>
                <a:ext cx="6241241" cy="6657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6">
                              <a:lumMod val="50000"/>
                            </a:schemeClr>
                          </a:solidFill>
                          <a:latin typeface="Cambria Math" panose="02040503050406030204" pitchFamily="18" charset="0"/>
                          <a:ea typeface="Cambria Math" panose="02040503050406030204" pitchFamily="18" charset="0"/>
                        </a:rPr>
                        <m:t> </m:t>
                      </m:r>
                      <m:r>
                        <a:rPr lang="es-ES"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5">
                                      <a:lumMod val="50000"/>
                                    </a:schemeClr>
                                  </a:solidFill>
                                  <a:latin typeface="Cambria Math" panose="02040503050406030204" pitchFamily="18" charset="0"/>
                                  <a:ea typeface="Cambria Math" panose="02040503050406030204" pitchFamily="18" charset="0"/>
                                </a:rPr>
                              </m:ctrlPr>
                            </m:sSupPr>
                            <m:e>
                              <m:r>
                                <a:rPr lang="es-ES" i="1">
                                  <a:solidFill>
                                    <a:schemeClr val="accent5">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5">
                                      <a:lumMod val="50000"/>
                                    </a:schemeClr>
                                  </a:solidFill>
                                  <a:latin typeface="Cambria Math" panose="02040503050406030204" pitchFamily="18" charset="0"/>
                                  <a:ea typeface="Cambria Math" panose="02040503050406030204" pitchFamily="18" charset="0"/>
                                </a:rPr>
                                <m:t>[</m:t>
                              </m:r>
                              <m:r>
                                <a:rPr lang="es-ES" i="1">
                                  <a:solidFill>
                                    <a:schemeClr val="accent5">
                                      <a:lumMod val="50000"/>
                                    </a:schemeClr>
                                  </a:solidFill>
                                  <a:latin typeface="Cambria Math" panose="02040503050406030204" pitchFamily="18" charset="0"/>
                                  <a:ea typeface="Cambria Math" panose="02040503050406030204" pitchFamily="18" charset="0"/>
                                </a:rPr>
                                <m:t>𝐿</m:t>
                              </m:r>
                              <m:r>
                                <a:rPr lang="es-ES" b="0" i="1" smtClean="0">
                                  <a:solidFill>
                                    <a:schemeClr val="accent5">
                                      <a:lumMod val="50000"/>
                                    </a:schemeClr>
                                  </a:solidFill>
                                  <a:latin typeface="Cambria Math" panose="02040503050406030204" pitchFamily="18" charset="0"/>
                                  <a:ea typeface="Cambria Math" panose="02040503050406030204" pitchFamily="18" charset="0"/>
                                </a:rPr>
                                <m:t>]</m:t>
                              </m:r>
                            </m:sup>
                          </m:sSup>
                        </m:den>
                      </m:f>
                      <m:r>
                        <a:rPr lang="es-ES" b="0" i="0" smtClean="0">
                          <a:solidFill>
                            <a:schemeClr val="accent5">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1">
                              <a:lumMod val="50000"/>
                            </a:schemeClr>
                          </a:solidFill>
                          <a:latin typeface="Cambria Math" panose="02040503050406030204" pitchFamily="18" charset="0"/>
                          <a:ea typeface="Cambria Math" panose="02040503050406030204" pitchFamily="18" charset="0"/>
                        </a:rPr>
                        <m:t> ∙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2" name="CuadroTexto 1">
                <a:extLst>
                  <a:ext uri="{FF2B5EF4-FFF2-40B4-BE49-F238E27FC236}">
                    <a16:creationId xmlns:a16="http://schemas.microsoft.com/office/drawing/2014/main" id="{6B9FEE0B-1124-5ABE-CDAB-0754D28B2505}"/>
                  </a:ext>
                </a:extLst>
              </p:cNvPr>
              <p:cNvSpPr txBox="1">
                <a:spLocks noRot="1" noChangeAspect="1" noMove="1" noResize="1" noEditPoints="1" noAdjustHandles="1" noChangeArrowheads="1" noChangeShapeType="1" noTextEdit="1"/>
              </p:cNvSpPr>
              <p:nvPr/>
            </p:nvSpPr>
            <p:spPr>
              <a:xfrm>
                <a:off x="4644559" y="3390255"/>
                <a:ext cx="6241241" cy="665760"/>
              </a:xfrm>
              <a:prstGeom prst="rect">
                <a:avLst/>
              </a:prstGeom>
              <a:blipFill>
                <a:blip r:embed="rId6"/>
                <a:stretch>
                  <a:fillRect/>
                </a:stretch>
              </a:blipFill>
            </p:spPr>
            <p:txBody>
              <a:bodyPr/>
              <a:lstStyle/>
              <a:p>
                <a:r>
                  <a:rPr lang="es-ES">
                    <a:noFill/>
                  </a:rPr>
                  <a:t> </a:t>
                </a:r>
              </a:p>
            </p:txBody>
          </p:sp>
        </mc:Fallback>
      </mc:AlternateContent>
      <p:sp>
        <p:nvSpPr>
          <p:cNvPr id="11" name="CuadroTexto 10">
            <a:extLst>
              <a:ext uri="{FF2B5EF4-FFF2-40B4-BE49-F238E27FC236}">
                <a16:creationId xmlns:a16="http://schemas.microsoft.com/office/drawing/2014/main" id="{C5243878-448B-A1BF-389D-94C24B07DB2F}"/>
              </a:ext>
            </a:extLst>
          </p:cNvPr>
          <p:cNvSpPr txBox="1"/>
          <p:nvPr/>
        </p:nvSpPr>
        <p:spPr>
          <a:xfrm>
            <a:off x="5787216" y="4520142"/>
            <a:ext cx="1227809" cy="646331"/>
          </a:xfrm>
          <a:prstGeom prst="rect">
            <a:avLst/>
          </a:prstGeom>
          <a:noFill/>
          <a:ln>
            <a:solidFill>
              <a:schemeClr val="tx2"/>
            </a:solidFill>
            <a:prstDash val="solid"/>
          </a:ln>
        </p:spPr>
        <p:txBody>
          <a:bodyPr wrap="square">
            <a:spAutoFit/>
          </a:bodyPr>
          <a:lstStyle/>
          <a:p>
            <a:pPr algn="ctr"/>
            <a:r>
              <a:rPr lang="es-ES" dirty="0">
                <a:solidFill>
                  <a:schemeClr val="accent1">
                    <a:lumMod val="50000"/>
                  </a:schemeClr>
                </a:solidFill>
                <a:ea typeface="Cambria Math" panose="02040503050406030204" pitchFamily="18" charset="0"/>
              </a:rPr>
              <a:t>Regla de la cadena</a:t>
            </a:r>
            <a:endParaRPr lang="es-ES" b="1" dirty="0">
              <a:solidFill>
                <a:schemeClr val="accent1">
                  <a:lumMod val="50000"/>
                </a:schemeClr>
              </a:solidFill>
              <a:ea typeface="Cambria Math" panose="02040503050406030204" pitchFamily="18" charset="0"/>
            </a:endParaRPr>
          </a:p>
        </p:txBody>
      </p:sp>
      <p:cxnSp>
        <p:nvCxnSpPr>
          <p:cNvPr id="12" name="Conector recto de flecha 11">
            <a:extLst>
              <a:ext uri="{FF2B5EF4-FFF2-40B4-BE49-F238E27FC236}">
                <a16:creationId xmlns:a16="http://schemas.microsoft.com/office/drawing/2014/main" id="{9592FC91-B048-D925-A7F9-42E15D17061B}"/>
              </a:ext>
            </a:extLst>
          </p:cNvPr>
          <p:cNvCxnSpPr/>
          <p:nvPr/>
        </p:nvCxnSpPr>
        <p:spPr>
          <a:xfrm flipV="1">
            <a:off x="6809499" y="3953685"/>
            <a:ext cx="55232" cy="509364"/>
          </a:xfrm>
          <a:prstGeom prst="straightConnector1">
            <a:avLst/>
          </a:prstGeom>
          <a:ln w="31750">
            <a:solidFill>
              <a:schemeClr val="accent5">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58927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4F1A3-3B96-3B7D-D391-7063D951B3F8}"/>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AAA744A8-4A60-7195-868E-9C89D78AF15C}"/>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25" name="CuadroTexto 24">
            <a:extLst>
              <a:ext uri="{FF2B5EF4-FFF2-40B4-BE49-F238E27FC236}">
                <a16:creationId xmlns:a16="http://schemas.microsoft.com/office/drawing/2014/main" id="{6E2DF12C-7975-C6E3-1C5A-2A79A78EDD6D}"/>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IV)</a:t>
            </a:r>
            <a:r>
              <a:rPr lang="en-US" sz="2000" dirty="0">
                <a:solidFill>
                  <a:schemeClr val="accent1">
                    <a:lumMod val="50000"/>
                  </a:schemeClr>
                </a:solidFill>
              </a:rPr>
              <a:t>  </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C525855D-73A4-CCA9-BDF4-F3B7BA638E36}"/>
                  </a:ext>
                </a:extLst>
              </p:cNvPr>
              <p:cNvSpPr txBox="1"/>
              <p:nvPr/>
            </p:nvSpPr>
            <p:spPr>
              <a:xfrm>
                <a:off x="217336" y="1182547"/>
                <a:ext cx="8218516" cy="4105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1" i="1" smtClean="0">
                          <a:solidFill>
                            <a:schemeClr val="accent1">
                              <a:lumMod val="50000"/>
                            </a:schemeClr>
                          </a:solidFill>
                          <a:latin typeface="Cambria Math" panose="02040503050406030204" pitchFamily="18" charset="0"/>
                          <a:ea typeface="Cambria Math" panose="02040503050406030204" pitchFamily="18" charset="0"/>
                        </a:rPr>
                        <m:t>𝑱</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d>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𝑬</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6">
                                  <a:lumMod val="75000"/>
                                </a:schemeClr>
                              </a:solidFill>
                              <a:latin typeface="Cambria Math" panose="02040503050406030204" pitchFamily="18" charset="0"/>
                              <a:ea typeface="Cambria Math" panose="02040503050406030204" pitchFamily="18" charset="0"/>
                            </a:rPr>
                            <m:t>𝑦</m:t>
                          </m:r>
                          <m:r>
                            <a:rPr lang="es-ES" b="1"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e>
                      </m:d>
                      <m:r>
                        <a:rPr lang="es-ES" b="0" i="1" smtClean="0">
                          <a:solidFill>
                            <a:schemeClr val="accent5">
                              <a:lumMod val="50000"/>
                            </a:schemeClr>
                          </a:solidFill>
                          <a:latin typeface="Cambria Math" panose="02040503050406030204" pitchFamily="18" charset="0"/>
                          <a:ea typeface="Cambria Math" panose="02040503050406030204" pitchFamily="18" charset="0"/>
                        </a:rPr>
                        <m:t>;   </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e>
                      </m:d>
                      <m:r>
                        <a:rPr lang="es-ES" i="1">
                          <a:solidFill>
                            <a:schemeClr val="accent5">
                              <a:lumMod val="50000"/>
                            </a:schemeClr>
                          </a:solidFill>
                          <a:latin typeface="Cambria Math" panose="02040503050406030204" pitchFamily="18" charset="0"/>
                          <a:ea typeface="Cambria Math" panose="02040503050406030204" pitchFamily="18" charset="0"/>
                        </a:rPr>
                        <m:t>;</m:t>
                      </m:r>
                      <m:r>
                        <a:rPr lang="es-ES" b="0" i="1" smtClean="0">
                          <a:solidFill>
                            <a:schemeClr val="accent5">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oMath>
                  </m:oMathPara>
                </a14:m>
                <a:endParaRPr lang="es-ES" dirty="0"/>
              </a:p>
            </p:txBody>
          </p:sp>
        </mc:Choice>
        <mc:Fallback xmlns="">
          <p:sp>
            <p:nvSpPr>
              <p:cNvPr id="6" name="CuadroTexto 5">
                <a:extLst>
                  <a:ext uri="{FF2B5EF4-FFF2-40B4-BE49-F238E27FC236}">
                    <a16:creationId xmlns:a16="http://schemas.microsoft.com/office/drawing/2014/main" id="{C525855D-73A4-CCA9-BDF4-F3B7BA638E36}"/>
                  </a:ext>
                </a:extLst>
              </p:cNvPr>
              <p:cNvSpPr txBox="1">
                <a:spLocks noRot="1" noChangeAspect="1" noMove="1" noResize="1" noEditPoints="1" noAdjustHandles="1" noChangeArrowheads="1" noChangeShapeType="1" noTextEdit="1"/>
              </p:cNvSpPr>
              <p:nvPr/>
            </p:nvSpPr>
            <p:spPr>
              <a:xfrm>
                <a:off x="217336" y="1182547"/>
                <a:ext cx="8218516" cy="410562"/>
              </a:xfrm>
              <a:prstGeom prst="rect">
                <a:avLst/>
              </a:prstGeom>
              <a:blipFill>
                <a:blip r:embed="rId2"/>
                <a:stretch>
                  <a:fillRect b="-597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FC2F6C88-B9AD-C300-3942-993E8F66B807}"/>
                  </a:ext>
                </a:extLst>
              </p:cNvPr>
              <p:cNvSpPr txBox="1"/>
              <p:nvPr/>
            </p:nvSpPr>
            <p:spPr>
              <a:xfrm>
                <a:off x="259710" y="1948193"/>
                <a:ext cx="11672580" cy="3693319"/>
              </a:xfrm>
              <a:prstGeom prst="rect">
                <a:avLst/>
              </a:prstGeom>
              <a:noFill/>
            </p:spPr>
            <p:txBody>
              <a:bodyPr wrap="square">
                <a:spAutoFit/>
              </a:bodyPr>
              <a:lstStyle/>
              <a:p>
                <a:pPr marL="342900" indent="-342900">
                  <a:buFont typeface="+mj-lt"/>
                  <a:buAutoNum type="arabicPeriod"/>
                </a:pPr>
                <a:r>
                  <a:rPr lang="es-ES" b="1" dirty="0">
                    <a:solidFill>
                      <a:schemeClr val="accent1">
                        <a:lumMod val="50000"/>
                      </a:schemeClr>
                    </a:solidFill>
                  </a:rPr>
                  <a:t>Empezamos por:</a:t>
                </a:r>
              </a:p>
              <a:p>
                <a:pPr marL="342900" indent="-342900">
                  <a:buFont typeface="+mj-lt"/>
                  <a:buAutoNum type="arabicPeriod"/>
                </a:pPr>
                <a:endParaRPr lang="es-ES" b="1" dirty="0">
                  <a:solidFill>
                    <a:schemeClr val="accent1">
                      <a:lumMod val="50000"/>
                    </a:schemeClr>
                  </a:solidFill>
                </a:endParaRPr>
              </a:p>
              <a:p>
                <a:pPr marL="342900" indent="-342900">
                  <a:buFont typeface="+mj-lt"/>
                  <a:buAutoNum type="arabicPeriod"/>
                </a:pPr>
                <a:endParaRPr lang="es-ES" b="1" dirty="0">
                  <a:solidFill>
                    <a:schemeClr val="accent1">
                      <a:lumMod val="50000"/>
                    </a:schemeClr>
                  </a:solidFill>
                </a:endParaRPr>
              </a:p>
              <a:p>
                <a:pPr marL="342900" indent="-342900">
                  <a:buFont typeface="+mj-lt"/>
                  <a:buAutoNum type="arabicPeriod"/>
                </a:pPr>
                <a:r>
                  <a:rPr lang="es-ES" b="1" dirty="0">
                    <a:solidFill>
                      <a:schemeClr val="accent1">
                        <a:lumMod val="50000"/>
                      </a:schemeClr>
                    </a:solidFill>
                  </a:rPr>
                  <a:t>De modo similar:</a:t>
                </a:r>
              </a:p>
              <a:p>
                <a:pPr marL="342900" indent="-342900">
                  <a:buFont typeface="+mj-lt"/>
                  <a:buAutoNum type="arabicPeriod"/>
                </a:pPr>
                <a:endParaRPr lang="es-ES" b="1" dirty="0">
                  <a:solidFill>
                    <a:schemeClr val="accent1">
                      <a:lumMod val="50000"/>
                    </a:schemeClr>
                  </a:solidFill>
                </a:endParaRPr>
              </a:p>
              <a:p>
                <a:pPr marL="342900" indent="-342900">
                  <a:buFont typeface="+mj-lt"/>
                  <a:buAutoNum type="arabicPeriod"/>
                </a:pPr>
                <a:endParaRPr lang="es-ES" b="1" dirty="0">
                  <a:solidFill>
                    <a:schemeClr val="accent1">
                      <a:lumMod val="50000"/>
                    </a:schemeClr>
                  </a:solidFill>
                </a:endParaRPr>
              </a:p>
              <a:p>
                <a:pPr marL="285750" indent="-285750">
                  <a:buFont typeface="Arial" panose="020B0604020202020204" pitchFamily="34" charset="0"/>
                  <a:buChar char="•"/>
                </a:pPr>
                <a:r>
                  <a:rPr lang="es-ES" b="1" dirty="0">
                    <a:solidFill>
                      <a:schemeClr val="accent1">
                        <a:lumMod val="50000"/>
                      </a:schemeClr>
                    </a:solidFill>
                  </a:rPr>
                  <a:t> </a:t>
                </a:r>
                <a:r>
                  <a:rPr lang="es-ES" dirty="0">
                    <a:solidFill>
                      <a:schemeClr val="accent1">
                        <a:lumMod val="50000"/>
                      </a:schemeClr>
                    </a:solidFill>
                  </a:rPr>
                  <a:t>Vamos a introducir un concepto que será muy útil:</a:t>
                </a:r>
              </a:p>
              <a:p>
                <a:pPr marL="285750" indent="-285750">
                  <a:buFont typeface="Arial" panose="020B0604020202020204" pitchFamily="34" charset="0"/>
                  <a:buChar char="•"/>
                </a:pPr>
                <a:endParaRPr lang="es-ES" dirty="0">
                  <a:solidFill>
                    <a:schemeClr val="accent1">
                      <a:lumMod val="50000"/>
                    </a:schemeClr>
                  </a:solidFill>
                </a:endParaRPr>
              </a:p>
              <a:p>
                <a:pPr marL="285750" indent="-285750">
                  <a:buFont typeface="Arial" panose="020B0604020202020204" pitchFamily="34" charset="0"/>
                  <a:buChar char="•"/>
                </a:pPr>
                <a:endParaRPr lang="es-ES" dirty="0">
                  <a:solidFill>
                    <a:schemeClr val="accent1">
                      <a:lumMod val="50000"/>
                    </a:schemeClr>
                  </a:solidFill>
                </a:endParaRPr>
              </a:p>
              <a:p>
                <a:pPr marL="285750" indent="-285750">
                  <a:buFont typeface="Arial" panose="020B0604020202020204" pitchFamily="34" charset="0"/>
                  <a:buChar char="•"/>
                </a:pPr>
                <a:endParaRPr lang="es-ES" dirty="0">
                  <a:solidFill>
                    <a:schemeClr val="accent1">
                      <a:lumMod val="50000"/>
                    </a:schemeClr>
                  </a:solidFill>
                </a:endParaRPr>
              </a:p>
              <a:p>
                <a:pPr marL="285750" indent="-285750">
                  <a:buFont typeface="Arial" panose="020B0604020202020204" pitchFamily="34" charset="0"/>
                  <a:buChar char="•"/>
                </a:pPr>
                <a:endParaRPr lang="es-ES" dirty="0">
                  <a:solidFill>
                    <a:schemeClr val="accent1">
                      <a:lumMod val="50000"/>
                    </a:schemeClr>
                  </a:solidFill>
                </a:endParaRPr>
              </a:p>
              <a:p>
                <a:pPr marL="285750" indent="-285750">
                  <a:buFont typeface="Arial" panose="020B0604020202020204" pitchFamily="34" charset="0"/>
                  <a:buChar char="•"/>
                </a:pPr>
                <a:endParaRPr lang="es-ES" dirty="0">
                  <a:solidFill>
                    <a:schemeClr val="accent1">
                      <a:lumMod val="50000"/>
                    </a:schemeClr>
                  </a:solidFill>
                </a:endParaRPr>
              </a:p>
              <a:p>
                <a:pPr marL="285750" indent="-285750">
                  <a:buFont typeface="Arial" panose="020B0604020202020204" pitchFamily="34" charset="0"/>
                  <a:buChar char="•"/>
                </a:pPr>
                <a:r>
                  <a:rPr lang="es-ES" dirty="0">
                    <a:solidFill>
                      <a:schemeClr val="accent1">
                        <a:lumMod val="50000"/>
                      </a:schemeClr>
                    </a:solidFill>
                  </a:rPr>
                  <a:t>Usando el error en la capa </a:t>
                </a:r>
                <a14:m>
                  <m:oMath xmlns:m="http://schemas.openxmlformats.org/officeDocument/2006/math">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oMath>
                </a14:m>
                <a:r>
                  <a:rPr lang="es-ES" dirty="0">
                    <a:solidFill>
                      <a:schemeClr val="accent1">
                        <a:lumMod val="50000"/>
                      </a:schemeClr>
                    </a:solidFill>
                  </a:rPr>
                  <a:t>:</a:t>
                </a:r>
                <a:endParaRPr lang="es-ES" dirty="0"/>
              </a:p>
            </p:txBody>
          </p:sp>
        </mc:Choice>
        <mc:Fallback xmlns="">
          <p:sp>
            <p:nvSpPr>
              <p:cNvPr id="13" name="CuadroTexto 12">
                <a:extLst>
                  <a:ext uri="{FF2B5EF4-FFF2-40B4-BE49-F238E27FC236}">
                    <a16:creationId xmlns:a16="http://schemas.microsoft.com/office/drawing/2014/main" id="{FC2F6C88-B9AD-C300-3942-993E8F66B807}"/>
                  </a:ext>
                </a:extLst>
              </p:cNvPr>
              <p:cNvSpPr txBox="1">
                <a:spLocks noRot="1" noChangeAspect="1" noMove="1" noResize="1" noEditPoints="1" noAdjustHandles="1" noChangeArrowheads="1" noChangeShapeType="1" noTextEdit="1"/>
              </p:cNvSpPr>
              <p:nvPr/>
            </p:nvSpPr>
            <p:spPr>
              <a:xfrm>
                <a:off x="259710" y="1948193"/>
                <a:ext cx="11672580" cy="3693319"/>
              </a:xfrm>
              <a:prstGeom prst="rect">
                <a:avLst/>
              </a:prstGeom>
              <a:blipFill>
                <a:blip r:embed="rId3"/>
                <a:stretch>
                  <a:fillRect l="-470" t="-992" b="-1818"/>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824D1B2A-CF24-C8DA-360D-E1D138927811}"/>
                  </a:ext>
                </a:extLst>
              </p:cNvPr>
              <p:cNvSpPr txBox="1"/>
              <p:nvPr/>
            </p:nvSpPr>
            <p:spPr>
              <a:xfrm>
                <a:off x="1278083" y="1824782"/>
                <a:ext cx="6097022" cy="6912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sz="2000"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sz="2000" i="1">
                              <a:solidFill>
                                <a:schemeClr val="accent1">
                                  <a:lumMod val="50000"/>
                                </a:schemeClr>
                              </a:solidFill>
                              <a:latin typeface="Cambria Math" panose="02040503050406030204" pitchFamily="18" charset="0"/>
                              <a:ea typeface="Cambria Math" panose="02040503050406030204" pitchFamily="18" charset="0"/>
                            </a:rPr>
                            <m:t>𝜕</m:t>
                          </m:r>
                          <m:r>
                            <a:rPr lang="es-ES" sz="2000"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sz="2000" i="1">
                              <a:solidFill>
                                <a:schemeClr val="accent1">
                                  <a:lumMod val="50000"/>
                                </a:schemeClr>
                              </a:solidFill>
                              <a:latin typeface="Cambria Math" panose="02040503050406030204" pitchFamily="18" charset="0"/>
                              <a:ea typeface="Cambria Math" panose="02040503050406030204" pitchFamily="18" charset="0"/>
                            </a:rPr>
                            <m:t>𝜕</m:t>
                          </m:r>
                          <m:sSup>
                            <m:sSupPr>
                              <m:ctrlPr>
                                <a:rPr lang="es-ES" sz="2000" i="1">
                                  <a:solidFill>
                                    <a:schemeClr val="accent1">
                                      <a:lumMod val="50000"/>
                                    </a:schemeClr>
                                  </a:solidFill>
                                  <a:latin typeface="Cambria Math" panose="02040503050406030204" pitchFamily="18" charset="0"/>
                                  <a:ea typeface="Cambria Math" panose="02040503050406030204" pitchFamily="18" charset="0"/>
                                </a:rPr>
                              </m:ctrlPr>
                            </m:sSupPr>
                            <m:e>
                              <m:r>
                                <a:rPr lang="es-ES" sz="2000"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sz="2000" i="1">
                                      <a:solidFill>
                                        <a:schemeClr val="accent1">
                                          <a:lumMod val="50000"/>
                                        </a:schemeClr>
                                      </a:solidFill>
                                      <a:latin typeface="Cambria Math" panose="02040503050406030204" pitchFamily="18" charset="0"/>
                                      <a:ea typeface="Cambria Math" panose="02040503050406030204" pitchFamily="18" charset="0"/>
                                    </a:rPr>
                                  </m:ctrlPr>
                                </m:dPr>
                                <m:e>
                                  <m:r>
                                    <a:rPr lang="es-ES" sz="2000"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sz="2000"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1">
                              <a:lumMod val="50000"/>
                            </a:schemeClr>
                          </a:solidFill>
                          <a:latin typeface="Cambria Math" panose="02040503050406030204" pitchFamily="18" charset="0"/>
                          <a:ea typeface="Cambria Math" panose="02040503050406030204" pitchFamily="18" charset="0"/>
                        </a:rPr>
                        <m:t> ∙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r>
                        <a:rPr lang="es-ES" i="1">
                          <a:solidFill>
                            <a:schemeClr val="accent1">
                              <a:lumMod val="50000"/>
                            </a:schemeClr>
                          </a:solidFill>
                          <a:latin typeface="Cambria Math" panose="02040503050406030204" pitchFamily="18" charset="0"/>
                          <a:ea typeface="Cambria Math" panose="02040503050406030204" pitchFamily="18" charset="0"/>
                        </a:rPr>
                        <m:t> ∙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oMath>
                  </m:oMathPara>
                </a14:m>
                <a:endParaRPr lang="es-ES" dirty="0"/>
              </a:p>
            </p:txBody>
          </p:sp>
        </mc:Choice>
        <mc:Fallback xmlns="">
          <p:sp>
            <p:nvSpPr>
              <p:cNvPr id="20" name="CuadroTexto 19">
                <a:extLst>
                  <a:ext uri="{FF2B5EF4-FFF2-40B4-BE49-F238E27FC236}">
                    <a16:creationId xmlns:a16="http://schemas.microsoft.com/office/drawing/2014/main" id="{824D1B2A-CF24-C8DA-360D-E1D138927811}"/>
                  </a:ext>
                </a:extLst>
              </p:cNvPr>
              <p:cNvSpPr txBox="1">
                <a:spLocks noRot="1" noChangeAspect="1" noMove="1" noResize="1" noEditPoints="1" noAdjustHandles="1" noChangeArrowheads="1" noChangeShapeType="1" noTextEdit="1"/>
              </p:cNvSpPr>
              <p:nvPr/>
            </p:nvSpPr>
            <p:spPr>
              <a:xfrm>
                <a:off x="1278083" y="1824782"/>
                <a:ext cx="6097022" cy="691215"/>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B9E12AE6-4429-F376-445A-BA0EB94B301B}"/>
                  </a:ext>
                </a:extLst>
              </p:cNvPr>
              <p:cNvSpPr txBox="1"/>
              <p:nvPr/>
            </p:nvSpPr>
            <p:spPr>
              <a:xfrm>
                <a:off x="1990927" y="2588680"/>
                <a:ext cx="3965980" cy="6311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1">
                              <a:lumMod val="50000"/>
                            </a:schemeClr>
                          </a:solidFill>
                          <a:latin typeface="Cambria Math" panose="02040503050406030204" pitchFamily="18" charset="0"/>
                          <a:ea typeface="Cambria Math" panose="02040503050406030204" pitchFamily="18" charset="0"/>
                        </a:rPr>
                        <m:t> ∙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r>
                        <a:rPr lang="es-ES" i="1">
                          <a:solidFill>
                            <a:schemeClr val="accent1">
                              <a:lumMod val="50000"/>
                            </a:schemeClr>
                          </a:solidFill>
                          <a:latin typeface="Cambria Math" panose="02040503050406030204" pitchFamily="18" charset="0"/>
                          <a:ea typeface="Cambria Math" panose="02040503050406030204" pitchFamily="18" charset="0"/>
                        </a:rPr>
                        <m:t> </m:t>
                      </m:r>
                    </m:oMath>
                  </m:oMathPara>
                </a14:m>
                <a:endParaRPr lang="es-ES" dirty="0"/>
              </a:p>
            </p:txBody>
          </p:sp>
        </mc:Choice>
        <mc:Fallback xmlns="">
          <p:sp>
            <p:nvSpPr>
              <p:cNvPr id="23" name="CuadroTexto 22">
                <a:extLst>
                  <a:ext uri="{FF2B5EF4-FFF2-40B4-BE49-F238E27FC236}">
                    <a16:creationId xmlns:a16="http://schemas.microsoft.com/office/drawing/2014/main" id="{B9E12AE6-4429-F376-445A-BA0EB94B301B}"/>
                  </a:ext>
                </a:extLst>
              </p:cNvPr>
              <p:cNvSpPr txBox="1">
                <a:spLocks noRot="1" noChangeAspect="1" noMove="1" noResize="1" noEditPoints="1" noAdjustHandles="1" noChangeArrowheads="1" noChangeShapeType="1" noTextEdit="1"/>
              </p:cNvSpPr>
              <p:nvPr/>
            </p:nvSpPr>
            <p:spPr>
              <a:xfrm>
                <a:off x="1990927" y="2588680"/>
                <a:ext cx="3965980" cy="631198"/>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6B9FEE0B-1124-5ABE-CDAB-0754D28B2505}"/>
                  </a:ext>
                </a:extLst>
              </p:cNvPr>
              <p:cNvSpPr txBox="1"/>
              <p:nvPr/>
            </p:nvSpPr>
            <p:spPr>
              <a:xfrm>
                <a:off x="4644559" y="3390255"/>
                <a:ext cx="6241241" cy="6657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6">
                              <a:lumMod val="50000"/>
                            </a:schemeClr>
                          </a:solidFill>
                          <a:latin typeface="Cambria Math" panose="02040503050406030204" pitchFamily="18" charset="0"/>
                          <a:ea typeface="Cambria Math" panose="02040503050406030204" pitchFamily="18" charset="0"/>
                        </a:rPr>
                        <m:t> </m:t>
                      </m:r>
                      <m:r>
                        <a:rPr lang="es-ES"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5">
                                      <a:lumMod val="50000"/>
                                    </a:schemeClr>
                                  </a:solidFill>
                                  <a:latin typeface="Cambria Math" panose="02040503050406030204" pitchFamily="18" charset="0"/>
                                  <a:ea typeface="Cambria Math" panose="02040503050406030204" pitchFamily="18" charset="0"/>
                                </a:rPr>
                              </m:ctrlPr>
                            </m:sSupPr>
                            <m:e>
                              <m:r>
                                <a:rPr lang="es-ES" i="1">
                                  <a:solidFill>
                                    <a:schemeClr val="accent5">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5">
                                      <a:lumMod val="50000"/>
                                    </a:schemeClr>
                                  </a:solidFill>
                                  <a:latin typeface="Cambria Math" panose="02040503050406030204" pitchFamily="18" charset="0"/>
                                  <a:ea typeface="Cambria Math" panose="02040503050406030204" pitchFamily="18" charset="0"/>
                                </a:rPr>
                                <m:t>[</m:t>
                              </m:r>
                              <m:r>
                                <a:rPr lang="es-ES" i="1">
                                  <a:solidFill>
                                    <a:schemeClr val="accent5">
                                      <a:lumMod val="50000"/>
                                    </a:schemeClr>
                                  </a:solidFill>
                                  <a:latin typeface="Cambria Math" panose="02040503050406030204" pitchFamily="18" charset="0"/>
                                  <a:ea typeface="Cambria Math" panose="02040503050406030204" pitchFamily="18" charset="0"/>
                                </a:rPr>
                                <m:t>𝐿</m:t>
                              </m:r>
                              <m:r>
                                <a:rPr lang="es-ES" b="0" i="1" smtClean="0">
                                  <a:solidFill>
                                    <a:schemeClr val="accent5">
                                      <a:lumMod val="50000"/>
                                    </a:schemeClr>
                                  </a:solidFill>
                                  <a:latin typeface="Cambria Math" panose="02040503050406030204" pitchFamily="18" charset="0"/>
                                  <a:ea typeface="Cambria Math" panose="02040503050406030204" pitchFamily="18" charset="0"/>
                                </a:rPr>
                                <m:t>]</m:t>
                              </m:r>
                            </m:sup>
                          </m:sSup>
                        </m:den>
                      </m:f>
                      <m:r>
                        <a:rPr lang="es-ES" b="0" i="0" smtClean="0">
                          <a:solidFill>
                            <a:schemeClr val="accent5">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1">
                              <a:lumMod val="50000"/>
                            </a:schemeClr>
                          </a:solidFill>
                          <a:latin typeface="Cambria Math" panose="02040503050406030204" pitchFamily="18" charset="0"/>
                          <a:ea typeface="Cambria Math" panose="02040503050406030204" pitchFamily="18" charset="0"/>
                        </a:rPr>
                        <m:t> ∙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2" name="CuadroTexto 1">
                <a:extLst>
                  <a:ext uri="{FF2B5EF4-FFF2-40B4-BE49-F238E27FC236}">
                    <a16:creationId xmlns:a16="http://schemas.microsoft.com/office/drawing/2014/main" id="{6B9FEE0B-1124-5ABE-CDAB-0754D28B2505}"/>
                  </a:ext>
                </a:extLst>
              </p:cNvPr>
              <p:cNvSpPr txBox="1">
                <a:spLocks noRot="1" noChangeAspect="1" noMove="1" noResize="1" noEditPoints="1" noAdjustHandles="1" noChangeArrowheads="1" noChangeShapeType="1" noTextEdit="1"/>
              </p:cNvSpPr>
              <p:nvPr/>
            </p:nvSpPr>
            <p:spPr>
              <a:xfrm>
                <a:off x="4644559" y="3390255"/>
                <a:ext cx="6241241" cy="665760"/>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B6A47E1D-8FA8-969B-30FD-16F481312C04}"/>
                  </a:ext>
                </a:extLst>
              </p:cNvPr>
              <p:cNvSpPr txBox="1"/>
              <p:nvPr/>
            </p:nvSpPr>
            <p:spPr>
              <a:xfrm>
                <a:off x="259710" y="4212484"/>
                <a:ext cx="11620766" cy="935128"/>
              </a:xfrm>
              <a:prstGeom prst="rect">
                <a:avLst/>
              </a:prstGeom>
              <a:noFill/>
            </p:spPr>
            <p:txBody>
              <a:bodyPr wrap="square">
                <a:spAutoFit/>
              </a:bodyPr>
              <a:lstStyle/>
              <a:p>
                <a:r>
                  <a:rPr lang="es-ES" dirty="0">
                    <a:solidFill>
                      <a:schemeClr val="accent1">
                        <a:lumMod val="50000"/>
                      </a:schemeClr>
                    </a:solidFill>
                  </a:rPr>
                  <a:t>Formalmente, </a:t>
                </a:r>
                <a14:m>
                  <m:oMath xmlns:m="http://schemas.openxmlformats.org/officeDocument/2006/math">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 </m:t>
                    </m:r>
                  </m:oMath>
                </a14:m>
                <a:r>
                  <a:rPr lang="es-ES" dirty="0">
                    <a:solidFill>
                      <a:schemeClr val="accent1">
                        <a:lumMod val="50000"/>
                      </a:schemeClr>
                    </a:solidFill>
                  </a:rPr>
                  <a:t> se define como la derivada parcial de la función de coste con respecto a </a:t>
                </a:r>
                <a14:m>
                  <m:oMath xmlns:m="http://schemas.openxmlformats.org/officeDocument/2006/math">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oMath>
                </a14:m>
                <a:r>
                  <a:rPr lang="es-ES" dirty="0">
                    <a:solidFill>
                      <a:schemeClr val="accent1">
                        <a:lumMod val="50000"/>
                      </a:schemeClr>
                    </a:solidFill>
                  </a:rPr>
                  <a:t> , las entradas lineales de la capa de salida. Intuitivamente, indica cómo varía el error al modificar dichas entradas. Este término es el punto de partida de </a:t>
                </a:r>
                <a:r>
                  <a:rPr lang="es-ES" b="1" dirty="0" err="1">
                    <a:solidFill>
                      <a:schemeClr val="accent1">
                        <a:lumMod val="50000"/>
                      </a:schemeClr>
                    </a:solidFill>
                  </a:rPr>
                  <a:t>backpropagation</a:t>
                </a:r>
                <a:r>
                  <a:rPr lang="es-ES" dirty="0">
                    <a:solidFill>
                      <a:schemeClr val="accent1">
                        <a:lumMod val="50000"/>
                      </a:schemeClr>
                    </a:solidFill>
                  </a:rPr>
                  <a:t> y resulta crucial para calcular los gradientes de los pesos y sesgos de la red durante el entrenamiento.</a:t>
                </a:r>
              </a:p>
            </p:txBody>
          </p:sp>
        </mc:Choice>
        <mc:Fallback xmlns="">
          <p:sp>
            <p:nvSpPr>
              <p:cNvPr id="4" name="CuadroTexto 3">
                <a:extLst>
                  <a:ext uri="{FF2B5EF4-FFF2-40B4-BE49-F238E27FC236}">
                    <a16:creationId xmlns:a16="http://schemas.microsoft.com/office/drawing/2014/main" id="{B6A47E1D-8FA8-969B-30FD-16F481312C04}"/>
                  </a:ext>
                </a:extLst>
              </p:cNvPr>
              <p:cNvSpPr txBox="1">
                <a:spLocks noRot="1" noChangeAspect="1" noMove="1" noResize="1" noEditPoints="1" noAdjustHandles="1" noChangeArrowheads="1" noChangeShapeType="1" noTextEdit="1"/>
              </p:cNvSpPr>
              <p:nvPr/>
            </p:nvSpPr>
            <p:spPr>
              <a:xfrm>
                <a:off x="259710" y="4212484"/>
                <a:ext cx="11620766" cy="935128"/>
              </a:xfrm>
              <a:prstGeom prst="rect">
                <a:avLst/>
              </a:prstGeom>
              <a:blipFill>
                <a:blip r:embed="rId7"/>
                <a:stretch>
                  <a:fillRect l="-472" t="-1961" r="-577" b="-9804"/>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B5FFD16-AB8D-49E3-CCA3-0D1C0AF0F594}"/>
                  </a:ext>
                </a:extLst>
              </p:cNvPr>
              <p:cNvSpPr txBox="1"/>
              <p:nvPr/>
            </p:nvSpPr>
            <p:spPr>
              <a:xfrm>
                <a:off x="2499087" y="5310731"/>
                <a:ext cx="6096982" cy="15333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1"/>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e>
                            </m:mr>
                            <m:mr>
                              <m:e>
                                <m:eqArr>
                                  <m:eqArrPr>
                                    <m:ctrlPr>
                                      <a:rPr lang="es-ES" i="1">
                                        <a:solidFill>
                                          <a:schemeClr val="accent1">
                                            <a:lumMod val="50000"/>
                                          </a:schemeClr>
                                        </a:solidFill>
                                        <a:latin typeface="Cambria Math" panose="02040503050406030204" pitchFamily="18" charset="0"/>
                                        <a:ea typeface="Cambria Math" panose="02040503050406030204" pitchFamily="18" charset="0"/>
                                      </a:rPr>
                                    </m:ctrlPr>
                                  </m:eqArrPr>
                                  <m:e/>
                                  <m:e>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eqArr>
                                <m:r>
                                  <a:rPr lang="es-ES" b="0" i="1" smtClean="0">
                                    <a:solidFill>
                                      <a:schemeClr val="accent1">
                                        <a:lumMod val="50000"/>
                                      </a:schemeClr>
                                    </a:solidFill>
                                    <a:latin typeface="Cambria Math" panose="02040503050406030204" pitchFamily="18" charset="0"/>
                                    <a:ea typeface="Cambria Math" panose="02040503050406030204" pitchFamily="18" charset="0"/>
                                  </a:rPr>
                                  <m:t>                 </m:t>
                                </m:r>
                              </m:e>
                            </m:mr>
                          </m:m>
                        </m:e>
                      </m:d>
                    </m:oMath>
                  </m:oMathPara>
                </a14:m>
                <a:endParaRPr lang="es-ES" dirty="0"/>
              </a:p>
            </p:txBody>
          </p:sp>
        </mc:Choice>
        <mc:Fallback xmlns="">
          <p:sp>
            <p:nvSpPr>
              <p:cNvPr id="8" name="CuadroTexto 7">
                <a:extLst>
                  <a:ext uri="{FF2B5EF4-FFF2-40B4-BE49-F238E27FC236}">
                    <a16:creationId xmlns:a16="http://schemas.microsoft.com/office/drawing/2014/main" id="{EB5FFD16-AB8D-49E3-CCA3-0D1C0AF0F594}"/>
                  </a:ext>
                </a:extLst>
              </p:cNvPr>
              <p:cNvSpPr txBox="1">
                <a:spLocks noRot="1" noChangeAspect="1" noMove="1" noResize="1" noEditPoints="1" noAdjustHandles="1" noChangeArrowheads="1" noChangeShapeType="1" noTextEdit="1"/>
              </p:cNvSpPr>
              <p:nvPr/>
            </p:nvSpPr>
            <p:spPr>
              <a:xfrm>
                <a:off x="2499087" y="5310731"/>
                <a:ext cx="6096982" cy="1533368"/>
              </a:xfrm>
              <a:prstGeom prst="rect">
                <a:avLst/>
              </a:prstGeom>
              <a:blipFill>
                <a:blip r:embed="rId8"/>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344865226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6C675-FF04-0B8B-ACE1-430B534F52EA}"/>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ACE0CC22-B1C3-200B-82BB-CF40A24E5387}"/>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4A03D0C0-02E3-8D92-CEDE-5E5F600D8EA8}"/>
                  </a:ext>
                </a:extLst>
              </p:cNvPr>
              <p:cNvSpPr txBox="1"/>
              <p:nvPr/>
            </p:nvSpPr>
            <p:spPr>
              <a:xfrm>
                <a:off x="320664" y="1252261"/>
                <a:ext cx="11672580" cy="3385542"/>
              </a:xfrm>
              <a:prstGeom prst="rect">
                <a:avLst/>
              </a:prstGeom>
              <a:noFill/>
            </p:spPr>
            <p:txBody>
              <a:bodyPr wrap="square">
                <a:spAutoFit/>
              </a:bodyPr>
              <a:lstStyle/>
              <a:p>
                <a:pPr>
                  <a:lnSpc>
                    <a:spcPts val="3200"/>
                  </a:lnSpc>
                </a:pPr>
                <a:r>
                  <a:rPr lang="es-ES" dirty="0">
                    <a:solidFill>
                      <a:schemeClr val="accent1">
                        <a:lumMod val="50000"/>
                      </a:schemeClr>
                    </a:solidFill>
                  </a:rPr>
                  <a:t>Con esto ya hemos calculado las derivadas parciales de la función de pérdida con respecto a los pesos y sesgos de la última capa. El siguiente paso es ver cómo, a partir del error en la capa </a:t>
                </a:r>
                <a14:m>
                  <m:oMath xmlns:m="http://schemas.openxmlformats.org/officeDocument/2006/math">
                    <m:r>
                      <a:rPr lang="es-ES">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oMath>
                </a14:m>
                <a:r>
                  <a:rPr lang="es-ES" dirty="0">
                    <a:solidFill>
                      <a:schemeClr val="accent1">
                        <a:lumMod val="50000"/>
                      </a:schemeClr>
                    </a:solidFill>
                  </a:rPr>
                  <a:t> -expresado como </a:t>
                </a:r>
                <a14:m>
                  <m:oMath xmlns:m="http://schemas.openxmlformats.org/officeDocument/2006/math">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den>
                    </m:f>
                  </m:oMath>
                </a14:m>
                <a:r>
                  <a:rPr lang="es-ES" dirty="0">
                    <a:solidFill>
                      <a:schemeClr val="accent1">
                        <a:lumMod val="50000"/>
                      </a:schemeClr>
                    </a:solidFill>
                  </a:rPr>
                  <a:t> - , podemos propagar el cálculo hacia atrás y obtener las derivadas en la capa anterior </a:t>
                </a:r>
                <a14:m>
                  <m:oMath xmlns:m="http://schemas.openxmlformats.org/officeDocument/2006/math">
                    <m:r>
                      <a:rPr lang="es-ES">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oMath>
                </a14:m>
                <a:r>
                  <a:rPr lang="es-ES" dirty="0">
                    <a:solidFill>
                      <a:schemeClr val="accent1">
                        <a:lumMod val="50000"/>
                      </a:schemeClr>
                    </a:solidFill>
                  </a:rPr>
                  <a:t>. </a:t>
                </a:r>
                <a:endParaRPr lang="es-ES" dirty="0" smtClean="0">
                  <a:solidFill>
                    <a:schemeClr val="accent1">
                      <a:lumMod val="50000"/>
                    </a:schemeClr>
                  </a:solidFill>
                </a:endParaRPr>
              </a:p>
              <a:p>
                <a:pPr>
                  <a:lnSpc>
                    <a:spcPts val="3200"/>
                  </a:lnSpc>
                </a:pPr>
                <a:endParaRPr lang="es-ES" dirty="0">
                  <a:solidFill>
                    <a:schemeClr val="accent1">
                      <a:lumMod val="50000"/>
                    </a:schemeClr>
                  </a:solidFill>
                </a:endParaRPr>
              </a:p>
              <a:p>
                <a:pPr>
                  <a:lnSpc>
                    <a:spcPts val="3200"/>
                  </a:lnSpc>
                </a:pPr>
                <a:r>
                  <a:rPr lang="es-ES" dirty="0">
                    <a:solidFill>
                      <a:schemeClr val="accent1">
                        <a:lumMod val="50000"/>
                      </a:schemeClr>
                    </a:solidFill>
                  </a:rPr>
                  <a:t>Esta es precisamente </a:t>
                </a:r>
                <a:r>
                  <a:rPr lang="es-ES" b="1" dirty="0">
                    <a:solidFill>
                      <a:schemeClr val="accent1">
                        <a:lumMod val="50000"/>
                      </a:schemeClr>
                    </a:solidFill>
                  </a:rPr>
                  <a:t>la idea clave del algoritmo de </a:t>
                </a:r>
                <a:r>
                  <a:rPr lang="es-ES" b="1" dirty="0" err="1">
                    <a:solidFill>
                      <a:schemeClr val="accent1">
                        <a:lumMod val="50000"/>
                      </a:schemeClr>
                    </a:solidFill>
                  </a:rPr>
                  <a:t>backpropagation</a:t>
                </a:r>
                <a:r>
                  <a:rPr lang="es-ES" dirty="0">
                    <a:solidFill>
                      <a:schemeClr val="accent1">
                        <a:lumMod val="50000"/>
                      </a:schemeClr>
                    </a:solidFill>
                  </a:rPr>
                  <a:t>: reutilizar los gradientes ya calculados en una capa para obtener los de la capa anterior de forma eficiente.</a:t>
                </a:r>
              </a:p>
              <a:p>
                <a:endParaRPr lang="es-ES" dirty="0">
                  <a:solidFill>
                    <a:schemeClr val="accent1">
                      <a:lumMod val="50000"/>
                    </a:schemeClr>
                  </a:solidFill>
                </a:endParaRPr>
              </a:p>
              <a:p>
                <a:endParaRPr lang="es-ES" dirty="0">
                  <a:solidFill>
                    <a:schemeClr val="accent1">
                      <a:lumMod val="50000"/>
                    </a:schemeClr>
                  </a:solidFill>
                </a:endParaRPr>
              </a:p>
              <a:p>
                <a:pPr marL="285750" indent="-285750">
                  <a:buFont typeface="Arial" panose="020B0604020202020204" pitchFamily="34" charset="0"/>
                  <a:buChar char="•"/>
                </a:pPr>
                <a:r>
                  <a:rPr lang="es-ES" dirty="0">
                    <a:solidFill>
                      <a:schemeClr val="accent1">
                        <a:lumMod val="50000"/>
                      </a:schemeClr>
                    </a:solidFill>
                  </a:rPr>
                  <a:t>Supongamos conocido                                  , entonces:</a:t>
                </a:r>
                <a:endParaRPr lang="es-ES" dirty="0"/>
              </a:p>
            </p:txBody>
          </p:sp>
        </mc:Choice>
        <mc:Fallback>
          <p:sp>
            <p:nvSpPr>
              <p:cNvPr id="8" name="CuadroTexto 7">
                <a:extLst>
                  <a:ext uri="{FF2B5EF4-FFF2-40B4-BE49-F238E27FC236}">
                    <a16:creationId xmlns:a16="http://schemas.microsoft.com/office/drawing/2014/main" id="{4A03D0C0-02E3-8D92-CEDE-5E5F600D8EA8}"/>
                  </a:ext>
                </a:extLst>
              </p:cNvPr>
              <p:cNvSpPr txBox="1">
                <a:spLocks noRot="1" noChangeAspect="1" noMove="1" noResize="1" noEditPoints="1" noAdjustHandles="1" noChangeArrowheads="1" noChangeShapeType="1" noTextEdit="1"/>
              </p:cNvSpPr>
              <p:nvPr/>
            </p:nvSpPr>
            <p:spPr>
              <a:xfrm>
                <a:off x="320664" y="1252261"/>
                <a:ext cx="11672580" cy="3385542"/>
              </a:xfrm>
              <a:prstGeom prst="rect">
                <a:avLst/>
              </a:prstGeom>
              <a:blipFill>
                <a:blip r:embed="rId2"/>
                <a:stretch>
                  <a:fillRect l="-470" r="-52" b="-1799"/>
                </a:stretch>
              </a:blipFill>
            </p:spPr>
            <p:txBody>
              <a:bodyPr/>
              <a:lstStyle/>
              <a:p>
                <a:r>
                  <a:rPr lang="es-ES">
                    <a:noFill/>
                  </a:rPr>
                  <a:t> </a:t>
                </a:r>
              </a:p>
            </p:txBody>
          </p:sp>
        </mc:Fallback>
      </mc:AlternateContent>
      <p:sp>
        <p:nvSpPr>
          <p:cNvPr id="25" name="CuadroTexto 24">
            <a:extLst>
              <a:ext uri="{FF2B5EF4-FFF2-40B4-BE49-F238E27FC236}">
                <a16:creationId xmlns:a16="http://schemas.microsoft.com/office/drawing/2014/main" id="{9B9EA761-471E-DFEF-1184-6841E8D2C3C7}"/>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V)</a:t>
            </a:r>
            <a:r>
              <a:rPr lang="en-US" sz="2000" dirty="0">
                <a:solidFill>
                  <a:schemeClr val="accent1">
                    <a:lumMod val="50000"/>
                  </a:schemeClr>
                </a:solidFill>
              </a:rPr>
              <a:t>  </a:t>
            </a: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79E28662-D6CF-6460-41D0-40F6A75D4A12}"/>
                  </a:ext>
                </a:extLst>
              </p:cNvPr>
              <p:cNvSpPr txBox="1"/>
              <p:nvPr/>
            </p:nvSpPr>
            <p:spPr>
              <a:xfrm>
                <a:off x="2791941" y="4103456"/>
                <a:ext cx="1786196" cy="6190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b="0"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den>
                      </m:f>
                    </m:oMath>
                  </m:oMathPara>
                </a14:m>
                <a:endParaRPr lang="es-ES" dirty="0"/>
              </a:p>
            </p:txBody>
          </p:sp>
        </mc:Choice>
        <mc:Fallback>
          <p:sp>
            <p:nvSpPr>
              <p:cNvPr id="2" name="CuadroTexto 1">
                <a:extLst>
                  <a:ext uri="{FF2B5EF4-FFF2-40B4-BE49-F238E27FC236}">
                    <a16:creationId xmlns:a16="http://schemas.microsoft.com/office/drawing/2014/main" id="{79E28662-D6CF-6460-41D0-40F6A75D4A12}"/>
                  </a:ext>
                </a:extLst>
              </p:cNvPr>
              <p:cNvSpPr txBox="1">
                <a:spLocks noRot="1" noChangeAspect="1" noMove="1" noResize="1" noEditPoints="1" noAdjustHandles="1" noChangeArrowheads="1" noChangeShapeType="1" noTextEdit="1"/>
              </p:cNvSpPr>
              <p:nvPr/>
            </p:nvSpPr>
            <p:spPr>
              <a:xfrm>
                <a:off x="2791941" y="4103456"/>
                <a:ext cx="1786196" cy="619016"/>
              </a:xfrm>
              <a:prstGeom prst="rect">
                <a:avLst/>
              </a:prstGeom>
              <a:blipFill>
                <a:blip r:embed="rId3"/>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258545273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6C675-FF04-0B8B-ACE1-430B534F52EA}"/>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ACE0CC22-B1C3-200B-82BB-CF40A24E5387}"/>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8" name="CuadroTexto 7">
            <a:extLst>
              <a:ext uri="{FF2B5EF4-FFF2-40B4-BE49-F238E27FC236}">
                <a16:creationId xmlns:a16="http://schemas.microsoft.com/office/drawing/2014/main" id="{4A03D0C0-02E3-8D92-CEDE-5E5F600D8EA8}"/>
              </a:ext>
            </a:extLst>
          </p:cNvPr>
          <p:cNvSpPr txBox="1"/>
          <p:nvPr/>
        </p:nvSpPr>
        <p:spPr>
          <a:xfrm>
            <a:off x="320664" y="1252261"/>
            <a:ext cx="11672580" cy="369332"/>
          </a:xfrm>
          <a:prstGeom prst="rect">
            <a:avLst/>
          </a:prstGeom>
          <a:noFill/>
        </p:spPr>
        <p:txBody>
          <a:bodyPr wrap="square">
            <a:spAutoFit/>
          </a:bodyPr>
          <a:lstStyle/>
          <a:p>
            <a:pPr marL="285750" indent="-285750">
              <a:buFont typeface="Arial" panose="020B0604020202020204" pitchFamily="34" charset="0"/>
              <a:buChar char="•"/>
            </a:pPr>
            <a:r>
              <a:rPr lang="es-ES" dirty="0" smtClean="0">
                <a:solidFill>
                  <a:schemeClr val="accent1">
                    <a:lumMod val="50000"/>
                  </a:schemeClr>
                </a:solidFill>
              </a:rPr>
              <a:t>Supongamos </a:t>
            </a:r>
            <a:r>
              <a:rPr lang="es-ES" dirty="0">
                <a:solidFill>
                  <a:schemeClr val="accent1">
                    <a:lumMod val="50000"/>
                  </a:schemeClr>
                </a:solidFill>
              </a:rPr>
              <a:t>conocido                                  , entonces:</a:t>
            </a:r>
            <a:endParaRPr lang="es-ES" dirty="0"/>
          </a:p>
        </p:txBody>
      </p:sp>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BFE80184-EA7B-F4B9-0286-A35AC5BC7FE5}"/>
                  </a:ext>
                </a:extLst>
              </p:cNvPr>
              <p:cNvSpPr txBox="1"/>
              <p:nvPr/>
            </p:nvSpPr>
            <p:spPr>
              <a:xfrm>
                <a:off x="2163676" y="2272668"/>
                <a:ext cx="6976038" cy="6657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oMath>
                  </m:oMathPara>
                </a14:m>
                <a:endParaRPr lang="es-ES" dirty="0"/>
              </a:p>
            </p:txBody>
          </p:sp>
        </mc:Choice>
        <mc:Fallback>
          <p:sp>
            <p:nvSpPr>
              <p:cNvPr id="16" name="CuadroTexto 15">
                <a:extLst>
                  <a:ext uri="{FF2B5EF4-FFF2-40B4-BE49-F238E27FC236}">
                    <a16:creationId xmlns:a16="http://schemas.microsoft.com/office/drawing/2014/main" id="{BFE80184-EA7B-F4B9-0286-A35AC5BC7FE5}"/>
                  </a:ext>
                </a:extLst>
              </p:cNvPr>
              <p:cNvSpPr txBox="1">
                <a:spLocks noRot="1" noChangeAspect="1" noMove="1" noResize="1" noEditPoints="1" noAdjustHandles="1" noChangeArrowheads="1" noChangeShapeType="1" noTextEdit="1"/>
              </p:cNvSpPr>
              <p:nvPr/>
            </p:nvSpPr>
            <p:spPr>
              <a:xfrm>
                <a:off x="2163676" y="2272668"/>
                <a:ext cx="6976038" cy="665760"/>
              </a:xfrm>
              <a:prstGeom prst="rect">
                <a:avLst/>
              </a:prstGeom>
              <a:blipFill>
                <a:blip r:embed="rId2"/>
                <a:stretch>
                  <a:fillRect/>
                </a:stretch>
              </a:blipFill>
            </p:spPr>
            <p:txBody>
              <a:bodyPr/>
              <a:lstStyle/>
              <a:p>
                <a:r>
                  <a:rPr lang="es-ES">
                    <a:noFill/>
                  </a:rPr>
                  <a:t> </a:t>
                </a:r>
              </a:p>
            </p:txBody>
          </p:sp>
        </mc:Fallback>
      </mc:AlternateContent>
      <p:sp>
        <p:nvSpPr>
          <p:cNvPr id="25" name="CuadroTexto 24">
            <a:extLst>
              <a:ext uri="{FF2B5EF4-FFF2-40B4-BE49-F238E27FC236}">
                <a16:creationId xmlns:a16="http://schemas.microsoft.com/office/drawing/2014/main" id="{9B9EA761-471E-DFEF-1184-6841E8D2C3C7}"/>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V)</a:t>
            </a:r>
            <a:r>
              <a:rPr lang="en-US" sz="2000" dirty="0">
                <a:solidFill>
                  <a:schemeClr val="accent1">
                    <a:lumMod val="50000"/>
                  </a:schemeClr>
                </a:solidFill>
              </a:rPr>
              <a:t>  </a:t>
            </a: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79E28662-D6CF-6460-41D0-40F6A75D4A12}"/>
                  </a:ext>
                </a:extLst>
              </p:cNvPr>
              <p:cNvSpPr txBox="1"/>
              <p:nvPr/>
            </p:nvSpPr>
            <p:spPr>
              <a:xfrm>
                <a:off x="2789049" y="1118366"/>
                <a:ext cx="1786196" cy="6190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b="0"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den>
                      </m:f>
                    </m:oMath>
                  </m:oMathPara>
                </a14:m>
                <a:endParaRPr lang="es-ES" dirty="0"/>
              </a:p>
            </p:txBody>
          </p:sp>
        </mc:Choice>
        <mc:Fallback>
          <p:sp>
            <p:nvSpPr>
              <p:cNvPr id="2" name="CuadroTexto 1">
                <a:extLst>
                  <a:ext uri="{FF2B5EF4-FFF2-40B4-BE49-F238E27FC236}">
                    <a16:creationId xmlns:a16="http://schemas.microsoft.com/office/drawing/2014/main" id="{79E28662-D6CF-6460-41D0-40F6A75D4A12}"/>
                  </a:ext>
                </a:extLst>
              </p:cNvPr>
              <p:cNvSpPr txBox="1">
                <a:spLocks noRot="1" noChangeAspect="1" noMove="1" noResize="1" noEditPoints="1" noAdjustHandles="1" noChangeArrowheads="1" noChangeShapeType="1" noTextEdit="1"/>
              </p:cNvSpPr>
              <p:nvPr/>
            </p:nvSpPr>
            <p:spPr>
              <a:xfrm>
                <a:off x="2789049" y="1118366"/>
                <a:ext cx="1786196" cy="619016"/>
              </a:xfrm>
              <a:prstGeom prst="rect">
                <a:avLst/>
              </a:prstGeom>
              <a:blipFill>
                <a:blip r:embed="rId3"/>
                <a:stretch>
                  <a:fillRect/>
                </a:stretch>
              </a:blipFill>
            </p:spPr>
            <p:txBody>
              <a:bodyPr/>
              <a:lstStyle/>
              <a:p>
                <a:r>
                  <a:rPr lang="es-ES">
                    <a:noFill/>
                  </a:rPr>
                  <a:t> </a:t>
                </a:r>
              </a:p>
            </p:txBody>
          </p:sp>
        </mc:Fallback>
      </mc:AlternateContent>
      <p:sp>
        <p:nvSpPr>
          <p:cNvPr id="4" name="CuadroTexto 3">
            <a:extLst>
              <a:ext uri="{FF2B5EF4-FFF2-40B4-BE49-F238E27FC236}">
                <a16:creationId xmlns:a16="http://schemas.microsoft.com/office/drawing/2014/main" id="{4B7E50F2-CB70-FCD1-8859-F4697E4FCC8B}"/>
              </a:ext>
            </a:extLst>
          </p:cNvPr>
          <p:cNvSpPr txBox="1"/>
          <p:nvPr/>
        </p:nvSpPr>
        <p:spPr>
          <a:xfrm>
            <a:off x="1983277" y="3266337"/>
            <a:ext cx="1227809" cy="646331"/>
          </a:xfrm>
          <a:prstGeom prst="rect">
            <a:avLst/>
          </a:prstGeom>
          <a:noFill/>
          <a:ln>
            <a:solidFill>
              <a:schemeClr val="tx2"/>
            </a:solidFill>
            <a:prstDash val="solid"/>
          </a:ln>
        </p:spPr>
        <p:txBody>
          <a:bodyPr wrap="square">
            <a:spAutoFit/>
          </a:bodyPr>
          <a:lstStyle/>
          <a:p>
            <a:pPr algn="ctr"/>
            <a:r>
              <a:rPr lang="es-ES" dirty="0">
                <a:solidFill>
                  <a:schemeClr val="accent1">
                    <a:lumMod val="50000"/>
                  </a:schemeClr>
                </a:solidFill>
                <a:ea typeface="Cambria Math" panose="02040503050406030204" pitchFamily="18" charset="0"/>
              </a:rPr>
              <a:t>Regla de la cadena</a:t>
            </a:r>
            <a:endParaRPr lang="es-ES" b="1" dirty="0">
              <a:solidFill>
                <a:schemeClr val="accent1">
                  <a:lumMod val="50000"/>
                </a:schemeClr>
              </a:solidFill>
              <a:ea typeface="Cambria Math" panose="02040503050406030204" pitchFamily="18" charset="0"/>
            </a:endParaRPr>
          </a:p>
        </p:txBody>
      </p:sp>
      <p:cxnSp>
        <p:nvCxnSpPr>
          <p:cNvPr id="5" name="Conector recto de flecha 4">
            <a:extLst>
              <a:ext uri="{FF2B5EF4-FFF2-40B4-BE49-F238E27FC236}">
                <a16:creationId xmlns:a16="http://schemas.microsoft.com/office/drawing/2014/main" id="{362EB9E8-C07E-2355-C4B1-706562B1B963}"/>
              </a:ext>
            </a:extLst>
          </p:cNvPr>
          <p:cNvCxnSpPr>
            <a:cxnSpLocks/>
          </p:cNvCxnSpPr>
          <p:nvPr/>
        </p:nvCxnSpPr>
        <p:spPr>
          <a:xfrm flipV="1">
            <a:off x="3211086" y="2844473"/>
            <a:ext cx="292812" cy="421864"/>
          </a:xfrm>
          <a:prstGeom prst="straightConnector1">
            <a:avLst/>
          </a:prstGeom>
          <a:ln w="31750">
            <a:solidFill>
              <a:schemeClr val="accent5">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002710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6C675-FF04-0B8B-ACE1-430B534F52EA}"/>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ACE0CC22-B1C3-200B-82BB-CF40A24E5387}"/>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8" name="CuadroTexto 7">
            <a:extLst>
              <a:ext uri="{FF2B5EF4-FFF2-40B4-BE49-F238E27FC236}">
                <a16:creationId xmlns:a16="http://schemas.microsoft.com/office/drawing/2014/main" id="{4A03D0C0-02E3-8D92-CEDE-5E5F600D8EA8}"/>
              </a:ext>
            </a:extLst>
          </p:cNvPr>
          <p:cNvSpPr txBox="1"/>
          <p:nvPr/>
        </p:nvSpPr>
        <p:spPr>
          <a:xfrm>
            <a:off x="320664" y="1252261"/>
            <a:ext cx="11672580" cy="369332"/>
          </a:xfrm>
          <a:prstGeom prst="rect">
            <a:avLst/>
          </a:prstGeom>
          <a:noFill/>
        </p:spPr>
        <p:txBody>
          <a:bodyPr wrap="square">
            <a:spAutoFit/>
          </a:bodyPr>
          <a:lstStyle/>
          <a:p>
            <a:pPr marL="285750" indent="-285750">
              <a:buFont typeface="Arial" panose="020B0604020202020204" pitchFamily="34" charset="0"/>
              <a:buChar char="•"/>
            </a:pPr>
            <a:r>
              <a:rPr lang="es-ES" dirty="0" smtClean="0">
                <a:solidFill>
                  <a:schemeClr val="accent1">
                    <a:lumMod val="50000"/>
                  </a:schemeClr>
                </a:solidFill>
              </a:rPr>
              <a:t>Supongamos </a:t>
            </a:r>
            <a:r>
              <a:rPr lang="es-ES" dirty="0">
                <a:solidFill>
                  <a:schemeClr val="accent1">
                    <a:lumMod val="50000"/>
                  </a:schemeClr>
                </a:solidFill>
              </a:rPr>
              <a:t>conocido                                  , entonces:</a:t>
            </a:r>
            <a:endParaRPr lang="es-ES" dirty="0"/>
          </a:p>
        </p:txBody>
      </p:sp>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BFE80184-EA7B-F4B9-0286-A35AC5BC7FE5}"/>
                  </a:ext>
                </a:extLst>
              </p:cNvPr>
              <p:cNvSpPr txBox="1"/>
              <p:nvPr/>
            </p:nvSpPr>
            <p:spPr>
              <a:xfrm>
                <a:off x="2163676" y="2272668"/>
                <a:ext cx="6976038" cy="6657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                                      </m:t>
                      </m:r>
                    </m:oMath>
                  </m:oMathPara>
                </a14:m>
                <a:endParaRPr lang="es-ES" dirty="0"/>
              </a:p>
            </p:txBody>
          </p:sp>
        </mc:Choice>
        <mc:Fallback>
          <p:sp>
            <p:nvSpPr>
              <p:cNvPr id="16" name="CuadroTexto 15">
                <a:extLst>
                  <a:ext uri="{FF2B5EF4-FFF2-40B4-BE49-F238E27FC236}">
                    <a16:creationId xmlns:a16="http://schemas.microsoft.com/office/drawing/2014/main" id="{BFE80184-EA7B-F4B9-0286-A35AC5BC7FE5}"/>
                  </a:ext>
                </a:extLst>
              </p:cNvPr>
              <p:cNvSpPr txBox="1">
                <a:spLocks noRot="1" noChangeAspect="1" noMove="1" noResize="1" noEditPoints="1" noAdjustHandles="1" noChangeArrowheads="1" noChangeShapeType="1" noTextEdit="1"/>
              </p:cNvSpPr>
              <p:nvPr/>
            </p:nvSpPr>
            <p:spPr>
              <a:xfrm>
                <a:off x="2163676" y="2272668"/>
                <a:ext cx="6976038" cy="665760"/>
              </a:xfrm>
              <a:prstGeom prst="rect">
                <a:avLst/>
              </a:prstGeom>
              <a:blipFill>
                <a:blip r:embed="rId2"/>
                <a:stretch>
                  <a:fillRect/>
                </a:stretch>
              </a:blipFill>
            </p:spPr>
            <p:txBody>
              <a:bodyPr/>
              <a:lstStyle/>
              <a:p>
                <a:r>
                  <a:rPr lang="es-ES">
                    <a:noFill/>
                  </a:rPr>
                  <a:t> </a:t>
                </a:r>
              </a:p>
            </p:txBody>
          </p:sp>
        </mc:Fallback>
      </mc:AlternateContent>
      <p:sp>
        <p:nvSpPr>
          <p:cNvPr id="25" name="CuadroTexto 24">
            <a:extLst>
              <a:ext uri="{FF2B5EF4-FFF2-40B4-BE49-F238E27FC236}">
                <a16:creationId xmlns:a16="http://schemas.microsoft.com/office/drawing/2014/main" id="{9B9EA761-471E-DFEF-1184-6841E8D2C3C7}"/>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V)</a:t>
            </a:r>
            <a:r>
              <a:rPr lang="en-US" sz="2000" dirty="0">
                <a:solidFill>
                  <a:schemeClr val="accent1">
                    <a:lumMod val="50000"/>
                  </a:schemeClr>
                </a:solidFill>
              </a:rPr>
              <a:t>  </a:t>
            </a: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79E28662-D6CF-6460-41D0-40F6A75D4A12}"/>
                  </a:ext>
                </a:extLst>
              </p:cNvPr>
              <p:cNvSpPr txBox="1"/>
              <p:nvPr/>
            </p:nvSpPr>
            <p:spPr>
              <a:xfrm>
                <a:off x="2789049" y="1118366"/>
                <a:ext cx="1786196" cy="6190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b="0"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den>
                      </m:f>
                    </m:oMath>
                  </m:oMathPara>
                </a14:m>
                <a:endParaRPr lang="es-ES" dirty="0"/>
              </a:p>
            </p:txBody>
          </p:sp>
        </mc:Choice>
        <mc:Fallback>
          <p:sp>
            <p:nvSpPr>
              <p:cNvPr id="2" name="CuadroTexto 1">
                <a:extLst>
                  <a:ext uri="{FF2B5EF4-FFF2-40B4-BE49-F238E27FC236}">
                    <a16:creationId xmlns:a16="http://schemas.microsoft.com/office/drawing/2014/main" id="{79E28662-D6CF-6460-41D0-40F6A75D4A12}"/>
                  </a:ext>
                </a:extLst>
              </p:cNvPr>
              <p:cNvSpPr txBox="1">
                <a:spLocks noRot="1" noChangeAspect="1" noMove="1" noResize="1" noEditPoints="1" noAdjustHandles="1" noChangeArrowheads="1" noChangeShapeType="1" noTextEdit="1"/>
              </p:cNvSpPr>
              <p:nvPr/>
            </p:nvSpPr>
            <p:spPr>
              <a:xfrm>
                <a:off x="2789049" y="1118366"/>
                <a:ext cx="1786196" cy="619016"/>
              </a:xfrm>
              <a:prstGeom prst="rect">
                <a:avLst/>
              </a:prstGeom>
              <a:blipFill>
                <a:blip r:embed="rId3"/>
                <a:stretch>
                  <a:fillRect/>
                </a:stretch>
              </a:blipFill>
            </p:spPr>
            <p:txBody>
              <a:bodyPr/>
              <a:lstStyle/>
              <a:p>
                <a:r>
                  <a:rPr lang="es-ES">
                    <a:noFill/>
                  </a:rPr>
                  <a:t> </a:t>
                </a:r>
              </a:p>
            </p:txBody>
          </p:sp>
        </mc:Fallback>
      </mc:AlternateContent>
      <p:sp>
        <p:nvSpPr>
          <p:cNvPr id="4" name="CuadroTexto 3">
            <a:extLst>
              <a:ext uri="{FF2B5EF4-FFF2-40B4-BE49-F238E27FC236}">
                <a16:creationId xmlns:a16="http://schemas.microsoft.com/office/drawing/2014/main" id="{4B7E50F2-CB70-FCD1-8859-F4697E4FCC8B}"/>
              </a:ext>
            </a:extLst>
          </p:cNvPr>
          <p:cNvSpPr txBox="1"/>
          <p:nvPr/>
        </p:nvSpPr>
        <p:spPr>
          <a:xfrm>
            <a:off x="1174384" y="3211295"/>
            <a:ext cx="1227809" cy="646331"/>
          </a:xfrm>
          <a:prstGeom prst="rect">
            <a:avLst/>
          </a:prstGeom>
          <a:noFill/>
          <a:ln>
            <a:solidFill>
              <a:schemeClr val="tx2"/>
            </a:solidFill>
            <a:prstDash val="solid"/>
          </a:ln>
        </p:spPr>
        <p:txBody>
          <a:bodyPr wrap="square">
            <a:spAutoFit/>
          </a:bodyPr>
          <a:lstStyle/>
          <a:p>
            <a:pPr algn="ctr"/>
            <a:r>
              <a:rPr lang="es-ES" dirty="0">
                <a:solidFill>
                  <a:schemeClr val="accent1">
                    <a:lumMod val="50000"/>
                  </a:schemeClr>
                </a:solidFill>
                <a:ea typeface="Cambria Math" panose="02040503050406030204" pitchFamily="18" charset="0"/>
              </a:rPr>
              <a:t>Regla de la cadena</a:t>
            </a:r>
            <a:endParaRPr lang="es-ES" b="1" dirty="0">
              <a:solidFill>
                <a:schemeClr val="accent1">
                  <a:lumMod val="50000"/>
                </a:schemeClr>
              </a:solidFill>
              <a:ea typeface="Cambria Math" panose="02040503050406030204" pitchFamily="18" charset="0"/>
            </a:endParaRPr>
          </a:p>
        </p:txBody>
      </p:sp>
      <p:cxnSp>
        <p:nvCxnSpPr>
          <p:cNvPr id="5" name="Conector recto de flecha 4">
            <a:extLst>
              <a:ext uri="{FF2B5EF4-FFF2-40B4-BE49-F238E27FC236}">
                <a16:creationId xmlns:a16="http://schemas.microsoft.com/office/drawing/2014/main" id="{362EB9E8-C07E-2355-C4B1-706562B1B963}"/>
              </a:ext>
            </a:extLst>
          </p:cNvPr>
          <p:cNvCxnSpPr>
            <a:cxnSpLocks/>
          </p:cNvCxnSpPr>
          <p:nvPr/>
        </p:nvCxnSpPr>
        <p:spPr>
          <a:xfrm flipV="1">
            <a:off x="2402193" y="2789431"/>
            <a:ext cx="292812" cy="421864"/>
          </a:xfrm>
          <a:prstGeom prst="straightConnector1">
            <a:avLst/>
          </a:prstGeom>
          <a:ln w="31750">
            <a:solidFill>
              <a:schemeClr val="accent5">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Rectángulo: esquinas redondeadas 11">
            <a:extLst>
              <a:ext uri="{FF2B5EF4-FFF2-40B4-BE49-F238E27FC236}">
                <a16:creationId xmlns:a16="http://schemas.microsoft.com/office/drawing/2014/main" id="{9BBD0B12-2D5D-96EF-1E25-0E92F5F8544A}"/>
              </a:ext>
            </a:extLst>
          </p:cNvPr>
          <p:cNvSpPr/>
          <p:nvPr/>
        </p:nvSpPr>
        <p:spPr>
          <a:xfrm>
            <a:off x="3788151" y="2247848"/>
            <a:ext cx="755643" cy="787482"/>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1BAA99E8-E0C4-0721-A0A1-AAD3792C5D3D}"/>
                  </a:ext>
                </a:extLst>
              </p:cNvPr>
              <p:cNvSpPr txBox="1"/>
              <p:nvPr/>
            </p:nvSpPr>
            <p:spPr>
              <a:xfrm>
                <a:off x="2545273" y="3163332"/>
                <a:ext cx="1318236" cy="627351"/>
              </a:xfrm>
              <a:prstGeom prst="rect">
                <a:avLst/>
              </a:prstGeom>
              <a:noFill/>
            </p:spPr>
            <p:txBody>
              <a:bodyPr wrap="square">
                <a:spAutoFit/>
              </a:bodyPr>
              <a:lstStyle/>
              <a:p>
                <a:pPr algn="ctr"/>
                <a14:m>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 </m:t>
                    </m:r>
                  </m:oMath>
                </a14:m>
                <a:r>
                  <a:rPr lang="en-US" dirty="0">
                    <a:solidFill>
                      <a:schemeClr val="accent1">
                        <a:lumMod val="50000"/>
                      </a:schemeClr>
                    </a:solidFill>
                  </a:rPr>
                  <a:t> </a:t>
                </a:r>
                <a:r>
                  <a:rPr lang="en-US" sz="1600" b="1" dirty="0">
                    <a:solidFill>
                      <a:schemeClr val="accent1">
                        <a:lumMod val="50000"/>
                      </a:schemeClr>
                    </a:solidFill>
                  </a:rPr>
                  <a:t>conocido</a:t>
                </a:r>
                <a:endParaRPr lang="es-ES" sz="1600" b="1" dirty="0"/>
              </a:p>
            </p:txBody>
          </p:sp>
        </mc:Choice>
        <mc:Fallback>
          <p:sp>
            <p:nvSpPr>
              <p:cNvPr id="14" name="CuadroTexto 13">
                <a:extLst>
                  <a:ext uri="{FF2B5EF4-FFF2-40B4-BE49-F238E27FC236}">
                    <a16:creationId xmlns:a16="http://schemas.microsoft.com/office/drawing/2014/main" id="{1BAA99E8-E0C4-0721-A0A1-AAD3792C5D3D}"/>
                  </a:ext>
                </a:extLst>
              </p:cNvPr>
              <p:cNvSpPr txBox="1">
                <a:spLocks noRot="1" noChangeAspect="1" noMove="1" noResize="1" noEditPoints="1" noAdjustHandles="1" noChangeArrowheads="1" noChangeShapeType="1" noTextEdit="1"/>
              </p:cNvSpPr>
              <p:nvPr/>
            </p:nvSpPr>
            <p:spPr>
              <a:xfrm>
                <a:off x="2545273" y="3163332"/>
                <a:ext cx="1318236" cy="627351"/>
              </a:xfrm>
              <a:prstGeom prst="rect">
                <a:avLst/>
              </a:prstGeom>
              <a:blipFill>
                <a:blip r:embed="rId4"/>
                <a:stretch>
                  <a:fillRect b="-11650"/>
                </a:stretch>
              </a:blipFill>
            </p:spPr>
            <p:txBody>
              <a:bodyPr/>
              <a:lstStyle/>
              <a:p>
                <a:r>
                  <a:rPr lang="es-ES">
                    <a:noFill/>
                  </a:rPr>
                  <a:t> </a:t>
                </a:r>
              </a:p>
            </p:txBody>
          </p:sp>
        </mc:Fallback>
      </mc:AlternateContent>
      <p:sp>
        <p:nvSpPr>
          <p:cNvPr id="15" name="Forma libre: forma 14">
            <a:extLst>
              <a:ext uri="{FF2B5EF4-FFF2-40B4-BE49-F238E27FC236}">
                <a16:creationId xmlns:a16="http://schemas.microsoft.com/office/drawing/2014/main" id="{855C84E1-13E2-0DB1-3A5E-03CA7DC58EBF}"/>
              </a:ext>
            </a:extLst>
          </p:cNvPr>
          <p:cNvSpPr/>
          <p:nvPr/>
        </p:nvSpPr>
        <p:spPr>
          <a:xfrm>
            <a:off x="3525432" y="3018649"/>
            <a:ext cx="599133" cy="405003"/>
          </a:xfrm>
          <a:custGeom>
            <a:avLst/>
            <a:gdLst>
              <a:gd name="connsiteX0" fmla="*/ 471949 w 471949"/>
              <a:gd name="connsiteY0" fmla="*/ 0 h 405003"/>
              <a:gd name="connsiteX1" fmla="*/ 359861 w 471949"/>
              <a:gd name="connsiteY1" fmla="*/ 353961 h 405003"/>
              <a:gd name="connsiteX2" fmla="*/ 0 w 471949"/>
              <a:gd name="connsiteY2" fmla="*/ 395257 h 405003"/>
            </a:gdLst>
            <a:ahLst/>
            <a:cxnLst>
              <a:cxn ang="0">
                <a:pos x="connsiteX0" y="connsiteY0"/>
              </a:cxn>
              <a:cxn ang="0">
                <a:pos x="connsiteX1" y="connsiteY1"/>
              </a:cxn>
              <a:cxn ang="0">
                <a:pos x="connsiteX2" y="connsiteY2"/>
              </a:cxn>
            </a:cxnLst>
            <a:rect l="l" t="t" r="r" b="b"/>
            <a:pathLst>
              <a:path w="471949" h="405003">
                <a:moveTo>
                  <a:pt x="471949" y="0"/>
                </a:moveTo>
                <a:cubicBezTo>
                  <a:pt x="455234" y="144042"/>
                  <a:pt x="438519" y="288085"/>
                  <a:pt x="359861" y="353961"/>
                </a:cubicBezTo>
                <a:cubicBezTo>
                  <a:pt x="281203" y="419837"/>
                  <a:pt x="140601" y="407547"/>
                  <a:pt x="0" y="395257"/>
                </a:cubicBezTo>
              </a:path>
            </a:pathLst>
          </a:custGeom>
          <a:noFill/>
          <a:ln w="28575">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66715430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6C675-FF04-0B8B-ACE1-430B534F52EA}"/>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ACE0CC22-B1C3-200B-82BB-CF40A24E5387}"/>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8" name="CuadroTexto 7">
            <a:extLst>
              <a:ext uri="{FF2B5EF4-FFF2-40B4-BE49-F238E27FC236}">
                <a16:creationId xmlns:a16="http://schemas.microsoft.com/office/drawing/2014/main" id="{4A03D0C0-02E3-8D92-CEDE-5E5F600D8EA8}"/>
              </a:ext>
            </a:extLst>
          </p:cNvPr>
          <p:cNvSpPr txBox="1"/>
          <p:nvPr/>
        </p:nvSpPr>
        <p:spPr>
          <a:xfrm>
            <a:off x="320664" y="1252261"/>
            <a:ext cx="11672580" cy="369332"/>
          </a:xfrm>
          <a:prstGeom prst="rect">
            <a:avLst/>
          </a:prstGeom>
          <a:noFill/>
        </p:spPr>
        <p:txBody>
          <a:bodyPr wrap="square">
            <a:spAutoFit/>
          </a:bodyPr>
          <a:lstStyle/>
          <a:p>
            <a:pPr marL="285750" indent="-285750">
              <a:buFont typeface="Arial" panose="020B0604020202020204" pitchFamily="34" charset="0"/>
              <a:buChar char="•"/>
            </a:pPr>
            <a:r>
              <a:rPr lang="es-ES" dirty="0" smtClean="0">
                <a:solidFill>
                  <a:schemeClr val="accent1">
                    <a:lumMod val="50000"/>
                  </a:schemeClr>
                </a:solidFill>
              </a:rPr>
              <a:t>Supongamos </a:t>
            </a:r>
            <a:r>
              <a:rPr lang="es-ES" dirty="0">
                <a:solidFill>
                  <a:schemeClr val="accent1">
                    <a:lumMod val="50000"/>
                  </a:schemeClr>
                </a:solidFill>
              </a:rPr>
              <a:t>conocido                                  , entonces:</a:t>
            </a:r>
            <a:endParaRPr lang="es-ES" dirty="0"/>
          </a:p>
        </p:txBody>
      </p:sp>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BFE80184-EA7B-F4B9-0286-A35AC5BC7FE5}"/>
                  </a:ext>
                </a:extLst>
              </p:cNvPr>
              <p:cNvSpPr txBox="1"/>
              <p:nvPr/>
            </p:nvSpPr>
            <p:spPr>
              <a:xfrm>
                <a:off x="2163676" y="2272668"/>
                <a:ext cx="6976038" cy="6657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r>
                        <a:rPr lang="es-ES" b="0" i="1" smtClean="0">
                          <a:solidFill>
                            <a:schemeClr val="accent1">
                              <a:lumMod val="50000"/>
                            </a:schemeClr>
                          </a:solidFill>
                          <a:latin typeface="Cambria Math" panose="02040503050406030204" pitchFamily="18" charset="0"/>
                          <a:ea typeface="Cambria Math" panose="02040503050406030204" pitchFamily="18" charset="0"/>
                        </a:rPr>
                        <m:t>                      </m:t>
                      </m:r>
                    </m:oMath>
                  </m:oMathPara>
                </a14:m>
                <a:endParaRPr lang="es-ES" dirty="0"/>
              </a:p>
            </p:txBody>
          </p:sp>
        </mc:Choice>
        <mc:Fallback>
          <p:sp>
            <p:nvSpPr>
              <p:cNvPr id="16" name="CuadroTexto 15">
                <a:extLst>
                  <a:ext uri="{FF2B5EF4-FFF2-40B4-BE49-F238E27FC236}">
                    <a16:creationId xmlns:a16="http://schemas.microsoft.com/office/drawing/2014/main" id="{BFE80184-EA7B-F4B9-0286-A35AC5BC7FE5}"/>
                  </a:ext>
                </a:extLst>
              </p:cNvPr>
              <p:cNvSpPr txBox="1">
                <a:spLocks noRot="1" noChangeAspect="1" noMove="1" noResize="1" noEditPoints="1" noAdjustHandles="1" noChangeArrowheads="1" noChangeShapeType="1" noTextEdit="1"/>
              </p:cNvSpPr>
              <p:nvPr/>
            </p:nvSpPr>
            <p:spPr>
              <a:xfrm>
                <a:off x="2163676" y="2272668"/>
                <a:ext cx="6976038" cy="665760"/>
              </a:xfrm>
              <a:prstGeom prst="rect">
                <a:avLst/>
              </a:prstGeom>
              <a:blipFill>
                <a:blip r:embed="rId2"/>
                <a:stretch>
                  <a:fillRect/>
                </a:stretch>
              </a:blipFill>
            </p:spPr>
            <p:txBody>
              <a:bodyPr/>
              <a:lstStyle/>
              <a:p>
                <a:r>
                  <a:rPr lang="es-ES">
                    <a:noFill/>
                  </a:rPr>
                  <a:t> </a:t>
                </a:r>
              </a:p>
            </p:txBody>
          </p:sp>
        </mc:Fallback>
      </mc:AlternateContent>
      <p:sp>
        <p:nvSpPr>
          <p:cNvPr id="25" name="CuadroTexto 24">
            <a:extLst>
              <a:ext uri="{FF2B5EF4-FFF2-40B4-BE49-F238E27FC236}">
                <a16:creationId xmlns:a16="http://schemas.microsoft.com/office/drawing/2014/main" id="{9B9EA761-471E-DFEF-1184-6841E8D2C3C7}"/>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V)</a:t>
            </a:r>
            <a:r>
              <a:rPr lang="en-US" sz="2000" dirty="0">
                <a:solidFill>
                  <a:schemeClr val="accent1">
                    <a:lumMod val="50000"/>
                  </a:schemeClr>
                </a:solidFill>
              </a:rPr>
              <a:t>  </a:t>
            </a: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79E28662-D6CF-6460-41D0-40F6A75D4A12}"/>
                  </a:ext>
                </a:extLst>
              </p:cNvPr>
              <p:cNvSpPr txBox="1"/>
              <p:nvPr/>
            </p:nvSpPr>
            <p:spPr>
              <a:xfrm>
                <a:off x="2789049" y="1118366"/>
                <a:ext cx="1786196" cy="6190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b="0"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den>
                      </m:f>
                    </m:oMath>
                  </m:oMathPara>
                </a14:m>
                <a:endParaRPr lang="es-ES" dirty="0"/>
              </a:p>
            </p:txBody>
          </p:sp>
        </mc:Choice>
        <mc:Fallback>
          <p:sp>
            <p:nvSpPr>
              <p:cNvPr id="2" name="CuadroTexto 1">
                <a:extLst>
                  <a:ext uri="{FF2B5EF4-FFF2-40B4-BE49-F238E27FC236}">
                    <a16:creationId xmlns:a16="http://schemas.microsoft.com/office/drawing/2014/main" id="{79E28662-D6CF-6460-41D0-40F6A75D4A12}"/>
                  </a:ext>
                </a:extLst>
              </p:cNvPr>
              <p:cNvSpPr txBox="1">
                <a:spLocks noRot="1" noChangeAspect="1" noMove="1" noResize="1" noEditPoints="1" noAdjustHandles="1" noChangeArrowheads="1" noChangeShapeType="1" noTextEdit="1"/>
              </p:cNvSpPr>
              <p:nvPr/>
            </p:nvSpPr>
            <p:spPr>
              <a:xfrm>
                <a:off x="2789049" y="1118366"/>
                <a:ext cx="1786196" cy="619016"/>
              </a:xfrm>
              <a:prstGeom prst="rect">
                <a:avLst/>
              </a:prstGeom>
              <a:blipFill>
                <a:blip r:embed="rId3"/>
                <a:stretch>
                  <a:fillRect/>
                </a:stretch>
              </a:blipFill>
            </p:spPr>
            <p:txBody>
              <a:bodyPr/>
              <a:lstStyle/>
              <a:p>
                <a:r>
                  <a:rPr lang="es-ES">
                    <a:noFill/>
                  </a:rPr>
                  <a:t> </a:t>
                </a:r>
              </a:p>
            </p:txBody>
          </p:sp>
        </mc:Fallback>
      </mc:AlternateContent>
      <p:sp>
        <p:nvSpPr>
          <p:cNvPr id="4" name="CuadroTexto 3">
            <a:extLst>
              <a:ext uri="{FF2B5EF4-FFF2-40B4-BE49-F238E27FC236}">
                <a16:creationId xmlns:a16="http://schemas.microsoft.com/office/drawing/2014/main" id="{4B7E50F2-CB70-FCD1-8859-F4697E4FCC8B}"/>
              </a:ext>
            </a:extLst>
          </p:cNvPr>
          <p:cNvSpPr txBox="1"/>
          <p:nvPr/>
        </p:nvSpPr>
        <p:spPr>
          <a:xfrm>
            <a:off x="1174384" y="3211295"/>
            <a:ext cx="1227809" cy="646331"/>
          </a:xfrm>
          <a:prstGeom prst="rect">
            <a:avLst/>
          </a:prstGeom>
          <a:noFill/>
          <a:ln>
            <a:solidFill>
              <a:schemeClr val="tx2"/>
            </a:solidFill>
            <a:prstDash val="solid"/>
          </a:ln>
        </p:spPr>
        <p:txBody>
          <a:bodyPr wrap="square">
            <a:spAutoFit/>
          </a:bodyPr>
          <a:lstStyle/>
          <a:p>
            <a:pPr algn="ctr"/>
            <a:r>
              <a:rPr lang="es-ES" dirty="0">
                <a:solidFill>
                  <a:schemeClr val="accent1">
                    <a:lumMod val="50000"/>
                  </a:schemeClr>
                </a:solidFill>
                <a:ea typeface="Cambria Math" panose="02040503050406030204" pitchFamily="18" charset="0"/>
              </a:rPr>
              <a:t>Regla de la cadena</a:t>
            </a:r>
            <a:endParaRPr lang="es-ES" b="1" dirty="0">
              <a:solidFill>
                <a:schemeClr val="accent1">
                  <a:lumMod val="50000"/>
                </a:schemeClr>
              </a:solidFill>
              <a:ea typeface="Cambria Math" panose="02040503050406030204" pitchFamily="18" charset="0"/>
            </a:endParaRPr>
          </a:p>
        </p:txBody>
      </p:sp>
      <p:cxnSp>
        <p:nvCxnSpPr>
          <p:cNvPr id="5" name="Conector recto de flecha 4">
            <a:extLst>
              <a:ext uri="{FF2B5EF4-FFF2-40B4-BE49-F238E27FC236}">
                <a16:creationId xmlns:a16="http://schemas.microsoft.com/office/drawing/2014/main" id="{362EB9E8-C07E-2355-C4B1-706562B1B963}"/>
              </a:ext>
            </a:extLst>
          </p:cNvPr>
          <p:cNvCxnSpPr>
            <a:cxnSpLocks/>
          </p:cNvCxnSpPr>
          <p:nvPr/>
        </p:nvCxnSpPr>
        <p:spPr>
          <a:xfrm flipV="1">
            <a:off x="2402193" y="2789431"/>
            <a:ext cx="292812" cy="421864"/>
          </a:xfrm>
          <a:prstGeom prst="straightConnector1">
            <a:avLst/>
          </a:prstGeom>
          <a:ln w="31750">
            <a:solidFill>
              <a:schemeClr val="accent5">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Rectángulo: esquinas redondeadas 11">
            <a:extLst>
              <a:ext uri="{FF2B5EF4-FFF2-40B4-BE49-F238E27FC236}">
                <a16:creationId xmlns:a16="http://schemas.microsoft.com/office/drawing/2014/main" id="{9BBD0B12-2D5D-96EF-1E25-0E92F5F8544A}"/>
              </a:ext>
            </a:extLst>
          </p:cNvPr>
          <p:cNvSpPr/>
          <p:nvPr/>
        </p:nvSpPr>
        <p:spPr>
          <a:xfrm>
            <a:off x="3788151" y="2247848"/>
            <a:ext cx="755643" cy="787482"/>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1BAA99E8-E0C4-0721-A0A1-AAD3792C5D3D}"/>
                  </a:ext>
                </a:extLst>
              </p:cNvPr>
              <p:cNvSpPr txBox="1"/>
              <p:nvPr/>
            </p:nvSpPr>
            <p:spPr>
              <a:xfrm>
                <a:off x="2545273" y="3163332"/>
                <a:ext cx="1318236" cy="627351"/>
              </a:xfrm>
              <a:prstGeom prst="rect">
                <a:avLst/>
              </a:prstGeom>
              <a:noFill/>
            </p:spPr>
            <p:txBody>
              <a:bodyPr wrap="square">
                <a:spAutoFit/>
              </a:bodyPr>
              <a:lstStyle/>
              <a:p>
                <a:pPr algn="ctr"/>
                <a14:m>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 </m:t>
                    </m:r>
                  </m:oMath>
                </a14:m>
                <a:r>
                  <a:rPr lang="en-US" dirty="0">
                    <a:solidFill>
                      <a:schemeClr val="accent1">
                        <a:lumMod val="50000"/>
                      </a:schemeClr>
                    </a:solidFill>
                  </a:rPr>
                  <a:t> </a:t>
                </a:r>
                <a:r>
                  <a:rPr lang="en-US" sz="1600" b="1" dirty="0">
                    <a:solidFill>
                      <a:schemeClr val="accent1">
                        <a:lumMod val="50000"/>
                      </a:schemeClr>
                    </a:solidFill>
                  </a:rPr>
                  <a:t>conocido</a:t>
                </a:r>
                <a:endParaRPr lang="es-ES" sz="1600" b="1" dirty="0"/>
              </a:p>
            </p:txBody>
          </p:sp>
        </mc:Choice>
        <mc:Fallback>
          <p:sp>
            <p:nvSpPr>
              <p:cNvPr id="14" name="CuadroTexto 13">
                <a:extLst>
                  <a:ext uri="{FF2B5EF4-FFF2-40B4-BE49-F238E27FC236}">
                    <a16:creationId xmlns:a16="http://schemas.microsoft.com/office/drawing/2014/main" id="{1BAA99E8-E0C4-0721-A0A1-AAD3792C5D3D}"/>
                  </a:ext>
                </a:extLst>
              </p:cNvPr>
              <p:cNvSpPr txBox="1">
                <a:spLocks noRot="1" noChangeAspect="1" noMove="1" noResize="1" noEditPoints="1" noAdjustHandles="1" noChangeArrowheads="1" noChangeShapeType="1" noTextEdit="1"/>
              </p:cNvSpPr>
              <p:nvPr/>
            </p:nvSpPr>
            <p:spPr>
              <a:xfrm>
                <a:off x="2545273" y="3163332"/>
                <a:ext cx="1318236" cy="627351"/>
              </a:xfrm>
              <a:prstGeom prst="rect">
                <a:avLst/>
              </a:prstGeom>
              <a:blipFill>
                <a:blip r:embed="rId4"/>
                <a:stretch>
                  <a:fillRect b="-11650"/>
                </a:stretch>
              </a:blipFill>
            </p:spPr>
            <p:txBody>
              <a:bodyPr/>
              <a:lstStyle/>
              <a:p>
                <a:r>
                  <a:rPr lang="es-ES">
                    <a:noFill/>
                  </a:rPr>
                  <a:t> </a:t>
                </a:r>
              </a:p>
            </p:txBody>
          </p:sp>
        </mc:Fallback>
      </mc:AlternateContent>
      <p:sp>
        <p:nvSpPr>
          <p:cNvPr id="15" name="Forma libre: forma 14">
            <a:extLst>
              <a:ext uri="{FF2B5EF4-FFF2-40B4-BE49-F238E27FC236}">
                <a16:creationId xmlns:a16="http://schemas.microsoft.com/office/drawing/2014/main" id="{855C84E1-13E2-0DB1-3A5E-03CA7DC58EBF}"/>
              </a:ext>
            </a:extLst>
          </p:cNvPr>
          <p:cNvSpPr/>
          <p:nvPr/>
        </p:nvSpPr>
        <p:spPr>
          <a:xfrm>
            <a:off x="3525432" y="3018649"/>
            <a:ext cx="599133" cy="405003"/>
          </a:xfrm>
          <a:custGeom>
            <a:avLst/>
            <a:gdLst>
              <a:gd name="connsiteX0" fmla="*/ 471949 w 471949"/>
              <a:gd name="connsiteY0" fmla="*/ 0 h 405003"/>
              <a:gd name="connsiteX1" fmla="*/ 359861 w 471949"/>
              <a:gd name="connsiteY1" fmla="*/ 353961 h 405003"/>
              <a:gd name="connsiteX2" fmla="*/ 0 w 471949"/>
              <a:gd name="connsiteY2" fmla="*/ 395257 h 405003"/>
            </a:gdLst>
            <a:ahLst/>
            <a:cxnLst>
              <a:cxn ang="0">
                <a:pos x="connsiteX0" y="connsiteY0"/>
              </a:cxn>
              <a:cxn ang="0">
                <a:pos x="connsiteX1" y="connsiteY1"/>
              </a:cxn>
              <a:cxn ang="0">
                <a:pos x="connsiteX2" y="connsiteY2"/>
              </a:cxn>
            </a:cxnLst>
            <a:rect l="l" t="t" r="r" b="b"/>
            <a:pathLst>
              <a:path w="471949" h="405003">
                <a:moveTo>
                  <a:pt x="471949" y="0"/>
                </a:moveTo>
                <a:cubicBezTo>
                  <a:pt x="455234" y="144042"/>
                  <a:pt x="438519" y="288085"/>
                  <a:pt x="359861" y="353961"/>
                </a:cubicBezTo>
                <a:cubicBezTo>
                  <a:pt x="281203" y="419837"/>
                  <a:pt x="140601" y="407547"/>
                  <a:pt x="0" y="395257"/>
                </a:cubicBezTo>
              </a:path>
            </a:pathLst>
          </a:custGeom>
          <a:noFill/>
          <a:ln w="28575">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Rectángulo: esquinas redondeadas 18">
            <a:extLst>
              <a:ext uri="{FF2B5EF4-FFF2-40B4-BE49-F238E27FC236}">
                <a16:creationId xmlns:a16="http://schemas.microsoft.com/office/drawing/2014/main" id="{A79FBCDC-1D6A-651D-FA42-8927C7DBFD6D}"/>
              </a:ext>
            </a:extLst>
          </p:cNvPr>
          <p:cNvSpPr/>
          <p:nvPr/>
        </p:nvSpPr>
        <p:spPr>
          <a:xfrm>
            <a:off x="4676986" y="2252960"/>
            <a:ext cx="755643" cy="787482"/>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Forma libre: forma 21">
            <a:extLst>
              <a:ext uri="{FF2B5EF4-FFF2-40B4-BE49-F238E27FC236}">
                <a16:creationId xmlns:a16="http://schemas.microsoft.com/office/drawing/2014/main" id="{A9F6BAE9-F22E-B831-C3D6-994FC4157F3D}"/>
              </a:ext>
            </a:extLst>
          </p:cNvPr>
          <p:cNvSpPr/>
          <p:nvPr/>
        </p:nvSpPr>
        <p:spPr>
          <a:xfrm>
            <a:off x="4685998" y="3082062"/>
            <a:ext cx="487733" cy="904189"/>
          </a:xfrm>
          <a:custGeom>
            <a:avLst/>
            <a:gdLst>
              <a:gd name="connsiteX0" fmla="*/ 471949 w 471949"/>
              <a:gd name="connsiteY0" fmla="*/ 0 h 405003"/>
              <a:gd name="connsiteX1" fmla="*/ 359861 w 471949"/>
              <a:gd name="connsiteY1" fmla="*/ 353961 h 405003"/>
              <a:gd name="connsiteX2" fmla="*/ 0 w 471949"/>
              <a:gd name="connsiteY2" fmla="*/ 395257 h 405003"/>
            </a:gdLst>
            <a:ahLst/>
            <a:cxnLst>
              <a:cxn ang="0">
                <a:pos x="connsiteX0" y="connsiteY0"/>
              </a:cxn>
              <a:cxn ang="0">
                <a:pos x="connsiteX1" y="connsiteY1"/>
              </a:cxn>
              <a:cxn ang="0">
                <a:pos x="connsiteX2" y="connsiteY2"/>
              </a:cxn>
            </a:cxnLst>
            <a:rect l="l" t="t" r="r" b="b"/>
            <a:pathLst>
              <a:path w="471949" h="405003">
                <a:moveTo>
                  <a:pt x="471949" y="0"/>
                </a:moveTo>
                <a:cubicBezTo>
                  <a:pt x="455234" y="144042"/>
                  <a:pt x="438519" y="288085"/>
                  <a:pt x="359861" y="353961"/>
                </a:cubicBezTo>
                <a:cubicBezTo>
                  <a:pt x="281203" y="419837"/>
                  <a:pt x="140601" y="407547"/>
                  <a:pt x="0" y="395257"/>
                </a:cubicBezTo>
              </a:path>
            </a:pathLst>
          </a:custGeom>
          <a:noFill/>
          <a:ln w="28575">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mc:Choice xmlns:a14="http://schemas.microsoft.com/office/drawing/2010/main" Requires="a14">
          <p:sp>
            <p:nvSpPr>
              <p:cNvPr id="24" name="CuadroTexto 23">
                <a:extLst>
                  <a:ext uri="{FF2B5EF4-FFF2-40B4-BE49-F238E27FC236}">
                    <a16:creationId xmlns:a16="http://schemas.microsoft.com/office/drawing/2014/main" id="{11F9D438-31BA-6805-92FE-2E669424D77A}"/>
                  </a:ext>
                </a:extLst>
              </p:cNvPr>
              <p:cNvSpPr txBox="1"/>
              <p:nvPr/>
            </p:nvSpPr>
            <p:spPr>
              <a:xfrm>
                <a:off x="2431002" y="3868570"/>
                <a:ext cx="3781507" cy="6059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0" i="1" smtClean="0">
                              <a:solidFill>
                                <a:schemeClr val="accent1">
                                  <a:lumMod val="50000"/>
                                </a:schemeClr>
                              </a:solidFill>
                              <a:latin typeface="Cambria Math" panose="02040503050406030204" pitchFamily="18" charset="0"/>
                              <a:ea typeface="Cambria Math" panose="02040503050406030204" pitchFamily="18" charset="0"/>
                            </a:rPr>
                            <m:t>𝑊</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𝑙</m:t>
                          </m:r>
                          <m:r>
                            <a:rPr lang="es-ES" sz="1600"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sz="1600" i="1">
                          <a:solidFill>
                            <a:schemeClr val="accent1">
                              <a:lumMod val="50000"/>
                            </a:schemeClr>
                          </a:solidFill>
                          <a:latin typeface="Cambria Math" panose="02040503050406030204" pitchFamily="18" charset="0"/>
                          <a:ea typeface="Cambria Math" panose="02040503050406030204" pitchFamily="18" charset="0"/>
                        </a:rPr>
                        <m:t> </m:t>
                      </m:r>
                    </m:oMath>
                  </m:oMathPara>
                </a14:m>
                <a:endParaRPr lang="es-ES" sz="1600" i="1" dirty="0">
                  <a:solidFill>
                    <a:schemeClr val="accent6">
                      <a:lumMod val="50000"/>
                    </a:schemeClr>
                  </a:solidFill>
                  <a:latin typeface="Cambria Math" panose="02040503050406030204" pitchFamily="18" charset="0"/>
                  <a:ea typeface="Cambria Math" panose="02040503050406030204" pitchFamily="18" charset="0"/>
                </a:endParaRPr>
              </a:p>
              <a:p>
                <a:r>
                  <a:rPr lang="es-ES" sz="1600" dirty="0">
                    <a:solidFill>
                      <a:schemeClr val="accent1">
                        <a:lumMod val="50000"/>
                      </a:schemeClr>
                    </a:solidFill>
                  </a:rPr>
                  <a:t>Recuerda </a:t>
                </a:r>
                <a14:m>
                  <m:oMath xmlns:m="http://schemas.openxmlformats.org/officeDocument/2006/math">
                    <m:r>
                      <a:rPr lang="es-ES" sz="1600" b="0" i="0"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r>
                          <a:rPr lang="es-ES" sz="1600" i="1">
                            <a:solidFill>
                              <a:schemeClr val="accent1">
                                <a:lumMod val="50000"/>
                              </a:schemeClr>
                            </a:solidFill>
                            <a:latin typeface="Cambria Math" panose="02040503050406030204" pitchFamily="18" charset="0"/>
                            <a:ea typeface="Cambria Math" panose="02040503050406030204" pitchFamily="18" charset="0"/>
                          </a:rPr>
                          <m:t>𝑧</m:t>
                        </m:r>
                      </m:e>
                      <m:sup>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𝑙</m:t>
                        </m:r>
                        <m:r>
                          <a:rPr lang="es-ES" sz="1600" i="1">
                            <a:solidFill>
                              <a:schemeClr val="accent1">
                                <a:lumMod val="50000"/>
                              </a:schemeClr>
                            </a:solidFill>
                            <a:latin typeface="Cambria Math" panose="02040503050406030204" pitchFamily="18" charset="0"/>
                            <a:ea typeface="Cambria Math" panose="02040503050406030204" pitchFamily="18" charset="0"/>
                          </a:rPr>
                          <m:t>+1]</m:t>
                        </m:r>
                      </m:sup>
                    </m:sSup>
                    <m:r>
                      <a:rPr lang="es-ES" sz="1600" i="1">
                        <a:solidFill>
                          <a:schemeClr val="accent1">
                            <a:lumMod val="50000"/>
                          </a:schemeClr>
                        </a:solidFill>
                        <a:latin typeface="Cambria Math" panose="02040503050406030204" pitchFamily="18" charset="0"/>
                        <a:ea typeface="Cambria Math" panose="02040503050406030204" pitchFamily="18" charset="0"/>
                      </a:rPr>
                      <m:t>=</m:t>
                    </m:r>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r>
                          <a:rPr lang="es-ES" sz="1600" i="1">
                            <a:solidFill>
                              <a:schemeClr val="accent1">
                                <a:lumMod val="50000"/>
                              </a:schemeClr>
                            </a:solidFill>
                            <a:latin typeface="Cambria Math" panose="02040503050406030204" pitchFamily="18" charset="0"/>
                            <a:ea typeface="Cambria Math" panose="02040503050406030204" pitchFamily="18" charset="0"/>
                          </a:rPr>
                          <m:t>𝑊</m:t>
                        </m:r>
                      </m:e>
                      <m:sup>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𝑙</m:t>
                        </m:r>
                        <m:r>
                          <a:rPr lang="es-ES" sz="1600" i="1">
                            <a:solidFill>
                              <a:schemeClr val="accent1">
                                <a:lumMod val="50000"/>
                              </a:schemeClr>
                            </a:solidFill>
                            <a:latin typeface="Cambria Math" panose="02040503050406030204" pitchFamily="18" charset="0"/>
                            <a:ea typeface="Cambria Math" panose="02040503050406030204" pitchFamily="18" charset="0"/>
                          </a:rPr>
                          <m:t>+1]</m:t>
                        </m:r>
                      </m:sup>
                    </m:sSup>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r>
                          <a:rPr lang="es-ES" sz="1600" i="1">
                            <a:solidFill>
                              <a:schemeClr val="accent1">
                                <a:lumMod val="50000"/>
                              </a:schemeClr>
                            </a:solidFill>
                            <a:latin typeface="Cambria Math" panose="02040503050406030204" pitchFamily="18" charset="0"/>
                            <a:ea typeface="Cambria Math" panose="02040503050406030204" pitchFamily="18" charset="0"/>
                          </a:rPr>
                          <m:t>𝑎</m:t>
                        </m:r>
                      </m:e>
                      <m:sup>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𝑙</m:t>
                        </m:r>
                        <m:r>
                          <a:rPr lang="es-ES" sz="1600" i="1">
                            <a:solidFill>
                              <a:schemeClr val="accent1">
                                <a:lumMod val="50000"/>
                              </a:schemeClr>
                            </a:solidFill>
                            <a:latin typeface="Cambria Math" panose="02040503050406030204" pitchFamily="18" charset="0"/>
                            <a:ea typeface="Cambria Math" panose="02040503050406030204" pitchFamily="18" charset="0"/>
                          </a:rPr>
                          <m:t>]</m:t>
                        </m:r>
                      </m:sup>
                    </m:sSup>
                    <m:r>
                      <a:rPr lang="es-ES" sz="1600" i="1">
                        <a:solidFill>
                          <a:schemeClr val="accent1">
                            <a:lumMod val="50000"/>
                          </a:schemeClr>
                        </a:solidFill>
                        <a:latin typeface="Cambria Math" panose="02040503050406030204" pitchFamily="18" charset="0"/>
                        <a:ea typeface="Cambria Math" panose="02040503050406030204" pitchFamily="18" charset="0"/>
                      </a:rPr>
                      <m:t>+</m:t>
                    </m:r>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r>
                          <a:rPr lang="es-ES" sz="1600" i="1">
                            <a:solidFill>
                              <a:schemeClr val="accent1">
                                <a:lumMod val="50000"/>
                              </a:schemeClr>
                            </a:solidFill>
                            <a:latin typeface="Cambria Math" panose="02040503050406030204" pitchFamily="18" charset="0"/>
                            <a:ea typeface="Cambria Math" panose="02040503050406030204" pitchFamily="18" charset="0"/>
                          </a:rPr>
                          <m:t>𝑏</m:t>
                        </m:r>
                      </m:e>
                      <m:sup>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𝑙</m:t>
                        </m:r>
                        <m:r>
                          <a:rPr lang="es-ES" sz="1600" i="1">
                            <a:solidFill>
                              <a:schemeClr val="accent1">
                                <a:lumMod val="50000"/>
                              </a:schemeClr>
                            </a:solidFill>
                            <a:latin typeface="Cambria Math" panose="02040503050406030204" pitchFamily="18" charset="0"/>
                            <a:ea typeface="Cambria Math" panose="02040503050406030204" pitchFamily="18" charset="0"/>
                          </a:rPr>
                          <m:t>]</m:t>
                        </m:r>
                      </m:sup>
                    </m:sSup>
                  </m:oMath>
                </a14:m>
                <a:endParaRPr lang="es-ES" sz="1600" i="1" dirty="0">
                  <a:solidFill>
                    <a:schemeClr val="accent6">
                      <a:lumMod val="50000"/>
                    </a:schemeClr>
                  </a:solidFill>
                  <a:latin typeface="Cambria Math" panose="02040503050406030204" pitchFamily="18" charset="0"/>
                  <a:ea typeface="Cambria Math" panose="02040503050406030204" pitchFamily="18" charset="0"/>
                </a:endParaRPr>
              </a:p>
            </p:txBody>
          </p:sp>
        </mc:Choice>
        <mc:Fallback>
          <p:sp>
            <p:nvSpPr>
              <p:cNvPr id="24" name="CuadroTexto 23">
                <a:extLst>
                  <a:ext uri="{FF2B5EF4-FFF2-40B4-BE49-F238E27FC236}">
                    <a16:creationId xmlns:a16="http://schemas.microsoft.com/office/drawing/2014/main" id="{11F9D438-31BA-6805-92FE-2E669424D77A}"/>
                  </a:ext>
                </a:extLst>
              </p:cNvPr>
              <p:cNvSpPr txBox="1">
                <a:spLocks noRot="1" noChangeAspect="1" noMove="1" noResize="1" noEditPoints="1" noAdjustHandles="1" noChangeArrowheads="1" noChangeShapeType="1" noTextEdit="1"/>
              </p:cNvSpPr>
              <p:nvPr/>
            </p:nvSpPr>
            <p:spPr>
              <a:xfrm>
                <a:off x="2431002" y="3868570"/>
                <a:ext cx="3781507" cy="605935"/>
              </a:xfrm>
              <a:prstGeom prst="rect">
                <a:avLst/>
              </a:prstGeom>
              <a:blipFill>
                <a:blip r:embed="rId5"/>
                <a:stretch>
                  <a:fillRect l="-968" b="-13131"/>
                </a:stretch>
              </a:blipFill>
            </p:spPr>
            <p:txBody>
              <a:bodyPr/>
              <a:lstStyle/>
              <a:p>
                <a:r>
                  <a:rPr lang="es-ES">
                    <a:noFill/>
                  </a:rPr>
                  <a:t> </a:t>
                </a:r>
              </a:p>
            </p:txBody>
          </p:sp>
        </mc:Fallback>
      </mc:AlternateContent>
    </p:spTree>
    <p:extLst>
      <p:ext uri="{BB962C8B-B14F-4D97-AF65-F5344CB8AC3E}">
        <p14:creationId xmlns:p14="http://schemas.microsoft.com/office/powerpoint/2010/main" val="148166657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6C675-FF04-0B8B-ACE1-430B534F52EA}"/>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ACE0CC22-B1C3-200B-82BB-CF40A24E5387}"/>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8" name="CuadroTexto 7">
            <a:extLst>
              <a:ext uri="{FF2B5EF4-FFF2-40B4-BE49-F238E27FC236}">
                <a16:creationId xmlns:a16="http://schemas.microsoft.com/office/drawing/2014/main" id="{4A03D0C0-02E3-8D92-CEDE-5E5F600D8EA8}"/>
              </a:ext>
            </a:extLst>
          </p:cNvPr>
          <p:cNvSpPr txBox="1"/>
          <p:nvPr/>
        </p:nvSpPr>
        <p:spPr>
          <a:xfrm>
            <a:off x="320664" y="1252261"/>
            <a:ext cx="11672580" cy="369332"/>
          </a:xfrm>
          <a:prstGeom prst="rect">
            <a:avLst/>
          </a:prstGeom>
          <a:noFill/>
        </p:spPr>
        <p:txBody>
          <a:bodyPr wrap="square">
            <a:spAutoFit/>
          </a:bodyPr>
          <a:lstStyle/>
          <a:p>
            <a:pPr marL="285750" indent="-285750">
              <a:buFont typeface="Arial" panose="020B0604020202020204" pitchFamily="34" charset="0"/>
              <a:buChar char="•"/>
            </a:pPr>
            <a:r>
              <a:rPr lang="es-ES" dirty="0" smtClean="0">
                <a:solidFill>
                  <a:schemeClr val="accent1">
                    <a:lumMod val="50000"/>
                  </a:schemeClr>
                </a:solidFill>
              </a:rPr>
              <a:t>Supongamos </a:t>
            </a:r>
            <a:r>
              <a:rPr lang="es-ES" dirty="0">
                <a:solidFill>
                  <a:schemeClr val="accent1">
                    <a:lumMod val="50000"/>
                  </a:schemeClr>
                </a:solidFill>
              </a:rPr>
              <a:t>conocido                                  , entonces:</a:t>
            </a:r>
            <a:endParaRPr lang="es-ES" dirty="0"/>
          </a:p>
        </p:txBody>
      </p:sp>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BFE80184-EA7B-F4B9-0286-A35AC5BC7FE5}"/>
                  </a:ext>
                </a:extLst>
              </p:cNvPr>
              <p:cNvSpPr txBox="1"/>
              <p:nvPr/>
            </p:nvSpPr>
            <p:spPr>
              <a:xfrm>
                <a:off x="2163676" y="2272668"/>
                <a:ext cx="6976038" cy="6657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6">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p:sp>
            <p:nvSpPr>
              <p:cNvPr id="16" name="CuadroTexto 15">
                <a:extLst>
                  <a:ext uri="{FF2B5EF4-FFF2-40B4-BE49-F238E27FC236}">
                    <a16:creationId xmlns:a16="http://schemas.microsoft.com/office/drawing/2014/main" id="{BFE80184-EA7B-F4B9-0286-A35AC5BC7FE5}"/>
                  </a:ext>
                </a:extLst>
              </p:cNvPr>
              <p:cNvSpPr txBox="1">
                <a:spLocks noRot="1" noChangeAspect="1" noMove="1" noResize="1" noEditPoints="1" noAdjustHandles="1" noChangeArrowheads="1" noChangeShapeType="1" noTextEdit="1"/>
              </p:cNvSpPr>
              <p:nvPr/>
            </p:nvSpPr>
            <p:spPr>
              <a:xfrm>
                <a:off x="2163676" y="2272668"/>
                <a:ext cx="6976038" cy="665760"/>
              </a:xfrm>
              <a:prstGeom prst="rect">
                <a:avLst/>
              </a:prstGeom>
              <a:blipFill>
                <a:blip r:embed="rId2"/>
                <a:stretch>
                  <a:fillRect/>
                </a:stretch>
              </a:blipFill>
            </p:spPr>
            <p:txBody>
              <a:bodyPr/>
              <a:lstStyle/>
              <a:p>
                <a:r>
                  <a:rPr lang="es-ES">
                    <a:noFill/>
                  </a:rPr>
                  <a:t> </a:t>
                </a:r>
              </a:p>
            </p:txBody>
          </p:sp>
        </mc:Fallback>
      </mc:AlternateContent>
      <p:sp>
        <p:nvSpPr>
          <p:cNvPr id="25" name="CuadroTexto 24">
            <a:extLst>
              <a:ext uri="{FF2B5EF4-FFF2-40B4-BE49-F238E27FC236}">
                <a16:creationId xmlns:a16="http://schemas.microsoft.com/office/drawing/2014/main" id="{9B9EA761-471E-DFEF-1184-6841E8D2C3C7}"/>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V)</a:t>
            </a:r>
            <a:r>
              <a:rPr lang="en-US" sz="2000" dirty="0">
                <a:solidFill>
                  <a:schemeClr val="accent1">
                    <a:lumMod val="50000"/>
                  </a:schemeClr>
                </a:solidFill>
              </a:rPr>
              <a:t>  </a:t>
            </a: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79E28662-D6CF-6460-41D0-40F6A75D4A12}"/>
                  </a:ext>
                </a:extLst>
              </p:cNvPr>
              <p:cNvSpPr txBox="1"/>
              <p:nvPr/>
            </p:nvSpPr>
            <p:spPr>
              <a:xfrm>
                <a:off x="2789049" y="1118366"/>
                <a:ext cx="1786196" cy="6190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b="0"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den>
                      </m:f>
                    </m:oMath>
                  </m:oMathPara>
                </a14:m>
                <a:endParaRPr lang="es-ES" dirty="0"/>
              </a:p>
            </p:txBody>
          </p:sp>
        </mc:Choice>
        <mc:Fallback>
          <p:sp>
            <p:nvSpPr>
              <p:cNvPr id="2" name="CuadroTexto 1">
                <a:extLst>
                  <a:ext uri="{FF2B5EF4-FFF2-40B4-BE49-F238E27FC236}">
                    <a16:creationId xmlns:a16="http://schemas.microsoft.com/office/drawing/2014/main" id="{79E28662-D6CF-6460-41D0-40F6A75D4A12}"/>
                  </a:ext>
                </a:extLst>
              </p:cNvPr>
              <p:cNvSpPr txBox="1">
                <a:spLocks noRot="1" noChangeAspect="1" noMove="1" noResize="1" noEditPoints="1" noAdjustHandles="1" noChangeArrowheads="1" noChangeShapeType="1" noTextEdit="1"/>
              </p:cNvSpPr>
              <p:nvPr/>
            </p:nvSpPr>
            <p:spPr>
              <a:xfrm>
                <a:off x="2789049" y="1118366"/>
                <a:ext cx="1786196" cy="619016"/>
              </a:xfrm>
              <a:prstGeom prst="rect">
                <a:avLst/>
              </a:prstGeom>
              <a:blipFill>
                <a:blip r:embed="rId3"/>
                <a:stretch>
                  <a:fillRect/>
                </a:stretch>
              </a:blipFill>
            </p:spPr>
            <p:txBody>
              <a:bodyPr/>
              <a:lstStyle/>
              <a:p>
                <a:r>
                  <a:rPr lang="es-ES">
                    <a:noFill/>
                  </a:rPr>
                  <a:t> </a:t>
                </a:r>
              </a:p>
            </p:txBody>
          </p:sp>
        </mc:Fallback>
      </mc:AlternateContent>
      <p:sp>
        <p:nvSpPr>
          <p:cNvPr id="4" name="CuadroTexto 3">
            <a:extLst>
              <a:ext uri="{FF2B5EF4-FFF2-40B4-BE49-F238E27FC236}">
                <a16:creationId xmlns:a16="http://schemas.microsoft.com/office/drawing/2014/main" id="{4B7E50F2-CB70-FCD1-8859-F4697E4FCC8B}"/>
              </a:ext>
            </a:extLst>
          </p:cNvPr>
          <p:cNvSpPr txBox="1"/>
          <p:nvPr/>
        </p:nvSpPr>
        <p:spPr>
          <a:xfrm>
            <a:off x="1174384" y="3211295"/>
            <a:ext cx="1227809" cy="646331"/>
          </a:xfrm>
          <a:prstGeom prst="rect">
            <a:avLst/>
          </a:prstGeom>
          <a:noFill/>
          <a:ln>
            <a:solidFill>
              <a:schemeClr val="tx2"/>
            </a:solidFill>
            <a:prstDash val="solid"/>
          </a:ln>
        </p:spPr>
        <p:txBody>
          <a:bodyPr wrap="square">
            <a:spAutoFit/>
          </a:bodyPr>
          <a:lstStyle/>
          <a:p>
            <a:pPr algn="ctr"/>
            <a:r>
              <a:rPr lang="es-ES" dirty="0">
                <a:solidFill>
                  <a:schemeClr val="accent1">
                    <a:lumMod val="50000"/>
                  </a:schemeClr>
                </a:solidFill>
                <a:ea typeface="Cambria Math" panose="02040503050406030204" pitchFamily="18" charset="0"/>
              </a:rPr>
              <a:t>Regla de la cadena</a:t>
            </a:r>
            <a:endParaRPr lang="es-ES" b="1" dirty="0">
              <a:solidFill>
                <a:schemeClr val="accent1">
                  <a:lumMod val="50000"/>
                </a:schemeClr>
              </a:solidFill>
              <a:ea typeface="Cambria Math" panose="02040503050406030204" pitchFamily="18" charset="0"/>
            </a:endParaRPr>
          </a:p>
        </p:txBody>
      </p:sp>
      <p:cxnSp>
        <p:nvCxnSpPr>
          <p:cNvPr id="5" name="Conector recto de flecha 4">
            <a:extLst>
              <a:ext uri="{FF2B5EF4-FFF2-40B4-BE49-F238E27FC236}">
                <a16:creationId xmlns:a16="http://schemas.microsoft.com/office/drawing/2014/main" id="{362EB9E8-C07E-2355-C4B1-706562B1B963}"/>
              </a:ext>
            </a:extLst>
          </p:cNvPr>
          <p:cNvCxnSpPr>
            <a:cxnSpLocks/>
          </p:cNvCxnSpPr>
          <p:nvPr/>
        </p:nvCxnSpPr>
        <p:spPr>
          <a:xfrm flipV="1">
            <a:off x="2402193" y="2789431"/>
            <a:ext cx="292812" cy="421864"/>
          </a:xfrm>
          <a:prstGeom prst="straightConnector1">
            <a:avLst/>
          </a:prstGeom>
          <a:ln w="31750">
            <a:solidFill>
              <a:schemeClr val="accent5">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Rectángulo: esquinas redondeadas 11">
            <a:extLst>
              <a:ext uri="{FF2B5EF4-FFF2-40B4-BE49-F238E27FC236}">
                <a16:creationId xmlns:a16="http://schemas.microsoft.com/office/drawing/2014/main" id="{9BBD0B12-2D5D-96EF-1E25-0E92F5F8544A}"/>
              </a:ext>
            </a:extLst>
          </p:cNvPr>
          <p:cNvSpPr/>
          <p:nvPr/>
        </p:nvSpPr>
        <p:spPr>
          <a:xfrm>
            <a:off x="3788151" y="2247848"/>
            <a:ext cx="755643" cy="787482"/>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1BAA99E8-E0C4-0721-A0A1-AAD3792C5D3D}"/>
                  </a:ext>
                </a:extLst>
              </p:cNvPr>
              <p:cNvSpPr txBox="1"/>
              <p:nvPr/>
            </p:nvSpPr>
            <p:spPr>
              <a:xfrm>
                <a:off x="2545273" y="3163332"/>
                <a:ext cx="1318236" cy="627351"/>
              </a:xfrm>
              <a:prstGeom prst="rect">
                <a:avLst/>
              </a:prstGeom>
              <a:noFill/>
            </p:spPr>
            <p:txBody>
              <a:bodyPr wrap="square">
                <a:spAutoFit/>
              </a:bodyPr>
              <a:lstStyle/>
              <a:p>
                <a:pPr algn="ctr"/>
                <a14:m>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 </m:t>
                    </m:r>
                  </m:oMath>
                </a14:m>
                <a:r>
                  <a:rPr lang="en-US" dirty="0">
                    <a:solidFill>
                      <a:schemeClr val="accent1">
                        <a:lumMod val="50000"/>
                      </a:schemeClr>
                    </a:solidFill>
                  </a:rPr>
                  <a:t> </a:t>
                </a:r>
                <a:r>
                  <a:rPr lang="en-US" sz="1600" b="1" dirty="0">
                    <a:solidFill>
                      <a:schemeClr val="accent1">
                        <a:lumMod val="50000"/>
                      </a:schemeClr>
                    </a:solidFill>
                  </a:rPr>
                  <a:t>conocido</a:t>
                </a:r>
                <a:endParaRPr lang="es-ES" sz="1600" b="1" dirty="0"/>
              </a:p>
            </p:txBody>
          </p:sp>
        </mc:Choice>
        <mc:Fallback>
          <p:sp>
            <p:nvSpPr>
              <p:cNvPr id="14" name="CuadroTexto 13">
                <a:extLst>
                  <a:ext uri="{FF2B5EF4-FFF2-40B4-BE49-F238E27FC236}">
                    <a16:creationId xmlns:a16="http://schemas.microsoft.com/office/drawing/2014/main" id="{1BAA99E8-E0C4-0721-A0A1-AAD3792C5D3D}"/>
                  </a:ext>
                </a:extLst>
              </p:cNvPr>
              <p:cNvSpPr txBox="1">
                <a:spLocks noRot="1" noChangeAspect="1" noMove="1" noResize="1" noEditPoints="1" noAdjustHandles="1" noChangeArrowheads="1" noChangeShapeType="1" noTextEdit="1"/>
              </p:cNvSpPr>
              <p:nvPr/>
            </p:nvSpPr>
            <p:spPr>
              <a:xfrm>
                <a:off x="2545273" y="3163332"/>
                <a:ext cx="1318236" cy="627351"/>
              </a:xfrm>
              <a:prstGeom prst="rect">
                <a:avLst/>
              </a:prstGeom>
              <a:blipFill>
                <a:blip r:embed="rId4"/>
                <a:stretch>
                  <a:fillRect b="-11650"/>
                </a:stretch>
              </a:blipFill>
            </p:spPr>
            <p:txBody>
              <a:bodyPr/>
              <a:lstStyle/>
              <a:p>
                <a:r>
                  <a:rPr lang="es-ES">
                    <a:noFill/>
                  </a:rPr>
                  <a:t> </a:t>
                </a:r>
              </a:p>
            </p:txBody>
          </p:sp>
        </mc:Fallback>
      </mc:AlternateContent>
      <p:sp>
        <p:nvSpPr>
          <p:cNvPr id="15" name="Forma libre: forma 14">
            <a:extLst>
              <a:ext uri="{FF2B5EF4-FFF2-40B4-BE49-F238E27FC236}">
                <a16:creationId xmlns:a16="http://schemas.microsoft.com/office/drawing/2014/main" id="{855C84E1-13E2-0DB1-3A5E-03CA7DC58EBF}"/>
              </a:ext>
            </a:extLst>
          </p:cNvPr>
          <p:cNvSpPr/>
          <p:nvPr/>
        </p:nvSpPr>
        <p:spPr>
          <a:xfrm>
            <a:off x="3525432" y="3018649"/>
            <a:ext cx="599133" cy="405003"/>
          </a:xfrm>
          <a:custGeom>
            <a:avLst/>
            <a:gdLst>
              <a:gd name="connsiteX0" fmla="*/ 471949 w 471949"/>
              <a:gd name="connsiteY0" fmla="*/ 0 h 405003"/>
              <a:gd name="connsiteX1" fmla="*/ 359861 w 471949"/>
              <a:gd name="connsiteY1" fmla="*/ 353961 h 405003"/>
              <a:gd name="connsiteX2" fmla="*/ 0 w 471949"/>
              <a:gd name="connsiteY2" fmla="*/ 395257 h 405003"/>
            </a:gdLst>
            <a:ahLst/>
            <a:cxnLst>
              <a:cxn ang="0">
                <a:pos x="connsiteX0" y="connsiteY0"/>
              </a:cxn>
              <a:cxn ang="0">
                <a:pos x="connsiteX1" y="connsiteY1"/>
              </a:cxn>
              <a:cxn ang="0">
                <a:pos x="connsiteX2" y="connsiteY2"/>
              </a:cxn>
            </a:cxnLst>
            <a:rect l="l" t="t" r="r" b="b"/>
            <a:pathLst>
              <a:path w="471949" h="405003">
                <a:moveTo>
                  <a:pt x="471949" y="0"/>
                </a:moveTo>
                <a:cubicBezTo>
                  <a:pt x="455234" y="144042"/>
                  <a:pt x="438519" y="288085"/>
                  <a:pt x="359861" y="353961"/>
                </a:cubicBezTo>
                <a:cubicBezTo>
                  <a:pt x="281203" y="419837"/>
                  <a:pt x="140601" y="407547"/>
                  <a:pt x="0" y="395257"/>
                </a:cubicBezTo>
              </a:path>
            </a:pathLst>
          </a:custGeom>
          <a:noFill/>
          <a:ln w="28575">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Rectángulo: esquinas redondeadas 18">
            <a:extLst>
              <a:ext uri="{FF2B5EF4-FFF2-40B4-BE49-F238E27FC236}">
                <a16:creationId xmlns:a16="http://schemas.microsoft.com/office/drawing/2014/main" id="{A79FBCDC-1D6A-651D-FA42-8927C7DBFD6D}"/>
              </a:ext>
            </a:extLst>
          </p:cNvPr>
          <p:cNvSpPr/>
          <p:nvPr/>
        </p:nvSpPr>
        <p:spPr>
          <a:xfrm>
            <a:off x="4676986" y="2252960"/>
            <a:ext cx="755643" cy="787482"/>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Forma libre: forma 21">
            <a:extLst>
              <a:ext uri="{FF2B5EF4-FFF2-40B4-BE49-F238E27FC236}">
                <a16:creationId xmlns:a16="http://schemas.microsoft.com/office/drawing/2014/main" id="{A9F6BAE9-F22E-B831-C3D6-994FC4157F3D}"/>
              </a:ext>
            </a:extLst>
          </p:cNvPr>
          <p:cNvSpPr/>
          <p:nvPr/>
        </p:nvSpPr>
        <p:spPr>
          <a:xfrm>
            <a:off x="4685998" y="3082062"/>
            <a:ext cx="487733" cy="904189"/>
          </a:xfrm>
          <a:custGeom>
            <a:avLst/>
            <a:gdLst>
              <a:gd name="connsiteX0" fmla="*/ 471949 w 471949"/>
              <a:gd name="connsiteY0" fmla="*/ 0 h 405003"/>
              <a:gd name="connsiteX1" fmla="*/ 359861 w 471949"/>
              <a:gd name="connsiteY1" fmla="*/ 353961 h 405003"/>
              <a:gd name="connsiteX2" fmla="*/ 0 w 471949"/>
              <a:gd name="connsiteY2" fmla="*/ 395257 h 405003"/>
            </a:gdLst>
            <a:ahLst/>
            <a:cxnLst>
              <a:cxn ang="0">
                <a:pos x="connsiteX0" y="connsiteY0"/>
              </a:cxn>
              <a:cxn ang="0">
                <a:pos x="connsiteX1" y="connsiteY1"/>
              </a:cxn>
              <a:cxn ang="0">
                <a:pos x="connsiteX2" y="connsiteY2"/>
              </a:cxn>
            </a:cxnLst>
            <a:rect l="l" t="t" r="r" b="b"/>
            <a:pathLst>
              <a:path w="471949" h="405003">
                <a:moveTo>
                  <a:pt x="471949" y="0"/>
                </a:moveTo>
                <a:cubicBezTo>
                  <a:pt x="455234" y="144042"/>
                  <a:pt x="438519" y="288085"/>
                  <a:pt x="359861" y="353961"/>
                </a:cubicBezTo>
                <a:cubicBezTo>
                  <a:pt x="281203" y="419837"/>
                  <a:pt x="140601" y="407547"/>
                  <a:pt x="0" y="395257"/>
                </a:cubicBezTo>
              </a:path>
            </a:pathLst>
          </a:custGeom>
          <a:noFill/>
          <a:ln w="28575">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mc:Choice xmlns:a14="http://schemas.microsoft.com/office/drawing/2010/main" Requires="a14">
          <p:sp>
            <p:nvSpPr>
              <p:cNvPr id="24" name="CuadroTexto 23">
                <a:extLst>
                  <a:ext uri="{FF2B5EF4-FFF2-40B4-BE49-F238E27FC236}">
                    <a16:creationId xmlns:a16="http://schemas.microsoft.com/office/drawing/2014/main" id="{11F9D438-31BA-6805-92FE-2E669424D77A}"/>
                  </a:ext>
                </a:extLst>
              </p:cNvPr>
              <p:cNvSpPr txBox="1"/>
              <p:nvPr/>
            </p:nvSpPr>
            <p:spPr>
              <a:xfrm>
                <a:off x="2431002" y="3868570"/>
                <a:ext cx="3781507" cy="6059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0" i="1" smtClean="0">
                              <a:solidFill>
                                <a:schemeClr val="accent1">
                                  <a:lumMod val="50000"/>
                                </a:schemeClr>
                              </a:solidFill>
                              <a:latin typeface="Cambria Math" panose="02040503050406030204" pitchFamily="18" charset="0"/>
                              <a:ea typeface="Cambria Math" panose="02040503050406030204" pitchFamily="18" charset="0"/>
                            </a:rPr>
                            <m:t>𝑊</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𝑙</m:t>
                          </m:r>
                          <m:r>
                            <a:rPr lang="es-ES" sz="1600"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sz="1600" i="1">
                          <a:solidFill>
                            <a:schemeClr val="accent1">
                              <a:lumMod val="50000"/>
                            </a:schemeClr>
                          </a:solidFill>
                          <a:latin typeface="Cambria Math" panose="02040503050406030204" pitchFamily="18" charset="0"/>
                          <a:ea typeface="Cambria Math" panose="02040503050406030204" pitchFamily="18" charset="0"/>
                        </a:rPr>
                        <m:t> </m:t>
                      </m:r>
                    </m:oMath>
                  </m:oMathPara>
                </a14:m>
                <a:endParaRPr lang="es-ES" sz="1600" i="1" dirty="0">
                  <a:solidFill>
                    <a:schemeClr val="accent6">
                      <a:lumMod val="50000"/>
                    </a:schemeClr>
                  </a:solidFill>
                  <a:latin typeface="Cambria Math" panose="02040503050406030204" pitchFamily="18" charset="0"/>
                  <a:ea typeface="Cambria Math" panose="02040503050406030204" pitchFamily="18" charset="0"/>
                </a:endParaRPr>
              </a:p>
              <a:p>
                <a:r>
                  <a:rPr lang="es-ES" sz="1600" dirty="0">
                    <a:solidFill>
                      <a:schemeClr val="accent1">
                        <a:lumMod val="50000"/>
                      </a:schemeClr>
                    </a:solidFill>
                  </a:rPr>
                  <a:t>Recuerda </a:t>
                </a:r>
                <a14:m>
                  <m:oMath xmlns:m="http://schemas.openxmlformats.org/officeDocument/2006/math">
                    <m:r>
                      <a:rPr lang="es-ES" sz="1600" b="0" i="0"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r>
                          <a:rPr lang="es-ES" sz="1600" i="1">
                            <a:solidFill>
                              <a:schemeClr val="accent1">
                                <a:lumMod val="50000"/>
                              </a:schemeClr>
                            </a:solidFill>
                            <a:latin typeface="Cambria Math" panose="02040503050406030204" pitchFamily="18" charset="0"/>
                            <a:ea typeface="Cambria Math" panose="02040503050406030204" pitchFamily="18" charset="0"/>
                          </a:rPr>
                          <m:t>𝑧</m:t>
                        </m:r>
                      </m:e>
                      <m:sup>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𝑙</m:t>
                        </m:r>
                        <m:r>
                          <a:rPr lang="es-ES" sz="1600" i="1">
                            <a:solidFill>
                              <a:schemeClr val="accent1">
                                <a:lumMod val="50000"/>
                              </a:schemeClr>
                            </a:solidFill>
                            <a:latin typeface="Cambria Math" panose="02040503050406030204" pitchFamily="18" charset="0"/>
                            <a:ea typeface="Cambria Math" panose="02040503050406030204" pitchFamily="18" charset="0"/>
                          </a:rPr>
                          <m:t>+1]</m:t>
                        </m:r>
                      </m:sup>
                    </m:sSup>
                    <m:r>
                      <a:rPr lang="es-ES" sz="1600" i="1">
                        <a:solidFill>
                          <a:schemeClr val="accent1">
                            <a:lumMod val="50000"/>
                          </a:schemeClr>
                        </a:solidFill>
                        <a:latin typeface="Cambria Math" panose="02040503050406030204" pitchFamily="18" charset="0"/>
                        <a:ea typeface="Cambria Math" panose="02040503050406030204" pitchFamily="18" charset="0"/>
                      </a:rPr>
                      <m:t>=</m:t>
                    </m:r>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r>
                          <a:rPr lang="es-ES" sz="1600" i="1">
                            <a:solidFill>
                              <a:schemeClr val="accent1">
                                <a:lumMod val="50000"/>
                              </a:schemeClr>
                            </a:solidFill>
                            <a:latin typeface="Cambria Math" panose="02040503050406030204" pitchFamily="18" charset="0"/>
                            <a:ea typeface="Cambria Math" panose="02040503050406030204" pitchFamily="18" charset="0"/>
                          </a:rPr>
                          <m:t>𝑊</m:t>
                        </m:r>
                      </m:e>
                      <m:sup>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𝑙</m:t>
                        </m:r>
                        <m:r>
                          <a:rPr lang="es-ES" sz="1600" i="1">
                            <a:solidFill>
                              <a:schemeClr val="accent1">
                                <a:lumMod val="50000"/>
                              </a:schemeClr>
                            </a:solidFill>
                            <a:latin typeface="Cambria Math" panose="02040503050406030204" pitchFamily="18" charset="0"/>
                            <a:ea typeface="Cambria Math" panose="02040503050406030204" pitchFamily="18" charset="0"/>
                          </a:rPr>
                          <m:t>+1]</m:t>
                        </m:r>
                      </m:sup>
                    </m:sSup>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r>
                          <a:rPr lang="es-ES" sz="1600" i="1">
                            <a:solidFill>
                              <a:schemeClr val="accent1">
                                <a:lumMod val="50000"/>
                              </a:schemeClr>
                            </a:solidFill>
                            <a:latin typeface="Cambria Math" panose="02040503050406030204" pitchFamily="18" charset="0"/>
                            <a:ea typeface="Cambria Math" panose="02040503050406030204" pitchFamily="18" charset="0"/>
                          </a:rPr>
                          <m:t>𝑎</m:t>
                        </m:r>
                      </m:e>
                      <m:sup>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𝑙</m:t>
                        </m:r>
                        <m:r>
                          <a:rPr lang="es-ES" sz="1600" i="1">
                            <a:solidFill>
                              <a:schemeClr val="accent1">
                                <a:lumMod val="50000"/>
                              </a:schemeClr>
                            </a:solidFill>
                            <a:latin typeface="Cambria Math" panose="02040503050406030204" pitchFamily="18" charset="0"/>
                            <a:ea typeface="Cambria Math" panose="02040503050406030204" pitchFamily="18" charset="0"/>
                          </a:rPr>
                          <m:t>]</m:t>
                        </m:r>
                      </m:sup>
                    </m:sSup>
                    <m:r>
                      <a:rPr lang="es-ES" sz="1600" i="1">
                        <a:solidFill>
                          <a:schemeClr val="accent1">
                            <a:lumMod val="50000"/>
                          </a:schemeClr>
                        </a:solidFill>
                        <a:latin typeface="Cambria Math" panose="02040503050406030204" pitchFamily="18" charset="0"/>
                        <a:ea typeface="Cambria Math" panose="02040503050406030204" pitchFamily="18" charset="0"/>
                      </a:rPr>
                      <m:t>+</m:t>
                    </m:r>
                    <m:sSup>
                      <m:sSupPr>
                        <m:ctrlPr>
                          <a:rPr lang="es-ES" sz="1600" i="1">
                            <a:solidFill>
                              <a:schemeClr val="accent1">
                                <a:lumMod val="50000"/>
                              </a:schemeClr>
                            </a:solidFill>
                            <a:latin typeface="Cambria Math" panose="02040503050406030204" pitchFamily="18" charset="0"/>
                            <a:ea typeface="Cambria Math" panose="02040503050406030204" pitchFamily="18" charset="0"/>
                          </a:rPr>
                        </m:ctrlPr>
                      </m:sSupPr>
                      <m:e>
                        <m:r>
                          <a:rPr lang="es-ES" sz="1600" i="1">
                            <a:solidFill>
                              <a:schemeClr val="accent1">
                                <a:lumMod val="50000"/>
                              </a:schemeClr>
                            </a:solidFill>
                            <a:latin typeface="Cambria Math" panose="02040503050406030204" pitchFamily="18" charset="0"/>
                            <a:ea typeface="Cambria Math" panose="02040503050406030204" pitchFamily="18" charset="0"/>
                          </a:rPr>
                          <m:t>𝑏</m:t>
                        </m:r>
                      </m:e>
                      <m:sup>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𝑙</m:t>
                        </m:r>
                        <m:r>
                          <a:rPr lang="es-ES" sz="1600" i="1">
                            <a:solidFill>
                              <a:schemeClr val="accent1">
                                <a:lumMod val="50000"/>
                              </a:schemeClr>
                            </a:solidFill>
                            <a:latin typeface="Cambria Math" panose="02040503050406030204" pitchFamily="18" charset="0"/>
                            <a:ea typeface="Cambria Math" panose="02040503050406030204" pitchFamily="18" charset="0"/>
                          </a:rPr>
                          <m:t>]</m:t>
                        </m:r>
                      </m:sup>
                    </m:sSup>
                  </m:oMath>
                </a14:m>
                <a:endParaRPr lang="es-ES" sz="1600" i="1" dirty="0">
                  <a:solidFill>
                    <a:schemeClr val="accent6">
                      <a:lumMod val="50000"/>
                    </a:schemeClr>
                  </a:solidFill>
                  <a:latin typeface="Cambria Math" panose="02040503050406030204" pitchFamily="18" charset="0"/>
                  <a:ea typeface="Cambria Math" panose="02040503050406030204" pitchFamily="18" charset="0"/>
                </a:endParaRPr>
              </a:p>
            </p:txBody>
          </p:sp>
        </mc:Choice>
        <mc:Fallback>
          <p:sp>
            <p:nvSpPr>
              <p:cNvPr id="24" name="CuadroTexto 23">
                <a:extLst>
                  <a:ext uri="{FF2B5EF4-FFF2-40B4-BE49-F238E27FC236}">
                    <a16:creationId xmlns:a16="http://schemas.microsoft.com/office/drawing/2014/main" id="{11F9D438-31BA-6805-92FE-2E669424D77A}"/>
                  </a:ext>
                </a:extLst>
              </p:cNvPr>
              <p:cNvSpPr txBox="1">
                <a:spLocks noRot="1" noChangeAspect="1" noMove="1" noResize="1" noEditPoints="1" noAdjustHandles="1" noChangeArrowheads="1" noChangeShapeType="1" noTextEdit="1"/>
              </p:cNvSpPr>
              <p:nvPr/>
            </p:nvSpPr>
            <p:spPr>
              <a:xfrm>
                <a:off x="2431002" y="3868570"/>
                <a:ext cx="3781507" cy="605935"/>
              </a:xfrm>
              <a:prstGeom prst="rect">
                <a:avLst/>
              </a:prstGeom>
              <a:blipFill>
                <a:blip r:embed="rId5"/>
                <a:stretch>
                  <a:fillRect l="-968" b="-13131"/>
                </a:stretch>
              </a:blipFill>
            </p:spPr>
            <p:txBody>
              <a:bodyPr/>
              <a:lstStyle/>
              <a:p>
                <a:r>
                  <a:rPr lang="es-ES">
                    <a:noFill/>
                  </a:rPr>
                  <a:t> </a:t>
                </a:r>
              </a:p>
            </p:txBody>
          </p:sp>
        </mc:Fallback>
      </mc:AlternateContent>
      <p:sp>
        <p:nvSpPr>
          <p:cNvPr id="32" name="CuadroTexto 31">
            <a:extLst>
              <a:ext uri="{FF2B5EF4-FFF2-40B4-BE49-F238E27FC236}">
                <a16:creationId xmlns:a16="http://schemas.microsoft.com/office/drawing/2014/main" id="{4F7FB7E2-CDA2-0A84-4B8A-13C9203A3141}"/>
              </a:ext>
            </a:extLst>
          </p:cNvPr>
          <p:cNvSpPr txBox="1"/>
          <p:nvPr/>
        </p:nvSpPr>
        <p:spPr>
          <a:xfrm>
            <a:off x="6303053" y="3184619"/>
            <a:ext cx="2290475" cy="584775"/>
          </a:xfrm>
          <a:prstGeom prst="rect">
            <a:avLst/>
          </a:prstGeom>
          <a:noFill/>
        </p:spPr>
        <p:txBody>
          <a:bodyPr wrap="square">
            <a:spAutoFit/>
          </a:bodyPr>
          <a:lstStyle/>
          <a:p>
            <a:pPr algn="ctr"/>
            <a:r>
              <a:rPr lang="es-ES" sz="1600" dirty="0">
                <a:solidFill>
                  <a:schemeClr val="accent1">
                    <a:lumMod val="50000"/>
                  </a:schemeClr>
                </a:solidFill>
              </a:rPr>
              <a:t>Derivada de la función de activación en la capa 𝑙</a:t>
            </a:r>
            <a:endParaRPr lang="es-ES" dirty="0"/>
          </a:p>
        </p:txBody>
      </p:sp>
      <p:sp>
        <p:nvSpPr>
          <p:cNvPr id="34" name="Rectángulo: esquinas redondeadas 33">
            <a:extLst>
              <a:ext uri="{FF2B5EF4-FFF2-40B4-BE49-F238E27FC236}">
                <a16:creationId xmlns:a16="http://schemas.microsoft.com/office/drawing/2014/main" id="{AEE74A44-9E5A-D2B1-DDE4-19C5EE1B6188}"/>
              </a:ext>
            </a:extLst>
          </p:cNvPr>
          <p:cNvSpPr/>
          <p:nvPr/>
        </p:nvSpPr>
        <p:spPr>
          <a:xfrm>
            <a:off x="5522862" y="2247848"/>
            <a:ext cx="689647" cy="787482"/>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8" name="Forma libre: forma 37">
            <a:extLst>
              <a:ext uri="{FF2B5EF4-FFF2-40B4-BE49-F238E27FC236}">
                <a16:creationId xmlns:a16="http://schemas.microsoft.com/office/drawing/2014/main" id="{3B11C049-B8CF-B1C9-E5A9-93277B7344F9}"/>
              </a:ext>
            </a:extLst>
          </p:cNvPr>
          <p:cNvSpPr/>
          <p:nvPr/>
        </p:nvSpPr>
        <p:spPr>
          <a:xfrm flipH="1">
            <a:off x="5795591" y="3070922"/>
            <a:ext cx="487733" cy="474167"/>
          </a:xfrm>
          <a:custGeom>
            <a:avLst/>
            <a:gdLst>
              <a:gd name="connsiteX0" fmla="*/ 471949 w 471949"/>
              <a:gd name="connsiteY0" fmla="*/ 0 h 405003"/>
              <a:gd name="connsiteX1" fmla="*/ 359861 w 471949"/>
              <a:gd name="connsiteY1" fmla="*/ 353961 h 405003"/>
              <a:gd name="connsiteX2" fmla="*/ 0 w 471949"/>
              <a:gd name="connsiteY2" fmla="*/ 395257 h 405003"/>
            </a:gdLst>
            <a:ahLst/>
            <a:cxnLst>
              <a:cxn ang="0">
                <a:pos x="connsiteX0" y="connsiteY0"/>
              </a:cxn>
              <a:cxn ang="0">
                <a:pos x="connsiteX1" y="connsiteY1"/>
              </a:cxn>
              <a:cxn ang="0">
                <a:pos x="connsiteX2" y="connsiteY2"/>
              </a:cxn>
            </a:cxnLst>
            <a:rect l="l" t="t" r="r" b="b"/>
            <a:pathLst>
              <a:path w="471949" h="405003">
                <a:moveTo>
                  <a:pt x="471949" y="0"/>
                </a:moveTo>
                <a:cubicBezTo>
                  <a:pt x="455234" y="144042"/>
                  <a:pt x="438519" y="288085"/>
                  <a:pt x="359861" y="353961"/>
                </a:cubicBezTo>
                <a:cubicBezTo>
                  <a:pt x="281203" y="419837"/>
                  <a:pt x="140601" y="407547"/>
                  <a:pt x="0" y="395257"/>
                </a:cubicBezTo>
              </a:path>
            </a:pathLst>
          </a:custGeom>
          <a:noFill/>
          <a:ln w="28575">
            <a:prstDash val="sysDot"/>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mc:Choice xmlns:a14="http://schemas.microsoft.com/office/drawing/2010/main" Requires="a14">
          <p:sp>
            <p:nvSpPr>
              <p:cNvPr id="40" name="CuadroTexto 39">
                <a:extLst>
                  <a:ext uri="{FF2B5EF4-FFF2-40B4-BE49-F238E27FC236}">
                    <a16:creationId xmlns:a16="http://schemas.microsoft.com/office/drawing/2014/main" id="{551D3397-6F35-376F-6DA7-E22E12AAD870}"/>
                  </a:ext>
                </a:extLst>
              </p:cNvPr>
              <p:cNvSpPr txBox="1"/>
              <p:nvPr/>
            </p:nvSpPr>
            <p:spPr>
              <a:xfrm>
                <a:off x="5547410" y="3733327"/>
                <a:ext cx="3887504" cy="4458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𝑙</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p:sp>
            <p:nvSpPr>
              <p:cNvPr id="40" name="CuadroTexto 39">
                <a:extLst>
                  <a:ext uri="{FF2B5EF4-FFF2-40B4-BE49-F238E27FC236}">
                    <a16:creationId xmlns:a16="http://schemas.microsoft.com/office/drawing/2014/main" id="{551D3397-6F35-376F-6DA7-E22E12AAD870}"/>
                  </a:ext>
                </a:extLst>
              </p:cNvPr>
              <p:cNvSpPr txBox="1">
                <a:spLocks noRot="1" noChangeAspect="1" noMove="1" noResize="1" noEditPoints="1" noAdjustHandles="1" noChangeArrowheads="1" noChangeShapeType="1" noTextEdit="1"/>
              </p:cNvSpPr>
              <p:nvPr/>
            </p:nvSpPr>
            <p:spPr>
              <a:xfrm>
                <a:off x="5547410" y="3733327"/>
                <a:ext cx="3887504" cy="445891"/>
              </a:xfrm>
              <a:prstGeom prst="rect">
                <a:avLst/>
              </a:prstGeom>
              <a:blipFill>
                <a:blip r:embed="rId6"/>
                <a:stretch>
                  <a:fillRect b="-1351"/>
                </a:stretch>
              </a:blipFill>
            </p:spPr>
            <p:txBody>
              <a:bodyPr/>
              <a:lstStyle/>
              <a:p>
                <a:r>
                  <a:rPr lang="es-ES">
                    <a:noFill/>
                  </a:rPr>
                  <a:t> </a:t>
                </a:r>
              </a:p>
            </p:txBody>
          </p:sp>
        </mc:Fallback>
      </mc:AlternateContent>
    </p:spTree>
    <p:extLst>
      <p:ext uri="{BB962C8B-B14F-4D97-AF65-F5344CB8AC3E}">
        <p14:creationId xmlns:p14="http://schemas.microsoft.com/office/powerpoint/2010/main" val="85255912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5D4DC-155B-12D2-6256-605E5724E28E}"/>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B848013F-9309-502B-5713-D0E457886129}"/>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8" name="CuadroTexto 7">
            <a:extLst>
              <a:ext uri="{FF2B5EF4-FFF2-40B4-BE49-F238E27FC236}">
                <a16:creationId xmlns:a16="http://schemas.microsoft.com/office/drawing/2014/main" id="{4594D4C8-B052-5AF0-69F7-0DF20182E7AA}"/>
              </a:ext>
            </a:extLst>
          </p:cNvPr>
          <p:cNvSpPr txBox="1"/>
          <p:nvPr/>
        </p:nvSpPr>
        <p:spPr>
          <a:xfrm>
            <a:off x="320664" y="1252261"/>
            <a:ext cx="11672580" cy="1477328"/>
          </a:xfrm>
          <a:prstGeom prst="rect">
            <a:avLst/>
          </a:prstGeom>
          <a:noFill/>
        </p:spPr>
        <p:txBody>
          <a:bodyPr wrap="square">
            <a:spAutoFit/>
          </a:bodyPr>
          <a:lstStyle/>
          <a:p>
            <a:pPr marL="285750" indent="-285750">
              <a:buFont typeface="Arial" panose="020B0604020202020204" pitchFamily="34" charset="0"/>
              <a:buChar char="•"/>
            </a:pPr>
            <a:r>
              <a:rPr lang="es-ES" dirty="0" smtClean="0">
                <a:solidFill>
                  <a:schemeClr val="accent1">
                    <a:lumMod val="50000"/>
                  </a:schemeClr>
                </a:solidFill>
              </a:rPr>
              <a:t>Supongamos </a:t>
            </a:r>
            <a:r>
              <a:rPr lang="es-ES" dirty="0">
                <a:solidFill>
                  <a:schemeClr val="accent1">
                    <a:lumMod val="50000"/>
                  </a:schemeClr>
                </a:solidFill>
              </a:rPr>
              <a:t>conocido                                 , entonces:</a:t>
            </a:r>
          </a:p>
          <a:p>
            <a:pPr marL="285750" indent="-285750">
              <a:buFont typeface="Arial" panose="020B0604020202020204" pitchFamily="34" charset="0"/>
              <a:buChar char="•"/>
            </a:pPr>
            <a:endParaRPr lang="es-ES" dirty="0">
              <a:solidFill>
                <a:schemeClr val="accent1">
                  <a:lumMod val="50000"/>
                </a:schemeClr>
              </a:solidFill>
            </a:endParaRPr>
          </a:p>
          <a:p>
            <a:pPr marL="285750" indent="-285750">
              <a:buFont typeface="Arial" panose="020B0604020202020204" pitchFamily="34" charset="0"/>
              <a:buChar char="•"/>
            </a:pPr>
            <a:endParaRPr lang="es-ES" dirty="0">
              <a:solidFill>
                <a:schemeClr val="accent1">
                  <a:lumMod val="50000"/>
                </a:schemeClr>
              </a:solidFill>
            </a:endParaRPr>
          </a:p>
          <a:p>
            <a:pPr marL="285750" indent="-285750">
              <a:buFont typeface="Arial" panose="020B0604020202020204" pitchFamily="34" charset="0"/>
              <a:buChar char="•"/>
            </a:pPr>
            <a:r>
              <a:rPr lang="es-ES" dirty="0">
                <a:solidFill>
                  <a:schemeClr val="accent1">
                    <a:lumMod val="50000"/>
                  </a:schemeClr>
                </a:solidFill>
              </a:rPr>
              <a:t>Ahora podemos calcular las derivadas parciales de la función de coste respecto a los pesos en la capa [𝑙]:</a:t>
            </a:r>
            <a:endParaRPr lang="es-ES" dirty="0"/>
          </a:p>
          <a:p>
            <a:pPr marL="285750" indent="-285750">
              <a:buFont typeface="Arial" panose="020B0604020202020204" pitchFamily="34" charset="0"/>
              <a:buChar char="•"/>
            </a:pPr>
            <a:endParaRPr lang="es-ES" dirty="0"/>
          </a:p>
        </p:txBody>
      </p:sp>
      <p:sp>
        <p:nvSpPr>
          <p:cNvPr id="25" name="CuadroTexto 24">
            <a:extLst>
              <a:ext uri="{FF2B5EF4-FFF2-40B4-BE49-F238E27FC236}">
                <a16:creationId xmlns:a16="http://schemas.microsoft.com/office/drawing/2014/main" id="{F128E393-82B0-4BA3-AE38-23BF02C9F725}"/>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V)</a:t>
            </a:r>
            <a:r>
              <a:rPr lang="en-US" sz="2000" dirty="0">
                <a:solidFill>
                  <a:schemeClr val="accent1">
                    <a:lumMod val="50000"/>
                  </a:schemeClr>
                </a:solidFill>
              </a:rPr>
              <a:t>  </a:t>
            </a: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3BA3BDA0-883E-FC6B-8ECC-6B784FCBC98A}"/>
                  </a:ext>
                </a:extLst>
              </p:cNvPr>
              <p:cNvSpPr txBox="1"/>
              <p:nvPr/>
            </p:nvSpPr>
            <p:spPr>
              <a:xfrm>
                <a:off x="2791941" y="1097195"/>
                <a:ext cx="1786196" cy="6190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b="0"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den>
                      </m:f>
                    </m:oMath>
                  </m:oMathPara>
                </a14:m>
                <a:endParaRPr lang="es-ES" dirty="0"/>
              </a:p>
            </p:txBody>
          </p:sp>
        </mc:Choice>
        <mc:Fallback>
          <p:sp>
            <p:nvSpPr>
              <p:cNvPr id="2" name="CuadroTexto 1">
                <a:extLst>
                  <a:ext uri="{FF2B5EF4-FFF2-40B4-BE49-F238E27FC236}">
                    <a16:creationId xmlns:a16="http://schemas.microsoft.com/office/drawing/2014/main" id="{3BA3BDA0-883E-FC6B-8ECC-6B784FCBC98A}"/>
                  </a:ext>
                </a:extLst>
              </p:cNvPr>
              <p:cNvSpPr txBox="1">
                <a:spLocks noRot="1" noChangeAspect="1" noMove="1" noResize="1" noEditPoints="1" noAdjustHandles="1" noChangeArrowheads="1" noChangeShapeType="1" noTextEdit="1"/>
              </p:cNvSpPr>
              <p:nvPr/>
            </p:nvSpPr>
            <p:spPr>
              <a:xfrm>
                <a:off x="2791941" y="1097195"/>
                <a:ext cx="1786196" cy="619016"/>
              </a:xfrm>
              <a:prstGeom prst="rect">
                <a:avLst/>
              </a:prstGeom>
              <a:blipFill>
                <a:blip r:embed="rId2"/>
                <a:stretch>
                  <a:fillRect/>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6" name="CuadroTexto 5">
                <a:extLst>
                  <a:ext uri="{FF2B5EF4-FFF2-40B4-BE49-F238E27FC236}">
                    <a16:creationId xmlns:a16="http://schemas.microsoft.com/office/drawing/2014/main" id="{12A934F9-DF94-449E-EBB8-0F8A224A41F3}"/>
                  </a:ext>
                </a:extLst>
              </p:cNvPr>
              <p:cNvSpPr txBox="1"/>
              <p:nvPr/>
            </p:nvSpPr>
            <p:spPr>
              <a:xfrm>
                <a:off x="4243862" y="1079387"/>
                <a:ext cx="6976038" cy="624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p:sp>
            <p:nvSpPr>
              <p:cNvPr id="6" name="CuadroTexto 5">
                <a:extLst>
                  <a:ext uri="{FF2B5EF4-FFF2-40B4-BE49-F238E27FC236}">
                    <a16:creationId xmlns:a16="http://schemas.microsoft.com/office/drawing/2014/main" id="{12A934F9-DF94-449E-EBB8-0F8A224A41F3}"/>
                  </a:ext>
                </a:extLst>
              </p:cNvPr>
              <p:cNvSpPr txBox="1">
                <a:spLocks noRot="1" noChangeAspect="1" noMove="1" noResize="1" noEditPoints="1" noAdjustHandles="1" noChangeArrowheads="1" noChangeShapeType="1" noTextEdit="1"/>
              </p:cNvSpPr>
              <p:nvPr/>
            </p:nvSpPr>
            <p:spPr>
              <a:xfrm>
                <a:off x="4243862" y="1079387"/>
                <a:ext cx="6976038" cy="624017"/>
              </a:xfrm>
              <a:prstGeom prst="rect">
                <a:avLst/>
              </a:prstGeom>
              <a:blipFill>
                <a:blip r:embed="rId3"/>
                <a:stretch>
                  <a:fillRect/>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6C0627A3-F4D6-D777-A500-C0304B17ABA3}"/>
                  </a:ext>
                </a:extLst>
              </p:cNvPr>
              <p:cNvSpPr txBox="1"/>
              <p:nvPr/>
            </p:nvSpPr>
            <p:spPr>
              <a:xfrm>
                <a:off x="320664" y="2783850"/>
                <a:ext cx="6096982" cy="162621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1"/>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e>
                            </m:mr>
                            <m:mr>
                              <m:e>
                                <m:eqArr>
                                  <m:eqArrPr>
                                    <m:ctrlPr>
                                      <a:rPr lang="es-ES" i="1">
                                        <a:solidFill>
                                          <a:schemeClr val="accent1">
                                            <a:lumMod val="50000"/>
                                          </a:schemeClr>
                                        </a:solidFill>
                                        <a:latin typeface="Cambria Math" panose="02040503050406030204" pitchFamily="18" charset="0"/>
                                        <a:ea typeface="Cambria Math" panose="02040503050406030204" pitchFamily="18" charset="0"/>
                                      </a:rPr>
                                    </m:ctrlPr>
                                  </m:eqArrPr>
                                  <m:e/>
                                  <m:e>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1">
                                            <a:lumMod val="50000"/>
                                          </a:schemeClr>
                                        </a:solidFill>
                                        <a:latin typeface="Cambria Math" panose="02040503050406030204" pitchFamily="18" charset="0"/>
                                        <a:ea typeface="Cambria Math" panose="02040503050406030204" pitchFamily="18" charset="0"/>
                                      </a:rPr>
                                      <m:t> =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             </m:t>
                                    </m:r>
                                  </m:e>
                                </m:eqArr>
                              </m:e>
                            </m:mr>
                          </m:m>
                        </m:e>
                      </m:d>
                    </m:oMath>
                  </m:oMathPara>
                </a14:m>
                <a:endParaRPr lang="es-ES" dirty="0"/>
              </a:p>
            </p:txBody>
          </p:sp>
        </mc:Choice>
        <mc:Fallback>
          <p:sp>
            <p:nvSpPr>
              <p:cNvPr id="10" name="CuadroTexto 9">
                <a:extLst>
                  <a:ext uri="{FF2B5EF4-FFF2-40B4-BE49-F238E27FC236}">
                    <a16:creationId xmlns:a16="http://schemas.microsoft.com/office/drawing/2014/main" id="{6C0627A3-F4D6-D777-A500-C0304B17ABA3}"/>
                  </a:ext>
                </a:extLst>
              </p:cNvPr>
              <p:cNvSpPr txBox="1">
                <a:spLocks noRot="1" noChangeAspect="1" noMove="1" noResize="1" noEditPoints="1" noAdjustHandles="1" noChangeArrowheads="1" noChangeShapeType="1" noTextEdit="1"/>
              </p:cNvSpPr>
              <p:nvPr/>
            </p:nvSpPr>
            <p:spPr>
              <a:xfrm>
                <a:off x="320664" y="2783850"/>
                <a:ext cx="6096982" cy="1626214"/>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9BB3A571-FB6D-70B0-1454-9BF1DC581BC2}"/>
                  </a:ext>
                </a:extLst>
              </p:cNvPr>
              <p:cNvSpPr txBox="1"/>
              <p:nvPr/>
            </p:nvSpPr>
            <p:spPr>
              <a:xfrm>
                <a:off x="6224460" y="3361061"/>
                <a:ext cx="3404356" cy="381130"/>
              </a:xfrm>
              <a:prstGeom prst="rect">
                <a:avLst/>
              </a:prstGeom>
              <a:noFill/>
            </p:spPr>
            <p:txBody>
              <a:bodyPr wrap="square">
                <a:spAutoFit/>
              </a:bodyPr>
              <a:lstStyle/>
              <a:p>
                <a:r>
                  <a:rPr lang="es-ES" sz="1800" dirty="0">
                    <a:solidFill>
                      <a:schemeClr val="accent1">
                        <a:lumMod val="50000"/>
                      </a:schemeClr>
                    </a:solidFill>
                  </a:rPr>
                  <a:t>Recuerda </a:t>
                </a:r>
                <a14:m>
                  <m:oMath xmlns:m="http://schemas.openxmlformats.org/officeDocument/2006/math">
                    <m:r>
                      <a:rPr lang="es-ES" sz="1800" b="0" i="0"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sz="1800" i="1">
                            <a:solidFill>
                              <a:schemeClr val="accent1">
                                <a:lumMod val="50000"/>
                              </a:schemeClr>
                            </a:solidFill>
                            <a:latin typeface="Cambria Math" panose="02040503050406030204" pitchFamily="18" charset="0"/>
                            <a:ea typeface="Cambria Math" panose="02040503050406030204" pitchFamily="18" charset="0"/>
                          </a:rPr>
                        </m:ctrlPr>
                      </m:sSupPr>
                      <m:e>
                        <m:r>
                          <a:rPr lang="es-ES" sz="1800" i="1">
                            <a:solidFill>
                              <a:schemeClr val="accent1">
                                <a:lumMod val="50000"/>
                              </a:schemeClr>
                            </a:solidFill>
                            <a:latin typeface="Cambria Math" panose="02040503050406030204" pitchFamily="18" charset="0"/>
                            <a:ea typeface="Cambria Math" panose="02040503050406030204" pitchFamily="18" charset="0"/>
                          </a:rPr>
                          <m:t>𝑧</m:t>
                        </m:r>
                      </m:e>
                      <m:sup>
                        <m:r>
                          <a:rPr lang="es-ES" sz="1800" i="1">
                            <a:solidFill>
                              <a:schemeClr val="accent1">
                                <a:lumMod val="50000"/>
                              </a:schemeClr>
                            </a:solidFill>
                            <a:latin typeface="Cambria Math" panose="02040503050406030204" pitchFamily="18" charset="0"/>
                            <a:ea typeface="Cambria Math" panose="02040503050406030204" pitchFamily="18" charset="0"/>
                          </a:rPr>
                          <m:t>[</m:t>
                        </m:r>
                        <m:r>
                          <a:rPr lang="es-ES" sz="1800" i="1">
                            <a:solidFill>
                              <a:schemeClr val="accent1">
                                <a:lumMod val="50000"/>
                              </a:schemeClr>
                            </a:solidFill>
                            <a:latin typeface="Cambria Math" panose="02040503050406030204" pitchFamily="18" charset="0"/>
                            <a:ea typeface="Cambria Math" panose="02040503050406030204" pitchFamily="18" charset="0"/>
                          </a:rPr>
                          <m:t>𝑙</m:t>
                        </m:r>
                        <m:r>
                          <a:rPr lang="es-ES" sz="1800" i="1">
                            <a:solidFill>
                              <a:schemeClr val="accent1">
                                <a:lumMod val="50000"/>
                              </a:schemeClr>
                            </a:solidFill>
                            <a:latin typeface="Cambria Math" panose="02040503050406030204" pitchFamily="18" charset="0"/>
                            <a:ea typeface="Cambria Math" panose="02040503050406030204" pitchFamily="18" charset="0"/>
                          </a:rPr>
                          <m:t>]</m:t>
                        </m:r>
                      </m:sup>
                    </m:sSup>
                    <m:r>
                      <a:rPr lang="es-ES" sz="1800" i="1">
                        <a:solidFill>
                          <a:schemeClr val="accent1">
                            <a:lumMod val="50000"/>
                          </a:schemeClr>
                        </a:solidFill>
                        <a:latin typeface="Cambria Math" panose="02040503050406030204" pitchFamily="18" charset="0"/>
                        <a:ea typeface="Cambria Math" panose="02040503050406030204" pitchFamily="18" charset="0"/>
                      </a:rPr>
                      <m:t>=</m:t>
                    </m:r>
                    <m:sSup>
                      <m:sSupPr>
                        <m:ctrlPr>
                          <a:rPr lang="es-ES" sz="1800" i="1">
                            <a:solidFill>
                              <a:schemeClr val="accent1">
                                <a:lumMod val="50000"/>
                              </a:schemeClr>
                            </a:solidFill>
                            <a:latin typeface="Cambria Math" panose="02040503050406030204" pitchFamily="18" charset="0"/>
                            <a:ea typeface="Cambria Math" panose="02040503050406030204" pitchFamily="18" charset="0"/>
                          </a:rPr>
                        </m:ctrlPr>
                      </m:sSupPr>
                      <m:e>
                        <m:r>
                          <a:rPr lang="es-ES" sz="1800" i="1">
                            <a:solidFill>
                              <a:schemeClr val="accent1">
                                <a:lumMod val="50000"/>
                              </a:schemeClr>
                            </a:solidFill>
                            <a:latin typeface="Cambria Math" panose="02040503050406030204" pitchFamily="18" charset="0"/>
                            <a:ea typeface="Cambria Math" panose="02040503050406030204" pitchFamily="18" charset="0"/>
                          </a:rPr>
                          <m:t>𝑊</m:t>
                        </m:r>
                      </m:e>
                      <m:sup>
                        <m:r>
                          <a:rPr lang="es-ES" sz="1800" i="1">
                            <a:solidFill>
                              <a:schemeClr val="accent1">
                                <a:lumMod val="50000"/>
                              </a:schemeClr>
                            </a:solidFill>
                            <a:latin typeface="Cambria Math" panose="02040503050406030204" pitchFamily="18" charset="0"/>
                            <a:ea typeface="Cambria Math" panose="02040503050406030204" pitchFamily="18" charset="0"/>
                          </a:rPr>
                          <m:t>[</m:t>
                        </m:r>
                        <m:r>
                          <a:rPr lang="es-ES" sz="1800" i="1">
                            <a:solidFill>
                              <a:schemeClr val="accent1">
                                <a:lumMod val="50000"/>
                              </a:schemeClr>
                            </a:solidFill>
                            <a:latin typeface="Cambria Math" panose="02040503050406030204" pitchFamily="18" charset="0"/>
                            <a:ea typeface="Cambria Math" panose="02040503050406030204" pitchFamily="18" charset="0"/>
                          </a:rPr>
                          <m:t>𝑙</m:t>
                        </m:r>
                        <m:r>
                          <a:rPr lang="es-ES" sz="1800" i="1">
                            <a:solidFill>
                              <a:schemeClr val="accent1">
                                <a:lumMod val="50000"/>
                              </a:schemeClr>
                            </a:solidFill>
                            <a:latin typeface="Cambria Math" panose="02040503050406030204" pitchFamily="18" charset="0"/>
                            <a:ea typeface="Cambria Math" panose="02040503050406030204" pitchFamily="18" charset="0"/>
                          </a:rPr>
                          <m:t>]</m:t>
                        </m:r>
                      </m:sup>
                    </m:sSup>
                    <m:sSup>
                      <m:sSupPr>
                        <m:ctrlPr>
                          <a:rPr lang="es-ES" sz="1800" i="1">
                            <a:solidFill>
                              <a:schemeClr val="accent1">
                                <a:lumMod val="50000"/>
                              </a:schemeClr>
                            </a:solidFill>
                            <a:latin typeface="Cambria Math" panose="02040503050406030204" pitchFamily="18" charset="0"/>
                            <a:ea typeface="Cambria Math" panose="02040503050406030204" pitchFamily="18" charset="0"/>
                          </a:rPr>
                        </m:ctrlPr>
                      </m:sSupPr>
                      <m:e>
                        <m:r>
                          <a:rPr lang="es-ES" sz="1800" i="1">
                            <a:solidFill>
                              <a:schemeClr val="accent1">
                                <a:lumMod val="50000"/>
                              </a:schemeClr>
                            </a:solidFill>
                            <a:latin typeface="Cambria Math" panose="02040503050406030204" pitchFamily="18" charset="0"/>
                            <a:ea typeface="Cambria Math" panose="02040503050406030204" pitchFamily="18" charset="0"/>
                          </a:rPr>
                          <m:t>𝑎</m:t>
                        </m:r>
                      </m:e>
                      <m:sup>
                        <m:r>
                          <a:rPr lang="es-ES" sz="1800" i="1">
                            <a:solidFill>
                              <a:schemeClr val="accent1">
                                <a:lumMod val="50000"/>
                              </a:schemeClr>
                            </a:solidFill>
                            <a:latin typeface="Cambria Math" panose="02040503050406030204" pitchFamily="18" charset="0"/>
                            <a:ea typeface="Cambria Math" panose="02040503050406030204" pitchFamily="18" charset="0"/>
                          </a:rPr>
                          <m:t>[</m:t>
                        </m:r>
                        <m:r>
                          <a:rPr lang="es-ES" sz="1800" i="1">
                            <a:solidFill>
                              <a:schemeClr val="accent1">
                                <a:lumMod val="50000"/>
                              </a:schemeClr>
                            </a:solidFill>
                            <a:latin typeface="Cambria Math" panose="02040503050406030204" pitchFamily="18" charset="0"/>
                            <a:ea typeface="Cambria Math" panose="02040503050406030204" pitchFamily="18" charset="0"/>
                          </a:rPr>
                          <m:t>𝑙</m:t>
                        </m:r>
                        <m:r>
                          <a:rPr lang="es-ES" sz="1800" b="0" i="1" smtClean="0">
                            <a:solidFill>
                              <a:schemeClr val="accent1">
                                <a:lumMod val="50000"/>
                              </a:schemeClr>
                            </a:solidFill>
                            <a:latin typeface="Cambria Math" panose="02040503050406030204" pitchFamily="18" charset="0"/>
                            <a:ea typeface="Cambria Math" panose="02040503050406030204" pitchFamily="18" charset="0"/>
                          </a:rPr>
                          <m:t>−1</m:t>
                        </m:r>
                        <m:r>
                          <a:rPr lang="es-ES" sz="1800" i="1">
                            <a:solidFill>
                              <a:schemeClr val="accent1">
                                <a:lumMod val="50000"/>
                              </a:schemeClr>
                            </a:solidFill>
                            <a:latin typeface="Cambria Math" panose="02040503050406030204" pitchFamily="18" charset="0"/>
                            <a:ea typeface="Cambria Math" panose="02040503050406030204" pitchFamily="18" charset="0"/>
                          </a:rPr>
                          <m:t>]</m:t>
                        </m:r>
                      </m:sup>
                    </m:sSup>
                    <m:r>
                      <a:rPr lang="es-ES" sz="1800" i="1">
                        <a:solidFill>
                          <a:schemeClr val="accent1">
                            <a:lumMod val="50000"/>
                          </a:schemeClr>
                        </a:solidFill>
                        <a:latin typeface="Cambria Math" panose="02040503050406030204" pitchFamily="18" charset="0"/>
                        <a:ea typeface="Cambria Math" panose="02040503050406030204" pitchFamily="18" charset="0"/>
                      </a:rPr>
                      <m:t>+</m:t>
                    </m:r>
                    <m:sSup>
                      <m:sSupPr>
                        <m:ctrlPr>
                          <a:rPr lang="es-ES" sz="1800" i="1">
                            <a:solidFill>
                              <a:schemeClr val="accent1">
                                <a:lumMod val="50000"/>
                              </a:schemeClr>
                            </a:solidFill>
                            <a:latin typeface="Cambria Math" panose="02040503050406030204" pitchFamily="18" charset="0"/>
                            <a:ea typeface="Cambria Math" panose="02040503050406030204" pitchFamily="18" charset="0"/>
                          </a:rPr>
                        </m:ctrlPr>
                      </m:sSupPr>
                      <m:e>
                        <m:r>
                          <a:rPr lang="es-ES" sz="1800" i="1">
                            <a:solidFill>
                              <a:schemeClr val="accent1">
                                <a:lumMod val="50000"/>
                              </a:schemeClr>
                            </a:solidFill>
                            <a:latin typeface="Cambria Math" panose="02040503050406030204" pitchFamily="18" charset="0"/>
                            <a:ea typeface="Cambria Math" panose="02040503050406030204" pitchFamily="18" charset="0"/>
                          </a:rPr>
                          <m:t>𝑏</m:t>
                        </m:r>
                      </m:e>
                      <m:sup>
                        <m:r>
                          <a:rPr lang="es-ES" sz="1800" i="1">
                            <a:solidFill>
                              <a:schemeClr val="accent1">
                                <a:lumMod val="50000"/>
                              </a:schemeClr>
                            </a:solidFill>
                            <a:latin typeface="Cambria Math" panose="02040503050406030204" pitchFamily="18" charset="0"/>
                            <a:ea typeface="Cambria Math" panose="02040503050406030204" pitchFamily="18" charset="0"/>
                          </a:rPr>
                          <m:t>[</m:t>
                        </m:r>
                        <m:r>
                          <a:rPr lang="es-ES" sz="1800" i="1">
                            <a:solidFill>
                              <a:schemeClr val="accent1">
                                <a:lumMod val="50000"/>
                              </a:schemeClr>
                            </a:solidFill>
                            <a:latin typeface="Cambria Math" panose="02040503050406030204" pitchFamily="18" charset="0"/>
                            <a:ea typeface="Cambria Math" panose="02040503050406030204" pitchFamily="18" charset="0"/>
                          </a:rPr>
                          <m:t>𝑙</m:t>
                        </m:r>
                        <m:r>
                          <a:rPr lang="es-ES" sz="1800" i="1">
                            <a:solidFill>
                              <a:schemeClr val="accent1">
                                <a:lumMod val="50000"/>
                              </a:schemeClr>
                            </a:solidFill>
                            <a:latin typeface="Cambria Math" panose="02040503050406030204" pitchFamily="18" charset="0"/>
                            <a:ea typeface="Cambria Math" panose="02040503050406030204" pitchFamily="18" charset="0"/>
                          </a:rPr>
                          <m:t>]</m:t>
                        </m:r>
                      </m:sup>
                    </m:sSup>
                  </m:oMath>
                </a14:m>
                <a:endParaRPr lang="es-ES" dirty="0"/>
              </a:p>
            </p:txBody>
          </p:sp>
        </mc:Choice>
        <mc:Fallback>
          <p:sp>
            <p:nvSpPr>
              <p:cNvPr id="13" name="CuadroTexto 12">
                <a:extLst>
                  <a:ext uri="{FF2B5EF4-FFF2-40B4-BE49-F238E27FC236}">
                    <a16:creationId xmlns:a16="http://schemas.microsoft.com/office/drawing/2014/main" id="{9BB3A571-FB6D-70B0-1454-9BF1DC581BC2}"/>
                  </a:ext>
                </a:extLst>
              </p:cNvPr>
              <p:cNvSpPr txBox="1">
                <a:spLocks noRot="1" noChangeAspect="1" noMove="1" noResize="1" noEditPoints="1" noAdjustHandles="1" noChangeArrowheads="1" noChangeShapeType="1" noTextEdit="1"/>
              </p:cNvSpPr>
              <p:nvPr/>
            </p:nvSpPr>
            <p:spPr>
              <a:xfrm>
                <a:off x="6224460" y="3361061"/>
                <a:ext cx="3404356" cy="381130"/>
              </a:xfrm>
              <a:prstGeom prst="rect">
                <a:avLst/>
              </a:prstGeom>
              <a:blipFill>
                <a:blip r:embed="rId5"/>
                <a:stretch>
                  <a:fillRect l="-1431" t="-4762" b="-23810"/>
                </a:stretch>
              </a:blipFill>
            </p:spPr>
            <p:txBody>
              <a:bodyPr/>
              <a:lstStyle/>
              <a:p>
                <a:r>
                  <a:rPr lang="es-ES">
                    <a:noFill/>
                  </a:rPr>
                  <a:t> </a:t>
                </a:r>
              </a:p>
            </p:txBody>
          </p:sp>
        </mc:Fallback>
      </mc:AlternateContent>
    </p:spTree>
    <p:extLst>
      <p:ext uri="{BB962C8B-B14F-4D97-AF65-F5344CB8AC3E}">
        <p14:creationId xmlns:p14="http://schemas.microsoft.com/office/powerpoint/2010/main" val="414725903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094D9-CDAD-8152-FF9E-07BF14F4D225}"/>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1FFBD384-DF60-C999-E3E3-D85A34FD8584}"/>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8" name="CuadroTexto 7">
            <a:extLst>
              <a:ext uri="{FF2B5EF4-FFF2-40B4-BE49-F238E27FC236}">
                <a16:creationId xmlns:a16="http://schemas.microsoft.com/office/drawing/2014/main" id="{4A82A9B5-4D22-88AE-CF72-6E51962CD174}"/>
              </a:ext>
            </a:extLst>
          </p:cNvPr>
          <p:cNvSpPr txBox="1"/>
          <p:nvPr/>
        </p:nvSpPr>
        <p:spPr>
          <a:xfrm>
            <a:off x="519420" y="2507306"/>
            <a:ext cx="11672580" cy="369332"/>
          </a:xfrm>
          <a:prstGeom prst="rect">
            <a:avLst/>
          </a:prstGeom>
          <a:noFill/>
        </p:spPr>
        <p:txBody>
          <a:bodyPr wrap="square">
            <a:spAutoFit/>
          </a:bodyPr>
          <a:lstStyle/>
          <a:p>
            <a:pPr marL="285750" indent="-285750">
              <a:buFont typeface="Arial" panose="020B0604020202020204" pitchFamily="34" charset="0"/>
              <a:buChar char="•"/>
            </a:pPr>
            <a:r>
              <a:rPr lang="es-ES" b="1" dirty="0">
                <a:solidFill>
                  <a:schemeClr val="accent1">
                    <a:lumMod val="50000"/>
                  </a:schemeClr>
                </a:solidFill>
              </a:rPr>
              <a:t>Algoritmo de  </a:t>
            </a:r>
            <a:r>
              <a:rPr lang="es-ES" b="1" dirty="0" err="1">
                <a:solidFill>
                  <a:schemeClr val="accent1">
                    <a:lumMod val="50000"/>
                  </a:schemeClr>
                </a:solidFill>
              </a:rPr>
              <a:t>Backpropagation</a:t>
            </a:r>
            <a:r>
              <a:rPr lang="es-ES" dirty="0">
                <a:solidFill>
                  <a:schemeClr val="accent1">
                    <a:lumMod val="50000"/>
                  </a:schemeClr>
                </a:solidFill>
              </a:rPr>
              <a:t>.</a:t>
            </a:r>
          </a:p>
        </p:txBody>
      </p:sp>
      <p:sp>
        <p:nvSpPr>
          <p:cNvPr id="25" name="CuadroTexto 24">
            <a:extLst>
              <a:ext uri="{FF2B5EF4-FFF2-40B4-BE49-F238E27FC236}">
                <a16:creationId xmlns:a16="http://schemas.microsoft.com/office/drawing/2014/main" id="{34C5C25F-B350-8BC7-066C-17A28414C2E8}"/>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VI)</a:t>
            </a:r>
            <a:r>
              <a:rPr lang="en-US" sz="2000" dirty="0">
                <a:solidFill>
                  <a:schemeClr val="accent1">
                    <a:lumMod val="50000"/>
                  </a:schemeClr>
                </a:solidFill>
              </a:rPr>
              <a:t>  </a:t>
            </a:r>
          </a:p>
        </p:txBody>
      </p:sp>
      <mc:AlternateContent xmlns:mc="http://schemas.openxmlformats.org/markup-compatibility/2006" xmlns:a14="http://schemas.microsoft.com/office/drawing/2010/main">
        <mc:Choice Requires="a14">
          <p:sp>
            <p:nvSpPr>
              <p:cNvPr id="11" name="Rectángulo: esquinas redondeadas 10">
                <a:extLst>
                  <a:ext uri="{FF2B5EF4-FFF2-40B4-BE49-F238E27FC236}">
                    <a16:creationId xmlns:a16="http://schemas.microsoft.com/office/drawing/2014/main" id="{9148DAB6-23FC-20F5-A338-B447E2246E13}"/>
                  </a:ext>
                </a:extLst>
              </p:cNvPr>
              <p:cNvSpPr/>
              <p:nvPr/>
            </p:nvSpPr>
            <p:spPr>
              <a:xfrm>
                <a:off x="11308955" y="4318896"/>
                <a:ext cx="540000" cy="504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dirty="0"/>
              </a:p>
            </p:txBody>
          </p:sp>
        </mc:Choice>
        <mc:Fallback xmlns="">
          <p:sp>
            <p:nvSpPr>
              <p:cNvPr id="11" name="Rectángulo: esquinas redondeadas 10">
                <a:extLst>
                  <a:ext uri="{FF2B5EF4-FFF2-40B4-BE49-F238E27FC236}">
                    <a16:creationId xmlns:a16="http://schemas.microsoft.com/office/drawing/2014/main" id="{9148DAB6-23FC-20F5-A338-B447E2246E13}"/>
                  </a:ext>
                </a:extLst>
              </p:cNvPr>
              <p:cNvSpPr>
                <a:spLocks noRot="1" noChangeAspect="1" noMove="1" noResize="1" noEditPoints="1" noAdjustHandles="1" noChangeArrowheads="1" noChangeShapeType="1" noTextEdit="1"/>
              </p:cNvSpPr>
              <p:nvPr/>
            </p:nvSpPr>
            <p:spPr>
              <a:xfrm>
                <a:off x="11308955" y="4318896"/>
                <a:ext cx="540000" cy="504000"/>
              </a:xfrm>
              <a:prstGeom prst="roundRect">
                <a:avLst/>
              </a:prstGeom>
              <a:blipFill>
                <a:blip r:embed="rId3"/>
                <a:stretch>
                  <a:fillRect/>
                </a:stretch>
              </a:blipFill>
              <a:ln w="25400">
                <a:prstDash val="solid"/>
              </a:ln>
            </p:spPr>
            <p:txBody>
              <a:bodyPr/>
              <a:lstStyle/>
              <a:p>
                <a:r>
                  <a:rPr lang="es-ES">
                    <a:noFill/>
                  </a:rPr>
                  <a:t> </a:t>
                </a:r>
              </a:p>
            </p:txBody>
          </p:sp>
        </mc:Fallback>
      </mc:AlternateContent>
      <p:pic>
        <p:nvPicPr>
          <p:cNvPr id="2" name="Imagen 1">
            <a:extLst>
              <a:ext uri="{FF2B5EF4-FFF2-40B4-BE49-F238E27FC236}">
                <a16:creationId xmlns:a16="http://schemas.microsoft.com/office/drawing/2014/main" id="{8A3443EB-CA1D-92EC-5875-9D42A63C0A50}"/>
              </a:ext>
            </a:extLst>
          </p:cNvPr>
          <p:cNvPicPr>
            <a:picLocks noChangeAspect="1"/>
          </p:cNvPicPr>
          <p:nvPr/>
        </p:nvPicPr>
        <p:blipFill>
          <a:blip r:embed="rId4"/>
          <a:stretch>
            <a:fillRect/>
          </a:stretch>
        </p:blipFill>
        <p:spPr>
          <a:xfrm>
            <a:off x="398794" y="1214923"/>
            <a:ext cx="11394412" cy="1804572"/>
          </a:xfrm>
          <a:prstGeom prst="rect">
            <a:avLst/>
          </a:prstGeom>
        </p:spPr>
      </p:pic>
      <p:sp>
        <p:nvSpPr>
          <p:cNvPr id="5" name="Rectángulo 4">
            <a:extLst>
              <a:ext uri="{FF2B5EF4-FFF2-40B4-BE49-F238E27FC236}">
                <a16:creationId xmlns:a16="http://schemas.microsoft.com/office/drawing/2014/main" id="{E1C2A593-87FC-ABB7-09E1-06AC63A4E16C}"/>
              </a:ext>
            </a:extLst>
          </p:cNvPr>
          <p:cNvSpPr/>
          <p:nvPr/>
        </p:nvSpPr>
        <p:spPr>
          <a:xfrm>
            <a:off x="9782239" y="2700242"/>
            <a:ext cx="435721" cy="2822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D9787A6D-6CAC-A884-0E72-FCC9781020B9}"/>
                  </a:ext>
                </a:extLst>
              </p:cNvPr>
              <p:cNvSpPr txBox="1"/>
              <p:nvPr/>
            </p:nvSpPr>
            <p:spPr>
              <a:xfrm>
                <a:off x="8527953" y="4261388"/>
                <a:ext cx="2647180" cy="6190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5">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1">
                              <a:lumMod val="50000"/>
                            </a:schemeClr>
                          </a:solidFill>
                          <a:latin typeface="Cambria Math" panose="02040503050406030204" pitchFamily="18" charset="0"/>
                          <a:ea typeface="Cambria Math" panose="02040503050406030204" pitchFamily="18" charset="0"/>
                        </a:rPr>
                        <m:t> ∙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12" name="CuadroTexto 11">
                <a:extLst>
                  <a:ext uri="{FF2B5EF4-FFF2-40B4-BE49-F238E27FC236}">
                    <a16:creationId xmlns:a16="http://schemas.microsoft.com/office/drawing/2014/main" id="{D9787A6D-6CAC-A884-0E72-FCC9781020B9}"/>
                  </a:ext>
                </a:extLst>
              </p:cNvPr>
              <p:cNvSpPr txBox="1">
                <a:spLocks noRot="1" noChangeAspect="1" noMove="1" noResize="1" noEditPoints="1" noAdjustHandles="1" noChangeArrowheads="1" noChangeShapeType="1" noTextEdit="1"/>
              </p:cNvSpPr>
              <p:nvPr/>
            </p:nvSpPr>
            <p:spPr>
              <a:xfrm>
                <a:off x="8527953" y="4261388"/>
                <a:ext cx="2647180" cy="619016"/>
              </a:xfrm>
              <a:prstGeom prst="rect">
                <a:avLst/>
              </a:prstGeom>
              <a:blipFill>
                <a:blip r:embed="rId5"/>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173372723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B652B-ED97-2227-9BE1-9F3382E51B85}"/>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D3E71FEA-47FF-F572-8438-48B9A90031A5}"/>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8" name="CuadroTexto 7">
            <a:extLst>
              <a:ext uri="{FF2B5EF4-FFF2-40B4-BE49-F238E27FC236}">
                <a16:creationId xmlns:a16="http://schemas.microsoft.com/office/drawing/2014/main" id="{3877AF45-8E75-64C9-61A7-CFF22B8A2F33}"/>
              </a:ext>
            </a:extLst>
          </p:cNvPr>
          <p:cNvSpPr txBox="1"/>
          <p:nvPr/>
        </p:nvSpPr>
        <p:spPr>
          <a:xfrm>
            <a:off x="519420" y="2507306"/>
            <a:ext cx="11672580" cy="369332"/>
          </a:xfrm>
          <a:prstGeom prst="rect">
            <a:avLst/>
          </a:prstGeom>
          <a:noFill/>
        </p:spPr>
        <p:txBody>
          <a:bodyPr wrap="square">
            <a:spAutoFit/>
          </a:bodyPr>
          <a:lstStyle/>
          <a:p>
            <a:pPr marL="285750" indent="-285750">
              <a:buFont typeface="Arial" panose="020B0604020202020204" pitchFamily="34" charset="0"/>
              <a:buChar char="•"/>
            </a:pPr>
            <a:r>
              <a:rPr lang="es-ES" b="1" dirty="0">
                <a:solidFill>
                  <a:schemeClr val="accent1">
                    <a:lumMod val="50000"/>
                  </a:schemeClr>
                </a:solidFill>
              </a:rPr>
              <a:t>Algoritmo de  </a:t>
            </a:r>
            <a:r>
              <a:rPr lang="es-ES" b="1" dirty="0" err="1">
                <a:solidFill>
                  <a:schemeClr val="accent1">
                    <a:lumMod val="50000"/>
                  </a:schemeClr>
                </a:solidFill>
              </a:rPr>
              <a:t>Backpropagation</a:t>
            </a:r>
            <a:r>
              <a:rPr lang="es-ES" dirty="0">
                <a:solidFill>
                  <a:schemeClr val="accent1">
                    <a:lumMod val="50000"/>
                  </a:schemeClr>
                </a:solidFill>
              </a:rPr>
              <a:t>.</a:t>
            </a:r>
          </a:p>
        </p:txBody>
      </p:sp>
      <p:sp>
        <p:nvSpPr>
          <p:cNvPr id="25" name="CuadroTexto 24">
            <a:extLst>
              <a:ext uri="{FF2B5EF4-FFF2-40B4-BE49-F238E27FC236}">
                <a16:creationId xmlns:a16="http://schemas.microsoft.com/office/drawing/2014/main" id="{C1DD5D32-B269-BE0B-4E52-2DD99C4C3B36}"/>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VI)</a:t>
            </a:r>
            <a:r>
              <a:rPr lang="en-US" sz="2000" dirty="0">
                <a:solidFill>
                  <a:schemeClr val="accent1">
                    <a:lumMod val="50000"/>
                  </a:schemeClr>
                </a:solidFill>
              </a:rPr>
              <a:t>  </a:t>
            </a:r>
          </a:p>
        </p:txBody>
      </p:sp>
      <mc:AlternateContent xmlns:mc="http://schemas.openxmlformats.org/markup-compatibility/2006" xmlns:a14="http://schemas.microsoft.com/office/drawing/2010/main">
        <mc:Choice Requires="a14">
          <p:sp>
            <p:nvSpPr>
              <p:cNvPr id="11" name="Rectángulo: esquinas redondeadas 10">
                <a:extLst>
                  <a:ext uri="{FF2B5EF4-FFF2-40B4-BE49-F238E27FC236}">
                    <a16:creationId xmlns:a16="http://schemas.microsoft.com/office/drawing/2014/main" id="{511FE77C-87D1-8A14-7593-F328968C3737}"/>
                  </a:ext>
                </a:extLst>
              </p:cNvPr>
              <p:cNvSpPr/>
              <p:nvPr/>
            </p:nvSpPr>
            <p:spPr>
              <a:xfrm>
                <a:off x="11308956" y="4318896"/>
                <a:ext cx="540000" cy="504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dirty="0"/>
              </a:p>
            </p:txBody>
          </p:sp>
        </mc:Choice>
        <mc:Fallback xmlns="">
          <p:sp>
            <p:nvSpPr>
              <p:cNvPr id="11" name="Rectángulo: esquinas redondeadas 10">
                <a:extLst>
                  <a:ext uri="{FF2B5EF4-FFF2-40B4-BE49-F238E27FC236}">
                    <a16:creationId xmlns:a16="http://schemas.microsoft.com/office/drawing/2014/main" id="{511FE77C-87D1-8A14-7593-F328968C3737}"/>
                  </a:ext>
                </a:extLst>
              </p:cNvPr>
              <p:cNvSpPr>
                <a:spLocks noRot="1" noChangeAspect="1" noMove="1" noResize="1" noEditPoints="1" noAdjustHandles="1" noChangeArrowheads="1" noChangeShapeType="1" noTextEdit="1"/>
              </p:cNvSpPr>
              <p:nvPr/>
            </p:nvSpPr>
            <p:spPr>
              <a:xfrm>
                <a:off x="11308956" y="4318896"/>
                <a:ext cx="540000" cy="504000"/>
              </a:xfrm>
              <a:prstGeom prst="roundRect">
                <a:avLst/>
              </a:prstGeom>
              <a:blipFill>
                <a:blip r:embed="rId3"/>
                <a:stretch>
                  <a:fillRect/>
                </a:stretch>
              </a:blipFill>
              <a:ln w="25400">
                <a:prstDash val="solid"/>
              </a:ln>
            </p:spPr>
            <p:txBody>
              <a:bodyPr/>
              <a:lstStyle/>
              <a:p>
                <a:r>
                  <a:rPr lang="es-ES">
                    <a:noFill/>
                  </a:rPr>
                  <a:t> </a:t>
                </a:r>
              </a:p>
            </p:txBody>
          </p:sp>
        </mc:Fallback>
      </mc:AlternateContent>
      <p:pic>
        <p:nvPicPr>
          <p:cNvPr id="2" name="Imagen 1">
            <a:extLst>
              <a:ext uri="{FF2B5EF4-FFF2-40B4-BE49-F238E27FC236}">
                <a16:creationId xmlns:a16="http://schemas.microsoft.com/office/drawing/2014/main" id="{0E9838A7-A8F7-CE0A-8E27-80F865B17BE7}"/>
              </a:ext>
            </a:extLst>
          </p:cNvPr>
          <p:cNvPicPr>
            <a:picLocks noChangeAspect="1"/>
          </p:cNvPicPr>
          <p:nvPr/>
        </p:nvPicPr>
        <p:blipFill>
          <a:blip r:embed="rId4"/>
          <a:stretch>
            <a:fillRect/>
          </a:stretch>
        </p:blipFill>
        <p:spPr>
          <a:xfrm>
            <a:off x="398794" y="1214923"/>
            <a:ext cx="11394412" cy="1804572"/>
          </a:xfrm>
          <a:prstGeom prst="rect">
            <a:avLst/>
          </a:prstGeom>
        </p:spPr>
      </p:pic>
      <p:sp>
        <p:nvSpPr>
          <p:cNvPr id="5" name="Rectángulo 4">
            <a:extLst>
              <a:ext uri="{FF2B5EF4-FFF2-40B4-BE49-F238E27FC236}">
                <a16:creationId xmlns:a16="http://schemas.microsoft.com/office/drawing/2014/main" id="{0FD25362-29AD-EBF3-80A8-89BAC59C01A1}"/>
              </a:ext>
            </a:extLst>
          </p:cNvPr>
          <p:cNvSpPr/>
          <p:nvPr/>
        </p:nvSpPr>
        <p:spPr>
          <a:xfrm>
            <a:off x="9782239" y="2700242"/>
            <a:ext cx="435721" cy="2822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4" name="Conector recto de flecha 3">
            <a:extLst>
              <a:ext uri="{FF2B5EF4-FFF2-40B4-BE49-F238E27FC236}">
                <a16:creationId xmlns:a16="http://schemas.microsoft.com/office/drawing/2014/main" id="{4E699852-7B96-235A-02A9-02CB761769D1}"/>
              </a:ext>
            </a:extLst>
          </p:cNvPr>
          <p:cNvCxnSpPr>
            <a:cxnSpLocks/>
          </p:cNvCxnSpPr>
          <p:nvPr/>
        </p:nvCxnSpPr>
        <p:spPr>
          <a:xfrm flipH="1" flipV="1">
            <a:off x="10785626" y="3796386"/>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a:extLst>
              <a:ext uri="{FF2B5EF4-FFF2-40B4-BE49-F238E27FC236}">
                <a16:creationId xmlns:a16="http://schemas.microsoft.com/office/drawing/2014/main" id="{42608ED5-110F-05ED-044E-01147ECAFBA2}"/>
              </a:ext>
            </a:extLst>
          </p:cNvPr>
          <p:cNvCxnSpPr>
            <a:cxnSpLocks/>
          </p:cNvCxnSpPr>
          <p:nvPr/>
        </p:nvCxnSpPr>
        <p:spPr>
          <a:xfrm rot="-5400000" flipH="1" flipV="1">
            <a:off x="10785626" y="4806807"/>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Rectángulo: esquinas redondeadas 12">
                <a:extLst>
                  <a:ext uri="{FF2B5EF4-FFF2-40B4-BE49-F238E27FC236}">
                    <a16:creationId xmlns:a16="http://schemas.microsoft.com/office/drawing/2014/main" id="{FC7BCD87-2048-9A98-BA66-0FE44DEADB50}"/>
                  </a:ext>
                </a:extLst>
              </p:cNvPr>
              <p:cNvSpPr/>
              <p:nvPr/>
            </p:nvSpPr>
            <p:spPr>
              <a:xfrm>
                <a:off x="10068709" y="3092961"/>
                <a:ext cx="720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oMath>
                  </m:oMathPara>
                </a14:m>
                <a:endParaRPr lang="es-ES" dirty="0"/>
              </a:p>
            </p:txBody>
          </p:sp>
        </mc:Choice>
        <mc:Fallback xmlns="">
          <p:sp>
            <p:nvSpPr>
              <p:cNvPr id="13" name="Rectángulo: esquinas redondeadas 12">
                <a:extLst>
                  <a:ext uri="{FF2B5EF4-FFF2-40B4-BE49-F238E27FC236}">
                    <a16:creationId xmlns:a16="http://schemas.microsoft.com/office/drawing/2014/main" id="{FC7BCD87-2048-9A98-BA66-0FE44DEADB50}"/>
                  </a:ext>
                </a:extLst>
              </p:cNvPr>
              <p:cNvSpPr>
                <a:spLocks noRot="1" noChangeAspect="1" noMove="1" noResize="1" noEditPoints="1" noAdjustHandles="1" noChangeArrowheads="1" noChangeShapeType="1" noTextEdit="1"/>
              </p:cNvSpPr>
              <p:nvPr/>
            </p:nvSpPr>
            <p:spPr>
              <a:xfrm>
                <a:off x="10068709" y="3092961"/>
                <a:ext cx="720000" cy="720000"/>
              </a:xfrm>
              <a:prstGeom prst="roundRect">
                <a:avLst/>
              </a:prstGeom>
              <a:blipFill>
                <a:blip r:embed="rId5"/>
                <a:stretch>
                  <a:fillRect/>
                </a:stretch>
              </a:blipFill>
              <a:ln w="25400">
                <a:prstDash val="solid"/>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B46F3355-F98D-3ABB-C06B-49104510AFCA}"/>
                  </a:ext>
                </a:extLst>
              </p:cNvPr>
              <p:cNvSpPr txBox="1"/>
              <p:nvPr/>
            </p:nvSpPr>
            <p:spPr>
              <a:xfrm>
                <a:off x="5953351" y="3127877"/>
                <a:ext cx="6094878" cy="6311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p>
                      </m:sSup>
                    </m:oMath>
                  </m:oMathPara>
                </a14:m>
                <a:endParaRPr lang="es-ES" dirty="0"/>
              </a:p>
            </p:txBody>
          </p:sp>
        </mc:Choice>
        <mc:Fallback xmlns="">
          <p:sp>
            <p:nvSpPr>
              <p:cNvPr id="15" name="CuadroTexto 14">
                <a:extLst>
                  <a:ext uri="{FF2B5EF4-FFF2-40B4-BE49-F238E27FC236}">
                    <a16:creationId xmlns:a16="http://schemas.microsoft.com/office/drawing/2014/main" id="{B46F3355-F98D-3ABB-C06B-49104510AFCA}"/>
                  </a:ext>
                </a:extLst>
              </p:cNvPr>
              <p:cNvSpPr txBox="1">
                <a:spLocks noRot="1" noChangeAspect="1" noMove="1" noResize="1" noEditPoints="1" noAdjustHandles="1" noChangeArrowheads="1" noChangeShapeType="1" noTextEdit="1"/>
              </p:cNvSpPr>
              <p:nvPr/>
            </p:nvSpPr>
            <p:spPr>
              <a:xfrm>
                <a:off x="5953351" y="3127877"/>
                <a:ext cx="6094878" cy="631198"/>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6" name="Rectángulo: esquinas redondeadas 15">
                <a:extLst>
                  <a:ext uri="{FF2B5EF4-FFF2-40B4-BE49-F238E27FC236}">
                    <a16:creationId xmlns:a16="http://schemas.microsoft.com/office/drawing/2014/main" id="{4353370F-5AE5-953D-25AD-C9FF594F750D}"/>
                  </a:ext>
                </a:extLst>
              </p:cNvPr>
              <p:cNvSpPr/>
              <p:nvPr/>
            </p:nvSpPr>
            <p:spPr>
              <a:xfrm>
                <a:off x="10073255" y="5346807"/>
                <a:ext cx="720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oMath>
                  </m:oMathPara>
                </a14:m>
                <a:endParaRPr lang="es-ES" dirty="0"/>
              </a:p>
            </p:txBody>
          </p:sp>
        </mc:Choice>
        <mc:Fallback xmlns="">
          <p:sp>
            <p:nvSpPr>
              <p:cNvPr id="16" name="Rectángulo: esquinas redondeadas 15">
                <a:extLst>
                  <a:ext uri="{FF2B5EF4-FFF2-40B4-BE49-F238E27FC236}">
                    <a16:creationId xmlns:a16="http://schemas.microsoft.com/office/drawing/2014/main" id="{4353370F-5AE5-953D-25AD-C9FF594F750D}"/>
                  </a:ext>
                </a:extLst>
              </p:cNvPr>
              <p:cNvSpPr>
                <a:spLocks noRot="1" noChangeAspect="1" noMove="1" noResize="1" noEditPoints="1" noAdjustHandles="1" noChangeArrowheads="1" noChangeShapeType="1" noTextEdit="1"/>
              </p:cNvSpPr>
              <p:nvPr/>
            </p:nvSpPr>
            <p:spPr>
              <a:xfrm>
                <a:off x="10073255" y="5346807"/>
                <a:ext cx="720000" cy="720000"/>
              </a:xfrm>
              <a:prstGeom prst="roundRect">
                <a:avLst/>
              </a:prstGeom>
              <a:blipFill>
                <a:blip r:embed="rId7"/>
                <a:stretch>
                  <a:fillRect/>
                </a:stretch>
              </a:blipFill>
              <a:ln w="25400">
                <a:prstDash val="solid"/>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9DCFB64D-E7E8-3D50-D0EC-1E2711A1EC53}"/>
                  </a:ext>
                </a:extLst>
              </p:cNvPr>
              <p:cNvSpPr txBox="1"/>
              <p:nvPr/>
            </p:nvSpPr>
            <p:spPr>
              <a:xfrm>
                <a:off x="6365304" y="5436231"/>
                <a:ext cx="6094878" cy="6311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dirty="0"/>
              </a:p>
            </p:txBody>
          </p:sp>
        </mc:Choice>
        <mc:Fallback xmlns="">
          <p:sp>
            <p:nvSpPr>
              <p:cNvPr id="18" name="CuadroTexto 17">
                <a:extLst>
                  <a:ext uri="{FF2B5EF4-FFF2-40B4-BE49-F238E27FC236}">
                    <a16:creationId xmlns:a16="http://schemas.microsoft.com/office/drawing/2014/main" id="{9DCFB64D-E7E8-3D50-D0EC-1E2711A1EC53}"/>
                  </a:ext>
                </a:extLst>
              </p:cNvPr>
              <p:cNvSpPr txBox="1">
                <a:spLocks noRot="1" noChangeAspect="1" noMove="1" noResize="1" noEditPoints="1" noAdjustHandles="1" noChangeArrowheads="1" noChangeShapeType="1" noTextEdit="1"/>
              </p:cNvSpPr>
              <p:nvPr/>
            </p:nvSpPr>
            <p:spPr>
              <a:xfrm>
                <a:off x="6365304" y="5436231"/>
                <a:ext cx="6094878" cy="631198"/>
              </a:xfrm>
              <a:prstGeom prst="rect">
                <a:avLst/>
              </a:prstGeom>
              <a:blipFill>
                <a:blip r:embed="rId8"/>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347528206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F8BBD-0876-6097-8556-A81121D207F5}"/>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638411F2-F82A-9539-775A-774C8B12EDF6}"/>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8" name="CuadroTexto 7">
            <a:extLst>
              <a:ext uri="{FF2B5EF4-FFF2-40B4-BE49-F238E27FC236}">
                <a16:creationId xmlns:a16="http://schemas.microsoft.com/office/drawing/2014/main" id="{4245D8F5-EB75-2BF7-07FC-01B18DAD0A26}"/>
              </a:ext>
            </a:extLst>
          </p:cNvPr>
          <p:cNvSpPr txBox="1"/>
          <p:nvPr/>
        </p:nvSpPr>
        <p:spPr>
          <a:xfrm>
            <a:off x="519420" y="2507306"/>
            <a:ext cx="11672580" cy="369332"/>
          </a:xfrm>
          <a:prstGeom prst="rect">
            <a:avLst/>
          </a:prstGeom>
          <a:noFill/>
        </p:spPr>
        <p:txBody>
          <a:bodyPr wrap="square">
            <a:spAutoFit/>
          </a:bodyPr>
          <a:lstStyle/>
          <a:p>
            <a:pPr marL="285750" indent="-285750">
              <a:buFont typeface="Arial" panose="020B0604020202020204" pitchFamily="34" charset="0"/>
              <a:buChar char="•"/>
            </a:pPr>
            <a:r>
              <a:rPr lang="es-ES" b="1" dirty="0">
                <a:solidFill>
                  <a:schemeClr val="accent1">
                    <a:lumMod val="50000"/>
                  </a:schemeClr>
                </a:solidFill>
              </a:rPr>
              <a:t>Algoritmo de  </a:t>
            </a:r>
            <a:r>
              <a:rPr lang="es-ES" b="1" dirty="0" err="1">
                <a:solidFill>
                  <a:schemeClr val="accent1">
                    <a:lumMod val="50000"/>
                  </a:schemeClr>
                </a:solidFill>
              </a:rPr>
              <a:t>Backpropagation</a:t>
            </a:r>
            <a:r>
              <a:rPr lang="es-ES" dirty="0">
                <a:solidFill>
                  <a:schemeClr val="accent1">
                    <a:lumMod val="50000"/>
                  </a:schemeClr>
                </a:solidFill>
              </a:rPr>
              <a:t>.</a:t>
            </a:r>
          </a:p>
        </p:txBody>
      </p:sp>
      <p:sp>
        <p:nvSpPr>
          <p:cNvPr id="25" name="CuadroTexto 24">
            <a:extLst>
              <a:ext uri="{FF2B5EF4-FFF2-40B4-BE49-F238E27FC236}">
                <a16:creationId xmlns:a16="http://schemas.microsoft.com/office/drawing/2014/main" id="{C69940F4-346E-B7AF-5116-8DE94B602EA3}"/>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VI)</a:t>
            </a:r>
            <a:r>
              <a:rPr lang="en-US" sz="2000" dirty="0">
                <a:solidFill>
                  <a:schemeClr val="accent1">
                    <a:lumMod val="50000"/>
                  </a:schemeClr>
                </a:solidFill>
              </a:rPr>
              <a:t>  </a:t>
            </a:r>
          </a:p>
        </p:txBody>
      </p:sp>
      <mc:AlternateContent xmlns:mc="http://schemas.openxmlformats.org/markup-compatibility/2006" xmlns:a14="http://schemas.microsoft.com/office/drawing/2010/main">
        <mc:Choice Requires="a14">
          <p:sp>
            <p:nvSpPr>
              <p:cNvPr id="11" name="Rectángulo: esquinas redondeadas 10">
                <a:extLst>
                  <a:ext uri="{FF2B5EF4-FFF2-40B4-BE49-F238E27FC236}">
                    <a16:creationId xmlns:a16="http://schemas.microsoft.com/office/drawing/2014/main" id="{26AB721C-D441-19D4-5DB0-4F4F0407FA5D}"/>
                  </a:ext>
                </a:extLst>
              </p:cNvPr>
              <p:cNvSpPr/>
              <p:nvPr/>
            </p:nvSpPr>
            <p:spPr>
              <a:xfrm>
                <a:off x="11314333" y="4318896"/>
                <a:ext cx="540000" cy="504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dirty="0"/>
              </a:p>
            </p:txBody>
          </p:sp>
        </mc:Choice>
        <mc:Fallback xmlns="">
          <p:sp>
            <p:nvSpPr>
              <p:cNvPr id="11" name="Rectángulo: esquinas redondeadas 10">
                <a:extLst>
                  <a:ext uri="{FF2B5EF4-FFF2-40B4-BE49-F238E27FC236}">
                    <a16:creationId xmlns:a16="http://schemas.microsoft.com/office/drawing/2014/main" id="{26AB721C-D441-19D4-5DB0-4F4F0407FA5D}"/>
                  </a:ext>
                </a:extLst>
              </p:cNvPr>
              <p:cNvSpPr>
                <a:spLocks noRot="1" noChangeAspect="1" noMove="1" noResize="1" noEditPoints="1" noAdjustHandles="1" noChangeArrowheads="1" noChangeShapeType="1" noTextEdit="1"/>
              </p:cNvSpPr>
              <p:nvPr/>
            </p:nvSpPr>
            <p:spPr>
              <a:xfrm>
                <a:off x="11314333" y="4318896"/>
                <a:ext cx="540000" cy="504000"/>
              </a:xfrm>
              <a:prstGeom prst="roundRect">
                <a:avLst/>
              </a:prstGeom>
              <a:blipFill>
                <a:blip r:embed="rId3"/>
                <a:stretch>
                  <a:fillRect/>
                </a:stretch>
              </a:blipFill>
              <a:ln w="25400">
                <a:prstDash val="solid"/>
              </a:ln>
            </p:spPr>
            <p:txBody>
              <a:bodyPr/>
              <a:lstStyle/>
              <a:p>
                <a:r>
                  <a:rPr lang="es-ES">
                    <a:noFill/>
                  </a:rPr>
                  <a:t> </a:t>
                </a:r>
              </a:p>
            </p:txBody>
          </p:sp>
        </mc:Fallback>
      </mc:AlternateContent>
      <p:pic>
        <p:nvPicPr>
          <p:cNvPr id="2" name="Imagen 1">
            <a:extLst>
              <a:ext uri="{FF2B5EF4-FFF2-40B4-BE49-F238E27FC236}">
                <a16:creationId xmlns:a16="http://schemas.microsoft.com/office/drawing/2014/main" id="{32BD04B5-0EB8-79F8-F62C-FBBFA8C4109B}"/>
              </a:ext>
            </a:extLst>
          </p:cNvPr>
          <p:cNvPicPr>
            <a:picLocks noChangeAspect="1"/>
          </p:cNvPicPr>
          <p:nvPr/>
        </p:nvPicPr>
        <p:blipFill>
          <a:blip r:embed="rId4"/>
          <a:stretch>
            <a:fillRect/>
          </a:stretch>
        </p:blipFill>
        <p:spPr>
          <a:xfrm>
            <a:off x="398794" y="1214923"/>
            <a:ext cx="11394412" cy="1804572"/>
          </a:xfrm>
          <a:prstGeom prst="rect">
            <a:avLst/>
          </a:prstGeom>
        </p:spPr>
      </p:pic>
      <p:sp>
        <p:nvSpPr>
          <p:cNvPr id="5" name="Rectángulo 4">
            <a:extLst>
              <a:ext uri="{FF2B5EF4-FFF2-40B4-BE49-F238E27FC236}">
                <a16:creationId xmlns:a16="http://schemas.microsoft.com/office/drawing/2014/main" id="{DF1AE711-3CD5-601C-ADF3-56DE6AA64F18}"/>
              </a:ext>
            </a:extLst>
          </p:cNvPr>
          <p:cNvSpPr/>
          <p:nvPr/>
        </p:nvSpPr>
        <p:spPr>
          <a:xfrm>
            <a:off x="9782239" y="2700242"/>
            <a:ext cx="435721" cy="2822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4" name="Conector recto de flecha 3">
            <a:extLst>
              <a:ext uri="{FF2B5EF4-FFF2-40B4-BE49-F238E27FC236}">
                <a16:creationId xmlns:a16="http://schemas.microsoft.com/office/drawing/2014/main" id="{DD80FFA5-70F3-94B1-225E-9A0125294463}"/>
              </a:ext>
            </a:extLst>
          </p:cNvPr>
          <p:cNvCxnSpPr>
            <a:cxnSpLocks/>
          </p:cNvCxnSpPr>
          <p:nvPr/>
        </p:nvCxnSpPr>
        <p:spPr>
          <a:xfrm flipH="1" flipV="1">
            <a:off x="10791003" y="3796386"/>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a:extLst>
              <a:ext uri="{FF2B5EF4-FFF2-40B4-BE49-F238E27FC236}">
                <a16:creationId xmlns:a16="http://schemas.microsoft.com/office/drawing/2014/main" id="{905039F3-696E-21A1-AD2B-93EDAA7118DE}"/>
              </a:ext>
            </a:extLst>
          </p:cNvPr>
          <p:cNvCxnSpPr>
            <a:cxnSpLocks/>
          </p:cNvCxnSpPr>
          <p:nvPr/>
        </p:nvCxnSpPr>
        <p:spPr>
          <a:xfrm rot="-5400000" flipH="1" flipV="1">
            <a:off x="10791003" y="4806807"/>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Rectángulo: esquinas redondeadas 12">
                <a:extLst>
                  <a:ext uri="{FF2B5EF4-FFF2-40B4-BE49-F238E27FC236}">
                    <a16:creationId xmlns:a16="http://schemas.microsoft.com/office/drawing/2014/main" id="{A7084AC7-0849-A378-B1DA-8DFCAC233F87}"/>
                  </a:ext>
                </a:extLst>
              </p:cNvPr>
              <p:cNvSpPr/>
              <p:nvPr/>
            </p:nvSpPr>
            <p:spPr>
              <a:xfrm>
                <a:off x="10074086" y="3092961"/>
                <a:ext cx="720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oMath>
                  </m:oMathPara>
                </a14:m>
                <a:endParaRPr lang="es-ES" dirty="0"/>
              </a:p>
            </p:txBody>
          </p:sp>
        </mc:Choice>
        <mc:Fallback xmlns="">
          <p:sp>
            <p:nvSpPr>
              <p:cNvPr id="13" name="Rectángulo: esquinas redondeadas 12">
                <a:extLst>
                  <a:ext uri="{FF2B5EF4-FFF2-40B4-BE49-F238E27FC236}">
                    <a16:creationId xmlns:a16="http://schemas.microsoft.com/office/drawing/2014/main" id="{A7084AC7-0849-A378-B1DA-8DFCAC233F87}"/>
                  </a:ext>
                </a:extLst>
              </p:cNvPr>
              <p:cNvSpPr>
                <a:spLocks noRot="1" noChangeAspect="1" noMove="1" noResize="1" noEditPoints="1" noAdjustHandles="1" noChangeArrowheads="1" noChangeShapeType="1" noTextEdit="1"/>
              </p:cNvSpPr>
              <p:nvPr/>
            </p:nvSpPr>
            <p:spPr>
              <a:xfrm>
                <a:off x="10074086" y="3092961"/>
                <a:ext cx="720000" cy="720000"/>
              </a:xfrm>
              <a:prstGeom prst="roundRect">
                <a:avLst/>
              </a:prstGeom>
              <a:blipFill>
                <a:blip r:embed="rId5"/>
                <a:stretch>
                  <a:fillRect/>
                </a:stretch>
              </a:blipFill>
              <a:ln w="25400">
                <a:prstDash val="solid"/>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6" name="Rectángulo: esquinas redondeadas 15">
                <a:extLst>
                  <a:ext uri="{FF2B5EF4-FFF2-40B4-BE49-F238E27FC236}">
                    <a16:creationId xmlns:a16="http://schemas.microsoft.com/office/drawing/2014/main" id="{461F00D6-6A1F-2985-D833-2AA832135656}"/>
                  </a:ext>
                </a:extLst>
              </p:cNvPr>
              <p:cNvSpPr/>
              <p:nvPr/>
            </p:nvSpPr>
            <p:spPr>
              <a:xfrm>
                <a:off x="10078632" y="5346807"/>
                <a:ext cx="720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oMath>
                  </m:oMathPara>
                </a14:m>
                <a:endParaRPr lang="es-ES" dirty="0"/>
              </a:p>
            </p:txBody>
          </p:sp>
        </mc:Choice>
        <mc:Fallback xmlns="">
          <p:sp>
            <p:nvSpPr>
              <p:cNvPr id="16" name="Rectángulo: esquinas redondeadas 15">
                <a:extLst>
                  <a:ext uri="{FF2B5EF4-FFF2-40B4-BE49-F238E27FC236}">
                    <a16:creationId xmlns:a16="http://schemas.microsoft.com/office/drawing/2014/main" id="{461F00D6-6A1F-2985-D833-2AA832135656}"/>
                  </a:ext>
                </a:extLst>
              </p:cNvPr>
              <p:cNvSpPr>
                <a:spLocks noRot="1" noChangeAspect="1" noMove="1" noResize="1" noEditPoints="1" noAdjustHandles="1" noChangeArrowheads="1" noChangeShapeType="1" noTextEdit="1"/>
              </p:cNvSpPr>
              <p:nvPr/>
            </p:nvSpPr>
            <p:spPr>
              <a:xfrm>
                <a:off x="10078632" y="5346807"/>
                <a:ext cx="720000" cy="720000"/>
              </a:xfrm>
              <a:prstGeom prst="roundRect">
                <a:avLst/>
              </a:prstGeom>
              <a:blipFill>
                <a:blip r:embed="rId6"/>
                <a:stretch>
                  <a:fillRect/>
                </a:stretch>
              </a:blipFill>
              <a:ln w="25400">
                <a:prstDash val="solid"/>
              </a:ln>
            </p:spPr>
            <p:txBody>
              <a:bodyPr/>
              <a:lstStyle/>
              <a:p>
                <a:r>
                  <a:rPr lang="es-ES">
                    <a:noFill/>
                  </a:rPr>
                  <a:t> </a:t>
                </a:r>
              </a:p>
            </p:txBody>
          </p:sp>
        </mc:Fallback>
      </mc:AlternateContent>
      <p:cxnSp>
        <p:nvCxnSpPr>
          <p:cNvPr id="6" name="Conector recto de flecha 5">
            <a:extLst>
              <a:ext uri="{FF2B5EF4-FFF2-40B4-BE49-F238E27FC236}">
                <a16:creationId xmlns:a16="http://schemas.microsoft.com/office/drawing/2014/main" id="{420AFF51-2091-39C3-95AE-9BAA9F439147}"/>
              </a:ext>
            </a:extLst>
          </p:cNvPr>
          <p:cNvCxnSpPr>
            <a:cxnSpLocks/>
            <a:stCxn id="11" idx="1"/>
            <a:endCxn id="12" idx="3"/>
          </p:cNvCxnSpPr>
          <p:nvPr/>
        </p:nvCxnSpPr>
        <p:spPr>
          <a:xfrm flipH="1">
            <a:off x="10044657" y="4570896"/>
            <a:ext cx="1269676" cy="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Rectángulo: esquinas redondeadas 11">
                <a:extLst>
                  <a:ext uri="{FF2B5EF4-FFF2-40B4-BE49-F238E27FC236}">
                    <a16:creationId xmlns:a16="http://schemas.microsoft.com/office/drawing/2014/main" id="{FB4599EC-8281-DE1C-7FA9-EA978AF68551}"/>
                  </a:ext>
                </a:extLst>
              </p:cNvPr>
              <p:cNvSpPr/>
              <p:nvPr/>
            </p:nvSpPr>
            <p:spPr>
              <a:xfrm>
                <a:off x="9360657" y="4256479"/>
                <a:ext cx="684000" cy="648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oMath>
                  </m:oMathPara>
                </a14:m>
                <a:endParaRPr lang="es-ES" dirty="0"/>
              </a:p>
            </p:txBody>
          </p:sp>
        </mc:Choice>
        <mc:Fallback xmlns="">
          <p:sp>
            <p:nvSpPr>
              <p:cNvPr id="12" name="Rectángulo: esquinas redondeadas 11">
                <a:extLst>
                  <a:ext uri="{FF2B5EF4-FFF2-40B4-BE49-F238E27FC236}">
                    <a16:creationId xmlns:a16="http://schemas.microsoft.com/office/drawing/2014/main" id="{FB4599EC-8281-DE1C-7FA9-EA978AF68551}"/>
                  </a:ext>
                </a:extLst>
              </p:cNvPr>
              <p:cNvSpPr>
                <a:spLocks noRot="1" noChangeAspect="1" noMove="1" noResize="1" noEditPoints="1" noAdjustHandles="1" noChangeArrowheads="1" noChangeShapeType="1" noTextEdit="1"/>
              </p:cNvSpPr>
              <p:nvPr/>
            </p:nvSpPr>
            <p:spPr>
              <a:xfrm>
                <a:off x="9360657" y="4256479"/>
                <a:ext cx="684000" cy="648000"/>
              </a:xfrm>
              <a:prstGeom prst="roundRect">
                <a:avLst/>
              </a:prstGeom>
              <a:blipFill>
                <a:blip r:embed="rId7"/>
                <a:stretch>
                  <a:fillRect l="-1724" r="-862"/>
                </a:stretch>
              </a:blipFill>
              <a:ln w="25400">
                <a:prstDash val="solid"/>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9AA42EA3-3D1F-B1A2-CA6C-896F7DB67237}"/>
                  </a:ext>
                </a:extLst>
              </p:cNvPr>
              <p:cNvSpPr txBox="1"/>
              <p:nvPr/>
            </p:nvSpPr>
            <p:spPr>
              <a:xfrm>
                <a:off x="5582217" y="4338776"/>
                <a:ext cx="4035267" cy="45057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𝐿</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19" name="CuadroTexto 18">
                <a:extLst>
                  <a:ext uri="{FF2B5EF4-FFF2-40B4-BE49-F238E27FC236}">
                    <a16:creationId xmlns:a16="http://schemas.microsoft.com/office/drawing/2014/main" id="{9AA42EA3-3D1F-B1A2-CA6C-896F7DB67237}"/>
                  </a:ext>
                </a:extLst>
              </p:cNvPr>
              <p:cNvSpPr txBox="1">
                <a:spLocks noRot="1" noChangeAspect="1" noMove="1" noResize="1" noEditPoints="1" noAdjustHandles="1" noChangeArrowheads="1" noChangeShapeType="1" noTextEdit="1"/>
              </p:cNvSpPr>
              <p:nvPr/>
            </p:nvSpPr>
            <p:spPr>
              <a:xfrm>
                <a:off x="5582217" y="4338776"/>
                <a:ext cx="4035267" cy="450573"/>
              </a:xfrm>
              <a:prstGeom prst="rect">
                <a:avLst/>
              </a:prstGeom>
              <a:blipFill>
                <a:blip r:embed="rId8"/>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118054114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2007C-89C5-359C-4F8B-725765247644}"/>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4EA905C0-4A71-AE4D-B28E-06FEA71EAC0F}"/>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8" name="CuadroTexto 7">
            <a:extLst>
              <a:ext uri="{FF2B5EF4-FFF2-40B4-BE49-F238E27FC236}">
                <a16:creationId xmlns:a16="http://schemas.microsoft.com/office/drawing/2014/main" id="{7FF7BEE4-97F1-5D46-ECBC-A974BB40D23C}"/>
              </a:ext>
            </a:extLst>
          </p:cNvPr>
          <p:cNvSpPr txBox="1"/>
          <p:nvPr/>
        </p:nvSpPr>
        <p:spPr>
          <a:xfrm>
            <a:off x="519420" y="2507306"/>
            <a:ext cx="11672580" cy="369332"/>
          </a:xfrm>
          <a:prstGeom prst="rect">
            <a:avLst/>
          </a:prstGeom>
          <a:noFill/>
        </p:spPr>
        <p:txBody>
          <a:bodyPr wrap="square">
            <a:spAutoFit/>
          </a:bodyPr>
          <a:lstStyle/>
          <a:p>
            <a:pPr marL="285750" indent="-285750">
              <a:buFont typeface="Arial" panose="020B0604020202020204" pitchFamily="34" charset="0"/>
              <a:buChar char="•"/>
            </a:pPr>
            <a:r>
              <a:rPr lang="es-ES" b="1" dirty="0">
                <a:solidFill>
                  <a:schemeClr val="accent1">
                    <a:lumMod val="50000"/>
                  </a:schemeClr>
                </a:solidFill>
              </a:rPr>
              <a:t>Algoritmo de  </a:t>
            </a:r>
            <a:r>
              <a:rPr lang="es-ES" b="1" dirty="0" err="1">
                <a:solidFill>
                  <a:schemeClr val="accent1">
                    <a:lumMod val="50000"/>
                  </a:schemeClr>
                </a:solidFill>
              </a:rPr>
              <a:t>Backpropagation</a:t>
            </a:r>
            <a:r>
              <a:rPr lang="es-ES" dirty="0">
                <a:solidFill>
                  <a:schemeClr val="accent1">
                    <a:lumMod val="50000"/>
                  </a:schemeClr>
                </a:solidFill>
              </a:rPr>
              <a:t>.</a:t>
            </a:r>
          </a:p>
        </p:txBody>
      </p:sp>
      <p:sp>
        <p:nvSpPr>
          <p:cNvPr id="25" name="CuadroTexto 24">
            <a:extLst>
              <a:ext uri="{FF2B5EF4-FFF2-40B4-BE49-F238E27FC236}">
                <a16:creationId xmlns:a16="http://schemas.microsoft.com/office/drawing/2014/main" id="{7459ECC7-E7C8-9501-53DA-3C8BF234670E}"/>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VI)</a:t>
            </a:r>
            <a:r>
              <a:rPr lang="en-US" sz="2000" dirty="0">
                <a:solidFill>
                  <a:schemeClr val="accent1">
                    <a:lumMod val="50000"/>
                  </a:schemeClr>
                </a:solidFill>
              </a:rPr>
              <a:t>  </a:t>
            </a:r>
          </a:p>
        </p:txBody>
      </p:sp>
      <mc:AlternateContent xmlns:mc="http://schemas.openxmlformats.org/markup-compatibility/2006" xmlns:a14="http://schemas.microsoft.com/office/drawing/2010/main">
        <mc:Choice Requires="a14">
          <p:sp>
            <p:nvSpPr>
              <p:cNvPr id="11" name="Rectángulo: esquinas redondeadas 10">
                <a:extLst>
                  <a:ext uri="{FF2B5EF4-FFF2-40B4-BE49-F238E27FC236}">
                    <a16:creationId xmlns:a16="http://schemas.microsoft.com/office/drawing/2014/main" id="{32A8D446-F20E-9C79-F258-4C311D3F9DD4}"/>
                  </a:ext>
                </a:extLst>
              </p:cNvPr>
              <p:cNvSpPr/>
              <p:nvPr/>
            </p:nvSpPr>
            <p:spPr>
              <a:xfrm>
                <a:off x="11314334" y="4318896"/>
                <a:ext cx="540000" cy="504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dirty="0"/>
              </a:p>
            </p:txBody>
          </p:sp>
        </mc:Choice>
        <mc:Fallback xmlns="">
          <p:sp>
            <p:nvSpPr>
              <p:cNvPr id="11" name="Rectángulo: esquinas redondeadas 10">
                <a:extLst>
                  <a:ext uri="{FF2B5EF4-FFF2-40B4-BE49-F238E27FC236}">
                    <a16:creationId xmlns:a16="http://schemas.microsoft.com/office/drawing/2014/main" id="{32A8D446-F20E-9C79-F258-4C311D3F9DD4}"/>
                  </a:ext>
                </a:extLst>
              </p:cNvPr>
              <p:cNvSpPr>
                <a:spLocks noRot="1" noChangeAspect="1" noMove="1" noResize="1" noEditPoints="1" noAdjustHandles="1" noChangeArrowheads="1" noChangeShapeType="1" noTextEdit="1"/>
              </p:cNvSpPr>
              <p:nvPr/>
            </p:nvSpPr>
            <p:spPr>
              <a:xfrm>
                <a:off x="11314334" y="4318896"/>
                <a:ext cx="540000" cy="504000"/>
              </a:xfrm>
              <a:prstGeom prst="roundRect">
                <a:avLst/>
              </a:prstGeom>
              <a:blipFill>
                <a:blip r:embed="rId3"/>
                <a:stretch>
                  <a:fillRect/>
                </a:stretch>
              </a:blipFill>
              <a:ln w="25400">
                <a:prstDash val="solid"/>
              </a:ln>
            </p:spPr>
            <p:txBody>
              <a:bodyPr/>
              <a:lstStyle/>
              <a:p>
                <a:r>
                  <a:rPr lang="es-ES">
                    <a:noFill/>
                  </a:rPr>
                  <a:t> </a:t>
                </a:r>
              </a:p>
            </p:txBody>
          </p:sp>
        </mc:Fallback>
      </mc:AlternateContent>
      <p:pic>
        <p:nvPicPr>
          <p:cNvPr id="2" name="Imagen 1">
            <a:extLst>
              <a:ext uri="{FF2B5EF4-FFF2-40B4-BE49-F238E27FC236}">
                <a16:creationId xmlns:a16="http://schemas.microsoft.com/office/drawing/2014/main" id="{ED2114A9-AB84-A0F0-38FF-10C11C529B49}"/>
              </a:ext>
            </a:extLst>
          </p:cNvPr>
          <p:cNvPicPr>
            <a:picLocks noChangeAspect="1"/>
          </p:cNvPicPr>
          <p:nvPr/>
        </p:nvPicPr>
        <p:blipFill>
          <a:blip r:embed="rId4"/>
          <a:stretch>
            <a:fillRect/>
          </a:stretch>
        </p:blipFill>
        <p:spPr>
          <a:xfrm>
            <a:off x="398794" y="1214923"/>
            <a:ext cx="11394412" cy="1804572"/>
          </a:xfrm>
          <a:prstGeom prst="rect">
            <a:avLst/>
          </a:prstGeom>
        </p:spPr>
      </p:pic>
      <p:sp>
        <p:nvSpPr>
          <p:cNvPr id="5" name="Rectángulo 4">
            <a:extLst>
              <a:ext uri="{FF2B5EF4-FFF2-40B4-BE49-F238E27FC236}">
                <a16:creationId xmlns:a16="http://schemas.microsoft.com/office/drawing/2014/main" id="{DB382FED-FC95-5771-43E3-234357074BB4}"/>
              </a:ext>
            </a:extLst>
          </p:cNvPr>
          <p:cNvSpPr/>
          <p:nvPr/>
        </p:nvSpPr>
        <p:spPr>
          <a:xfrm>
            <a:off x="9852165" y="2700242"/>
            <a:ext cx="435721" cy="2822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4" name="Conector recto de flecha 3">
            <a:extLst>
              <a:ext uri="{FF2B5EF4-FFF2-40B4-BE49-F238E27FC236}">
                <a16:creationId xmlns:a16="http://schemas.microsoft.com/office/drawing/2014/main" id="{A9F6D803-89DB-4903-F30F-DED86D804FF6}"/>
              </a:ext>
            </a:extLst>
          </p:cNvPr>
          <p:cNvCxnSpPr>
            <a:cxnSpLocks/>
          </p:cNvCxnSpPr>
          <p:nvPr/>
        </p:nvCxnSpPr>
        <p:spPr>
          <a:xfrm flipH="1" flipV="1">
            <a:off x="10791004" y="3796386"/>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a:extLst>
              <a:ext uri="{FF2B5EF4-FFF2-40B4-BE49-F238E27FC236}">
                <a16:creationId xmlns:a16="http://schemas.microsoft.com/office/drawing/2014/main" id="{E207325D-036B-9878-C468-BDC0DB82B639}"/>
              </a:ext>
            </a:extLst>
          </p:cNvPr>
          <p:cNvCxnSpPr>
            <a:cxnSpLocks/>
          </p:cNvCxnSpPr>
          <p:nvPr/>
        </p:nvCxnSpPr>
        <p:spPr>
          <a:xfrm rot="-5400000" flipH="1" flipV="1">
            <a:off x="10791004" y="4806807"/>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Rectángulo: esquinas redondeadas 12">
                <a:extLst>
                  <a:ext uri="{FF2B5EF4-FFF2-40B4-BE49-F238E27FC236}">
                    <a16:creationId xmlns:a16="http://schemas.microsoft.com/office/drawing/2014/main" id="{57001CBB-19EE-FE6D-9EC7-9B185AC44ECA}"/>
                  </a:ext>
                </a:extLst>
              </p:cNvPr>
              <p:cNvSpPr/>
              <p:nvPr/>
            </p:nvSpPr>
            <p:spPr>
              <a:xfrm>
                <a:off x="10074087" y="3092961"/>
                <a:ext cx="720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oMath>
                  </m:oMathPara>
                </a14:m>
                <a:endParaRPr lang="es-ES" dirty="0"/>
              </a:p>
            </p:txBody>
          </p:sp>
        </mc:Choice>
        <mc:Fallback xmlns="">
          <p:sp>
            <p:nvSpPr>
              <p:cNvPr id="13" name="Rectángulo: esquinas redondeadas 12">
                <a:extLst>
                  <a:ext uri="{FF2B5EF4-FFF2-40B4-BE49-F238E27FC236}">
                    <a16:creationId xmlns:a16="http://schemas.microsoft.com/office/drawing/2014/main" id="{57001CBB-19EE-FE6D-9EC7-9B185AC44ECA}"/>
                  </a:ext>
                </a:extLst>
              </p:cNvPr>
              <p:cNvSpPr>
                <a:spLocks noRot="1" noChangeAspect="1" noMove="1" noResize="1" noEditPoints="1" noAdjustHandles="1" noChangeArrowheads="1" noChangeShapeType="1" noTextEdit="1"/>
              </p:cNvSpPr>
              <p:nvPr/>
            </p:nvSpPr>
            <p:spPr>
              <a:xfrm>
                <a:off x="10074087" y="3092961"/>
                <a:ext cx="720000" cy="720000"/>
              </a:xfrm>
              <a:prstGeom prst="roundRect">
                <a:avLst/>
              </a:prstGeom>
              <a:blipFill>
                <a:blip r:embed="rId5"/>
                <a:stretch>
                  <a:fillRect/>
                </a:stretch>
              </a:blipFill>
              <a:ln w="25400">
                <a:prstDash val="solid"/>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6" name="Rectángulo: esquinas redondeadas 15">
                <a:extLst>
                  <a:ext uri="{FF2B5EF4-FFF2-40B4-BE49-F238E27FC236}">
                    <a16:creationId xmlns:a16="http://schemas.microsoft.com/office/drawing/2014/main" id="{ADDA64BF-6398-9087-6577-621A1DA68A0F}"/>
                  </a:ext>
                </a:extLst>
              </p:cNvPr>
              <p:cNvSpPr/>
              <p:nvPr/>
            </p:nvSpPr>
            <p:spPr>
              <a:xfrm>
                <a:off x="10078633" y="5346807"/>
                <a:ext cx="720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oMath>
                  </m:oMathPara>
                </a14:m>
                <a:endParaRPr lang="es-ES" dirty="0"/>
              </a:p>
            </p:txBody>
          </p:sp>
        </mc:Choice>
        <mc:Fallback xmlns="">
          <p:sp>
            <p:nvSpPr>
              <p:cNvPr id="16" name="Rectángulo: esquinas redondeadas 15">
                <a:extLst>
                  <a:ext uri="{FF2B5EF4-FFF2-40B4-BE49-F238E27FC236}">
                    <a16:creationId xmlns:a16="http://schemas.microsoft.com/office/drawing/2014/main" id="{ADDA64BF-6398-9087-6577-621A1DA68A0F}"/>
                  </a:ext>
                </a:extLst>
              </p:cNvPr>
              <p:cNvSpPr>
                <a:spLocks noRot="1" noChangeAspect="1" noMove="1" noResize="1" noEditPoints="1" noAdjustHandles="1" noChangeArrowheads="1" noChangeShapeType="1" noTextEdit="1"/>
              </p:cNvSpPr>
              <p:nvPr/>
            </p:nvSpPr>
            <p:spPr>
              <a:xfrm>
                <a:off x="10078633" y="5346807"/>
                <a:ext cx="720000" cy="720000"/>
              </a:xfrm>
              <a:prstGeom prst="roundRect">
                <a:avLst/>
              </a:prstGeom>
              <a:blipFill>
                <a:blip r:embed="rId6"/>
                <a:stretch>
                  <a:fillRect/>
                </a:stretch>
              </a:blipFill>
              <a:ln w="25400">
                <a:prstDash val="solid"/>
              </a:ln>
            </p:spPr>
            <p:txBody>
              <a:bodyPr/>
              <a:lstStyle/>
              <a:p>
                <a:r>
                  <a:rPr lang="es-ES">
                    <a:noFill/>
                  </a:rPr>
                  <a:t> </a:t>
                </a:r>
              </a:p>
            </p:txBody>
          </p:sp>
        </mc:Fallback>
      </mc:AlternateContent>
      <p:cxnSp>
        <p:nvCxnSpPr>
          <p:cNvPr id="6" name="Conector recto de flecha 5">
            <a:extLst>
              <a:ext uri="{FF2B5EF4-FFF2-40B4-BE49-F238E27FC236}">
                <a16:creationId xmlns:a16="http://schemas.microsoft.com/office/drawing/2014/main" id="{8C5B219A-601D-2CD7-089F-54B39CC4E50F}"/>
              </a:ext>
            </a:extLst>
          </p:cNvPr>
          <p:cNvCxnSpPr>
            <a:cxnSpLocks/>
            <a:stCxn id="11" idx="1"/>
            <a:endCxn id="12" idx="3"/>
          </p:cNvCxnSpPr>
          <p:nvPr/>
        </p:nvCxnSpPr>
        <p:spPr>
          <a:xfrm flipH="1">
            <a:off x="10044658" y="4570896"/>
            <a:ext cx="1269676" cy="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Rectángulo: esquinas redondeadas 11">
                <a:extLst>
                  <a:ext uri="{FF2B5EF4-FFF2-40B4-BE49-F238E27FC236}">
                    <a16:creationId xmlns:a16="http://schemas.microsoft.com/office/drawing/2014/main" id="{9A8BB67F-F030-A306-FC2C-0862EE2E0840}"/>
                  </a:ext>
                </a:extLst>
              </p:cNvPr>
              <p:cNvSpPr/>
              <p:nvPr/>
            </p:nvSpPr>
            <p:spPr>
              <a:xfrm>
                <a:off x="9360658" y="4256479"/>
                <a:ext cx="684000" cy="648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oMath>
                  </m:oMathPara>
                </a14:m>
                <a:endParaRPr lang="es-ES" dirty="0"/>
              </a:p>
            </p:txBody>
          </p:sp>
        </mc:Choice>
        <mc:Fallback xmlns="">
          <p:sp>
            <p:nvSpPr>
              <p:cNvPr id="12" name="Rectángulo: esquinas redondeadas 11">
                <a:extLst>
                  <a:ext uri="{FF2B5EF4-FFF2-40B4-BE49-F238E27FC236}">
                    <a16:creationId xmlns:a16="http://schemas.microsoft.com/office/drawing/2014/main" id="{9A8BB67F-F030-A306-FC2C-0862EE2E0840}"/>
                  </a:ext>
                </a:extLst>
              </p:cNvPr>
              <p:cNvSpPr>
                <a:spLocks noRot="1" noChangeAspect="1" noMove="1" noResize="1" noEditPoints="1" noAdjustHandles="1" noChangeArrowheads="1" noChangeShapeType="1" noTextEdit="1"/>
              </p:cNvSpPr>
              <p:nvPr/>
            </p:nvSpPr>
            <p:spPr>
              <a:xfrm>
                <a:off x="9360658" y="4256479"/>
                <a:ext cx="684000" cy="648000"/>
              </a:xfrm>
              <a:prstGeom prst="roundRect">
                <a:avLst/>
              </a:prstGeom>
              <a:blipFill>
                <a:blip r:embed="rId7"/>
                <a:stretch>
                  <a:fillRect l="-1724" r="-862"/>
                </a:stretch>
              </a:blipFill>
              <a:ln w="25400">
                <a:prstDash val="solid"/>
              </a:ln>
            </p:spPr>
            <p:txBody>
              <a:bodyPr/>
              <a:lstStyle/>
              <a:p>
                <a:r>
                  <a:rPr lang="es-ES">
                    <a:noFill/>
                  </a:rPr>
                  <a:t> </a:t>
                </a:r>
              </a:p>
            </p:txBody>
          </p:sp>
        </mc:Fallback>
      </mc:AlternateContent>
      <p:cxnSp>
        <p:nvCxnSpPr>
          <p:cNvPr id="7" name="Conector recto de flecha 6">
            <a:extLst>
              <a:ext uri="{FF2B5EF4-FFF2-40B4-BE49-F238E27FC236}">
                <a16:creationId xmlns:a16="http://schemas.microsoft.com/office/drawing/2014/main" id="{32C94B0E-9B46-01CA-3E48-0CE014DDA7DA}"/>
              </a:ext>
            </a:extLst>
          </p:cNvPr>
          <p:cNvCxnSpPr>
            <a:cxnSpLocks/>
          </p:cNvCxnSpPr>
          <p:nvPr/>
        </p:nvCxnSpPr>
        <p:spPr>
          <a:xfrm flipH="1" flipV="1">
            <a:off x="8834245" y="3748081"/>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ector recto de flecha 8">
            <a:extLst>
              <a:ext uri="{FF2B5EF4-FFF2-40B4-BE49-F238E27FC236}">
                <a16:creationId xmlns:a16="http://schemas.microsoft.com/office/drawing/2014/main" id="{4572D0F4-A91C-27BC-5179-436DEA000E0D}"/>
              </a:ext>
            </a:extLst>
          </p:cNvPr>
          <p:cNvCxnSpPr>
            <a:cxnSpLocks/>
          </p:cNvCxnSpPr>
          <p:nvPr/>
        </p:nvCxnSpPr>
        <p:spPr>
          <a:xfrm rot="-5400000" flipH="1" flipV="1">
            <a:off x="8834245" y="4892016"/>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Rectángulo: esquinas redondeadas 13">
                <a:extLst>
                  <a:ext uri="{FF2B5EF4-FFF2-40B4-BE49-F238E27FC236}">
                    <a16:creationId xmlns:a16="http://schemas.microsoft.com/office/drawing/2014/main" id="{A302A7CB-DAD2-B296-F305-FFFFDBCA12C4}"/>
                  </a:ext>
                </a:extLst>
              </p:cNvPr>
              <p:cNvSpPr/>
              <p:nvPr/>
            </p:nvSpPr>
            <p:spPr>
              <a:xfrm>
                <a:off x="8013874" y="3042593"/>
                <a:ext cx="828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−1</m:t>
                                  </m:r>
                                </m:e>
                              </m:d>
                            </m:sup>
                          </m:sSup>
                        </m:den>
                      </m:f>
                    </m:oMath>
                  </m:oMathPara>
                </a14:m>
                <a:endParaRPr lang="es-ES" dirty="0"/>
              </a:p>
            </p:txBody>
          </p:sp>
        </mc:Choice>
        <mc:Fallback xmlns="">
          <p:sp>
            <p:nvSpPr>
              <p:cNvPr id="14" name="Rectángulo: esquinas redondeadas 13">
                <a:extLst>
                  <a:ext uri="{FF2B5EF4-FFF2-40B4-BE49-F238E27FC236}">
                    <a16:creationId xmlns:a16="http://schemas.microsoft.com/office/drawing/2014/main" id="{A302A7CB-DAD2-B296-F305-FFFFDBCA12C4}"/>
                  </a:ext>
                </a:extLst>
              </p:cNvPr>
              <p:cNvSpPr>
                <a:spLocks noRot="1" noChangeAspect="1" noMove="1" noResize="1" noEditPoints="1" noAdjustHandles="1" noChangeArrowheads="1" noChangeShapeType="1" noTextEdit="1"/>
              </p:cNvSpPr>
              <p:nvPr/>
            </p:nvSpPr>
            <p:spPr>
              <a:xfrm>
                <a:off x="8013874" y="3042593"/>
                <a:ext cx="828000" cy="720000"/>
              </a:xfrm>
              <a:prstGeom prst="roundRect">
                <a:avLst/>
              </a:prstGeom>
              <a:blipFill>
                <a:blip r:embed="rId8"/>
                <a:stretch>
                  <a:fillRect/>
                </a:stretch>
              </a:blipFill>
              <a:ln w="25400">
                <a:prstDash val="solid"/>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Rectángulo: esquinas redondeadas 14">
                <a:extLst>
                  <a:ext uri="{FF2B5EF4-FFF2-40B4-BE49-F238E27FC236}">
                    <a16:creationId xmlns:a16="http://schemas.microsoft.com/office/drawing/2014/main" id="{CC7C5480-9498-AC65-BE1A-54DA067C6C84}"/>
                  </a:ext>
                </a:extLst>
              </p:cNvPr>
              <p:cNvSpPr/>
              <p:nvPr/>
            </p:nvSpPr>
            <p:spPr>
              <a:xfrm>
                <a:off x="8042245" y="5432016"/>
                <a:ext cx="792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−1</m:t>
                                  </m:r>
                                </m:e>
                              </m:d>
                            </m:sup>
                          </m:sSup>
                        </m:den>
                      </m:f>
                    </m:oMath>
                  </m:oMathPara>
                </a14:m>
                <a:endParaRPr lang="es-ES" dirty="0"/>
              </a:p>
            </p:txBody>
          </p:sp>
        </mc:Choice>
        <mc:Fallback xmlns="">
          <p:sp>
            <p:nvSpPr>
              <p:cNvPr id="15" name="Rectángulo: esquinas redondeadas 14">
                <a:extLst>
                  <a:ext uri="{FF2B5EF4-FFF2-40B4-BE49-F238E27FC236}">
                    <a16:creationId xmlns:a16="http://schemas.microsoft.com/office/drawing/2014/main" id="{CC7C5480-9498-AC65-BE1A-54DA067C6C84}"/>
                  </a:ext>
                </a:extLst>
              </p:cNvPr>
              <p:cNvSpPr>
                <a:spLocks noRot="1" noChangeAspect="1" noMove="1" noResize="1" noEditPoints="1" noAdjustHandles="1" noChangeArrowheads="1" noChangeShapeType="1" noTextEdit="1"/>
              </p:cNvSpPr>
              <p:nvPr/>
            </p:nvSpPr>
            <p:spPr>
              <a:xfrm>
                <a:off x="8042245" y="5432016"/>
                <a:ext cx="792000" cy="720000"/>
              </a:xfrm>
              <a:prstGeom prst="roundRect">
                <a:avLst/>
              </a:prstGeom>
              <a:blipFill>
                <a:blip r:embed="rId9"/>
                <a:stretch>
                  <a:fillRect/>
                </a:stretch>
              </a:blipFill>
              <a:ln w="25400">
                <a:prstDash val="solid"/>
              </a:ln>
            </p:spPr>
            <p:txBody>
              <a:bodyPr/>
              <a:lstStyle/>
              <a:p>
                <a:r>
                  <a:rPr lang="es-ES">
                    <a:noFill/>
                  </a:rPr>
                  <a:t> </a:t>
                </a:r>
              </a:p>
            </p:txBody>
          </p:sp>
        </mc:Fallback>
      </mc:AlternateContent>
    </p:spTree>
    <p:extLst>
      <p:ext uri="{BB962C8B-B14F-4D97-AF65-F5344CB8AC3E}">
        <p14:creationId xmlns:p14="http://schemas.microsoft.com/office/powerpoint/2010/main" val="157262811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603C9-0371-8BEC-EED8-2F6ADB90A8C3}"/>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758E3883-04DD-A600-35A7-857656998906}"/>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8" name="CuadroTexto 7">
            <a:extLst>
              <a:ext uri="{FF2B5EF4-FFF2-40B4-BE49-F238E27FC236}">
                <a16:creationId xmlns:a16="http://schemas.microsoft.com/office/drawing/2014/main" id="{18FB080C-4B29-3F07-0F05-47010751A4B5}"/>
              </a:ext>
            </a:extLst>
          </p:cNvPr>
          <p:cNvSpPr txBox="1"/>
          <p:nvPr/>
        </p:nvSpPr>
        <p:spPr>
          <a:xfrm>
            <a:off x="519420" y="2507306"/>
            <a:ext cx="11672580" cy="369332"/>
          </a:xfrm>
          <a:prstGeom prst="rect">
            <a:avLst/>
          </a:prstGeom>
          <a:noFill/>
        </p:spPr>
        <p:txBody>
          <a:bodyPr wrap="square">
            <a:spAutoFit/>
          </a:bodyPr>
          <a:lstStyle/>
          <a:p>
            <a:pPr marL="285750" indent="-285750">
              <a:buFont typeface="Arial" panose="020B0604020202020204" pitchFamily="34" charset="0"/>
              <a:buChar char="•"/>
            </a:pPr>
            <a:r>
              <a:rPr lang="es-ES" b="1" dirty="0">
                <a:solidFill>
                  <a:schemeClr val="accent1">
                    <a:lumMod val="50000"/>
                  </a:schemeClr>
                </a:solidFill>
              </a:rPr>
              <a:t>Algoritmo de  </a:t>
            </a:r>
            <a:r>
              <a:rPr lang="es-ES" b="1" dirty="0" err="1">
                <a:solidFill>
                  <a:schemeClr val="accent1">
                    <a:lumMod val="50000"/>
                  </a:schemeClr>
                </a:solidFill>
              </a:rPr>
              <a:t>Backpropagation</a:t>
            </a:r>
            <a:r>
              <a:rPr lang="es-ES" dirty="0">
                <a:solidFill>
                  <a:schemeClr val="accent1">
                    <a:lumMod val="50000"/>
                  </a:schemeClr>
                </a:solidFill>
              </a:rPr>
              <a:t>.</a:t>
            </a:r>
          </a:p>
        </p:txBody>
      </p:sp>
      <p:sp>
        <p:nvSpPr>
          <p:cNvPr id="25" name="CuadroTexto 24">
            <a:extLst>
              <a:ext uri="{FF2B5EF4-FFF2-40B4-BE49-F238E27FC236}">
                <a16:creationId xmlns:a16="http://schemas.microsoft.com/office/drawing/2014/main" id="{4885F8AC-1DA8-A0EC-3F27-68BA1C733CAF}"/>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VI)</a:t>
            </a:r>
            <a:r>
              <a:rPr lang="en-US" sz="2000" dirty="0">
                <a:solidFill>
                  <a:schemeClr val="accent1">
                    <a:lumMod val="50000"/>
                  </a:schemeClr>
                </a:solidFill>
              </a:rPr>
              <a:t>  </a:t>
            </a:r>
          </a:p>
        </p:txBody>
      </p:sp>
      <mc:AlternateContent xmlns:mc="http://schemas.openxmlformats.org/markup-compatibility/2006" xmlns:a14="http://schemas.microsoft.com/office/drawing/2010/main">
        <mc:Choice Requires="a14">
          <p:sp>
            <p:nvSpPr>
              <p:cNvPr id="11" name="Rectángulo: esquinas redondeadas 10">
                <a:extLst>
                  <a:ext uri="{FF2B5EF4-FFF2-40B4-BE49-F238E27FC236}">
                    <a16:creationId xmlns:a16="http://schemas.microsoft.com/office/drawing/2014/main" id="{5F31F7C2-7FC4-A90E-BFD5-A95BB6953CA2}"/>
                  </a:ext>
                </a:extLst>
              </p:cNvPr>
              <p:cNvSpPr/>
              <p:nvPr/>
            </p:nvSpPr>
            <p:spPr>
              <a:xfrm>
                <a:off x="11309383" y="4318896"/>
                <a:ext cx="540000" cy="504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dirty="0"/>
              </a:p>
            </p:txBody>
          </p:sp>
        </mc:Choice>
        <mc:Fallback xmlns="">
          <p:sp>
            <p:nvSpPr>
              <p:cNvPr id="11" name="Rectángulo: esquinas redondeadas 10">
                <a:extLst>
                  <a:ext uri="{FF2B5EF4-FFF2-40B4-BE49-F238E27FC236}">
                    <a16:creationId xmlns:a16="http://schemas.microsoft.com/office/drawing/2014/main" id="{5F31F7C2-7FC4-A90E-BFD5-A95BB6953CA2}"/>
                  </a:ext>
                </a:extLst>
              </p:cNvPr>
              <p:cNvSpPr>
                <a:spLocks noRot="1" noChangeAspect="1" noMove="1" noResize="1" noEditPoints="1" noAdjustHandles="1" noChangeArrowheads="1" noChangeShapeType="1" noTextEdit="1"/>
              </p:cNvSpPr>
              <p:nvPr/>
            </p:nvSpPr>
            <p:spPr>
              <a:xfrm>
                <a:off x="11309383" y="4318896"/>
                <a:ext cx="540000" cy="504000"/>
              </a:xfrm>
              <a:prstGeom prst="roundRect">
                <a:avLst/>
              </a:prstGeom>
              <a:blipFill>
                <a:blip r:embed="rId3"/>
                <a:stretch>
                  <a:fillRect/>
                </a:stretch>
              </a:blipFill>
              <a:ln w="25400">
                <a:prstDash val="solid"/>
              </a:ln>
            </p:spPr>
            <p:txBody>
              <a:bodyPr/>
              <a:lstStyle/>
              <a:p>
                <a:r>
                  <a:rPr lang="es-ES">
                    <a:noFill/>
                  </a:rPr>
                  <a:t> </a:t>
                </a:r>
              </a:p>
            </p:txBody>
          </p:sp>
        </mc:Fallback>
      </mc:AlternateContent>
      <p:pic>
        <p:nvPicPr>
          <p:cNvPr id="2" name="Imagen 1">
            <a:extLst>
              <a:ext uri="{FF2B5EF4-FFF2-40B4-BE49-F238E27FC236}">
                <a16:creationId xmlns:a16="http://schemas.microsoft.com/office/drawing/2014/main" id="{5006FFDF-AF24-34F8-0D0B-E4C4679F1BFF}"/>
              </a:ext>
            </a:extLst>
          </p:cNvPr>
          <p:cNvPicPr>
            <a:picLocks noChangeAspect="1"/>
          </p:cNvPicPr>
          <p:nvPr/>
        </p:nvPicPr>
        <p:blipFill>
          <a:blip r:embed="rId4"/>
          <a:stretch>
            <a:fillRect/>
          </a:stretch>
        </p:blipFill>
        <p:spPr>
          <a:xfrm>
            <a:off x="398794" y="1214923"/>
            <a:ext cx="11394412" cy="1804572"/>
          </a:xfrm>
          <a:prstGeom prst="rect">
            <a:avLst/>
          </a:prstGeom>
        </p:spPr>
      </p:pic>
      <p:sp>
        <p:nvSpPr>
          <p:cNvPr id="5" name="Rectángulo 4">
            <a:extLst>
              <a:ext uri="{FF2B5EF4-FFF2-40B4-BE49-F238E27FC236}">
                <a16:creationId xmlns:a16="http://schemas.microsoft.com/office/drawing/2014/main" id="{9E270E1E-3437-6626-196E-D7F0ECD2C8DC}"/>
              </a:ext>
            </a:extLst>
          </p:cNvPr>
          <p:cNvSpPr/>
          <p:nvPr/>
        </p:nvSpPr>
        <p:spPr>
          <a:xfrm>
            <a:off x="9782239" y="2700242"/>
            <a:ext cx="435721" cy="2822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4" name="Conector recto de flecha 3">
            <a:extLst>
              <a:ext uri="{FF2B5EF4-FFF2-40B4-BE49-F238E27FC236}">
                <a16:creationId xmlns:a16="http://schemas.microsoft.com/office/drawing/2014/main" id="{02CA1641-1538-47B8-F50B-FDE8475DE4A8}"/>
              </a:ext>
            </a:extLst>
          </p:cNvPr>
          <p:cNvCxnSpPr>
            <a:cxnSpLocks/>
          </p:cNvCxnSpPr>
          <p:nvPr/>
        </p:nvCxnSpPr>
        <p:spPr>
          <a:xfrm flipH="1" flipV="1">
            <a:off x="10786053" y="3796386"/>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a:extLst>
              <a:ext uri="{FF2B5EF4-FFF2-40B4-BE49-F238E27FC236}">
                <a16:creationId xmlns:a16="http://schemas.microsoft.com/office/drawing/2014/main" id="{FD3BCA5A-790D-AB51-5D3A-8ABA8AACDE60}"/>
              </a:ext>
            </a:extLst>
          </p:cNvPr>
          <p:cNvCxnSpPr>
            <a:cxnSpLocks/>
          </p:cNvCxnSpPr>
          <p:nvPr/>
        </p:nvCxnSpPr>
        <p:spPr>
          <a:xfrm rot="-5400000" flipH="1" flipV="1">
            <a:off x="10786053" y="4806807"/>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Rectángulo: esquinas redondeadas 12">
                <a:extLst>
                  <a:ext uri="{FF2B5EF4-FFF2-40B4-BE49-F238E27FC236}">
                    <a16:creationId xmlns:a16="http://schemas.microsoft.com/office/drawing/2014/main" id="{E56BCE2B-4EE2-6BF0-4715-B532A882E856}"/>
                  </a:ext>
                </a:extLst>
              </p:cNvPr>
              <p:cNvSpPr/>
              <p:nvPr/>
            </p:nvSpPr>
            <p:spPr>
              <a:xfrm>
                <a:off x="10069136" y="3092961"/>
                <a:ext cx="720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oMath>
                  </m:oMathPara>
                </a14:m>
                <a:endParaRPr lang="es-ES" dirty="0"/>
              </a:p>
            </p:txBody>
          </p:sp>
        </mc:Choice>
        <mc:Fallback xmlns="">
          <p:sp>
            <p:nvSpPr>
              <p:cNvPr id="13" name="Rectángulo: esquinas redondeadas 12">
                <a:extLst>
                  <a:ext uri="{FF2B5EF4-FFF2-40B4-BE49-F238E27FC236}">
                    <a16:creationId xmlns:a16="http://schemas.microsoft.com/office/drawing/2014/main" id="{E56BCE2B-4EE2-6BF0-4715-B532A882E856}"/>
                  </a:ext>
                </a:extLst>
              </p:cNvPr>
              <p:cNvSpPr>
                <a:spLocks noRot="1" noChangeAspect="1" noMove="1" noResize="1" noEditPoints="1" noAdjustHandles="1" noChangeArrowheads="1" noChangeShapeType="1" noTextEdit="1"/>
              </p:cNvSpPr>
              <p:nvPr/>
            </p:nvSpPr>
            <p:spPr>
              <a:xfrm>
                <a:off x="10069136" y="3092961"/>
                <a:ext cx="720000" cy="720000"/>
              </a:xfrm>
              <a:prstGeom prst="roundRect">
                <a:avLst/>
              </a:prstGeom>
              <a:blipFill>
                <a:blip r:embed="rId5"/>
                <a:stretch>
                  <a:fillRect/>
                </a:stretch>
              </a:blipFill>
              <a:ln w="25400">
                <a:prstDash val="solid"/>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6" name="Rectángulo: esquinas redondeadas 15">
                <a:extLst>
                  <a:ext uri="{FF2B5EF4-FFF2-40B4-BE49-F238E27FC236}">
                    <a16:creationId xmlns:a16="http://schemas.microsoft.com/office/drawing/2014/main" id="{79F1F196-DF17-3461-1D0A-7FFF1435AD18}"/>
                  </a:ext>
                </a:extLst>
              </p:cNvPr>
              <p:cNvSpPr/>
              <p:nvPr/>
            </p:nvSpPr>
            <p:spPr>
              <a:xfrm>
                <a:off x="10073682" y="5346807"/>
                <a:ext cx="720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oMath>
                  </m:oMathPara>
                </a14:m>
                <a:endParaRPr lang="es-ES" dirty="0"/>
              </a:p>
            </p:txBody>
          </p:sp>
        </mc:Choice>
        <mc:Fallback xmlns="">
          <p:sp>
            <p:nvSpPr>
              <p:cNvPr id="16" name="Rectángulo: esquinas redondeadas 15">
                <a:extLst>
                  <a:ext uri="{FF2B5EF4-FFF2-40B4-BE49-F238E27FC236}">
                    <a16:creationId xmlns:a16="http://schemas.microsoft.com/office/drawing/2014/main" id="{79F1F196-DF17-3461-1D0A-7FFF1435AD18}"/>
                  </a:ext>
                </a:extLst>
              </p:cNvPr>
              <p:cNvSpPr>
                <a:spLocks noRot="1" noChangeAspect="1" noMove="1" noResize="1" noEditPoints="1" noAdjustHandles="1" noChangeArrowheads="1" noChangeShapeType="1" noTextEdit="1"/>
              </p:cNvSpPr>
              <p:nvPr/>
            </p:nvSpPr>
            <p:spPr>
              <a:xfrm>
                <a:off x="10073682" y="5346807"/>
                <a:ext cx="720000" cy="720000"/>
              </a:xfrm>
              <a:prstGeom prst="roundRect">
                <a:avLst/>
              </a:prstGeom>
              <a:blipFill>
                <a:blip r:embed="rId6"/>
                <a:stretch>
                  <a:fillRect/>
                </a:stretch>
              </a:blipFill>
              <a:ln w="25400">
                <a:prstDash val="solid"/>
              </a:ln>
            </p:spPr>
            <p:txBody>
              <a:bodyPr/>
              <a:lstStyle/>
              <a:p>
                <a:r>
                  <a:rPr lang="es-ES">
                    <a:noFill/>
                  </a:rPr>
                  <a:t> </a:t>
                </a:r>
              </a:p>
            </p:txBody>
          </p:sp>
        </mc:Fallback>
      </mc:AlternateContent>
      <p:cxnSp>
        <p:nvCxnSpPr>
          <p:cNvPr id="6" name="Conector recto de flecha 5">
            <a:extLst>
              <a:ext uri="{FF2B5EF4-FFF2-40B4-BE49-F238E27FC236}">
                <a16:creationId xmlns:a16="http://schemas.microsoft.com/office/drawing/2014/main" id="{D6C56046-B747-CE51-9C8A-345CDDD8231E}"/>
              </a:ext>
            </a:extLst>
          </p:cNvPr>
          <p:cNvCxnSpPr>
            <a:cxnSpLocks/>
            <a:stCxn id="11" idx="1"/>
            <a:endCxn id="12" idx="3"/>
          </p:cNvCxnSpPr>
          <p:nvPr/>
        </p:nvCxnSpPr>
        <p:spPr>
          <a:xfrm flipH="1">
            <a:off x="10039707" y="4570896"/>
            <a:ext cx="1269676" cy="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Rectángulo: esquinas redondeadas 11">
                <a:extLst>
                  <a:ext uri="{FF2B5EF4-FFF2-40B4-BE49-F238E27FC236}">
                    <a16:creationId xmlns:a16="http://schemas.microsoft.com/office/drawing/2014/main" id="{25C3296D-6373-1AE4-7F45-98BA48D2E213}"/>
                  </a:ext>
                </a:extLst>
              </p:cNvPr>
              <p:cNvSpPr/>
              <p:nvPr/>
            </p:nvSpPr>
            <p:spPr>
              <a:xfrm>
                <a:off x="9355707" y="4256479"/>
                <a:ext cx="684000" cy="648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oMath>
                  </m:oMathPara>
                </a14:m>
                <a:endParaRPr lang="es-ES" dirty="0"/>
              </a:p>
            </p:txBody>
          </p:sp>
        </mc:Choice>
        <mc:Fallback xmlns="">
          <p:sp>
            <p:nvSpPr>
              <p:cNvPr id="12" name="Rectángulo: esquinas redondeadas 11">
                <a:extLst>
                  <a:ext uri="{FF2B5EF4-FFF2-40B4-BE49-F238E27FC236}">
                    <a16:creationId xmlns:a16="http://schemas.microsoft.com/office/drawing/2014/main" id="{25C3296D-6373-1AE4-7F45-98BA48D2E213}"/>
                  </a:ext>
                </a:extLst>
              </p:cNvPr>
              <p:cNvSpPr>
                <a:spLocks noRot="1" noChangeAspect="1" noMove="1" noResize="1" noEditPoints="1" noAdjustHandles="1" noChangeArrowheads="1" noChangeShapeType="1" noTextEdit="1"/>
              </p:cNvSpPr>
              <p:nvPr/>
            </p:nvSpPr>
            <p:spPr>
              <a:xfrm>
                <a:off x="9355707" y="4256479"/>
                <a:ext cx="684000" cy="648000"/>
              </a:xfrm>
              <a:prstGeom prst="roundRect">
                <a:avLst/>
              </a:prstGeom>
              <a:blipFill>
                <a:blip r:embed="rId7"/>
                <a:stretch>
                  <a:fillRect l="-1724" r="-862"/>
                </a:stretch>
              </a:blipFill>
              <a:ln w="25400">
                <a:prstDash val="solid"/>
              </a:ln>
            </p:spPr>
            <p:txBody>
              <a:bodyPr/>
              <a:lstStyle/>
              <a:p>
                <a:r>
                  <a:rPr lang="es-ES">
                    <a:noFill/>
                  </a:rPr>
                  <a:t> </a:t>
                </a:r>
              </a:p>
            </p:txBody>
          </p:sp>
        </mc:Fallback>
      </mc:AlternateContent>
      <p:cxnSp>
        <p:nvCxnSpPr>
          <p:cNvPr id="7" name="Conector recto de flecha 6">
            <a:extLst>
              <a:ext uri="{FF2B5EF4-FFF2-40B4-BE49-F238E27FC236}">
                <a16:creationId xmlns:a16="http://schemas.microsoft.com/office/drawing/2014/main" id="{E7E4A0CB-77C4-0239-B4BC-B1D379A88233}"/>
              </a:ext>
            </a:extLst>
          </p:cNvPr>
          <p:cNvCxnSpPr>
            <a:cxnSpLocks/>
          </p:cNvCxnSpPr>
          <p:nvPr/>
        </p:nvCxnSpPr>
        <p:spPr>
          <a:xfrm flipH="1" flipV="1">
            <a:off x="8829294" y="3748081"/>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ector recto de flecha 8">
            <a:extLst>
              <a:ext uri="{FF2B5EF4-FFF2-40B4-BE49-F238E27FC236}">
                <a16:creationId xmlns:a16="http://schemas.microsoft.com/office/drawing/2014/main" id="{45886E3A-9E1E-A4FC-4098-F4776CD02BDE}"/>
              </a:ext>
            </a:extLst>
          </p:cNvPr>
          <p:cNvCxnSpPr>
            <a:cxnSpLocks/>
          </p:cNvCxnSpPr>
          <p:nvPr/>
        </p:nvCxnSpPr>
        <p:spPr>
          <a:xfrm rot="-5400000" flipH="1" flipV="1">
            <a:off x="8829294" y="4892016"/>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Rectángulo: esquinas redondeadas 13">
                <a:extLst>
                  <a:ext uri="{FF2B5EF4-FFF2-40B4-BE49-F238E27FC236}">
                    <a16:creationId xmlns:a16="http://schemas.microsoft.com/office/drawing/2014/main" id="{8E9E2333-FDB6-CDAA-0121-DEA042E14028}"/>
                  </a:ext>
                </a:extLst>
              </p:cNvPr>
              <p:cNvSpPr/>
              <p:nvPr/>
            </p:nvSpPr>
            <p:spPr>
              <a:xfrm>
                <a:off x="8008923" y="3042593"/>
                <a:ext cx="828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−1</m:t>
                                  </m:r>
                                </m:e>
                              </m:d>
                            </m:sup>
                          </m:sSup>
                        </m:den>
                      </m:f>
                    </m:oMath>
                  </m:oMathPara>
                </a14:m>
                <a:endParaRPr lang="es-ES" dirty="0"/>
              </a:p>
            </p:txBody>
          </p:sp>
        </mc:Choice>
        <mc:Fallback xmlns="">
          <p:sp>
            <p:nvSpPr>
              <p:cNvPr id="14" name="Rectángulo: esquinas redondeadas 13">
                <a:extLst>
                  <a:ext uri="{FF2B5EF4-FFF2-40B4-BE49-F238E27FC236}">
                    <a16:creationId xmlns:a16="http://schemas.microsoft.com/office/drawing/2014/main" id="{8E9E2333-FDB6-CDAA-0121-DEA042E14028}"/>
                  </a:ext>
                </a:extLst>
              </p:cNvPr>
              <p:cNvSpPr>
                <a:spLocks noRot="1" noChangeAspect="1" noMove="1" noResize="1" noEditPoints="1" noAdjustHandles="1" noChangeArrowheads="1" noChangeShapeType="1" noTextEdit="1"/>
              </p:cNvSpPr>
              <p:nvPr/>
            </p:nvSpPr>
            <p:spPr>
              <a:xfrm>
                <a:off x="8008923" y="3042593"/>
                <a:ext cx="828000" cy="720000"/>
              </a:xfrm>
              <a:prstGeom prst="roundRect">
                <a:avLst/>
              </a:prstGeom>
              <a:blipFill>
                <a:blip r:embed="rId8"/>
                <a:stretch>
                  <a:fillRect/>
                </a:stretch>
              </a:blipFill>
              <a:ln w="25400">
                <a:prstDash val="solid"/>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Rectángulo: esquinas redondeadas 14">
                <a:extLst>
                  <a:ext uri="{FF2B5EF4-FFF2-40B4-BE49-F238E27FC236}">
                    <a16:creationId xmlns:a16="http://schemas.microsoft.com/office/drawing/2014/main" id="{834E675F-0FEF-DA1D-B65F-C4214369927D}"/>
                  </a:ext>
                </a:extLst>
              </p:cNvPr>
              <p:cNvSpPr/>
              <p:nvPr/>
            </p:nvSpPr>
            <p:spPr>
              <a:xfrm>
                <a:off x="8037294" y="5432016"/>
                <a:ext cx="792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−1</m:t>
                                  </m:r>
                                </m:e>
                              </m:d>
                            </m:sup>
                          </m:sSup>
                        </m:den>
                      </m:f>
                    </m:oMath>
                  </m:oMathPara>
                </a14:m>
                <a:endParaRPr lang="es-ES" dirty="0"/>
              </a:p>
            </p:txBody>
          </p:sp>
        </mc:Choice>
        <mc:Fallback xmlns="">
          <p:sp>
            <p:nvSpPr>
              <p:cNvPr id="15" name="Rectángulo: esquinas redondeadas 14">
                <a:extLst>
                  <a:ext uri="{FF2B5EF4-FFF2-40B4-BE49-F238E27FC236}">
                    <a16:creationId xmlns:a16="http://schemas.microsoft.com/office/drawing/2014/main" id="{834E675F-0FEF-DA1D-B65F-C4214369927D}"/>
                  </a:ext>
                </a:extLst>
              </p:cNvPr>
              <p:cNvSpPr>
                <a:spLocks noRot="1" noChangeAspect="1" noMove="1" noResize="1" noEditPoints="1" noAdjustHandles="1" noChangeArrowheads="1" noChangeShapeType="1" noTextEdit="1"/>
              </p:cNvSpPr>
              <p:nvPr/>
            </p:nvSpPr>
            <p:spPr>
              <a:xfrm>
                <a:off x="8037294" y="5432016"/>
                <a:ext cx="792000" cy="720000"/>
              </a:xfrm>
              <a:prstGeom prst="roundRect">
                <a:avLst/>
              </a:prstGeom>
              <a:blipFill>
                <a:blip r:embed="rId9"/>
                <a:stretch>
                  <a:fillRect/>
                </a:stretch>
              </a:blipFill>
              <a:ln w="25400">
                <a:prstDash val="solid"/>
              </a:ln>
            </p:spPr>
            <p:txBody>
              <a:bodyPr/>
              <a:lstStyle/>
              <a:p>
                <a:r>
                  <a:rPr lang="es-ES">
                    <a:noFill/>
                  </a:rPr>
                  <a:t> </a:t>
                </a:r>
              </a:p>
            </p:txBody>
          </p:sp>
        </mc:Fallback>
      </mc:AlternateContent>
      <p:cxnSp>
        <p:nvCxnSpPr>
          <p:cNvPr id="17" name="Conector recto de flecha 16">
            <a:extLst>
              <a:ext uri="{FF2B5EF4-FFF2-40B4-BE49-F238E27FC236}">
                <a16:creationId xmlns:a16="http://schemas.microsoft.com/office/drawing/2014/main" id="{E874786A-193F-9B8F-7B7B-5EE47D78AED8}"/>
              </a:ext>
            </a:extLst>
          </p:cNvPr>
          <p:cNvCxnSpPr>
            <a:cxnSpLocks/>
          </p:cNvCxnSpPr>
          <p:nvPr/>
        </p:nvCxnSpPr>
        <p:spPr>
          <a:xfrm flipH="1">
            <a:off x="8263533" y="4570896"/>
            <a:ext cx="1080000" cy="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ctángulo: esquinas redondeadas 17">
                <a:extLst>
                  <a:ext uri="{FF2B5EF4-FFF2-40B4-BE49-F238E27FC236}">
                    <a16:creationId xmlns:a16="http://schemas.microsoft.com/office/drawing/2014/main" id="{DCA42A2B-720C-EC55-32CE-AB783F8D2C46}"/>
                  </a:ext>
                </a:extLst>
              </p:cNvPr>
              <p:cNvSpPr/>
              <p:nvPr/>
            </p:nvSpPr>
            <p:spPr>
              <a:xfrm>
                <a:off x="7579536" y="4256479"/>
                <a:ext cx="684000" cy="648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oMath>
                  </m:oMathPara>
                </a14:m>
                <a:endParaRPr lang="es-ES" dirty="0"/>
              </a:p>
            </p:txBody>
          </p:sp>
        </mc:Choice>
        <mc:Fallback xmlns="">
          <p:sp>
            <p:nvSpPr>
              <p:cNvPr id="18" name="Rectángulo: esquinas redondeadas 17">
                <a:extLst>
                  <a:ext uri="{FF2B5EF4-FFF2-40B4-BE49-F238E27FC236}">
                    <a16:creationId xmlns:a16="http://schemas.microsoft.com/office/drawing/2014/main" id="{DCA42A2B-720C-EC55-32CE-AB783F8D2C46}"/>
                  </a:ext>
                </a:extLst>
              </p:cNvPr>
              <p:cNvSpPr>
                <a:spLocks noRot="1" noChangeAspect="1" noMove="1" noResize="1" noEditPoints="1" noAdjustHandles="1" noChangeArrowheads="1" noChangeShapeType="1" noTextEdit="1"/>
              </p:cNvSpPr>
              <p:nvPr/>
            </p:nvSpPr>
            <p:spPr>
              <a:xfrm>
                <a:off x="7579536" y="4256479"/>
                <a:ext cx="684000" cy="648000"/>
              </a:xfrm>
              <a:prstGeom prst="roundRect">
                <a:avLst/>
              </a:prstGeom>
              <a:blipFill>
                <a:blip r:embed="rId10"/>
                <a:stretch>
                  <a:fillRect l="-855" r="-855"/>
                </a:stretch>
              </a:blipFill>
              <a:ln w="25400">
                <a:prstDash val="solid"/>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B5BBBB6A-8F12-8ECB-C868-53B1516B5A4D}"/>
                  </a:ext>
                </a:extLst>
              </p:cNvPr>
              <p:cNvSpPr txBox="1"/>
              <p:nvPr/>
            </p:nvSpPr>
            <p:spPr>
              <a:xfrm rot="5400000">
                <a:off x="5536391" y="4872844"/>
                <a:ext cx="315653"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2800" b="0" i="1" smtClean="0">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sz="2800" dirty="0">
                  <a:solidFill>
                    <a:schemeClr val="accent1">
                      <a:lumMod val="50000"/>
                    </a:schemeClr>
                  </a:solidFill>
                </a:endParaRPr>
              </a:p>
            </p:txBody>
          </p:sp>
        </mc:Choice>
        <mc:Fallback xmlns="">
          <p:sp>
            <p:nvSpPr>
              <p:cNvPr id="19" name="CuadroTexto 18">
                <a:extLst>
                  <a:ext uri="{FF2B5EF4-FFF2-40B4-BE49-F238E27FC236}">
                    <a16:creationId xmlns:a16="http://schemas.microsoft.com/office/drawing/2014/main" id="{B5BBBB6A-8F12-8ECB-C868-53B1516B5A4D}"/>
                  </a:ext>
                </a:extLst>
              </p:cNvPr>
              <p:cNvSpPr txBox="1">
                <a:spLocks noRot="1" noChangeAspect="1" noMove="1" noResize="1" noEditPoints="1" noAdjustHandles="1" noChangeArrowheads="1" noChangeShapeType="1" noTextEdit="1"/>
              </p:cNvSpPr>
              <p:nvPr/>
            </p:nvSpPr>
            <p:spPr>
              <a:xfrm rot="5400000">
                <a:off x="5536391" y="4872844"/>
                <a:ext cx="315653" cy="523220"/>
              </a:xfrm>
              <a:prstGeom prst="rect">
                <a:avLst/>
              </a:prstGeom>
              <a:blipFill>
                <a:blip r:embed="rId11"/>
                <a:stretch>
                  <a:fillRect/>
                </a:stretch>
              </a:blipFill>
            </p:spPr>
            <p:txBody>
              <a:bodyPr/>
              <a:lstStyle/>
              <a:p>
                <a:r>
                  <a:rPr lang="es-ES">
                    <a:noFill/>
                  </a:rPr>
                  <a:t> </a:t>
                </a:r>
              </a:p>
            </p:txBody>
          </p:sp>
        </mc:Fallback>
      </mc:AlternateContent>
      <p:cxnSp>
        <p:nvCxnSpPr>
          <p:cNvPr id="20" name="Conector recto de flecha 19">
            <a:extLst>
              <a:ext uri="{FF2B5EF4-FFF2-40B4-BE49-F238E27FC236}">
                <a16:creationId xmlns:a16="http://schemas.microsoft.com/office/drawing/2014/main" id="{87BCC6DC-2721-37C4-8988-9D644CF60444}"/>
              </a:ext>
            </a:extLst>
          </p:cNvPr>
          <p:cNvCxnSpPr>
            <a:cxnSpLocks/>
            <a:endCxn id="21" idx="3"/>
          </p:cNvCxnSpPr>
          <p:nvPr/>
        </p:nvCxnSpPr>
        <p:spPr>
          <a:xfrm flipH="1">
            <a:off x="3920105" y="4570896"/>
            <a:ext cx="360000" cy="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Rectángulo: esquinas redondeadas 20">
                <a:extLst>
                  <a:ext uri="{FF2B5EF4-FFF2-40B4-BE49-F238E27FC236}">
                    <a16:creationId xmlns:a16="http://schemas.microsoft.com/office/drawing/2014/main" id="{4C3140FD-4C73-1740-1056-1742BEF038B2}"/>
                  </a:ext>
                </a:extLst>
              </p:cNvPr>
              <p:cNvSpPr/>
              <p:nvPr/>
            </p:nvSpPr>
            <p:spPr>
              <a:xfrm>
                <a:off x="3236105" y="4256479"/>
                <a:ext cx="684000" cy="648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oMath>
                  </m:oMathPara>
                </a14:m>
                <a:endParaRPr lang="es-ES" dirty="0"/>
              </a:p>
            </p:txBody>
          </p:sp>
        </mc:Choice>
        <mc:Fallback xmlns="">
          <p:sp>
            <p:nvSpPr>
              <p:cNvPr id="21" name="Rectángulo: esquinas redondeadas 20">
                <a:extLst>
                  <a:ext uri="{FF2B5EF4-FFF2-40B4-BE49-F238E27FC236}">
                    <a16:creationId xmlns:a16="http://schemas.microsoft.com/office/drawing/2014/main" id="{4C3140FD-4C73-1740-1056-1742BEF038B2}"/>
                  </a:ext>
                </a:extLst>
              </p:cNvPr>
              <p:cNvSpPr>
                <a:spLocks noRot="1" noChangeAspect="1" noMove="1" noResize="1" noEditPoints="1" noAdjustHandles="1" noChangeArrowheads="1" noChangeShapeType="1" noTextEdit="1"/>
              </p:cNvSpPr>
              <p:nvPr/>
            </p:nvSpPr>
            <p:spPr>
              <a:xfrm>
                <a:off x="3236105" y="4256479"/>
                <a:ext cx="684000" cy="648000"/>
              </a:xfrm>
              <a:prstGeom prst="roundRect">
                <a:avLst/>
              </a:prstGeom>
              <a:blipFill>
                <a:blip r:embed="rId12"/>
                <a:stretch>
                  <a:fillRect/>
                </a:stretch>
              </a:blipFill>
              <a:ln w="25400">
                <a:prstDash val="solid"/>
              </a:ln>
            </p:spPr>
            <p:txBody>
              <a:bodyPr/>
              <a:lstStyle/>
              <a:p>
                <a:r>
                  <a:rPr lang="es-ES">
                    <a:noFill/>
                  </a:rPr>
                  <a:t> </a:t>
                </a:r>
              </a:p>
            </p:txBody>
          </p:sp>
        </mc:Fallback>
      </mc:AlternateContent>
      <p:cxnSp>
        <p:nvCxnSpPr>
          <p:cNvPr id="22" name="Conector recto de flecha 21">
            <a:extLst>
              <a:ext uri="{FF2B5EF4-FFF2-40B4-BE49-F238E27FC236}">
                <a16:creationId xmlns:a16="http://schemas.microsoft.com/office/drawing/2014/main" id="{2F80C9F7-94F9-CE71-8340-0767F6A25FB7}"/>
              </a:ext>
            </a:extLst>
          </p:cNvPr>
          <p:cNvCxnSpPr>
            <a:cxnSpLocks/>
          </p:cNvCxnSpPr>
          <p:nvPr/>
        </p:nvCxnSpPr>
        <p:spPr>
          <a:xfrm flipH="1" flipV="1">
            <a:off x="2684332" y="3751327"/>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28EC92DF-D6CF-8E91-42E4-41BD3B601A27}"/>
              </a:ext>
            </a:extLst>
          </p:cNvPr>
          <p:cNvCxnSpPr>
            <a:cxnSpLocks/>
          </p:cNvCxnSpPr>
          <p:nvPr/>
        </p:nvCxnSpPr>
        <p:spPr>
          <a:xfrm rot="-5400000" flipH="1" flipV="1">
            <a:off x="2684332" y="4895262"/>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Rectángulo: esquinas redondeadas 23">
                <a:extLst>
                  <a:ext uri="{FF2B5EF4-FFF2-40B4-BE49-F238E27FC236}">
                    <a16:creationId xmlns:a16="http://schemas.microsoft.com/office/drawing/2014/main" id="{043F591D-CDCA-E4B3-7264-881D688F7217}"/>
                  </a:ext>
                </a:extLst>
              </p:cNvPr>
              <p:cNvSpPr/>
              <p:nvPr/>
            </p:nvSpPr>
            <p:spPr>
              <a:xfrm>
                <a:off x="1863961" y="3045839"/>
                <a:ext cx="828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2</m:t>
                                  </m:r>
                                </m:e>
                              </m:d>
                            </m:sup>
                          </m:sSup>
                        </m:den>
                      </m:f>
                    </m:oMath>
                  </m:oMathPara>
                </a14:m>
                <a:endParaRPr lang="es-ES" dirty="0"/>
              </a:p>
            </p:txBody>
          </p:sp>
        </mc:Choice>
        <mc:Fallback xmlns="">
          <p:sp>
            <p:nvSpPr>
              <p:cNvPr id="24" name="Rectángulo: esquinas redondeadas 23">
                <a:extLst>
                  <a:ext uri="{FF2B5EF4-FFF2-40B4-BE49-F238E27FC236}">
                    <a16:creationId xmlns:a16="http://schemas.microsoft.com/office/drawing/2014/main" id="{043F591D-CDCA-E4B3-7264-881D688F7217}"/>
                  </a:ext>
                </a:extLst>
              </p:cNvPr>
              <p:cNvSpPr>
                <a:spLocks noRot="1" noChangeAspect="1" noMove="1" noResize="1" noEditPoints="1" noAdjustHandles="1" noChangeArrowheads="1" noChangeShapeType="1" noTextEdit="1"/>
              </p:cNvSpPr>
              <p:nvPr/>
            </p:nvSpPr>
            <p:spPr>
              <a:xfrm>
                <a:off x="1863961" y="3045839"/>
                <a:ext cx="828000" cy="720000"/>
              </a:xfrm>
              <a:prstGeom prst="roundRect">
                <a:avLst/>
              </a:prstGeom>
              <a:blipFill>
                <a:blip r:embed="rId13"/>
                <a:stretch>
                  <a:fillRect/>
                </a:stretch>
              </a:blipFill>
              <a:ln w="25400">
                <a:prstDash val="solid"/>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6" name="Rectángulo: esquinas redondeadas 25">
                <a:extLst>
                  <a:ext uri="{FF2B5EF4-FFF2-40B4-BE49-F238E27FC236}">
                    <a16:creationId xmlns:a16="http://schemas.microsoft.com/office/drawing/2014/main" id="{1EC40A8B-8E63-46F3-671C-778CC8CF463B}"/>
                  </a:ext>
                </a:extLst>
              </p:cNvPr>
              <p:cNvSpPr/>
              <p:nvPr/>
            </p:nvSpPr>
            <p:spPr>
              <a:xfrm>
                <a:off x="1892332" y="5435262"/>
                <a:ext cx="792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2</m:t>
                                  </m:r>
                                </m:e>
                              </m:d>
                            </m:sup>
                          </m:sSup>
                        </m:den>
                      </m:f>
                    </m:oMath>
                  </m:oMathPara>
                </a14:m>
                <a:endParaRPr lang="es-ES" dirty="0"/>
              </a:p>
            </p:txBody>
          </p:sp>
        </mc:Choice>
        <mc:Fallback xmlns="">
          <p:sp>
            <p:nvSpPr>
              <p:cNvPr id="26" name="Rectángulo: esquinas redondeadas 25">
                <a:extLst>
                  <a:ext uri="{FF2B5EF4-FFF2-40B4-BE49-F238E27FC236}">
                    <a16:creationId xmlns:a16="http://schemas.microsoft.com/office/drawing/2014/main" id="{1EC40A8B-8E63-46F3-671C-778CC8CF463B}"/>
                  </a:ext>
                </a:extLst>
              </p:cNvPr>
              <p:cNvSpPr>
                <a:spLocks noRot="1" noChangeAspect="1" noMove="1" noResize="1" noEditPoints="1" noAdjustHandles="1" noChangeArrowheads="1" noChangeShapeType="1" noTextEdit="1"/>
              </p:cNvSpPr>
              <p:nvPr/>
            </p:nvSpPr>
            <p:spPr>
              <a:xfrm>
                <a:off x="1892332" y="5435262"/>
                <a:ext cx="792000" cy="720000"/>
              </a:xfrm>
              <a:prstGeom prst="roundRect">
                <a:avLst/>
              </a:prstGeom>
              <a:blipFill>
                <a:blip r:embed="rId14"/>
                <a:stretch>
                  <a:fillRect/>
                </a:stretch>
              </a:blipFill>
              <a:ln w="25400">
                <a:prstDash val="solid"/>
              </a:ln>
            </p:spPr>
            <p:txBody>
              <a:bodyPr/>
              <a:lstStyle/>
              <a:p>
                <a:r>
                  <a:rPr lang="es-ES">
                    <a:noFill/>
                  </a:rPr>
                  <a:t> </a:t>
                </a:r>
              </a:p>
            </p:txBody>
          </p:sp>
        </mc:Fallback>
      </mc:AlternateContent>
      <p:cxnSp>
        <p:nvCxnSpPr>
          <p:cNvPr id="27" name="Conector recto de flecha 26">
            <a:extLst>
              <a:ext uri="{FF2B5EF4-FFF2-40B4-BE49-F238E27FC236}">
                <a16:creationId xmlns:a16="http://schemas.microsoft.com/office/drawing/2014/main" id="{A6AB17E8-A74E-0218-05F3-C62E50030004}"/>
              </a:ext>
            </a:extLst>
          </p:cNvPr>
          <p:cNvCxnSpPr>
            <a:cxnSpLocks/>
            <a:endCxn id="28" idx="3"/>
          </p:cNvCxnSpPr>
          <p:nvPr/>
        </p:nvCxnSpPr>
        <p:spPr>
          <a:xfrm flipH="1">
            <a:off x="2125501" y="4574142"/>
            <a:ext cx="1080000" cy="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Rectángulo: esquinas redondeadas 27">
                <a:extLst>
                  <a:ext uri="{FF2B5EF4-FFF2-40B4-BE49-F238E27FC236}">
                    <a16:creationId xmlns:a16="http://schemas.microsoft.com/office/drawing/2014/main" id="{53B83091-7CC6-221D-5AEC-9684F0AF995D}"/>
                  </a:ext>
                </a:extLst>
              </p:cNvPr>
              <p:cNvSpPr/>
              <p:nvPr/>
            </p:nvSpPr>
            <p:spPr>
              <a:xfrm>
                <a:off x="1441501" y="4259725"/>
                <a:ext cx="684000" cy="648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smtClean="0">
                              <a:solidFill>
                                <a:schemeClr val="accent1">
                                  <a:lumMod val="50000"/>
                                </a:schemeClr>
                              </a:solidFill>
                              <a:latin typeface="Cambria Math" panose="02040503050406030204" pitchFamily="18" charset="0"/>
                              <a:ea typeface="Cambria Math" panose="02040503050406030204" pitchFamily="18" charset="0"/>
                            </a:rPr>
                            <m:t>1</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dirty="0"/>
              </a:p>
            </p:txBody>
          </p:sp>
        </mc:Choice>
        <mc:Fallback xmlns="">
          <p:sp>
            <p:nvSpPr>
              <p:cNvPr id="28" name="Rectángulo: esquinas redondeadas 27">
                <a:extLst>
                  <a:ext uri="{FF2B5EF4-FFF2-40B4-BE49-F238E27FC236}">
                    <a16:creationId xmlns:a16="http://schemas.microsoft.com/office/drawing/2014/main" id="{53B83091-7CC6-221D-5AEC-9684F0AF995D}"/>
                  </a:ext>
                </a:extLst>
              </p:cNvPr>
              <p:cNvSpPr>
                <a:spLocks noRot="1" noChangeAspect="1" noMove="1" noResize="1" noEditPoints="1" noAdjustHandles="1" noChangeArrowheads="1" noChangeShapeType="1" noTextEdit="1"/>
              </p:cNvSpPr>
              <p:nvPr/>
            </p:nvSpPr>
            <p:spPr>
              <a:xfrm>
                <a:off x="1441501" y="4259725"/>
                <a:ext cx="684000" cy="648000"/>
              </a:xfrm>
              <a:prstGeom prst="roundRect">
                <a:avLst/>
              </a:prstGeom>
              <a:blipFill>
                <a:blip r:embed="rId15"/>
                <a:stretch>
                  <a:fillRect/>
                </a:stretch>
              </a:blipFill>
              <a:ln w="25400">
                <a:prstDash val="solid"/>
              </a:ln>
            </p:spPr>
            <p:txBody>
              <a:bodyPr/>
              <a:lstStyle/>
              <a:p>
                <a:r>
                  <a:rPr lang="es-ES">
                    <a:noFill/>
                  </a:rPr>
                  <a:t> </a:t>
                </a:r>
              </a:p>
            </p:txBody>
          </p:sp>
        </mc:Fallback>
      </mc:AlternateContent>
      <p:cxnSp>
        <p:nvCxnSpPr>
          <p:cNvPr id="29" name="Conector recto de flecha 28">
            <a:extLst>
              <a:ext uri="{FF2B5EF4-FFF2-40B4-BE49-F238E27FC236}">
                <a16:creationId xmlns:a16="http://schemas.microsoft.com/office/drawing/2014/main" id="{CAE7A42D-BA96-9AE1-E5F0-E990FA31C44A}"/>
              </a:ext>
            </a:extLst>
          </p:cNvPr>
          <p:cNvCxnSpPr>
            <a:cxnSpLocks/>
          </p:cNvCxnSpPr>
          <p:nvPr/>
        </p:nvCxnSpPr>
        <p:spPr>
          <a:xfrm flipH="1" flipV="1">
            <a:off x="902523" y="3748081"/>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FA4692D7-2059-F045-D074-B2DAA038F5D4}"/>
              </a:ext>
            </a:extLst>
          </p:cNvPr>
          <p:cNvCxnSpPr>
            <a:cxnSpLocks/>
          </p:cNvCxnSpPr>
          <p:nvPr/>
        </p:nvCxnSpPr>
        <p:spPr>
          <a:xfrm rot="-5400000" flipH="1" flipV="1">
            <a:off x="902523" y="4892016"/>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Rectángulo: esquinas redondeadas 30">
                <a:extLst>
                  <a:ext uri="{FF2B5EF4-FFF2-40B4-BE49-F238E27FC236}">
                    <a16:creationId xmlns:a16="http://schemas.microsoft.com/office/drawing/2014/main" id="{C920A27A-CF17-37F0-1509-E15273393E9D}"/>
                  </a:ext>
                </a:extLst>
              </p:cNvPr>
              <p:cNvSpPr/>
              <p:nvPr/>
            </p:nvSpPr>
            <p:spPr>
              <a:xfrm>
                <a:off x="82152" y="3042593"/>
                <a:ext cx="828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1</m:t>
                                  </m:r>
                                </m:e>
                              </m:d>
                            </m:sup>
                          </m:sSup>
                        </m:den>
                      </m:f>
                    </m:oMath>
                  </m:oMathPara>
                </a14:m>
                <a:endParaRPr lang="es-ES" dirty="0"/>
              </a:p>
            </p:txBody>
          </p:sp>
        </mc:Choice>
        <mc:Fallback xmlns="">
          <p:sp>
            <p:nvSpPr>
              <p:cNvPr id="31" name="Rectángulo: esquinas redondeadas 30">
                <a:extLst>
                  <a:ext uri="{FF2B5EF4-FFF2-40B4-BE49-F238E27FC236}">
                    <a16:creationId xmlns:a16="http://schemas.microsoft.com/office/drawing/2014/main" id="{C920A27A-CF17-37F0-1509-E15273393E9D}"/>
                  </a:ext>
                </a:extLst>
              </p:cNvPr>
              <p:cNvSpPr>
                <a:spLocks noRot="1" noChangeAspect="1" noMove="1" noResize="1" noEditPoints="1" noAdjustHandles="1" noChangeArrowheads="1" noChangeShapeType="1" noTextEdit="1"/>
              </p:cNvSpPr>
              <p:nvPr/>
            </p:nvSpPr>
            <p:spPr>
              <a:xfrm>
                <a:off x="82152" y="3042593"/>
                <a:ext cx="828000" cy="720000"/>
              </a:xfrm>
              <a:prstGeom prst="roundRect">
                <a:avLst/>
              </a:prstGeom>
              <a:blipFill>
                <a:blip r:embed="rId16"/>
                <a:stretch>
                  <a:fillRect/>
                </a:stretch>
              </a:blipFill>
              <a:ln w="25400">
                <a:prstDash val="solid"/>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2" name="Rectángulo: esquinas redondeadas 31">
                <a:extLst>
                  <a:ext uri="{FF2B5EF4-FFF2-40B4-BE49-F238E27FC236}">
                    <a16:creationId xmlns:a16="http://schemas.microsoft.com/office/drawing/2014/main" id="{77146D20-ECC8-997A-E9C9-B2C1B17FCC89}"/>
                  </a:ext>
                </a:extLst>
              </p:cNvPr>
              <p:cNvSpPr/>
              <p:nvPr/>
            </p:nvSpPr>
            <p:spPr>
              <a:xfrm>
                <a:off x="110523" y="5432016"/>
                <a:ext cx="792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1</m:t>
                                  </m:r>
                                </m:e>
                              </m:d>
                            </m:sup>
                          </m:sSup>
                        </m:den>
                      </m:f>
                    </m:oMath>
                  </m:oMathPara>
                </a14:m>
                <a:endParaRPr lang="es-ES" dirty="0"/>
              </a:p>
            </p:txBody>
          </p:sp>
        </mc:Choice>
        <mc:Fallback xmlns="">
          <p:sp>
            <p:nvSpPr>
              <p:cNvPr id="32" name="Rectángulo: esquinas redondeadas 31">
                <a:extLst>
                  <a:ext uri="{FF2B5EF4-FFF2-40B4-BE49-F238E27FC236}">
                    <a16:creationId xmlns:a16="http://schemas.microsoft.com/office/drawing/2014/main" id="{77146D20-ECC8-997A-E9C9-B2C1B17FCC89}"/>
                  </a:ext>
                </a:extLst>
              </p:cNvPr>
              <p:cNvSpPr>
                <a:spLocks noRot="1" noChangeAspect="1" noMove="1" noResize="1" noEditPoints="1" noAdjustHandles="1" noChangeArrowheads="1" noChangeShapeType="1" noTextEdit="1"/>
              </p:cNvSpPr>
              <p:nvPr/>
            </p:nvSpPr>
            <p:spPr>
              <a:xfrm>
                <a:off x="110523" y="5432016"/>
                <a:ext cx="792000" cy="720000"/>
              </a:xfrm>
              <a:prstGeom prst="roundRect">
                <a:avLst/>
              </a:prstGeom>
              <a:blipFill>
                <a:blip r:embed="rId17"/>
                <a:stretch>
                  <a:fillRect/>
                </a:stretch>
              </a:blipFill>
              <a:ln w="25400">
                <a:prstDash val="solid"/>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AA6CE0CE-DA55-2214-CD4F-FD6C1A80D1C2}"/>
                  </a:ext>
                </a:extLst>
              </p:cNvPr>
              <p:cNvSpPr txBox="1"/>
              <p:nvPr/>
            </p:nvSpPr>
            <p:spPr>
              <a:xfrm>
                <a:off x="2598904" y="3050454"/>
                <a:ext cx="3497096" cy="624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oMath>
                  </m:oMathPara>
                </a14:m>
                <a:endParaRPr lang="es-ES" dirty="0"/>
              </a:p>
            </p:txBody>
          </p:sp>
        </mc:Choice>
        <mc:Fallback xmlns="">
          <p:sp>
            <p:nvSpPr>
              <p:cNvPr id="35" name="CuadroTexto 34">
                <a:extLst>
                  <a:ext uri="{FF2B5EF4-FFF2-40B4-BE49-F238E27FC236}">
                    <a16:creationId xmlns:a16="http://schemas.microsoft.com/office/drawing/2014/main" id="{AA6CE0CE-DA55-2214-CD4F-FD6C1A80D1C2}"/>
                  </a:ext>
                </a:extLst>
              </p:cNvPr>
              <p:cNvSpPr txBox="1">
                <a:spLocks noRot="1" noChangeAspect="1" noMove="1" noResize="1" noEditPoints="1" noAdjustHandles="1" noChangeArrowheads="1" noChangeShapeType="1" noTextEdit="1"/>
              </p:cNvSpPr>
              <p:nvPr/>
            </p:nvSpPr>
            <p:spPr>
              <a:xfrm>
                <a:off x="2598904" y="3050454"/>
                <a:ext cx="3497096" cy="624017"/>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2C9B994D-F6EF-94CB-B82B-0229D5E6DDB5}"/>
                  </a:ext>
                </a:extLst>
              </p:cNvPr>
              <p:cNvSpPr txBox="1"/>
              <p:nvPr/>
            </p:nvSpPr>
            <p:spPr>
              <a:xfrm>
                <a:off x="2332090" y="5525101"/>
                <a:ext cx="3362128" cy="624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dirty="0"/>
              </a:p>
            </p:txBody>
          </p:sp>
        </mc:Choice>
        <mc:Fallback xmlns="">
          <p:sp>
            <p:nvSpPr>
              <p:cNvPr id="37" name="CuadroTexto 36">
                <a:extLst>
                  <a:ext uri="{FF2B5EF4-FFF2-40B4-BE49-F238E27FC236}">
                    <a16:creationId xmlns:a16="http://schemas.microsoft.com/office/drawing/2014/main" id="{2C9B994D-F6EF-94CB-B82B-0229D5E6DDB5}"/>
                  </a:ext>
                </a:extLst>
              </p:cNvPr>
              <p:cNvSpPr txBox="1">
                <a:spLocks noRot="1" noChangeAspect="1" noMove="1" noResize="1" noEditPoints="1" noAdjustHandles="1" noChangeArrowheads="1" noChangeShapeType="1" noTextEdit="1"/>
              </p:cNvSpPr>
              <p:nvPr/>
            </p:nvSpPr>
            <p:spPr>
              <a:xfrm>
                <a:off x="2332090" y="5525101"/>
                <a:ext cx="3362128" cy="624017"/>
              </a:xfrm>
              <a:prstGeom prst="rect">
                <a:avLst/>
              </a:prstGeom>
              <a:blipFill>
                <a:blip r:embed="rId1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9A52F444-8B03-4DB8-5E71-353B96E38013}"/>
                  </a:ext>
                </a:extLst>
              </p:cNvPr>
              <p:cNvSpPr txBox="1"/>
              <p:nvPr/>
            </p:nvSpPr>
            <p:spPr>
              <a:xfrm>
                <a:off x="4143354" y="4099586"/>
                <a:ext cx="3299431" cy="4458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39" name="CuadroTexto 38">
                <a:extLst>
                  <a:ext uri="{FF2B5EF4-FFF2-40B4-BE49-F238E27FC236}">
                    <a16:creationId xmlns:a16="http://schemas.microsoft.com/office/drawing/2014/main" id="{9A52F444-8B03-4DB8-5E71-353B96E38013}"/>
                  </a:ext>
                </a:extLst>
              </p:cNvPr>
              <p:cNvSpPr txBox="1">
                <a:spLocks noRot="1" noChangeAspect="1" noMove="1" noResize="1" noEditPoints="1" noAdjustHandles="1" noChangeArrowheads="1" noChangeShapeType="1" noTextEdit="1"/>
              </p:cNvSpPr>
              <p:nvPr/>
            </p:nvSpPr>
            <p:spPr>
              <a:xfrm>
                <a:off x="4143354" y="4099586"/>
                <a:ext cx="3299431" cy="445891"/>
              </a:xfrm>
              <a:prstGeom prst="rect">
                <a:avLst/>
              </a:prstGeom>
              <a:blipFill>
                <a:blip r:embed="rId20"/>
                <a:stretch>
                  <a:fillRect b="-1370"/>
                </a:stretch>
              </a:blipFill>
            </p:spPr>
            <p:txBody>
              <a:bodyPr/>
              <a:lstStyle/>
              <a:p>
                <a:r>
                  <a:rPr lang="es-ES">
                    <a:noFill/>
                  </a:rPr>
                  <a:t> </a:t>
                </a:r>
              </a:p>
            </p:txBody>
          </p:sp>
        </mc:Fallback>
      </mc:AlternateContent>
      <p:cxnSp>
        <p:nvCxnSpPr>
          <p:cNvPr id="40" name="Conector recto de flecha 39">
            <a:extLst>
              <a:ext uri="{FF2B5EF4-FFF2-40B4-BE49-F238E27FC236}">
                <a16:creationId xmlns:a16="http://schemas.microsoft.com/office/drawing/2014/main" id="{116E494B-15DE-2A8F-4C2E-6B44632C346A}"/>
              </a:ext>
            </a:extLst>
          </p:cNvPr>
          <p:cNvCxnSpPr>
            <a:cxnSpLocks/>
          </p:cNvCxnSpPr>
          <p:nvPr/>
        </p:nvCxnSpPr>
        <p:spPr>
          <a:xfrm flipH="1">
            <a:off x="7207149" y="4570896"/>
            <a:ext cx="360000" cy="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A6B1FE10-8463-5B0F-A468-5764D04B5A62}"/>
                  </a:ext>
                </a:extLst>
              </p:cNvPr>
              <p:cNvSpPr txBox="1"/>
              <p:nvPr/>
            </p:nvSpPr>
            <p:spPr>
              <a:xfrm rot="5400000">
                <a:off x="5536390" y="3516452"/>
                <a:ext cx="315653"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2800" b="0" i="1" smtClean="0">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sz="2800" dirty="0">
                  <a:solidFill>
                    <a:schemeClr val="accent1">
                      <a:lumMod val="50000"/>
                    </a:schemeClr>
                  </a:solidFill>
                </a:endParaRPr>
              </a:p>
            </p:txBody>
          </p:sp>
        </mc:Choice>
        <mc:Fallback xmlns="">
          <p:sp>
            <p:nvSpPr>
              <p:cNvPr id="41" name="CuadroTexto 40">
                <a:extLst>
                  <a:ext uri="{FF2B5EF4-FFF2-40B4-BE49-F238E27FC236}">
                    <a16:creationId xmlns:a16="http://schemas.microsoft.com/office/drawing/2014/main" id="{A6B1FE10-8463-5B0F-A468-5764D04B5A62}"/>
                  </a:ext>
                </a:extLst>
              </p:cNvPr>
              <p:cNvSpPr txBox="1">
                <a:spLocks noRot="1" noChangeAspect="1" noMove="1" noResize="1" noEditPoints="1" noAdjustHandles="1" noChangeArrowheads="1" noChangeShapeType="1" noTextEdit="1"/>
              </p:cNvSpPr>
              <p:nvPr/>
            </p:nvSpPr>
            <p:spPr>
              <a:xfrm rot="5400000">
                <a:off x="5536390" y="3516452"/>
                <a:ext cx="315653" cy="523220"/>
              </a:xfrm>
              <a:prstGeom prst="rect">
                <a:avLst/>
              </a:prstGeom>
              <a:blipFill>
                <a:blip r:embed="rId21"/>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343939842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67389-2C64-01A4-17A1-A3E86FA5EC4D}"/>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DE12A07A-F098-C874-30B3-78CAB888C7FE}"/>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8" name="CuadroTexto 7">
            <a:extLst>
              <a:ext uri="{FF2B5EF4-FFF2-40B4-BE49-F238E27FC236}">
                <a16:creationId xmlns:a16="http://schemas.microsoft.com/office/drawing/2014/main" id="{EA5F389D-EDA3-2D90-8D48-6E6B0FC69053}"/>
              </a:ext>
            </a:extLst>
          </p:cNvPr>
          <p:cNvSpPr txBox="1"/>
          <p:nvPr/>
        </p:nvSpPr>
        <p:spPr>
          <a:xfrm>
            <a:off x="519420" y="2507306"/>
            <a:ext cx="11672580" cy="369332"/>
          </a:xfrm>
          <a:prstGeom prst="rect">
            <a:avLst/>
          </a:prstGeom>
          <a:noFill/>
        </p:spPr>
        <p:txBody>
          <a:bodyPr wrap="square">
            <a:spAutoFit/>
          </a:bodyPr>
          <a:lstStyle/>
          <a:p>
            <a:pPr marL="285750" indent="-285750">
              <a:buFont typeface="Arial" panose="020B0604020202020204" pitchFamily="34" charset="0"/>
              <a:buChar char="•"/>
            </a:pPr>
            <a:r>
              <a:rPr lang="es-ES" b="1" dirty="0">
                <a:solidFill>
                  <a:schemeClr val="accent1">
                    <a:lumMod val="50000"/>
                  </a:schemeClr>
                </a:solidFill>
              </a:rPr>
              <a:t>Algoritmo de  </a:t>
            </a:r>
            <a:r>
              <a:rPr lang="es-ES" b="1" dirty="0" err="1">
                <a:solidFill>
                  <a:schemeClr val="accent1">
                    <a:lumMod val="50000"/>
                  </a:schemeClr>
                </a:solidFill>
              </a:rPr>
              <a:t>Backpropagation</a:t>
            </a:r>
            <a:r>
              <a:rPr lang="es-ES" dirty="0">
                <a:solidFill>
                  <a:schemeClr val="accent1">
                    <a:lumMod val="50000"/>
                  </a:schemeClr>
                </a:solidFill>
              </a:rPr>
              <a:t>.</a:t>
            </a:r>
          </a:p>
        </p:txBody>
      </p:sp>
      <p:sp>
        <p:nvSpPr>
          <p:cNvPr id="25" name="CuadroTexto 24">
            <a:extLst>
              <a:ext uri="{FF2B5EF4-FFF2-40B4-BE49-F238E27FC236}">
                <a16:creationId xmlns:a16="http://schemas.microsoft.com/office/drawing/2014/main" id="{80E3AD7C-8A21-5D1F-0F93-E036BDD69016}"/>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Simplificado</a:t>
            </a:r>
            <a:r>
              <a:rPr lang="en-US" sz="2000" b="1" dirty="0">
                <a:solidFill>
                  <a:schemeClr val="accent1">
                    <a:lumMod val="50000"/>
                  </a:schemeClr>
                </a:solidFill>
              </a:rPr>
              <a:t> VI)</a:t>
            </a:r>
            <a:r>
              <a:rPr lang="en-US" sz="2000" dirty="0">
                <a:solidFill>
                  <a:schemeClr val="accent1">
                    <a:lumMod val="50000"/>
                  </a:schemeClr>
                </a:solidFill>
              </a:rPr>
              <a:t>  </a:t>
            </a:r>
          </a:p>
        </p:txBody>
      </p:sp>
      <mc:AlternateContent xmlns:mc="http://schemas.openxmlformats.org/markup-compatibility/2006" xmlns:a14="http://schemas.microsoft.com/office/drawing/2010/main">
        <mc:Choice Requires="a14">
          <p:sp>
            <p:nvSpPr>
              <p:cNvPr id="11" name="Rectángulo: esquinas redondeadas 10">
                <a:extLst>
                  <a:ext uri="{FF2B5EF4-FFF2-40B4-BE49-F238E27FC236}">
                    <a16:creationId xmlns:a16="http://schemas.microsoft.com/office/drawing/2014/main" id="{BAA708CA-021D-2B61-601D-7FDD169B6C82}"/>
                  </a:ext>
                </a:extLst>
              </p:cNvPr>
              <p:cNvSpPr/>
              <p:nvPr/>
            </p:nvSpPr>
            <p:spPr>
              <a:xfrm>
                <a:off x="11309383" y="4318896"/>
                <a:ext cx="540000" cy="504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dirty="0"/>
              </a:p>
            </p:txBody>
          </p:sp>
        </mc:Choice>
        <mc:Fallback xmlns="">
          <p:sp>
            <p:nvSpPr>
              <p:cNvPr id="11" name="Rectángulo: esquinas redondeadas 10">
                <a:extLst>
                  <a:ext uri="{FF2B5EF4-FFF2-40B4-BE49-F238E27FC236}">
                    <a16:creationId xmlns:a16="http://schemas.microsoft.com/office/drawing/2014/main" id="{BAA708CA-021D-2B61-601D-7FDD169B6C82}"/>
                  </a:ext>
                </a:extLst>
              </p:cNvPr>
              <p:cNvSpPr>
                <a:spLocks noRot="1" noChangeAspect="1" noMove="1" noResize="1" noEditPoints="1" noAdjustHandles="1" noChangeArrowheads="1" noChangeShapeType="1" noTextEdit="1"/>
              </p:cNvSpPr>
              <p:nvPr/>
            </p:nvSpPr>
            <p:spPr>
              <a:xfrm>
                <a:off x="11309383" y="4318896"/>
                <a:ext cx="540000" cy="504000"/>
              </a:xfrm>
              <a:prstGeom prst="roundRect">
                <a:avLst/>
              </a:prstGeom>
              <a:blipFill>
                <a:blip r:embed="rId3"/>
                <a:stretch>
                  <a:fillRect/>
                </a:stretch>
              </a:blipFill>
              <a:ln w="25400">
                <a:prstDash val="solid"/>
              </a:ln>
            </p:spPr>
            <p:txBody>
              <a:bodyPr/>
              <a:lstStyle/>
              <a:p>
                <a:r>
                  <a:rPr lang="es-ES">
                    <a:noFill/>
                  </a:rPr>
                  <a:t> </a:t>
                </a:r>
              </a:p>
            </p:txBody>
          </p:sp>
        </mc:Fallback>
      </mc:AlternateContent>
      <p:pic>
        <p:nvPicPr>
          <p:cNvPr id="2" name="Imagen 1">
            <a:extLst>
              <a:ext uri="{FF2B5EF4-FFF2-40B4-BE49-F238E27FC236}">
                <a16:creationId xmlns:a16="http://schemas.microsoft.com/office/drawing/2014/main" id="{88408B4A-902E-7710-6FAF-2538510E1820}"/>
              </a:ext>
            </a:extLst>
          </p:cNvPr>
          <p:cNvPicPr>
            <a:picLocks noChangeAspect="1"/>
          </p:cNvPicPr>
          <p:nvPr/>
        </p:nvPicPr>
        <p:blipFill>
          <a:blip r:embed="rId4"/>
          <a:stretch>
            <a:fillRect/>
          </a:stretch>
        </p:blipFill>
        <p:spPr>
          <a:xfrm>
            <a:off x="398794" y="1214923"/>
            <a:ext cx="11394412" cy="1804572"/>
          </a:xfrm>
          <a:prstGeom prst="rect">
            <a:avLst/>
          </a:prstGeom>
        </p:spPr>
      </p:pic>
      <p:sp>
        <p:nvSpPr>
          <p:cNvPr id="5" name="Rectángulo 4">
            <a:extLst>
              <a:ext uri="{FF2B5EF4-FFF2-40B4-BE49-F238E27FC236}">
                <a16:creationId xmlns:a16="http://schemas.microsoft.com/office/drawing/2014/main" id="{FD68A7AE-AFE9-9431-9C40-FC7BF28A79C1}"/>
              </a:ext>
            </a:extLst>
          </p:cNvPr>
          <p:cNvSpPr/>
          <p:nvPr/>
        </p:nvSpPr>
        <p:spPr>
          <a:xfrm>
            <a:off x="9782239" y="2700242"/>
            <a:ext cx="435721" cy="2822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4" name="Conector recto de flecha 3">
            <a:extLst>
              <a:ext uri="{FF2B5EF4-FFF2-40B4-BE49-F238E27FC236}">
                <a16:creationId xmlns:a16="http://schemas.microsoft.com/office/drawing/2014/main" id="{25356F08-1944-DEFB-468A-1D9B8AC68532}"/>
              </a:ext>
            </a:extLst>
          </p:cNvPr>
          <p:cNvCxnSpPr>
            <a:cxnSpLocks/>
          </p:cNvCxnSpPr>
          <p:nvPr/>
        </p:nvCxnSpPr>
        <p:spPr>
          <a:xfrm flipH="1" flipV="1">
            <a:off x="10786053" y="3796386"/>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a:extLst>
              <a:ext uri="{FF2B5EF4-FFF2-40B4-BE49-F238E27FC236}">
                <a16:creationId xmlns:a16="http://schemas.microsoft.com/office/drawing/2014/main" id="{DDEB768D-4A40-CB5D-5031-3FD8177C7703}"/>
              </a:ext>
            </a:extLst>
          </p:cNvPr>
          <p:cNvCxnSpPr>
            <a:cxnSpLocks/>
          </p:cNvCxnSpPr>
          <p:nvPr/>
        </p:nvCxnSpPr>
        <p:spPr>
          <a:xfrm rot="-5400000" flipH="1" flipV="1">
            <a:off x="10786053" y="4806807"/>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Rectángulo: esquinas redondeadas 12">
                <a:extLst>
                  <a:ext uri="{FF2B5EF4-FFF2-40B4-BE49-F238E27FC236}">
                    <a16:creationId xmlns:a16="http://schemas.microsoft.com/office/drawing/2014/main" id="{1FED7BC4-9937-6C29-6E7D-451D53E837D9}"/>
                  </a:ext>
                </a:extLst>
              </p:cNvPr>
              <p:cNvSpPr/>
              <p:nvPr/>
            </p:nvSpPr>
            <p:spPr>
              <a:xfrm>
                <a:off x="10069136" y="3092961"/>
                <a:ext cx="720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oMath>
                  </m:oMathPara>
                </a14:m>
                <a:endParaRPr lang="es-ES" dirty="0"/>
              </a:p>
            </p:txBody>
          </p:sp>
        </mc:Choice>
        <mc:Fallback xmlns="">
          <p:sp>
            <p:nvSpPr>
              <p:cNvPr id="13" name="Rectángulo: esquinas redondeadas 12">
                <a:extLst>
                  <a:ext uri="{FF2B5EF4-FFF2-40B4-BE49-F238E27FC236}">
                    <a16:creationId xmlns:a16="http://schemas.microsoft.com/office/drawing/2014/main" id="{1FED7BC4-9937-6C29-6E7D-451D53E837D9}"/>
                  </a:ext>
                </a:extLst>
              </p:cNvPr>
              <p:cNvSpPr>
                <a:spLocks noRot="1" noChangeAspect="1" noMove="1" noResize="1" noEditPoints="1" noAdjustHandles="1" noChangeArrowheads="1" noChangeShapeType="1" noTextEdit="1"/>
              </p:cNvSpPr>
              <p:nvPr/>
            </p:nvSpPr>
            <p:spPr>
              <a:xfrm>
                <a:off x="10069136" y="3092961"/>
                <a:ext cx="720000" cy="720000"/>
              </a:xfrm>
              <a:prstGeom prst="roundRect">
                <a:avLst/>
              </a:prstGeom>
              <a:blipFill>
                <a:blip r:embed="rId5"/>
                <a:stretch>
                  <a:fillRect/>
                </a:stretch>
              </a:blipFill>
              <a:ln w="25400">
                <a:prstDash val="solid"/>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6" name="Rectángulo: esquinas redondeadas 15">
                <a:extLst>
                  <a:ext uri="{FF2B5EF4-FFF2-40B4-BE49-F238E27FC236}">
                    <a16:creationId xmlns:a16="http://schemas.microsoft.com/office/drawing/2014/main" id="{90810C8B-F9CF-5176-F97F-B9B4980F1603}"/>
                  </a:ext>
                </a:extLst>
              </p:cNvPr>
              <p:cNvSpPr/>
              <p:nvPr/>
            </p:nvSpPr>
            <p:spPr>
              <a:xfrm>
                <a:off x="10073682" y="5346807"/>
                <a:ext cx="720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p>
                          </m:sSup>
                        </m:den>
                      </m:f>
                    </m:oMath>
                  </m:oMathPara>
                </a14:m>
                <a:endParaRPr lang="es-ES" dirty="0"/>
              </a:p>
            </p:txBody>
          </p:sp>
        </mc:Choice>
        <mc:Fallback xmlns="">
          <p:sp>
            <p:nvSpPr>
              <p:cNvPr id="16" name="Rectángulo: esquinas redondeadas 15">
                <a:extLst>
                  <a:ext uri="{FF2B5EF4-FFF2-40B4-BE49-F238E27FC236}">
                    <a16:creationId xmlns:a16="http://schemas.microsoft.com/office/drawing/2014/main" id="{90810C8B-F9CF-5176-F97F-B9B4980F1603}"/>
                  </a:ext>
                </a:extLst>
              </p:cNvPr>
              <p:cNvSpPr>
                <a:spLocks noRot="1" noChangeAspect="1" noMove="1" noResize="1" noEditPoints="1" noAdjustHandles="1" noChangeArrowheads="1" noChangeShapeType="1" noTextEdit="1"/>
              </p:cNvSpPr>
              <p:nvPr/>
            </p:nvSpPr>
            <p:spPr>
              <a:xfrm>
                <a:off x="10073682" y="5346807"/>
                <a:ext cx="720000" cy="720000"/>
              </a:xfrm>
              <a:prstGeom prst="roundRect">
                <a:avLst/>
              </a:prstGeom>
              <a:blipFill>
                <a:blip r:embed="rId6"/>
                <a:stretch>
                  <a:fillRect/>
                </a:stretch>
              </a:blipFill>
              <a:ln w="25400">
                <a:prstDash val="solid"/>
              </a:ln>
            </p:spPr>
            <p:txBody>
              <a:bodyPr/>
              <a:lstStyle/>
              <a:p>
                <a:r>
                  <a:rPr lang="es-ES">
                    <a:noFill/>
                  </a:rPr>
                  <a:t> </a:t>
                </a:r>
              </a:p>
            </p:txBody>
          </p:sp>
        </mc:Fallback>
      </mc:AlternateContent>
      <p:cxnSp>
        <p:nvCxnSpPr>
          <p:cNvPr id="6" name="Conector recto de flecha 5">
            <a:extLst>
              <a:ext uri="{FF2B5EF4-FFF2-40B4-BE49-F238E27FC236}">
                <a16:creationId xmlns:a16="http://schemas.microsoft.com/office/drawing/2014/main" id="{3C7E0254-7C98-9166-7EED-10D30A9B539C}"/>
              </a:ext>
            </a:extLst>
          </p:cNvPr>
          <p:cNvCxnSpPr>
            <a:cxnSpLocks/>
            <a:stCxn id="11" idx="1"/>
            <a:endCxn id="12" idx="3"/>
          </p:cNvCxnSpPr>
          <p:nvPr/>
        </p:nvCxnSpPr>
        <p:spPr>
          <a:xfrm flipH="1">
            <a:off x="10039707" y="4570896"/>
            <a:ext cx="1269676" cy="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Rectángulo: esquinas redondeadas 11">
                <a:extLst>
                  <a:ext uri="{FF2B5EF4-FFF2-40B4-BE49-F238E27FC236}">
                    <a16:creationId xmlns:a16="http://schemas.microsoft.com/office/drawing/2014/main" id="{C16DC71C-239A-FE92-7F19-D0496BE23516}"/>
                  </a:ext>
                </a:extLst>
              </p:cNvPr>
              <p:cNvSpPr/>
              <p:nvPr/>
            </p:nvSpPr>
            <p:spPr>
              <a:xfrm>
                <a:off x="9355707" y="4256479"/>
                <a:ext cx="684000" cy="648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oMath>
                  </m:oMathPara>
                </a14:m>
                <a:endParaRPr lang="es-ES" dirty="0"/>
              </a:p>
            </p:txBody>
          </p:sp>
        </mc:Choice>
        <mc:Fallback xmlns="">
          <p:sp>
            <p:nvSpPr>
              <p:cNvPr id="12" name="Rectángulo: esquinas redondeadas 11">
                <a:extLst>
                  <a:ext uri="{FF2B5EF4-FFF2-40B4-BE49-F238E27FC236}">
                    <a16:creationId xmlns:a16="http://schemas.microsoft.com/office/drawing/2014/main" id="{C16DC71C-239A-FE92-7F19-D0496BE23516}"/>
                  </a:ext>
                </a:extLst>
              </p:cNvPr>
              <p:cNvSpPr>
                <a:spLocks noRot="1" noChangeAspect="1" noMove="1" noResize="1" noEditPoints="1" noAdjustHandles="1" noChangeArrowheads="1" noChangeShapeType="1" noTextEdit="1"/>
              </p:cNvSpPr>
              <p:nvPr/>
            </p:nvSpPr>
            <p:spPr>
              <a:xfrm>
                <a:off x="9355707" y="4256479"/>
                <a:ext cx="684000" cy="648000"/>
              </a:xfrm>
              <a:prstGeom prst="roundRect">
                <a:avLst/>
              </a:prstGeom>
              <a:blipFill>
                <a:blip r:embed="rId7"/>
                <a:stretch>
                  <a:fillRect l="-1724" r="-862"/>
                </a:stretch>
              </a:blipFill>
              <a:ln w="25400">
                <a:prstDash val="solid"/>
              </a:ln>
            </p:spPr>
            <p:txBody>
              <a:bodyPr/>
              <a:lstStyle/>
              <a:p>
                <a:r>
                  <a:rPr lang="es-ES">
                    <a:noFill/>
                  </a:rPr>
                  <a:t> </a:t>
                </a:r>
              </a:p>
            </p:txBody>
          </p:sp>
        </mc:Fallback>
      </mc:AlternateContent>
      <p:cxnSp>
        <p:nvCxnSpPr>
          <p:cNvPr id="7" name="Conector recto de flecha 6">
            <a:extLst>
              <a:ext uri="{FF2B5EF4-FFF2-40B4-BE49-F238E27FC236}">
                <a16:creationId xmlns:a16="http://schemas.microsoft.com/office/drawing/2014/main" id="{354843AF-7682-9F13-770D-F5BB3F27B669}"/>
              </a:ext>
            </a:extLst>
          </p:cNvPr>
          <p:cNvCxnSpPr>
            <a:cxnSpLocks/>
          </p:cNvCxnSpPr>
          <p:nvPr/>
        </p:nvCxnSpPr>
        <p:spPr>
          <a:xfrm flipH="1" flipV="1">
            <a:off x="8829294" y="3748081"/>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ector recto de flecha 8">
            <a:extLst>
              <a:ext uri="{FF2B5EF4-FFF2-40B4-BE49-F238E27FC236}">
                <a16:creationId xmlns:a16="http://schemas.microsoft.com/office/drawing/2014/main" id="{7189C7BC-51AC-6B54-0FF8-47CA133E26B4}"/>
              </a:ext>
            </a:extLst>
          </p:cNvPr>
          <p:cNvCxnSpPr>
            <a:cxnSpLocks/>
          </p:cNvCxnSpPr>
          <p:nvPr/>
        </p:nvCxnSpPr>
        <p:spPr>
          <a:xfrm rot="-5400000" flipH="1" flipV="1">
            <a:off x="8829294" y="4892016"/>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Rectángulo: esquinas redondeadas 13">
                <a:extLst>
                  <a:ext uri="{FF2B5EF4-FFF2-40B4-BE49-F238E27FC236}">
                    <a16:creationId xmlns:a16="http://schemas.microsoft.com/office/drawing/2014/main" id="{F4DAF8B4-FC4C-F031-5F86-CCAA928A2D82}"/>
                  </a:ext>
                </a:extLst>
              </p:cNvPr>
              <p:cNvSpPr/>
              <p:nvPr/>
            </p:nvSpPr>
            <p:spPr>
              <a:xfrm>
                <a:off x="8008923" y="3042593"/>
                <a:ext cx="828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−1</m:t>
                                  </m:r>
                                </m:e>
                              </m:d>
                            </m:sup>
                          </m:sSup>
                        </m:den>
                      </m:f>
                    </m:oMath>
                  </m:oMathPara>
                </a14:m>
                <a:endParaRPr lang="es-ES" dirty="0"/>
              </a:p>
            </p:txBody>
          </p:sp>
        </mc:Choice>
        <mc:Fallback xmlns="">
          <p:sp>
            <p:nvSpPr>
              <p:cNvPr id="14" name="Rectángulo: esquinas redondeadas 13">
                <a:extLst>
                  <a:ext uri="{FF2B5EF4-FFF2-40B4-BE49-F238E27FC236}">
                    <a16:creationId xmlns:a16="http://schemas.microsoft.com/office/drawing/2014/main" id="{F4DAF8B4-FC4C-F031-5F86-CCAA928A2D82}"/>
                  </a:ext>
                </a:extLst>
              </p:cNvPr>
              <p:cNvSpPr>
                <a:spLocks noRot="1" noChangeAspect="1" noMove="1" noResize="1" noEditPoints="1" noAdjustHandles="1" noChangeArrowheads="1" noChangeShapeType="1" noTextEdit="1"/>
              </p:cNvSpPr>
              <p:nvPr/>
            </p:nvSpPr>
            <p:spPr>
              <a:xfrm>
                <a:off x="8008923" y="3042593"/>
                <a:ext cx="828000" cy="720000"/>
              </a:xfrm>
              <a:prstGeom prst="roundRect">
                <a:avLst/>
              </a:prstGeom>
              <a:blipFill>
                <a:blip r:embed="rId8"/>
                <a:stretch>
                  <a:fillRect/>
                </a:stretch>
              </a:blipFill>
              <a:ln w="25400">
                <a:prstDash val="solid"/>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Rectángulo: esquinas redondeadas 14">
                <a:extLst>
                  <a:ext uri="{FF2B5EF4-FFF2-40B4-BE49-F238E27FC236}">
                    <a16:creationId xmlns:a16="http://schemas.microsoft.com/office/drawing/2014/main" id="{14435ACA-5C45-88BB-CE1C-A4B98C49BDA1}"/>
                  </a:ext>
                </a:extLst>
              </p:cNvPr>
              <p:cNvSpPr/>
              <p:nvPr/>
            </p:nvSpPr>
            <p:spPr>
              <a:xfrm>
                <a:off x="8037294" y="5432016"/>
                <a:ext cx="792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−1</m:t>
                                  </m:r>
                                </m:e>
                              </m:d>
                            </m:sup>
                          </m:sSup>
                        </m:den>
                      </m:f>
                    </m:oMath>
                  </m:oMathPara>
                </a14:m>
                <a:endParaRPr lang="es-ES" dirty="0"/>
              </a:p>
            </p:txBody>
          </p:sp>
        </mc:Choice>
        <mc:Fallback xmlns="">
          <p:sp>
            <p:nvSpPr>
              <p:cNvPr id="15" name="Rectángulo: esquinas redondeadas 14">
                <a:extLst>
                  <a:ext uri="{FF2B5EF4-FFF2-40B4-BE49-F238E27FC236}">
                    <a16:creationId xmlns:a16="http://schemas.microsoft.com/office/drawing/2014/main" id="{14435ACA-5C45-88BB-CE1C-A4B98C49BDA1}"/>
                  </a:ext>
                </a:extLst>
              </p:cNvPr>
              <p:cNvSpPr>
                <a:spLocks noRot="1" noChangeAspect="1" noMove="1" noResize="1" noEditPoints="1" noAdjustHandles="1" noChangeArrowheads="1" noChangeShapeType="1" noTextEdit="1"/>
              </p:cNvSpPr>
              <p:nvPr/>
            </p:nvSpPr>
            <p:spPr>
              <a:xfrm>
                <a:off x="8037294" y="5432016"/>
                <a:ext cx="792000" cy="720000"/>
              </a:xfrm>
              <a:prstGeom prst="roundRect">
                <a:avLst/>
              </a:prstGeom>
              <a:blipFill>
                <a:blip r:embed="rId9"/>
                <a:stretch>
                  <a:fillRect/>
                </a:stretch>
              </a:blipFill>
              <a:ln w="25400">
                <a:prstDash val="solid"/>
              </a:ln>
            </p:spPr>
            <p:txBody>
              <a:bodyPr/>
              <a:lstStyle/>
              <a:p>
                <a:r>
                  <a:rPr lang="es-ES">
                    <a:noFill/>
                  </a:rPr>
                  <a:t> </a:t>
                </a:r>
              </a:p>
            </p:txBody>
          </p:sp>
        </mc:Fallback>
      </mc:AlternateContent>
      <p:cxnSp>
        <p:nvCxnSpPr>
          <p:cNvPr id="17" name="Conector recto de flecha 16">
            <a:extLst>
              <a:ext uri="{FF2B5EF4-FFF2-40B4-BE49-F238E27FC236}">
                <a16:creationId xmlns:a16="http://schemas.microsoft.com/office/drawing/2014/main" id="{9AF077BA-FD6B-4BEA-5954-1614A1F6AD42}"/>
              </a:ext>
            </a:extLst>
          </p:cNvPr>
          <p:cNvCxnSpPr>
            <a:cxnSpLocks/>
          </p:cNvCxnSpPr>
          <p:nvPr/>
        </p:nvCxnSpPr>
        <p:spPr>
          <a:xfrm flipH="1">
            <a:off x="8263533" y="4570896"/>
            <a:ext cx="1080000" cy="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ctángulo: esquinas redondeadas 17">
                <a:extLst>
                  <a:ext uri="{FF2B5EF4-FFF2-40B4-BE49-F238E27FC236}">
                    <a16:creationId xmlns:a16="http://schemas.microsoft.com/office/drawing/2014/main" id="{D4E28012-48EC-A587-EA62-E2AF5AAEB495}"/>
                  </a:ext>
                </a:extLst>
              </p:cNvPr>
              <p:cNvSpPr/>
              <p:nvPr/>
            </p:nvSpPr>
            <p:spPr>
              <a:xfrm>
                <a:off x="7579536" y="4256479"/>
                <a:ext cx="684000" cy="648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oMath>
                  </m:oMathPara>
                </a14:m>
                <a:endParaRPr lang="es-ES" dirty="0"/>
              </a:p>
            </p:txBody>
          </p:sp>
        </mc:Choice>
        <mc:Fallback xmlns="">
          <p:sp>
            <p:nvSpPr>
              <p:cNvPr id="18" name="Rectángulo: esquinas redondeadas 17">
                <a:extLst>
                  <a:ext uri="{FF2B5EF4-FFF2-40B4-BE49-F238E27FC236}">
                    <a16:creationId xmlns:a16="http://schemas.microsoft.com/office/drawing/2014/main" id="{D4E28012-48EC-A587-EA62-E2AF5AAEB495}"/>
                  </a:ext>
                </a:extLst>
              </p:cNvPr>
              <p:cNvSpPr>
                <a:spLocks noRot="1" noChangeAspect="1" noMove="1" noResize="1" noEditPoints="1" noAdjustHandles="1" noChangeArrowheads="1" noChangeShapeType="1" noTextEdit="1"/>
              </p:cNvSpPr>
              <p:nvPr/>
            </p:nvSpPr>
            <p:spPr>
              <a:xfrm>
                <a:off x="7579536" y="4256479"/>
                <a:ext cx="684000" cy="648000"/>
              </a:xfrm>
              <a:prstGeom prst="roundRect">
                <a:avLst/>
              </a:prstGeom>
              <a:blipFill>
                <a:blip r:embed="rId10"/>
                <a:stretch>
                  <a:fillRect l="-855" r="-855"/>
                </a:stretch>
              </a:blipFill>
              <a:ln w="25400">
                <a:prstDash val="solid"/>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917C9293-3DC5-3FF6-6472-22DF9BA2EF98}"/>
                  </a:ext>
                </a:extLst>
              </p:cNvPr>
              <p:cNvSpPr txBox="1"/>
              <p:nvPr/>
            </p:nvSpPr>
            <p:spPr>
              <a:xfrm rot="5400000">
                <a:off x="5536391" y="4872844"/>
                <a:ext cx="315653"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2800" b="0" i="1" smtClean="0">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sz="2800" dirty="0">
                  <a:solidFill>
                    <a:schemeClr val="accent1">
                      <a:lumMod val="50000"/>
                    </a:schemeClr>
                  </a:solidFill>
                </a:endParaRPr>
              </a:p>
            </p:txBody>
          </p:sp>
        </mc:Choice>
        <mc:Fallback xmlns="">
          <p:sp>
            <p:nvSpPr>
              <p:cNvPr id="19" name="CuadroTexto 18">
                <a:extLst>
                  <a:ext uri="{FF2B5EF4-FFF2-40B4-BE49-F238E27FC236}">
                    <a16:creationId xmlns:a16="http://schemas.microsoft.com/office/drawing/2014/main" id="{917C9293-3DC5-3FF6-6472-22DF9BA2EF98}"/>
                  </a:ext>
                </a:extLst>
              </p:cNvPr>
              <p:cNvSpPr txBox="1">
                <a:spLocks noRot="1" noChangeAspect="1" noMove="1" noResize="1" noEditPoints="1" noAdjustHandles="1" noChangeArrowheads="1" noChangeShapeType="1" noTextEdit="1"/>
              </p:cNvSpPr>
              <p:nvPr/>
            </p:nvSpPr>
            <p:spPr>
              <a:xfrm rot="5400000">
                <a:off x="5536391" y="4872844"/>
                <a:ext cx="315653" cy="523220"/>
              </a:xfrm>
              <a:prstGeom prst="rect">
                <a:avLst/>
              </a:prstGeom>
              <a:blipFill>
                <a:blip r:embed="rId11"/>
                <a:stretch>
                  <a:fillRect/>
                </a:stretch>
              </a:blipFill>
            </p:spPr>
            <p:txBody>
              <a:bodyPr/>
              <a:lstStyle/>
              <a:p>
                <a:r>
                  <a:rPr lang="es-ES">
                    <a:noFill/>
                  </a:rPr>
                  <a:t> </a:t>
                </a:r>
              </a:p>
            </p:txBody>
          </p:sp>
        </mc:Fallback>
      </mc:AlternateContent>
      <p:cxnSp>
        <p:nvCxnSpPr>
          <p:cNvPr id="20" name="Conector recto de flecha 19">
            <a:extLst>
              <a:ext uri="{FF2B5EF4-FFF2-40B4-BE49-F238E27FC236}">
                <a16:creationId xmlns:a16="http://schemas.microsoft.com/office/drawing/2014/main" id="{3161CCB9-CF3D-04CE-A4ED-EB877C54EB60}"/>
              </a:ext>
            </a:extLst>
          </p:cNvPr>
          <p:cNvCxnSpPr>
            <a:cxnSpLocks/>
            <a:endCxn id="21" idx="3"/>
          </p:cNvCxnSpPr>
          <p:nvPr/>
        </p:nvCxnSpPr>
        <p:spPr>
          <a:xfrm flipH="1">
            <a:off x="3920105" y="4570896"/>
            <a:ext cx="360000" cy="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Rectángulo: esquinas redondeadas 20">
                <a:extLst>
                  <a:ext uri="{FF2B5EF4-FFF2-40B4-BE49-F238E27FC236}">
                    <a16:creationId xmlns:a16="http://schemas.microsoft.com/office/drawing/2014/main" id="{3DB4E78E-02C7-7C05-5A5B-871E6C675CDF}"/>
                  </a:ext>
                </a:extLst>
              </p:cNvPr>
              <p:cNvSpPr/>
              <p:nvPr/>
            </p:nvSpPr>
            <p:spPr>
              <a:xfrm>
                <a:off x="3236105" y="4256479"/>
                <a:ext cx="684000" cy="648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oMath>
                  </m:oMathPara>
                </a14:m>
                <a:endParaRPr lang="es-ES" dirty="0"/>
              </a:p>
            </p:txBody>
          </p:sp>
        </mc:Choice>
        <mc:Fallback xmlns="">
          <p:sp>
            <p:nvSpPr>
              <p:cNvPr id="21" name="Rectángulo: esquinas redondeadas 20">
                <a:extLst>
                  <a:ext uri="{FF2B5EF4-FFF2-40B4-BE49-F238E27FC236}">
                    <a16:creationId xmlns:a16="http://schemas.microsoft.com/office/drawing/2014/main" id="{3DB4E78E-02C7-7C05-5A5B-871E6C675CDF}"/>
                  </a:ext>
                </a:extLst>
              </p:cNvPr>
              <p:cNvSpPr>
                <a:spLocks noRot="1" noChangeAspect="1" noMove="1" noResize="1" noEditPoints="1" noAdjustHandles="1" noChangeArrowheads="1" noChangeShapeType="1" noTextEdit="1"/>
              </p:cNvSpPr>
              <p:nvPr/>
            </p:nvSpPr>
            <p:spPr>
              <a:xfrm>
                <a:off x="3236105" y="4256479"/>
                <a:ext cx="684000" cy="648000"/>
              </a:xfrm>
              <a:prstGeom prst="roundRect">
                <a:avLst/>
              </a:prstGeom>
              <a:blipFill>
                <a:blip r:embed="rId12"/>
                <a:stretch>
                  <a:fillRect/>
                </a:stretch>
              </a:blipFill>
              <a:ln w="25400">
                <a:prstDash val="solid"/>
              </a:ln>
            </p:spPr>
            <p:txBody>
              <a:bodyPr/>
              <a:lstStyle/>
              <a:p>
                <a:r>
                  <a:rPr lang="es-ES">
                    <a:noFill/>
                  </a:rPr>
                  <a:t> </a:t>
                </a:r>
              </a:p>
            </p:txBody>
          </p:sp>
        </mc:Fallback>
      </mc:AlternateContent>
      <p:cxnSp>
        <p:nvCxnSpPr>
          <p:cNvPr id="22" name="Conector recto de flecha 21">
            <a:extLst>
              <a:ext uri="{FF2B5EF4-FFF2-40B4-BE49-F238E27FC236}">
                <a16:creationId xmlns:a16="http://schemas.microsoft.com/office/drawing/2014/main" id="{99B5C196-8A2A-3DAB-C2B4-6DD634635BC0}"/>
              </a:ext>
            </a:extLst>
          </p:cNvPr>
          <p:cNvCxnSpPr>
            <a:cxnSpLocks/>
          </p:cNvCxnSpPr>
          <p:nvPr/>
        </p:nvCxnSpPr>
        <p:spPr>
          <a:xfrm flipH="1" flipV="1">
            <a:off x="2684332" y="3751327"/>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DC584A15-E871-04BE-98AD-FF23F7C542C9}"/>
              </a:ext>
            </a:extLst>
          </p:cNvPr>
          <p:cNvCxnSpPr>
            <a:cxnSpLocks/>
          </p:cNvCxnSpPr>
          <p:nvPr/>
        </p:nvCxnSpPr>
        <p:spPr>
          <a:xfrm rot="-5400000" flipH="1" flipV="1">
            <a:off x="2684332" y="4895262"/>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Rectángulo: esquinas redondeadas 23">
                <a:extLst>
                  <a:ext uri="{FF2B5EF4-FFF2-40B4-BE49-F238E27FC236}">
                    <a16:creationId xmlns:a16="http://schemas.microsoft.com/office/drawing/2014/main" id="{CFEEE0E2-0B33-BAA3-A589-81939F30602D}"/>
                  </a:ext>
                </a:extLst>
              </p:cNvPr>
              <p:cNvSpPr/>
              <p:nvPr/>
            </p:nvSpPr>
            <p:spPr>
              <a:xfrm>
                <a:off x="1863961" y="3045839"/>
                <a:ext cx="828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2</m:t>
                                  </m:r>
                                </m:e>
                              </m:d>
                            </m:sup>
                          </m:sSup>
                        </m:den>
                      </m:f>
                    </m:oMath>
                  </m:oMathPara>
                </a14:m>
                <a:endParaRPr lang="es-ES" dirty="0"/>
              </a:p>
            </p:txBody>
          </p:sp>
        </mc:Choice>
        <mc:Fallback xmlns="">
          <p:sp>
            <p:nvSpPr>
              <p:cNvPr id="24" name="Rectángulo: esquinas redondeadas 23">
                <a:extLst>
                  <a:ext uri="{FF2B5EF4-FFF2-40B4-BE49-F238E27FC236}">
                    <a16:creationId xmlns:a16="http://schemas.microsoft.com/office/drawing/2014/main" id="{CFEEE0E2-0B33-BAA3-A589-81939F30602D}"/>
                  </a:ext>
                </a:extLst>
              </p:cNvPr>
              <p:cNvSpPr>
                <a:spLocks noRot="1" noChangeAspect="1" noMove="1" noResize="1" noEditPoints="1" noAdjustHandles="1" noChangeArrowheads="1" noChangeShapeType="1" noTextEdit="1"/>
              </p:cNvSpPr>
              <p:nvPr/>
            </p:nvSpPr>
            <p:spPr>
              <a:xfrm>
                <a:off x="1863961" y="3045839"/>
                <a:ext cx="828000" cy="720000"/>
              </a:xfrm>
              <a:prstGeom prst="roundRect">
                <a:avLst/>
              </a:prstGeom>
              <a:blipFill>
                <a:blip r:embed="rId13"/>
                <a:stretch>
                  <a:fillRect/>
                </a:stretch>
              </a:blipFill>
              <a:ln w="25400">
                <a:prstDash val="solid"/>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6" name="Rectángulo: esquinas redondeadas 25">
                <a:extLst>
                  <a:ext uri="{FF2B5EF4-FFF2-40B4-BE49-F238E27FC236}">
                    <a16:creationId xmlns:a16="http://schemas.microsoft.com/office/drawing/2014/main" id="{6F70640B-2C29-327A-AEEF-1235EA291DB5}"/>
                  </a:ext>
                </a:extLst>
              </p:cNvPr>
              <p:cNvSpPr/>
              <p:nvPr/>
            </p:nvSpPr>
            <p:spPr>
              <a:xfrm>
                <a:off x="1892332" y="5435262"/>
                <a:ext cx="792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2</m:t>
                                  </m:r>
                                </m:e>
                              </m:d>
                            </m:sup>
                          </m:sSup>
                        </m:den>
                      </m:f>
                    </m:oMath>
                  </m:oMathPara>
                </a14:m>
                <a:endParaRPr lang="es-ES" dirty="0"/>
              </a:p>
            </p:txBody>
          </p:sp>
        </mc:Choice>
        <mc:Fallback xmlns="">
          <p:sp>
            <p:nvSpPr>
              <p:cNvPr id="26" name="Rectángulo: esquinas redondeadas 25">
                <a:extLst>
                  <a:ext uri="{FF2B5EF4-FFF2-40B4-BE49-F238E27FC236}">
                    <a16:creationId xmlns:a16="http://schemas.microsoft.com/office/drawing/2014/main" id="{6F70640B-2C29-327A-AEEF-1235EA291DB5}"/>
                  </a:ext>
                </a:extLst>
              </p:cNvPr>
              <p:cNvSpPr>
                <a:spLocks noRot="1" noChangeAspect="1" noMove="1" noResize="1" noEditPoints="1" noAdjustHandles="1" noChangeArrowheads="1" noChangeShapeType="1" noTextEdit="1"/>
              </p:cNvSpPr>
              <p:nvPr/>
            </p:nvSpPr>
            <p:spPr>
              <a:xfrm>
                <a:off x="1892332" y="5435262"/>
                <a:ext cx="792000" cy="720000"/>
              </a:xfrm>
              <a:prstGeom prst="roundRect">
                <a:avLst/>
              </a:prstGeom>
              <a:blipFill>
                <a:blip r:embed="rId14"/>
                <a:stretch>
                  <a:fillRect/>
                </a:stretch>
              </a:blipFill>
              <a:ln w="25400">
                <a:prstDash val="solid"/>
              </a:ln>
            </p:spPr>
            <p:txBody>
              <a:bodyPr/>
              <a:lstStyle/>
              <a:p>
                <a:r>
                  <a:rPr lang="es-ES">
                    <a:noFill/>
                  </a:rPr>
                  <a:t> </a:t>
                </a:r>
              </a:p>
            </p:txBody>
          </p:sp>
        </mc:Fallback>
      </mc:AlternateContent>
      <p:cxnSp>
        <p:nvCxnSpPr>
          <p:cNvPr id="27" name="Conector recto de flecha 26">
            <a:extLst>
              <a:ext uri="{FF2B5EF4-FFF2-40B4-BE49-F238E27FC236}">
                <a16:creationId xmlns:a16="http://schemas.microsoft.com/office/drawing/2014/main" id="{9EFBA6B6-BF07-299F-80D0-2CEB0A8F8458}"/>
              </a:ext>
            </a:extLst>
          </p:cNvPr>
          <p:cNvCxnSpPr>
            <a:cxnSpLocks/>
            <a:endCxn id="28" idx="3"/>
          </p:cNvCxnSpPr>
          <p:nvPr/>
        </p:nvCxnSpPr>
        <p:spPr>
          <a:xfrm flipH="1">
            <a:off x="2125501" y="4574142"/>
            <a:ext cx="1080000" cy="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Rectángulo: esquinas redondeadas 27">
                <a:extLst>
                  <a:ext uri="{FF2B5EF4-FFF2-40B4-BE49-F238E27FC236}">
                    <a16:creationId xmlns:a16="http://schemas.microsoft.com/office/drawing/2014/main" id="{80BD9472-0B74-C784-3F6F-6D2356DF1D2F}"/>
                  </a:ext>
                </a:extLst>
              </p:cNvPr>
              <p:cNvSpPr/>
              <p:nvPr/>
            </p:nvSpPr>
            <p:spPr>
              <a:xfrm>
                <a:off x="1441501" y="4259725"/>
                <a:ext cx="684000" cy="648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smtClean="0">
                              <a:solidFill>
                                <a:schemeClr val="accent1">
                                  <a:lumMod val="50000"/>
                                </a:schemeClr>
                              </a:solidFill>
                              <a:latin typeface="Cambria Math" panose="02040503050406030204" pitchFamily="18" charset="0"/>
                              <a:ea typeface="Cambria Math" panose="02040503050406030204" pitchFamily="18" charset="0"/>
                            </a:rPr>
                            <m:t>1</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dirty="0"/>
              </a:p>
            </p:txBody>
          </p:sp>
        </mc:Choice>
        <mc:Fallback xmlns="">
          <p:sp>
            <p:nvSpPr>
              <p:cNvPr id="28" name="Rectángulo: esquinas redondeadas 27">
                <a:extLst>
                  <a:ext uri="{FF2B5EF4-FFF2-40B4-BE49-F238E27FC236}">
                    <a16:creationId xmlns:a16="http://schemas.microsoft.com/office/drawing/2014/main" id="{80BD9472-0B74-C784-3F6F-6D2356DF1D2F}"/>
                  </a:ext>
                </a:extLst>
              </p:cNvPr>
              <p:cNvSpPr>
                <a:spLocks noRot="1" noChangeAspect="1" noMove="1" noResize="1" noEditPoints="1" noAdjustHandles="1" noChangeArrowheads="1" noChangeShapeType="1" noTextEdit="1"/>
              </p:cNvSpPr>
              <p:nvPr/>
            </p:nvSpPr>
            <p:spPr>
              <a:xfrm>
                <a:off x="1441501" y="4259725"/>
                <a:ext cx="684000" cy="648000"/>
              </a:xfrm>
              <a:prstGeom prst="roundRect">
                <a:avLst/>
              </a:prstGeom>
              <a:blipFill>
                <a:blip r:embed="rId15"/>
                <a:stretch>
                  <a:fillRect/>
                </a:stretch>
              </a:blipFill>
              <a:ln w="25400">
                <a:prstDash val="solid"/>
              </a:ln>
            </p:spPr>
            <p:txBody>
              <a:bodyPr/>
              <a:lstStyle/>
              <a:p>
                <a:r>
                  <a:rPr lang="es-ES">
                    <a:noFill/>
                  </a:rPr>
                  <a:t> </a:t>
                </a:r>
              </a:p>
            </p:txBody>
          </p:sp>
        </mc:Fallback>
      </mc:AlternateContent>
      <p:cxnSp>
        <p:nvCxnSpPr>
          <p:cNvPr id="29" name="Conector recto de flecha 28">
            <a:extLst>
              <a:ext uri="{FF2B5EF4-FFF2-40B4-BE49-F238E27FC236}">
                <a16:creationId xmlns:a16="http://schemas.microsoft.com/office/drawing/2014/main" id="{FFFAB218-B3EB-E3BD-904B-4CBAC2E3398E}"/>
              </a:ext>
            </a:extLst>
          </p:cNvPr>
          <p:cNvCxnSpPr>
            <a:cxnSpLocks/>
          </p:cNvCxnSpPr>
          <p:nvPr/>
        </p:nvCxnSpPr>
        <p:spPr>
          <a:xfrm flipH="1" flipV="1">
            <a:off x="902523" y="3748081"/>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D4598E23-4422-AE27-5DE7-9F7AAC9F9963}"/>
              </a:ext>
            </a:extLst>
          </p:cNvPr>
          <p:cNvCxnSpPr>
            <a:cxnSpLocks/>
          </p:cNvCxnSpPr>
          <p:nvPr/>
        </p:nvCxnSpPr>
        <p:spPr>
          <a:xfrm rot="-5400000" flipH="1" flipV="1">
            <a:off x="902523" y="4892016"/>
            <a:ext cx="540000" cy="54000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Rectángulo: esquinas redondeadas 30">
                <a:extLst>
                  <a:ext uri="{FF2B5EF4-FFF2-40B4-BE49-F238E27FC236}">
                    <a16:creationId xmlns:a16="http://schemas.microsoft.com/office/drawing/2014/main" id="{F5A17E89-0FD7-7E1B-2CE6-FFDD27F702C6}"/>
                  </a:ext>
                </a:extLst>
              </p:cNvPr>
              <p:cNvSpPr/>
              <p:nvPr/>
            </p:nvSpPr>
            <p:spPr>
              <a:xfrm>
                <a:off x="82152" y="3042593"/>
                <a:ext cx="828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1</m:t>
                                  </m:r>
                                </m:e>
                              </m:d>
                            </m:sup>
                          </m:sSup>
                        </m:den>
                      </m:f>
                    </m:oMath>
                  </m:oMathPara>
                </a14:m>
                <a:endParaRPr lang="es-ES" dirty="0"/>
              </a:p>
            </p:txBody>
          </p:sp>
        </mc:Choice>
        <mc:Fallback xmlns="">
          <p:sp>
            <p:nvSpPr>
              <p:cNvPr id="31" name="Rectángulo: esquinas redondeadas 30">
                <a:extLst>
                  <a:ext uri="{FF2B5EF4-FFF2-40B4-BE49-F238E27FC236}">
                    <a16:creationId xmlns:a16="http://schemas.microsoft.com/office/drawing/2014/main" id="{F5A17E89-0FD7-7E1B-2CE6-FFDD27F702C6}"/>
                  </a:ext>
                </a:extLst>
              </p:cNvPr>
              <p:cNvSpPr>
                <a:spLocks noRot="1" noChangeAspect="1" noMove="1" noResize="1" noEditPoints="1" noAdjustHandles="1" noChangeArrowheads="1" noChangeShapeType="1" noTextEdit="1"/>
              </p:cNvSpPr>
              <p:nvPr/>
            </p:nvSpPr>
            <p:spPr>
              <a:xfrm>
                <a:off x="82152" y="3042593"/>
                <a:ext cx="828000" cy="720000"/>
              </a:xfrm>
              <a:prstGeom prst="roundRect">
                <a:avLst/>
              </a:prstGeom>
              <a:blipFill>
                <a:blip r:embed="rId16"/>
                <a:stretch>
                  <a:fillRect/>
                </a:stretch>
              </a:blipFill>
              <a:ln w="25400">
                <a:prstDash val="solid"/>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2" name="Rectángulo: esquinas redondeadas 31">
                <a:extLst>
                  <a:ext uri="{FF2B5EF4-FFF2-40B4-BE49-F238E27FC236}">
                    <a16:creationId xmlns:a16="http://schemas.microsoft.com/office/drawing/2014/main" id="{8BCFE298-AA04-122C-2FB4-659143824A78}"/>
                  </a:ext>
                </a:extLst>
              </p:cNvPr>
              <p:cNvSpPr/>
              <p:nvPr/>
            </p:nvSpPr>
            <p:spPr>
              <a:xfrm>
                <a:off x="110523" y="5432016"/>
                <a:ext cx="792000" cy="720000"/>
              </a:xfrm>
              <a:prstGeom prst="roundRect">
                <a:avLst/>
              </a:prstGeom>
              <a:noFill/>
              <a:ln w="25400">
                <a:prstDash val="solid"/>
              </a:ln>
            </p:spPr>
            <p:style>
              <a:lnRef idx="2">
                <a:schemeClr val="accent1">
                  <a:shade val="15000"/>
                </a:schemeClr>
              </a:lnRef>
              <a:fillRef idx="1">
                <a:schemeClr val="accent1"/>
              </a:fillRef>
              <a:effectRef idx="0">
                <a:schemeClr val="accent1"/>
              </a:effectRef>
              <a:fontRef idx="minor">
                <a:schemeClr val="lt1"/>
              </a:fontRef>
            </p:style>
            <p:txBody>
              <a:bodyPr lIns="72000" rIns="0" bIns="0" rtlCol="0" anchor="ctr"/>
              <a:lstStyle/>
              <a:p>
                <a:pPr algn="ct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1</m:t>
                                  </m:r>
                                </m:e>
                              </m:d>
                            </m:sup>
                          </m:sSup>
                        </m:den>
                      </m:f>
                    </m:oMath>
                  </m:oMathPara>
                </a14:m>
                <a:endParaRPr lang="es-ES" dirty="0"/>
              </a:p>
            </p:txBody>
          </p:sp>
        </mc:Choice>
        <mc:Fallback xmlns="">
          <p:sp>
            <p:nvSpPr>
              <p:cNvPr id="32" name="Rectángulo: esquinas redondeadas 31">
                <a:extLst>
                  <a:ext uri="{FF2B5EF4-FFF2-40B4-BE49-F238E27FC236}">
                    <a16:creationId xmlns:a16="http://schemas.microsoft.com/office/drawing/2014/main" id="{8BCFE298-AA04-122C-2FB4-659143824A78}"/>
                  </a:ext>
                </a:extLst>
              </p:cNvPr>
              <p:cNvSpPr>
                <a:spLocks noRot="1" noChangeAspect="1" noMove="1" noResize="1" noEditPoints="1" noAdjustHandles="1" noChangeArrowheads="1" noChangeShapeType="1" noTextEdit="1"/>
              </p:cNvSpPr>
              <p:nvPr/>
            </p:nvSpPr>
            <p:spPr>
              <a:xfrm>
                <a:off x="110523" y="5432016"/>
                <a:ext cx="792000" cy="720000"/>
              </a:xfrm>
              <a:prstGeom prst="roundRect">
                <a:avLst/>
              </a:prstGeom>
              <a:blipFill>
                <a:blip r:embed="rId17"/>
                <a:stretch>
                  <a:fillRect/>
                </a:stretch>
              </a:blipFill>
              <a:ln w="25400">
                <a:prstDash val="solid"/>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A3523B5A-BDD9-195F-70CB-8FEA55FEEC69}"/>
                  </a:ext>
                </a:extLst>
              </p:cNvPr>
              <p:cNvSpPr txBox="1"/>
              <p:nvPr/>
            </p:nvSpPr>
            <p:spPr>
              <a:xfrm>
                <a:off x="2598904" y="3050454"/>
                <a:ext cx="3497096" cy="624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oMath>
                  </m:oMathPara>
                </a14:m>
                <a:endParaRPr lang="es-ES" dirty="0"/>
              </a:p>
            </p:txBody>
          </p:sp>
        </mc:Choice>
        <mc:Fallback xmlns="">
          <p:sp>
            <p:nvSpPr>
              <p:cNvPr id="35" name="CuadroTexto 34">
                <a:extLst>
                  <a:ext uri="{FF2B5EF4-FFF2-40B4-BE49-F238E27FC236}">
                    <a16:creationId xmlns:a16="http://schemas.microsoft.com/office/drawing/2014/main" id="{A3523B5A-BDD9-195F-70CB-8FEA55FEEC69}"/>
                  </a:ext>
                </a:extLst>
              </p:cNvPr>
              <p:cNvSpPr txBox="1">
                <a:spLocks noRot="1" noChangeAspect="1" noMove="1" noResize="1" noEditPoints="1" noAdjustHandles="1" noChangeArrowheads="1" noChangeShapeType="1" noTextEdit="1"/>
              </p:cNvSpPr>
              <p:nvPr/>
            </p:nvSpPr>
            <p:spPr>
              <a:xfrm>
                <a:off x="2598904" y="3050454"/>
                <a:ext cx="3497096" cy="624017"/>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4504DFDB-0A53-3D80-CCF5-A0D98D4A9610}"/>
                  </a:ext>
                </a:extLst>
              </p:cNvPr>
              <p:cNvSpPr txBox="1"/>
              <p:nvPr/>
            </p:nvSpPr>
            <p:spPr>
              <a:xfrm>
                <a:off x="2332090" y="5525101"/>
                <a:ext cx="3362128" cy="624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dirty="0"/>
              </a:p>
            </p:txBody>
          </p:sp>
        </mc:Choice>
        <mc:Fallback xmlns="">
          <p:sp>
            <p:nvSpPr>
              <p:cNvPr id="37" name="CuadroTexto 36">
                <a:extLst>
                  <a:ext uri="{FF2B5EF4-FFF2-40B4-BE49-F238E27FC236}">
                    <a16:creationId xmlns:a16="http://schemas.microsoft.com/office/drawing/2014/main" id="{4504DFDB-0A53-3D80-CCF5-A0D98D4A9610}"/>
                  </a:ext>
                </a:extLst>
              </p:cNvPr>
              <p:cNvSpPr txBox="1">
                <a:spLocks noRot="1" noChangeAspect="1" noMove="1" noResize="1" noEditPoints="1" noAdjustHandles="1" noChangeArrowheads="1" noChangeShapeType="1" noTextEdit="1"/>
              </p:cNvSpPr>
              <p:nvPr/>
            </p:nvSpPr>
            <p:spPr>
              <a:xfrm>
                <a:off x="2332090" y="5525101"/>
                <a:ext cx="3362128" cy="624017"/>
              </a:xfrm>
              <a:prstGeom prst="rect">
                <a:avLst/>
              </a:prstGeom>
              <a:blipFill>
                <a:blip r:embed="rId1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A31AD47A-73BF-0844-EC9A-64F75DF29649}"/>
                  </a:ext>
                </a:extLst>
              </p:cNvPr>
              <p:cNvSpPr txBox="1"/>
              <p:nvPr/>
            </p:nvSpPr>
            <p:spPr>
              <a:xfrm>
                <a:off x="4143354" y="4099586"/>
                <a:ext cx="3299431" cy="4458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39" name="CuadroTexto 38">
                <a:extLst>
                  <a:ext uri="{FF2B5EF4-FFF2-40B4-BE49-F238E27FC236}">
                    <a16:creationId xmlns:a16="http://schemas.microsoft.com/office/drawing/2014/main" id="{A31AD47A-73BF-0844-EC9A-64F75DF29649}"/>
                  </a:ext>
                </a:extLst>
              </p:cNvPr>
              <p:cNvSpPr txBox="1">
                <a:spLocks noRot="1" noChangeAspect="1" noMove="1" noResize="1" noEditPoints="1" noAdjustHandles="1" noChangeArrowheads="1" noChangeShapeType="1" noTextEdit="1"/>
              </p:cNvSpPr>
              <p:nvPr/>
            </p:nvSpPr>
            <p:spPr>
              <a:xfrm>
                <a:off x="4143354" y="4099586"/>
                <a:ext cx="3299431" cy="445891"/>
              </a:xfrm>
              <a:prstGeom prst="rect">
                <a:avLst/>
              </a:prstGeom>
              <a:blipFill>
                <a:blip r:embed="rId20"/>
                <a:stretch>
                  <a:fillRect b="-1370"/>
                </a:stretch>
              </a:blipFill>
            </p:spPr>
            <p:txBody>
              <a:bodyPr/>
              <a:lstStyle/>
              <a:p>
                <a:r>
                  <a:rPr lang="es-ES">
                    <a:noFill/>
                  </a:rPr>
                  <a:t> </a:t>
                </a:r>
              </a:p>
            </p:txBody>
          </p:sp>
        </mc:Fallback>
      </mc:AlternateContent>
      <p:cxnSp>
        <p:nvCxnSpPr>
          <p:cNvPr id="40" name="Conector recto de flecha 39">
            <a:extLst>
              <a:ext uri="{FF2B5EF4-FFF2-40B4-BE49-F238E27FC236}">
                <a16:creationId xmlns:a16="http://schemas.microsoft.com/office/drawing/2014/main" id="{1598D7CB-AF8D-3EBC-C533-EDBE1A51E841}"/>
              </a:ext>
            </a:extLst>
          </p:cNvPr>
          <p:cNvCxnSpPr>
            <a:cxnSpLocks/>
          </p:cNvCxnSpPr>
          <p:nvPr/>
        </p:nvCxnSpPr>
        <p:spPr>
          <a:xfrm flipH="1">
            <a:off x="7207149" y="4570896"/>
            <a:ext cx="360000" cy="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F2BFE232-8B84-5327-3669-047774BF0B12}"/>
                  </a:ext>
                </a:extLst>
              </p:cNvPr>
              <p:cNvSpPr txBox="1"/>
              <p:nvPr/>
            </p:nvSpPr>
            <p:spPr>
              <a:xfrm rot="5400000">
                <a:off x="5536390" y="3516452"/>
                <a:ext cx="315653"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2800" b="0" i="1" smtClean="0">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sz="2800" dirty="0">
                  <a:solidFill>
                    <a:schemeClr val="accent1">
                      <a:lumMod val="50000"/>
                    </a:schemeClr>
                  </a:solidFill>
                </a:endParaRPr>
              </a:p>
            </p:txBody>
          </p:sp>
        </mc:Choice>
        <mc:Fallback xmlns="">
          <p:sp>
            <p:nvSpPr>
              <p:cNvPr id="41" name="CuadroTexto 40">
                <a:extLst>
                  <a:ext uri="{FF2B5EF4-FFF2-40B4-BE49-F238E27FC236}">
                    <a16:creationId xmlns:a16="http://schemas.microsoft.com/office/drawing/2014/main" id="{F2BFE232-8B84-5327-3669-047774BF0B12}"/>
                  </a:ext>
                </a:extLst>
              </p:cNvPr>
              <p:cNvSpPr txBox="1">
                <a:spLocks noRot="1" noChangeAspect="1" noMove="1" noResize="1" noEditPoints="1" noAdjustHandles="1" noChangeArrowheads="1" noChangeShapeType="1" noTextEdit="1"/>
              </p:cNvSpPr>
              <p:nvPr/>
            </p:nvSpPr>
            <p:spPr>
              <a:xfrm rot="5400000">
                <a:off x="5536390" y="3516452"/>
                <a:ext cx="315653" cy="523220"/>
              </a:xfrm>
              <a:prstGeom prst="rect">
                <a:avLst/>
              </a:prstGeom>
              <a:blipFill>
                <a:blip r:embed="rId2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5E846069-3FC8-4BEA-B4F3-72158BB6ADA4}"/>
                  </a:ext>
                </a:extLst>
              </p:cNvPr>
              <p:cNvSpPr txBox="1"/>
              <p:nvPr/>
            </p:nvSpPr>
            <p:spPr>
              <a:xfrm>
                <a:off x="1139970" y="3102490"/>
                <a:ext cx="3176020" cy="624017"/>
              </a:xfrm>
              <a:prstGeom prst="rect">
                <a:avLst/>
              </a:prstGeom>
              <a:solidFill>
                <a:schemeClr val="bg1"/>
              </a:solidFill>
              <a:ln w="57150">
                <a:solidFill>
                  <a:schemeClr val="accent6">
                    <a:lumMod val="75000"/>
                  </a:schemeClr>
                </a:solidFill>
              </a:ln>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1</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d>
                            <m:dPr>
                              <m:begChr m:val="["/>
                              <m:endChr m:val="]"/>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r>
                                <a:rPr lang="es-ES" i="1" smtClean="0">
                                  <a:solidFill>
                                    <a:schemeClr val="accent1">
                                      <a:lumMod val="50000"/>
                                    </a:schemeClr>
                                  </a:solidFill>
                                  <a:latin typeface="Cambria Math" panose="02040503050406030204" pitchFamily="18" charset="0"/>
                                  <a:ea typeface="Cambria Math" panose="02040503050406030204" pitchFamily="18" charset="0"/>
                                </a:rPr>
                                <m:t>0</m:t>
                              </m:r>
                            </m:e>
                          </m:d>
                        </m:sup>
                      </m:sSup>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6">
                              <a:lumMod val="75000"/>
                            </a:schemeClr>
                          </a:solidFill>
                          <a:latin typeface="Cambria Math" panose="02040503050406030204" pitchFamily="18" charset="0"/>
                          <a:ea typeface="Cambria Math" panose="02040503050406030204" pitchFamily="18" charset="0"/>
                        </a:rPr>
                        <m:t>𝑥</m:t>
                      </m:r>
                    </m:oMath>
                  </m:oMathPara>
                </a14:m>
                <a:endParaRPr lang="es-ES" dirty="0"/>
              </a:p>
            </p:txBody>
          </p:sp>
        </mc:Choice>
        <mc:Fallback xmlns="">
          <p:sp>
            <p:nvSpPr>
              <p:cNvPr id="33" name="CuadroTexto 32">
                <a:extLst>
                  <a:ext uri="{FF2B5EF4-FFF2-40B4-BE49-F238E27FC236}">
                    <a16:creationId xmlns:a16="http://schemas.microsoft.com/office/drawing/2014/main" id="{5E846069-3FC8-4BEA-B4F3-72158BB6ADA4}"/>
                  </a:ext>
                </a:extLst>
              </p:cNvPr>
              <p:cNvSpPr txBox="1">
                <a:spLocks noRot="1" noChangeAspect="1" noMove="1" noResize="1" noEditPoints="1" noAdjustHandles="1" noChangeArrowheads="1" noChangeShapeType="1" noTextEdit="1"/>
              </p:cNvSpPr>
              <p:nvPr/>
            </p:nvSpPr>
            <p:spPr>
              <a:xfrm>
                <a:off x="1139970" y="3102490"/>
                <a:ext cx="3176020" cy="624017"/>
              </a:xfrm>
              <a:prstGeom prst="rect">
                <a:avLst/>
              </a:prstGeom>
              <a:blipFill>
                <a:blip r:embed="rId22"/>
                <a:stretch>
                  <a:fillRect/>
                </a:stretch>
              </a:blipFill>
              <a:ln w="57150">
                <a:solidFill>
                  <a:schemeClr val="accent6">
                    <a:lumMod val="75000"/>
                  </a:schemeClr>
                </a:solidFill>
              </a:ln>
            </p:spPr>
            <p:txBody>
              <a:bodyPr/>
              <a:lstStyle/>
              <a:p>
                <a:r>
                  <a:rPr lang="es-ES">
                    <a:noFill/>
                  </a:rPr>
                  <a:t> </a:t>
                </a:r>
              </a:p>
            </p:txBody>
          </p:sp>
        </mc:Fallback>
      </mc:AlternateContent>
    </p:spTree>
    <p:extLst>
      <p:ext uri="{BB962C8B-B14F-4D97-AF65-F5344CB8AC3E}">
        <p14:creationId xmlns:p14="http://schemas.microsoft.com/office/powerpoint/2010/main" val="239091012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E79E0-0C68-33FD-29C7-0FA0D8D72917}"/>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E0BFEF56-8BAD-9D78-B7F3-02CEAFC0B5C1}"/>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25" name="CuadroTexto 24">
            <a:extLst>
              <a:ext uri="{FF2B5EF4-FFF2-40B4-BE49-F238E27FC236}">
                <a16:creationId xmlns:a16="http://schemas.microsoft.com/office/drawing/2014/main" id="{A01B0BDB-8253-54B1-E94E-FE79717789E7}"/>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err="1">
                <a:solidFill>
                  <a:schemeClr val="accent1">
                    <a:lumMod val="50000"/>
                  </a:schemeClr>
                </a:solidFill>
              </a:rPr>
              <a:t>Cálculo</a:t>
            </a:r>
            <a:r>
              <a:rPr lang="en-US" sz="2000" b="1" dirty="0">
                <a:solidFill>
                  <a:schemeClr val="accent1">
                    <a:lumMod val="50000"/>
                  </a:schemeClr>
                </a:solidFill>
              </a:rPr>
              <a:t> de pesos y </a:t>
            </a:r>
            <a:r>
              <a:rPr lang="en-US" sz="2000" b="1" dirty="0" err="1">
                <a:solidFill>
                  <a:schemeClr val="accent1">
                    <a:lumMod val="50000"/>
                  </a:schemeClr>
                </a:solidFill>
              </a:rPr>
              <a:t>sesgos</a:t>
            </a:r>
            <a:r>
              <a:rPr lang="en-US" sz="2000" b="1" dirty="0">
                <a:solidFill>
                  <a:schemeClr val="accent1">
                    <a:lumMod val="50000"/>
                  </a:schemeClr>
                </a:solidFill>
              </a:rPr>
              <a:t> que </a:t>
            </a:r>
            <a:r>
              <a:rPr lang="en-US" sz="2000" b="1" dirty="0" err="1">
                <a:solidFill>
                  <a:schemeClr val="accent1">
                    <a:lumMod val="50000"/>
                  </a:schemeClr>
                </a:solidFill>
              </a:rPr>
              <a:t>minimizan</a:t>
            </a:r>
            <a:r>
              <a:rPr lang="en-US" sz="2000" b="1" dirty="0">
                <a:solidFill>
                  <a:schemeClr val="accent1">
                    <a:lumMod val="50000"/>
                  </a:schemeClr>
                </a:solidFill>
              </a:rPr>
              <a:t> </a:t>
            </a:r>
            <a:r>
              <a:rPr lang="en-US" sz="2000" b="1" dirty="0" err="1">
                <a:solidFill>
                  <a:schemeClr val="accent1">
                    <a:lumMod val="50000"/>
                  </a:schemeClr>
                </a:solidFill>
              </a:rPr>
              <a:t>el</a:t>
            </a:r>
            <a:r>
              <a:rPr lang="en-US" sz="2000" b="1" dirty="0">
                <a:solidFill>
                  <a:schemeClr val="accent1">
                    <a:lumMod val="50000"/>
                  </a:schemeClr>
                </a:solidFill>
              </a:rPr>
              <a:t> error. </a:t>
            </a:r>
            <a:r>
              <a:rPr lang="en-US" sz="2000" b="1" dirty="0" err="1">
                <a:solidFill>
                  <a:schemeClr val="accent1">
                    <a:lumMod val="50000"/>
                  </a:schemeClr>
                </a:solidFill>
              </a:rPr>
              <a:t>Descenso</a:t>
            </a:r>
            <a:r>
              <a:rPr lang="en-US" sz="2000" b="1" dirty="0">
                <a:solidFill>
                  <a:schemeClr val="accent1">
                    <a:lumMod val="50000"/>
                  </a:schemeClr>
                </a:solidFill>
              </a:rPr>
              <a:t> de </a:t>
            </a:r>
            <a:r>
              <a:rPr lang="en-US" sz="2000" b="1" dirty="0" err="1">
                <a:solidFill>
                  <a:schemeClr val="accent1">
                    <a:lumMod val="50000"/>
                  </a:schemeClr>
                </a:solidFill>
              </a:rPr>
              <a:t>Gradiente</a:t>
            </a:r>
            <a:r>
              <a:rPr lang="en-US" sz="2000" b="1" dirty="0">
                <a:solidFill>
                  <a:schemeClr val="accent1">
                    <a:lumMod val="50000"/>
                  </a:schemeClr>
                </a:solidFill>
              </a:rPr>
              <a:t> + Backpropagation I </a:t>
            </a:r>
            <a:r>
              <a:rPr lang="en-US" sz="2000" dirty="0">
                <a:solidFill>
                  <a:schemeClr val="accent1">
                    <a:lumMod val="50000"/>
                  </a:schemeClr>
                </a:solidFill>
              </a:rPr>
              <a:t>  </a:t>
            </a: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46BCCD99-2C04-08A8-A771-C855F8FB5CE5}"/>
                  </a:ext>
                </a:extLst>
              </p:cNvPr>
              <p:cNvSpPr txBox="1"/>
              <p:nvPr/>
            </p:nvSpPr>
            <p:spPr>
              <a:xfrm>
                <a:off x="4076458" y="4366874"/>
                <a:ext cx="3824346" cy="11503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𝒕</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𝒕</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 </m:t>
                      </m:r>
                      <m:r>
                        <a:rPr lang="es-ES" b="0" i="1" smtClean="0">
                          <a:solidFill>
                            <a:schemeClr val="accent1">
                              <a:lumMod val="50000"/>
                            </a:schemeClr>
                          </a:solidFill>
                          <a:latin typeface="Cambria Math" panose="02040503050406030204" pitchFamily="18" charset="0"/>
                          <a:ea typeface="Cambria Math" panose="02040503050406030204" pitchFamily="18" charset="0"/>
                        </a:rPr>
                        <m:t>𝛼</m:t>
                      </m:r>
                      <m:f>
                        <m:f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fPr>
                        <m:num>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𝐽</m:t>
                          </m:r>
                        </m:num>
                        <m:den>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𝒕</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oMath>
                  </m:oMathPara>
                </a14:m>
                <a:endParaRPr lang="es-ES" dirty="0"/>
              </a:p>
              <a:p>
                <a:pPr/>
                <a14:m>
                  <m:oMathPara xmlns:m="http://schemas.openxmlformats.org/officeDocument/2006/math">
                    <m:oMathParaPr>
                      <m:jc m:val="centerGroup"/>
                    </m:oMathParaPr>
                    <m:oMath xmlns:m="http://schemas.openxmlformats.org/officeDocument/2006/math">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𝒕</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𝒕</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 </m:t>
                      </m:r>
                      <m:r>
                        <a:rPr lang="es-ES" b="0" i="1" smtClean="0">
                          <a:solidFill>
                            <a:schemeClr val="accent1">
                              <a:lumMod val="50000"/>
                            </a:schemeClr>
                          </a:solidFill>
                          <a:latin typeface="Cambria Math" panose="02040503050406030204" pitchFamily="18" charset="0"/>
                          <a:ea typeface="Cambria Math" panose="02040503050406030204" pitchFamily="18" charset="0"/>
                        </a:rPr>
                        <m:t>𝛼</m:t>
                      </m:r>
                      <m:f>
                        <m:f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fPr>
                        <m:num>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𝐽</m:t>
                          </m:r>
                        </m:num>
                        <m:den>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𝒕</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oMath>
                  </m:oMathPara>
                </a14:m>
                <a:endParaRPr lang="es-ES" dirty="0"/>
              </a:p>
            </p:txBody>
          </p:sp>
        </mc:Choice>
        <mc:Fallback xmlns="">
          <p:sp>
            <p:nvSpPr>
              <p:cNvPr id="7" name="CuadroTexto 6">
                <a:extLst>
                  <a:ext uri="{FF2B5EF4-FFF2-40B4-BE49-F238E27FC236}">
                    <a16:creationId xmlns:a16="http://schemas.microsoft.com/office/drawing/2014/main" id="{46BCCD99-2C04-08A8-A771-C855F8FB5CE5}"/>
                  </a:ext>
                </a:extLst>
              </p:cNvPr>
              <p:cNvSpPr txBox="1">
                <a:spLocks noRot="1" noChangeAspect="1" noMove="1" noResize="1" noEditPoints="1" noAdjustHandles="1" noChangeArrowheads="1" noChangeShapeType="1" noTextEdit="1"/>
              </p:cNvSpPr>
              <p:nvPr/>
            </p:nvSpPr>
            <p:spPr>
              <a:xfrm>
                <a:off x="4076458" y="4366874"/>
                <a:ext cx="3824346" cy="1150380"/>
              </a:xfrm>
              <a:prstGeom prst="rect">
                <a:avLst/>
              </a:prstGeom>
              <a:blipFill>
                <a:blip r:embed="rId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 name="Rectángulo: esquinas redondeadas 3">
                <a:extLst>
                  <a:ext uri="{FF2B5EF4-FFF2-40B4-BE49-F238E27FC236}">
                    <a16:creationId xmlns:a16="http://schemas.microsoft.com/office/drawing/2014/main" id="{94698197-4C84-AD8C-5F06-CC53C033F763}"/>
                  </a:ext>
                </a:extLst>
              </p:cNvPr>
              <p:cNvSpPr/>
              <p:nvPr/>
            </p:nvSpPr>
            <p:spPr>
              <a:xfrm>
                <a:off x="4000750" y="1130633"/>
                <a:ext cx="3900054" cy="113500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accent1">
                        <a:lumMod val="50000"/>
                      </a:schemeClr>
                    </a:solidFill>
                  </a:rPr>
                  <a:t>Inicialización de parámetros.</a:t>
                </a:r>
              </a:p>
              <a:p>
                <a:pPr algn="ct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𝟎</m:t>
                          </m:r>
                          <m:r>
                            <a:rPr lang="es-ES" b="1"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d>
                            <m:dPr>
                              <m:begChr m:val="["/>
                              <m:endChr m:val="]"/>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𝑊</m:t>
                                  </m:r>
                                </m:e>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e>
                        <m:sup>
                          <m:r>
                            <a:rPr lang="es-ES" b="0" i="1" smtClean="0">
                              <a:solidFill>
                                <a:schemeClr val="accent1">
                                  <a:lumMod val="50000"/>
                                </a:schemeClr>
                              </a:solidFill>
                              <a:latin typeface="Cambria Math" panose="02040503050406030204" pitchFamily="18" charset="0"/>
                              <a:ea typeface="Cambria Math" panose="02040503050406030204" pitchFamily="18" charset="0"/>
                            </a:rPr>
                            <m:t>(0)</m:t>
                          </m:r>
                        </m:sup>
                      </m:sSup>
                    </m:oMath>
                  </m:oMathPara>
                </a14:m>
                <a:endParaRPr lang="es-ES" b="1" i="1" dirty="0">
                  <a:solidFill>
                    <a:schemeClr val="accent1">
                      <a:lumMod val="50000"/>
                    </a:schemeClr>
                  </a:solidFill>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𝟎</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e>
                        <m:sup>
                          <m:r>
                            <a:rPr lang="es-ES" i="1">
                              <a:solidFill>
                                <a:schemeClr val="accent1">
                                  <a:lumMod val="50000"/>
                                </a:schemeClr>
                              </a:solidFill>
                              <a:latin typeface="Cambria Math" panose="02040503050406030204" pitchFamily="18" charset="0"/>
                              <a:ea typeface="Cambria Math" panose="02040503050406030204" pitchFamily="18" charset="0"/>
                            </a:rPr>
                            <m:t>(0)</m:t>
                          </m:r>
                        </m:sup>
                      </m:sSup>
                    </m:oMath>
                  </m:oMathPara>
                </a14:m>
                <a:endParaRPr lang="es-ES" dirty="0">
                  <a:solidFill>
                    <a:schemeClr val="accent1">
                      <a:lumMod val="50000"/>
                    </a:schemeClr>
                  </a:solidFill>
                </a:endParaRPr>
              </a:p>
            </p:txBody>
          </p:sp>
        </mc:Choice>
        <mc:Fallback xmlns="">
          <p:sp>
            <p:nvSpPr>
              <p:cNvPr id="4" name="Rectángulo: esquinas redondeadas 3">
                <a:extLst>
                  <a:ext uri="{FF2B5EF4-FFF2-40B4-BE49-F238E27FC236}">
                    <a16:creationId xmlns:a16="http://schemas.microsoft.com/office/drawing/2014/main" id="{94698197-4C84-AD8C-5F06-CC53C033F763}"/>
                  </a:ext>
                </a:extLst>
              </p:cNvPr>
              <p:cNvSpPr>
                <a:spLocks noRot="1" noChangeAspect="1" noMove="1" noResize="1" noEditPoints="1" noAdjustHandles="1" noChangeArrowheads="1" noChangeShapeType="1" noTextEdit="1"/>
              </p:cNvSpPr>
              <p:nvPr/>
            </p:nvSpPr>
            <p:spPr>
              <a:xfrm>
                <a:off x="4000750" y="1130633"/>
                <a:ext cx="3900054" cy="1135006"/>
              </a:xfrm>
              <a:prstGeom prst="roundRect">
                <a:avLst/>
              </a:prstGeom>
              <a:blipFill>
                <a:blip r:embed="rId4"/>
                <a:stretch>
                  <a:fillRect t="-1587"/>
                </a:stretch>
              </a:blipFill>
            </p:spPr>
            <p:txBody>
              <a:bodyPr/>
              <a:lstStyle/>
              <a:p>
                <a:r>
                  <a:rPr lang="es-ES">
                    <a:noFill/>
                  </a:rPr>
                  <a:t> </a:t>
                </a:r>
              </a:p>
            </p:txBody>
          </p:sp>
        </mc:Fallback>
      </mc:AlternateContent>
      <p:sp>
        <p:nvSpPr>
          <p:cNvPr id="5" name="Rectángulo: esquinas redondeadas 4">
            <a:extLst>
              <a:ext uri="{FF2B5EF4-FFF2-40B4-BE49-F238E27FC236}">
                <a16:creationId xmlns:a16="http://schemas.microsoft.com/office/drawing/2014/main" id="{1C8323A7-FE79-B8F6-F557-91543AF83EF3}"/>
              </a:ext>
            </a:extLst>
          </p:cNvPr>
          <p:cNvSpPr/>
          <p:nvPr/>
        </p:nvSpPr>
        <p:spPr>
          <a:xfrm>
            <a:off x="2036622" y="2460376"/>
            <a:ext cx="7841669" cy="3150715"/>
          </a:xfrm>
          <a:prstGeom prst="roundRect">
            <a:avLst>
              <a:gd name="adj" fmla="val 1122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esquinas redondeadas 5">
            <a:extLst>
              <a:ext uri="{FF2B5EF4-FFF2-40B4-BE49-F238E27FC236}">
                <a16:creationId xmlns:a16="http://schemas.microsoft.com/office/drawing/2014/main" id="{F60A9F9C-739F-DBCA-BEA0-6BDBEBD975EE}"/>
              </a:ext>
            </a:extLst>
          </p:cNvPr>
          <p:cNvSpPr/>
          <p:nvPr/>
        </p:nvSpPr>
        <p:spPr>
          <a:xfrm>
            <a:off x="2143118" y="2574130"/>
            <a:ext cx="7647136" cy="1259165"/>
          </a:xfrm>
          <a:prstGeom prst="roundRect">
            <a:avLst>
              <a:gd name="adj" fmla="val 19105"/>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s-ES" b="1" dirty="0" err="1">
                <a:solidFill>
                  <a:schemeClr val="accent1">
                    <a:lumMod val="50000"/>
                  </a:schemeClr>
                </a:solidFill>
              </a:rPr>
              <a:t>Backpropagation</a:t>
            </a:r>
            <a:endParaRPr lang="es-ES" b="1"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5EFA7B84-6EB4-F35E-8CE5-11B87A83DB13}"/>
                  </a:ext>
                </a:extLst>
              </p:cNvPr>
              <p:cNvSpPr txBox="1"/>
              <p:nvPr/>
            </p:nvSpPr>
            <p:spPr>
              <a:xfrm>
                <a:off x="5544177" y="3072479"/>
                <a:ext cx="2425607" cy="624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𝑡</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oMath>
                  </m:oMathPara>
                </a14:m>
                <a:endParaRPr lang="es-ES" dirty="0"/>
              </a:p>
            </p:txBody>
          </p:sp>
        </mc:Choice>
        <mc:Fallback xmlns="">
          <p:sp>
            <p:nvSpPr>
              <p:cNvPr id="8" name="CuadroTexto 7">
                <a:extLst>
                  <a:ext uri="{FF2B5EF4-FFF2-40B4-BE49-F238E27FC236}">
                    <a16:creationId xmlns:a16="http://schemas.microsoft.com/office/drawing/2014/main" id="{5EFA7B84-6EB4-F35E-8CE5-11B87A83DB13}"/>
                  </a:ext>
                </a:extLst>
              </p:cNvPr>
              <p:cNvSpPr txBox="1">
                <a:spLocks noRot="1" noChangeAspect="1" noMove="1" noResize="1" noEditPoints="1" noAdjustHandles="1" noChangeArrowheads="1" noChangeShapeType="1" noTextEdit="1"/>
              </p:cNvSpPr>
              <p:nvPr/>
            </p:nvSpPr>
            <p:spPr>
              <a:xfrm>
                <a:off x="5544177" y="3072479"/>
                <a:ext cx="2425607" cy="624017"/>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6CEB5859-4A13-1B8F-1071-7C1F0670DE67}"/>
                  </a:ext>
                </a:extLst>
              </p:cNvPr>
              <p:cNvSpPr txBox="1"/>
              <p:nvPr/>
            </p:nvSpPr>
            <p:spPr>
              <a:xfrm>
                <a:off x="8097599" y="3037592"/>
                <a:ext cx="1692655" cy="624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𝑡</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dirty="0"/>
              </a:p>
            </p:txBody>
          </p:sp>
        </mc:Choice>
        <mc:Fallback xmlns="">
          <p:sp>
            <p:nvSpPr>
              <p:cNvPr id="9" name="CuadroTexto 8">
                <a:extLst>
                  <a:ext uri="{FF2B5EF4-FFF2-40B4-BE49-F238E27FC236}">
                    <a16:creationId xmlns:a16="http://schemas.microsoft.com/office/drawing/2014/main" id="{6CEB5859-4A13-1B8F-1071-7C1F0670DE67}"/>
                  </a:ext>
                </a:extLst>
              </p:cNvPr>
              <p:cNvSpPr txBox="1">
                <a:spLocks noRot="1" noChangeAspect="1" noMove="1" noResize="1" noEditPoints="1" noAdjustHandles="1" noChangeArrowheads="1" noChangeShapeType="1" noTextEdit="1"/>
              </p:cNvSpPr>
              <p:nvPr/>
            </p:nvSpPr>
            <p:spPr>
              <a:xfrm>
                <a:off x="8097599" y="3037592"/>
                <a:ext cx="1692655" cy="624017"/>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C0C63590-8241-DC14-858A-C54619694F26}"/>
                  </a:ext>
                </a:extLst>
              </p:cNvPr>
              <p:cNvSpPr txBox="1"/>
              <p:nvPr/>
            </p:nvSpPr>
            <p:spPr>
              <a:xfrm>
                <a:off x="2168206" y="3137022"/>
                <a:ext cx="3299431" cy="4458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11" name="CuadroTexto 10">
                <a:extLst>
                  <a:ext uri="{FF2B5EF4-FFF2-40B4-BE49-F238E27FC236}">
                    <a16:creationId xmlns:a16="http://schemas.microsoft.com/office/drawing/2014/main" id="{C0C63590-8241-DC14-858A-C54619694F26}"/>
                  </a:ext>
                </a:extLst>
              </p:cNvPr>
              <p:cNvSpPr txBox="1">
                <a:spLocks noRot="1" noChangeAspect="1" noMove="1" noResize="1" noEditPoints="1" noAdjustHandles="1" noChangeArrowheads="1" noChangeShapeType="1" noTextEdit="1"/>
              </p:cNvSpPr>
              <p:nvPr/>
            </p:nvSpPr>
            <p:spPr>
              <a:xfrm>
                <a:off x="2168206" y="3137022"/>
                <a:ext cx="3299431" cy="445891"/>
              </a:xfrm>
              <a:prstGeom prst="rect">
                <a:avLst/>
              </a:prstGeom>
              <a:blipFill>
                <a:blip r:embed="rId7"/>
                <a:stretch>
                  <a:fillRect b="-1370"/>
                </a:stretch>
              </a:blipFill>
            </p:spPr>
            <p:txBody>
              <a:bodyPr/>
              <a:lstStyle/>
              <a:p>
                <a:r>
                  <a:rPr lang="es-ES">
                    <a:noFill/>
                  </a:rPr>
                  <a:t> </a:t>
                </a:r>
              </a:p>
            </p:txBody>
          </p:sp>
        </mc:Fallback>
      </mc:AlternateContent>
      <p:sp>
        <p:nvSpPr>
          <p:cNvPr id="12" name="Rectángulo: esquinas redondeadas 11">
            <a:extLst>
              <a:ext uri="{FF2B5EF4-FFF2-40B4-BE49-F238E27FC236}">
                <a16:creationId xmlns:a16="http://schemas.microsoft.com/office/drawing/2014/main" id="{77E860F9-3FF2-B101-544B-9B2197783A23}"/>
              </a:ext>
            </a:extLst>
          </p:cNvPr>
          <p:cNvSpPr/>
          <p:nvPr/>
        </p:nvSpPr>
        <p:spPr>
          <a:xfrm>
            <a:off x="2143118" y="3920143"/>
            <a:ext cx="7647136" cy="1597111"/>
          </a:xfrm>
          <a:prstGeom prst="roundRect">
            <a:avLst>
              <a:gd name="adj" fmla="val 19105"/>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s-ES" b="1" dirty="0">
                <a:solidFill>
                  <a:schemeClr val="accent1">
                    <a:lumMod val="50000"/>
                  </a:schemeClr>
                </a:solidFill>
              </a:rPr>
              <a:t>Descenso de Gradiente</a:t>
            </a:r>
          </a:p>
        </p:txBody>
      </p:sp>
      <mc:AlternateContent xmlns:mc="http://schemas.openxmlformats.org/markup-compatibility/2006" xmlns:a14="http://schemas.microsoft.com/office/drawing/2010/main">
        <mc:Choice Requires="a14">
          <p:sp>
            <p:nvSpPr>
              <p:cNvPr id="13" name="Rectángulo: esquinas redondeadas 12">
                <a:extLst>
                  <a:ext uri="{FF2B5EF4-FFF2-40B4-BE49-F238E27FC236}">
                    <a16:creationId xmlns:a16="http://schemas.microsoft.com/office/drawing/2014/main" id="{DCCDC757-12FA-2059-D41F-41D2AD2BE5BF}"/>
                  </a:ext>
                </a:extLst>
              </p:cNvPr>
              <p:cNvSpPr/>
              <p:nvPr/>
            </p:nvSpPr>
            <p:spPr>
              <a:xfrm>
                <a:off x="4000750" y="5817163"/>
                <a:ext cx="3900054" cy="948477"/>
              </a:xfrm>
              <a:prstGeom prst="roundRect">
                <a:avLst>
                  <a:gd name="adj" fmla="val 13746"/>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accent1">
                        <a:lumMod val="50000"/>
                      </a:schemeClr>
                    </a:solidFill>
                  </a:rPr>
                  <a:t>Valores óptimos de pesos y sesgos</a:t>
                </a:r>
              </a:p>
              <a:p>
                <a:pPr algn="ctr"/>
                <a14:m>
                  <m:oMath xmlns:m="http://schemas.openxmlformats.org/officeDocument/2006/math">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0" i="1" smtClean="0">
                        <a:solidFill>
                          <a:schemeClr val="accent1">
                            <a:lumMod val="50000"/>
                          </a:schemeClr>
                        </a:solidFill>
                        <a:latin typeface="Cambria Math" panose="02040503050406030204" pitchFamily="18" charset="0"/>
                        <a:ea typeface="Cambria Math" panose="02040503050406030204" pitchFamily="18" charset="0"/>
                      </a:rPr>
                      <m:t>=</m:t>
                    </m:r>
                  </m:oMath>
                </a14:m>
                <a:r>
                  <a:rPr lang="es-ES" dirty="0">
                    <a:solidFill>
                      <a:schemeClr val="accent1">
                        <a:lumMod val="50000"/>
                      </a:schemeClr>
                    </a:solidFill>
                    <a:ea typeface="Cambria Math" panose="02040503050406030204" pitchFamily="18" charset="0"/>
                  </a:rPr>
                  <a:t> </a:t>
                </a:r>
                <a14:m>
                  <m:oMath xmlns:m="http://schemas.openxmlformats.org/officeDocument/2006/math">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oMath>
                </a14:m>
                <a:endParaRPr lang="es-ES" b="1" i="1" dirty="0">
                  <a:solidFill>
                    <a:schemeClr val="accent1">
                      <a:lumMod val="50000"/>
                    </a:schemeClr>
                  </a:solidFill>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s-ES" b="1" i="1" smtClean="0">
                          <a:solidFill>
                            <a:schemeClr val="accent1">
                              <a:lumMod val="50000"/>
                            </a:schemeClr>
                          </a:solidFill>
                          <a:latin typeface="Cambria Math" panose="02040503050406030204" pitchFamily="18" charset="0"/>
                          <a:ea typeface="Cambria Math" panose="02040503050406030204" pitchFamily="18" charset="0"/>
                        </a:rPr>
                        <m:t>𝒃</m:t>
                      </m:r>
                      <m:r>
                        <a:rPr lang="es-ES" i="1">
                          <a:solidFill>
                            <a:schemeClr val="accent1">
                              <a:lumMod val="50000"/>
                            </a:schemeClr>
                          </a:solidFill>
                          <a:latin typeface="Cambria Math" panose="02040503050406030204" pitchFamily="18" charset="0"/>
                          <a:ea typeface="Cambria Math" panose="02040503050406030204" pitchFamily="18" charset="0"/>
                        </a:rPr>
                        <m:t>=</m:t>
                      </m:r>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solidFill>
                    <a:schemeClr val="accent1">
                      <a:lumMod val="50000"/>
                    </a:schemeClr>
                  </a:solidFill>
                </a:endParaRPr>
              </a:p>
            </p:txBody>
          </p:sp>
        </mc:Choice>
        <mc:Fallback xmlns="">
          <p:sp>
            <p:nvSpPr>
              <p:cNvPr id="13" name="Rectángulo: esquinas redondeadas 12">
                <a:extLst>
                  <a:ext uri="{FF2B5EF4-FFF2-40B4-BE49-F238E27FC236}">
                    <a16:creationId xmlns:a16="http://schemas.microsoft.com/office/drawing/2014/main" id="{DCCDC757-12FA-2059-D41F-41D2AD2BE5BF}"/>
                  </a:ext>
                </a:extLst>
              </p:cNvPr>
              <p:cNvSpPr>
                <a:spLocks noRot="1" noChangeAspect="1" noMove="1" noResize="1" noEditPoints="1" noAdjustHandles="1" noChangeArrowheads="1" noChangeShapeType="1" noTextEdit="1"/>
              </p:cNvSpPr>
              <p:nvPr/>
            </p:nvSpPr>
            <p:spPr>
              <a:xfrm>
                <a:off x="4000750" y="5817163"/>
                <a:ext cx="3900054" cy="948477"/>
              </a:xfrm>
              <a:prstGeom prst="roundRect">
                <a:avLst>
                  <a:gd name="adj" fmla="val 13746"/>
                </a:avLst>
              </a:prstGeom>
              <a:blipFill>
                <a:blip r:embed="rId8"/>
                <a:stretch>
                  <a:fillRect t="-4430"/>
                </a:stretch>
              </a:blipFill>
            </p:spPr>
            <p:txBody>
              <a:bodyPr/>
              <a:lstStyle/>
              <a:p>
                <a:r>
                  <a:rPr lang="es-ES">
                    <a:noFill/>
                  </a:rPr>
                  <a:t> </a:t>
                </a:r>
              </a:p>
            </p:txBody>
          </p:sp>
        </mc:Fallback>
      </mc:AlternateContent>
    </p:spTree>
    <p:extLst>
      <p:ext uri="{BB962C8B-B14F-4D97-AF65-F5344CB8AC3E}">
        <p14:creationId xmlns:p14="http://schemas.microsoft.com/office/powerpoint/2010/main" val="342530315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972A8-676B-9782-9E6B-AB28E1CFC186}"/>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7C4D8A59-F8A2-52EC-BE9C-81D5FF9A31EE}"/>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25" name="CuadroTexto 24">
            <a:extLst>
              <a:ext uri="{FF2B5EF4-FFF2-40B4-BE49-F238E27FC236}">
                <a16:creationId xmlns:a16="http://schemas.microsoft.com/office/drawing/2014/main" id="{384FEC00-0F5C-3C87-481F-B9D1A9271A69}"/>
              </a:ext>
            </a:extLst>
          </p:cNvPr>
          <p:cNvSpPr txBox="1"/>
          <p:nvPr/>
        </p:nvSpPr>
        <p:spPr>
          <a:xfrm>
            <a:off x="259710" y="134869"/>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Caso </a:t>
            </a:r>
            <a:r>
              <a:rPr lang="en-US" sz="2000" b="1" dirty="0" err="1">
                <a:solidFill>
                  <a:schemeClr val="accent1">
                    <a:lumMod val="50000"/>
                  </a:schemeClr>
                </a:solidFill>
              </a:rPr>
              <a:t>más</a:t>
            </a:r>
            <a:r>
              <a:rPr lang="en-US" sz="2000" b="1" dirty="0">
                <a:solidFill>
                  <a:schemeClr val="accent1">
                    <a:lumMod val="50000"/>
                  </a:schemeClr>
                </a:solidFill>
              </a:rPr>
              <a:t> </a:t>
            </a:r>
            <a:r>
              <a:rPr lang="en-US" sz="2000" b="1" dirty="0" err="1">
                <a:solidFill>
                  <a:schemeClr val="accent1">
                    <a:lumMod val="50000"/>
                  </a:schemeClr>
                </a:solidFill>
              </a:rPr>
              <a:t>complejo</a:t>
            </a:r>
            <a:endParaRPr lang="en-US" sz="2000" dirty="0">
              <a:solidFill>
                <a:schemeClr val="accent1">
                  <a:lumMod val="50000"/>
                </a:schemeClr>
              </a:solidFill>
            </a:endParaRPr>
          </a:p>
        </p:txBody>
      </p:sp>
      <p:sp>
        <p:nvSpPr>
          <p:cNvPr id="4" name="CuadroTexto 3">
            <a:extLst>
              <a:ext uri="{FF2B5EF4-FFF2-40B4-BE49-F238E27FC236}">
                <a16:creationId xmlns:a16="http://schemas.microsoft.com/office/drawing/2014/main" id="{0CB5A201-1CB7-F160-5D6A-31BDBBC05A1E}"/>
              </a:ext>
            </a:extLst>
          </p:cNvPr>
          <p:cNvSpPr txBox="1"/>
          <p:nvPr/>
        </p:nvSpPr>
        <p:spPr>
          <a:xfrm>
            <a:off x="259710" y="903985"/>
            <a:ext cx="11714954" cy="880369"/>
          </a:xfrm>
          <a:prstGeom prst="rect">
            <a:avLst/>
          </a:prstGeom>
          <a:noFill/>
        </p:spPr>
        <p:txBody>
          <a:bodyPr wrap="square">
            <a:spAutoFit/>
          </a:bodyPr>
          <a:lstStyle/>
          <a:p>
            <a:pPr>
              <a:lnSpc>
                <a:spcPct val="150000"/>
              </a:lnSpc>
            </a:pPr>
            <a:r>
              <a:rPr lang="es-ES" dirty="0">
                <a:solidFill>
                  <a:schemeClr val="accent1">
                    <a:lumMod val="50000"/>
                  </a:schemeClr>
                </a:solidFill>
              </a:rPr>
              <a:t>Vamos a ver como cambia el algoritmo de </a:t>
            </a:r>
            <a:r>
              <a:rPr lang="es-ES" dirty="0" err="1">
                <a:solidFill>
                  <a:schemeClr val="accent1">
                    <a:lumMod val="50000"/>
                  </a:schemeClr>
                </a:solidFill>
              </a:rPr>
              <a:t>backpropagation</a:t>
            </a:r>
            <a:r>
              <a:rPr lang="es-ES" dirty="0">
                <a:solidFill>
                  <a:schemeClr val="accent1">
                    <a:lumMod val="50000"/>
                  </a:schemeClr>
                </a:solidFill>
              </a:rPr>
              <a:t> cuando tenemos una red con más de una neurona por capa. Antes de generalizar completamente utilizaremos una red ya vista de 3 capas.</a:t>
            </a:r>
          </a:p>
        </p:txBody>
      </p:sp>
      <mc:AlternateContent xmlns:mc="http://schemas.openxmlformats.org/markup-compatibility/2006" xmlns:a14="http://schemas.microsoft.com/office/drawing/2010/main">
        <mc:Choice Requires="a14">
          <p:sp>
            <p:nvSpPr>
              <p:cNvPr id="76" name="CuadroTexto 75">
                <a:extLst>
                  <a:ext uri="{FF2B5EF4-FFF2-40B4-BE49-F238E27FC236}">
                    <a16:creationId xmlns:a16="http://schemas.microsoft.com/office/drawing/2014/main" id="{13ACEBAE-45A3-F395-F6D0-D4E56A002521}"/>
                  </a:ext>
                </a:extLst>
              </p:cNvPr>
              <p:cNvSpPr txBox="1"/>
              <p:nvPr/>
            </p:nvSpPr>
            <p:spPr>
              <a:xfrm>
                <a:off x="4088561" y="4051856"/>
                <a:ext cx="7886103" cy="160274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dirty="0">
                    <a:solidFill>
                      <a:schemeClr val="accent1">
                        <a:lumMod val="50000"/>
                      </a:schemeClr>
                    </a:solidFill>
                  </a:rPr>
                  <a:t>Función de coste (MSE):</a:t>
                </a:r>
              </a:p>
              <a:p>
                <a:pPr>
                  <a:lnSpc>
                    <a:spcPct val="150000"/>
                  </a:lnSpc>
                </a:pPr>
                <a:endParaRPr lang="es-ES" b="1" i="1" dirty="0">
                  <a:solidFill>
                    <a:schemeClr val="accent1">
                      <a:lumMod val="50000"/>
                    </a:schemeClr>
                  </a:solidFill>
                  <a:latin typeface="Cambria Math" panose="02040503050406030204" pitchFamily="18" charset="0"/>
                  <a:ea typeface="Cambria Math" panose="02040503050406030204" pitchFamily="18" charset="0"/>
                </a:endParaRPr>
              </a:p>
              <a:p>
                <a:pPr marL="285750" indent="-285750">
                  <a:lnSpc>
                    <a:spcPct val="150000"/>
                  </a:lnSpc>
                  <a:buFont typeface="Arial" panose="020B0604020202020204" pitchFamily="34" charset="0"/>
                  <a:buChar char="•"/>
                </a:pPr>
                <a:r>
                  <a:rPr lang="es-ES" dirty="0">
                    <a:solidFill>
                      <a:schemeClr val="accent1">
                        <a:lumMod val="50000"/>
                      </a:schemeClr>
                    </a:solidFill>
                  </a:rPr>
                  <a:t>Función de activación en cada capa: </a:t>
                </a:r>
                <a14:m>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𝑧</m:t>
                        </m:r>
                      </m:e>
                    </m:d>
                    <m:r>
                      <a:rPr lang="es-ES" i="1">
                        <a:solidFill>
                          <a:schemeClr val="accent1">
                            <a:lumMod val="50000"/>
                          </a:schemeClr>
                        </a:solidFill>
                        <a:latin typeface="Cambria Math" panose="02040503050406030204" pitchFamily="18" charset="0"/>
                        <a:ea typeface="Cambria Math" panose="02040503050406030204" pitchFamily="18" charset="0"/>
                      </a:rPr>
                      <m:t>≡</m:t>
                    </m:r>
                  </m:oMath>
                </a14:m>
                <a:r>
                  <a:rPr lang="es-ES" dirty="0">
                    <a:solidFill>
                      <a:schemeClr val="accent1">
                        <a:lumMod val="50000"/>
                      </a:schemeClr>
                    </a:solidFill>
                  </a:rPr>
                  <a:t> sigmoide </a:t>
                </a:r>
                <a:r>
                  <a:rPr lang="es-ES" dirty="0">
                    <a:solidFill>
                      <a:schemeClr val="accent1">
                        <a:lumMod val="50000"/>
                      </a:schemeClr>
                    </a:solidFill>
                    <a:sym typeface="Wingdings" panose="05000000000000000000" pitchFamily="2" charset="2"/>
                  </a:rPr>
                  <a:t></a:t>
                </a:r>
                <a:endParaRPr lang="es-ES" b="0" dirty="0">
                  <a:solidFill>
                    <a:schemeClr val="accent1">
                      <a:lumMod val="50000"/>
                    </a:schemeClr>
                  </a:solidFill>
                  <a:ea typeface="Cambria Math" panose="02040503050406030204" pitchFamily="18" charset="0"/>
                </a:endParaRPr>
              </a:p>
              <a:p>
                <a:endParaRPr lang="es-ES" sz="1600" dirty="0">
                  <a:solidFill>
                    <a:schemeClr val="accent1">
                      <a:lumMod val="50000"/>
                    </a:schemeClr>
                  </a:solidFill>
                </a:endParaRPr>
              </a:p>
            </p:txBody>
          </p:sp>
        </mc:Choice>
        <mc:Fallback xmlns="">
          <p:sp>
            <p:nvSpPr>
              <p:cNvPr id="76" name="CuadroTexto 75">
                <a:extLst>
                  <a:ext uri="{FF2B5EF4-FFF2-40B4-BE49-F238E27FC236}">
                    <a16:creationId xmlns:a16="http://schemas.microsoft.com/office/drawing/2014/main" id="{13ACEBAE-45A3-F395-F6D0-D4E56A002521}"/>
                  </a:ext>
                </a:extLst>
              </p:cNvPr>
              <p:cNvSpPr txBox="1">
                <a:spLocks noRot="1" noChangeAspect="1" noMove="1" noResize="1" noEditPoints="1" noAdjustHandles="1" noChangeArrowheads="1" noChangeShapeType="1" noTextEdit="1"/>
              </p:cNvSpPr>
              <p:nvPr/>
            </p:nvSpPr>
            <p:spPr>
              <a:xfrm>
                <a:off x="4088561" y="4051856"/>
                <a:ext cx="7886103" cy="1602746"/>
              </a:xfrm>
              <a:prstGeom prst="rect">
                <a:avLst/>
              </a:prstGeom>
              <a:blipFill>
                <a:blip r:embed="rId3"/>
                <a:stretch>
                  <a:fillRect l="-54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3" name="CuadroTexto 52">
                <a:extLst>
                  <a:ext uri="{FF2B5EF4-FFF2-40B4-BE49-F238E27FC236}">
                    <a16:creationId xmlns:a16="http://schemas.microsoft.com/office/drawing/2014/main" id="{E3320548-3337-21E2-9E16-36F09028F5A2}"/>
                  </a:ext>
                </a:extLst>
              </p:cNvPr>
              <p:cNvSpPr txBox="1"/>
              <p:nvPr/>
            </p:nvSpPr>
            <p:spPr>
              <a:xfrm>
                <a:off x="259710" y="1846804"/>
                <a:ext cx="9022835" cy="879664"/>
              </a:xfrm>
              <a:prstGeom prst="rect">
                <a:avLst/>
              </a:prstGeom>
              <a:noFill/>
            </p:spPr>
            <p:txBody>
              <a:bodyPr wrap="square">
                <a:spAutoFit/>
              </a:bodyPr>
              <a:lstStyle/>
              <a:p>
                <a:pPr>
                  <a:lnSpc>
                    <a:spcPct val="150000"/>
                  </a:lnSpc>
                </a:pPr>
                <a:r>
                  <a:rPr lang="es-ES" dirty="0">
                    <a:solidFill>
                      <a:schemeClr val="accent1">
                        <a:lumMod val="50000"/>
                      </a:schemeClr>
                    </a:solidFill>
                  </a:rPr>
                  <a:t>Queremos que la red reciba las coordenadas </a:t>
                </a:r>
                <a14:m>
                  <m:oMath xmlns:m="http://schemas.openxmlformats.org/officeDocument/2006/math">
                    <m:r>
                      <a:rPr lang="es-ES" b="0" i="1" smtClean="0">
                        <a:solidFill>
                          <a:schemeClr val="accent6">
                            <a:lumMod val="75000"/>
                          </a:schemeClr>
                        </a:solidFill>
                        <a:latin typeface="Cambria Math" panose="02040503050406030204" pitchFamily="18" charset="0"/>
                        <a:ea typeface="Cambria Math" panose="02040503050406030204" pitchFamily="18" charset="0"/>
                      </a:rPr>
                      <m:t>(</m:t>
                    </m:r>
                    <m:sSub>
                      <m:sSubPr>
                        <m:ctrlPr>
                          <a:rPr lang="es-ES" b="0" i="1" smtClean="0">
                            <a:solidFill>
                              <a:schemeClr val="accent6">
                                <a:lumMod val="75000"/>
                              </a:schemeClr>
                            </a:solidFill>
                            <a:latin typeface="Cambria Math" panose="02040503050406030204" pitchFamily="18" charset="0"/>
                            <a:ea typeface="Cambria Math" panose="02040503050406030204" pitchFamily="18" charset="0"/>
                          </a:rPr>
                        </m:ctrlPr>
                      </m:sSubPr>
                      <m:e>
                        <m:r>
                          <a:rPr lang="es-ES" b="0" i="1" smtClean="0">
                            <a:solidFill>
                              <a:schemeClr val="accent6">
                                <a:lumMod val="75000"/>
                              </a:schemeClr>
                            </a:solidFill>
                            <a:latin typeface="Cambria Math" panose="02040503050406030204" pitchFamily="18" charset="0"/>
                            <a:ea typeface="Cambria Math" panose="02040503050406030204" pitchFamily="18" charset="0"/>
                          </a:rPr>
                          <m:t>𝑥</m:t>
                        </m:r>
                      </m:e>
                      <m:sub>
                        <m:r>
                          <a:rPr lang="es-ES" b="0" i="1" smtClean="0">
                            <a:solidFill>
                              <a:schemeClr val="accent6">
                                <a:lumMod val="75000"/>
                              </a:schemeClr>
                            </a:solidFill>
                            <a:latin typeface="Cambria Math" panose="02040503050406030204" pitchFamily="18" charset="0"/>
                            <a:ea typeface="Cambria Math" panose="02040503050406030204" pitchFamily="18" charset="0"/>
                          </a:rPr>
                          <m:t>1</m:t>
                        </m:r>
                      </m:sub>
                    </m:sSub>
                    <m:r>
                      <a:rPr lang="es-ES" b="0" i="1" smtClean="0">
                        <a:solidFill>
                          <a:schemeClr val="accent6">
                            <a:lumMod val="75000"/>
                          </a:schemeClr>
                        </a:solidFill>
                        <a:latin typeface="Cambria Math" panose="02040503050406030204" pitchFamily="18" charset="0"/>
                        <a:ea typeface="Cambria Math" panose="02040503050406030204" pitchFamily="18" charset="0"/>
                      </a:rPr>
                      <m:t>, </m:t>
                    </m:r>
                    <m:sSub>
                      <m:sSubPr>
                        <m:ctrlPr>
                          <a:rPr lang="es-ES" b="0" i="1" smtClean="0">
                            <a:solidFill>
                              <a:schemeClr val="accent6">
                                <a:lumMod val="75000"/>
                              </a:schemeClr>
                            </a:solidFill>
                            <a:latin typeface="Cambria Math" panose="02040503050406030204" pitchFamily="18" charset="0"/>
                            <a:ea typeface="Cambria Math" panose="02040503050406030204" pitchFamily="18" charset="0"/>
                          </a:rPr>
                        </m:ctrlPr>
                      </m:sSubPr>
                      <m:e>
                        <m:r>
                          <a:rPr lang="es-ES" b="0" i="1" smtClean="0">
                            <a:solidFill>
                              <a:schemeClr val="accent6">
                                <a:lumMod val="75000"/>
                              </a:schemeClr>
                            </a:solidFill>
                            <a:latin typeface="Cambria Math" panose="02040503050406030204" pitchFamily="18" charset="0"/>
                            <a:ea typeface="Cambria Math" panose="02040503050406030204" pitchFamily="18" charset="0"/>
                          </a:rPr>
                          <m:t>𝑥</m:t>
                        </m:r>
                      </m:e>
                      <m:sub>
                        <m:r>
                          <a:rPr lang="es-ES" b="0" i="1" smtClean="0">
                            <a:solidFill>
                              <a:schemeClr val="accent6">
                                <a:lumMod val="75000"/>
                              </a:schemeClr>
                            </a:solidFill>
                            <a:latin typeface="Cambria Math" panose="02040503050406030204" pitchFamily="18" charset="0"/>
                            <a:ea typeface="Cambria Math" panose="02040503050406030204" pitchFamily="18" charset="0"/>
                          </a:rPr>
                          <m:t>2</m:t>
                        </m:r>
                      </m:sub>
                    </m:sSub>
                    <m:r>
                      <a:rPr lang="es-ES" b="0" i="1" smtClean="0">
                        <a:solidFill>
                          <a:schemeClr val="accent6">
                            <a:lumMod val="75000"/>
                          </a:schemeClr>
                        </a:solidFill>
                        <a:latin typeface="Cambria Math" panose="02040503050406030204" pitchFamily="18" charset="0"/>
                        <a:ea typeface="Cambria Math" panose="02040503050406030204" pitchFamily="18" charset="0"/>
                      </a:rPr>
                      <m:t>)</m:t>
                    </m:r>
                  </m:oMath>
                </a14:m>
                <a:r>
                  <a:rPr lang="es-ES" dirty="0">
                    <a:solidFill>
                      <a:schemeClr val="accent1">
                        <a:lumMod val="50000"/>
                      </a:schemeClr>
                    </a:solidFill>
                  </a:rPr>
                  <a:t> de un punto y devuelva 1 si el punto está en el interior del circulo de radio unidad centrado en </a:t>
                </a:r>
                <a14:m>
                  <m:oMath xmlns:m="http://schemas.openxmlformats.org/officeDocument/2006/math">
                    <m:r>
                      <a:rPr lang="es-ES"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0</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0</m:t>
                    </m:r>
                    <m:r>
                      <a:rPr lang="es-ES" i="1">
                        <a:solidFill>
                          <a:schemeClr val="accent1">
                            <a:lumMod val="50000"/>
                          </a:schemeClr>
                        </a:solidFill>
                        <a:latin typeface="Cambria Math" panose="02040503050406030204" pitchFamily="18" charset="0"/>
                        <a:ea typeface="Cambria Math" panose="02040503050406030204" pitchFamily="18" charset="0"/>
                      </a:rPr>
                      <m:t>)</m:t>
                    </m:r>
                  </m:oMath>
                </a14:m>
                <a:r>
                  <a:rPr lang="es-ES" dirty="0">
                    <a:solidFill>
                      <a:schemeClr val="accent1">
                        <a:lumMod val="50000"/>
                      </a:schemeClr>
                    </a:solidFill>
                  </a:rPr>
                  <a:t> . En caso contrario devolverá 0.</a:t>
                </a:r>
              </a:p>
            </p:txBody>
          </p:sp>
        </mc:Choice>
        <mc:Fallback xmlns="">
          <p:sp>
            <p:nvSpPr>
              <p:cNvPr id="53" name="CuadroTexto 52">
                <a:extLst>
                  <a:ext uri="{FF2B5EF4-FFF2-40B4-BE49-F238E27FC236}">
                    <a16:creationId xmlns:a16="http://schemas.microsoft.com/office/drawing/2014/main" id="{E3320548-3337-21E2-9E16-36F09028F5A2}"/>
                  </a:ext>
                </a:extLst>
              </p:cNvPr>
              <p:cNvSpPr txBox="1">
                <a:spLocks noRot="1" noChangeAspect="1" noMove="1" noResize="1" noEditPoints="1" noAdjustHandles="1" noChangeArrowheads="1" noChangeShapeType="1" noTextEdit="1"/>
              </p:cNvSpPr>
              <p:nvPr/>
            </p:nvSpPr>
            <p:spPr>
              <a:xfrm>
                <a:off x="259710" y="1846804"/>
                <a:ext cx="9022835" cy="879664"/>
              </a:xfrm>
              <a:prstGeom prst="rect">
                <a:avLst/>
              </a:prstGeom>
              <a:blipFill>
                <a:blip r:embed="rId4"/>
                <a:stretch>
                  <a:fillRect l="-608" r="-270" b="-10417"/>
                </a:stretch>
              </a:blipFill>
            </p:spPr>
            <p:txBody>
              <a:bodyPr/>
              <a:lstStyle/>
              <a:p>
                <a:r>
                  <a:rPr lang="es-ES">
                    <a:noFill/>
                  </a:rPr>
                  <a:t> </a:t>
                </a:r>
              </a:p>
            </p:txBody>
          </p:sp>
        </mc:Fallback>
      </mc:AlternateContent>
      <p:pic>
        <p:nvPicPr>
          <p:cNvPr id="54" name="Imagen 53">
            <a:extLst>
              <a:ext uri="{FF2B5EF4-FFF2-40B4-BE49-F238E27FC236}">
                <a16:creationId xmlns:a16="http://schemas.microsoft.com/office/drawing/2014/main" id="{A7706771-B453-57F5-EE73-06E4A3715A97}"/>
              </a:ext>
            </a:extLst>
          </p:cNvPr>
          <p:cNvPicPr>
            <a:picLocks noChangeAspect="1"/>
          </p:cNvPicPr>
          <p:nvPr/>
        </p:nvPicPr>
        <p:blipFill>
          <a:blip r:embed="rId5"/>
          <a:stretch>
            <a:fillRect/>
          </a:stretch>
        </p:blipFill>
        <p:spPr>
          <a:xfrm>
            <a:off x="9720382" y="1410277"/>
            <a:ext cx="2056812" cy="2018723"/>
          </a:xfrm>
          <a:prstGeom prst="rect">
            <a:avLst/>
          </a:prstGeom>
        </p:spPr>
      </p:pic>
      <mc:AlternateContent xmlns:mc="http://schemas.openxmlformats.org/markup-compatibility/2006" xmlns:a14="http://schemas.microsoft.com/office/drawing/2010/main">
        <mc:Choice Requires="a14">
          <p:sp>
            <p:nvSpPr>
              <p:cNvPr id="56" name="CuadroTexto 55">
                <a:extLst>
                  <a:ext uri="{FF2B5EF4-FFF2-40B4-BE49-F238E27FC236}">
                    <a16:creationId xmlns:a16="http://schemas.microsoft.com/office/drawing/2014/main" id="{5E8B12F0-97B9-3147-D2B9-122435073C0B}"/>
                  </a:ext>
                </a:extLst>
              </p:cNvPr>
              <p:cNvSpPr txBox="1"/>
              <p:nvPr/>
            </p:nvSpPr>
            <p:spPr>
              <a:xfrm>
                <a:off x="6096000" y="3888403"/>
                <a:ext cx="6096000" cy="9003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1" i="1" smtClean="0">
                          <a:solidFill>
                            <a:schemeClr val="accent1">
                              <a:lumMod val="50000"/>
                            </a:schemeClr>
                          </a:solidFill>
                          <a:latin typeface="Cambria Math" panose="02040503050406030204" pitchFamily="18" charset="0"/>
                          <a:ea typeface="Cambria Math" panose="02040503050406030204" pitchFamily="18" charset="0"/>
                        </a:rPr>
                        <m:t>𝑱</m:t>
                      </m:r>
                      <m:d>
                        <m:d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e>
                      </m:d>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𝑬</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6">
                                  <a:lumMod val="75000"/>
                                </a:schemeClr>
                              </a:solidFill>
                              <a:latin typeface="Cambria Math" panose="02040503050406030204" pitchFamily="18" charset="0"/>
                              <a:ea typeface="Cambria Math" panose="02040503050406030204" pitchFamily="18" charset="0"/>
                            </a:rPr>
                            <m:t>𝑦</m:t>
                          </m:r>
                          <m:r>
                            <a:rPr lang="es-ES" b="1"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smtClean="0">
                                  <a:solidFill>
                                    <a:srgbClr val="C00000"/>
                                  </a:solidFill>
                                  <a:latin typeface="Cambria Math" panose="02040503050406030204" pitchFamily="18" charset="0"/>
                                  <a:ea typeface="Cambria Math" panose="02040503050406030204" pitchFamily="18" charset="0"/>
                                </a:rPr>
                              </m:ctrlPr>
                            </m:accPr>
                            <m:e>
                              <m:r>
                                <a:rPr lang="es-ES" b="0" i="1" smtClean="0">
                                  <a:solidFill>
                                    <a:srgbClr val="C00000"/>
                                  </a:solidFill>
                                  <a:latin typeface="Cambria Math" panose="02040503050406030204" pitchFamily="18" charset="0"/>
                                  <a:ea typeface="Cambria Math" panose="02040503050406030204" pitchFamily="18" charset="0"/>
                                </a:rPr>
                                <m:t>𝑦</m:t>
                              </m:r>
                            </m:e>
                          </m:acc>
                        </m:e>
                      </m:d>
                      <m:r>
                        <a:rPr lang="es-ES" b="1"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a:rPr lang="es-ES" b="0" i="1" smtClean="0">
                              <a:solidFill>
                                <a:schemeClr val="accent1">
                                  <a:lumMod val="50000"/>
                                </a:schemeClr>
                              </a:solidFill>
                              <a:latin typeface="Cambria Math" panose="02040503050406030204" pitchFamily="18" charset="0"/>
                              <a:ea typeface="Cambria Math" panose="02040503050406030204" pitchFamily="18" charset="0"/>
                            </a:rPr>
                            <m:t>1</m:t>
                          </m:r>
                        </m:num>
                        <m:den>
                          <m:r>
                            <a:rPr lang="es-ES" b="0" i="1" smtClean="0">
                              <a:solidFill>
                                <a:schemeClr val="accent1">
                                  <a:lumMod val="50000"/>
                                </a:schemeClr>
                              </a:solidFill>
                              <a:latin typeface="Cambria Math" panose="02040503050406030204" pitchFamily="18" charset="0"/>
                              <a:ea typeface="Cambria Math" panose="02040503050406030204" pitchFamily="18" charset="0"/>
                            </a:rPr>
                            <m:t>𝑀</m:t>
                          </m:r>
                        </m:den>
                      </m:f>
                      <m:nary>
                        <m:naryPr>
                          <m:chr m:val="∑"/>
                          <m:ctrlPr>
                            <a:rPr lang="es-ES" i="1" smtClean="0">
                              <a:solidFill>
                                <a:schemeClr val="accent1">
                                  <a:lumMod val="50000"/>
                                </a:schemeClr>
                              </a:solidFill>
                              <a:latin typeface="Cambria Math" panose="02040503050406030204" pitchFamily="18" charset="0"/>
                              <a:ea typeface="Cambria Math" panose="02040503050406030204" pitchFamily="18" charset="0"/>
                            </a:rPr>
                          </m:ctrlPr>
                        </m:naryPr>
                        <m:sub>
                          <m:r>
                            <m:rPr>
                              <m:brk m:alnAt="23"/>
                            </m:rPr>
                            <a:rPr lang="es-ES" b="0" i="1" smtClean="0">
                              <a:solidFill>
                                <a:schemeClr val="accent1">
                                  <a:lumMod val="50000"/>
                                </a:schemeClr>
                              </a:solidFill>
                              <a:latin typeface="Cambria Math" panose="02040503050406030204" pitchFamily="18" charset="0"/>
                              <a:ea typeface="Cambria Math" panose="02040503050406030204" pitchFamily="18" charset="0"/>
                            </a:rPr>
                            <m:t>𝑚</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𝑀</m:t>
                          </m:r>
                        </m:sup>
                        <m:e>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0" i="1" smtClean="0">
                                          <a:solidFill>
                                            <a:schemeClr val="accent6">
                                              <a:lumMod val="75000"/>
                                            </a:schemeClr>
                                          </a:solidFill>
                                          <a:latin typeface="Cambria Math" panose="02040503050406030204" pitchFamily="18" charset="0"/>
                                          <a:ea typeface="Cambria Math" panose="02040503050406030204" pitchFamily="18" charset="0"/>
                                        </a:rPr>
                                      </m:ctrlPr>
                                    </m:sSupPr>
                                    <m:e>
                                      <m:r>
                                        <a:rPr lang="es-ES" i="1">
                                          <a:solidFill>
                                            <a:schemeClr val="accent6">
                                              <a:lumMod val="75000"/>
                                            </a:schemeClr>
                                          </a:solidFill>
                                          <a:latin typeface="Cambria Math" panose="02040503050406030204" pitchFamily="18" charset="0"/>
                                          <a:ea typeface="Cambria Math" panose="02040503050406030204" pitchFamily="18" charset="0"/>
                                        </a:rPr>
                                        <m:t>𝑦</m:t>
                                      </m:r>
                                    </m:e>
                                    <m:sup>
                                      <m:r>
                                        <a:rPr lang="es-ES" b="0" i="1" smtClean="0">
                                          <a:solidFill>
                                            <a:schemeClr val="accent6">
                                              <a:lumMod val="75000"/>
                                            </a:schemeClr>
                                          </a:solidFill>
                                          <a:latin typeface="Cambria Math" panose="02040503050406030204" pitchFamily="18" charset="0"/>
                                          <a:ea typeface="Cambria Math" panose="02040503050406030204" pitchFamily="18" charset="0"/>
                                        </a:rPr>
                                        <m:t>𝑚</m:t>
                                      </m:r>
                                    </m:sup>
                                  </m:sSup>
                                  <m:r>
                                    <a:rPr lang="es-ES" b="0" i="1" smtClean="0">
                                      <a:solidFill>
                                        <a:schemeClr val="accent6">
                                          <a:lumMod val="75000"/>
                                        </a:schemeClr>
                                      </a:solidFill>
                                      <a:latin typeface="Cambria Math" panose="02040503050406030204" pitchFamily="18" charset="0"/>
                                      <a:ea typeface="Cambria Math" panose="02040503050406030204" pitchFamily="18" charset="0"/>
                                    </a:rPr>
                                    <m:t> </m:t>
                                  </m:r>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0" i="1" smtClean="0">
                                          <a:solidFill>
                                            <a:srgbClr val="C00000"/>
                                          </a:solidFill>
                                          <a:latin typeface="Cambria Math" panose="02040503050406030204" pitchFamily="18" charset="0"/>
                                          <a:ea typeface="Cambria Math" panose="02040503050406030204" pitchFamily="18" charset="0"/>
                                        </a:rPr>
                                      </m:ctrlPr>
                                    </m:sSupPr>
                                    <m:e>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e>
                                    <m:sup>
                                      <m:r>
                                        <a:rPr lang="es-ES" b="0" i="1" smtClean="0">
                                          <a:solidFill>
                                            <a:srgbClr val="C00000"/>
                                          </a:solidFill>
                                          <a:latin typeface="Cambria Math" panose="02040503050406030204" pitchFamily="18" charset="0"/>
                                          <a:ea typeface="Cambria Math" panose="02040503050406030204" pitchFamily="18" charset="0"/>
                                        </a:rPr>
                                        <m:t>𝑚</m:t>
                                      </m:r>
                                    </m:sup>
                                  </m:sSup>
                                </m:e>
                              </m:d>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e>
                      </m:nary>
                    </m:oMath>
                  </m:oMathPara>
                </a14:m>
                <a:endParaRPr lang="es-ES" dirty="0"/>
              </a:p>
            </p:txBody>
          </p:sp>
        </mc:Choice>
        <mc:Fallback xmlns="">
          <p:sp>
            <p:nvSpPr>
              <p:cNvPr id="56" name="CuadroTexto 55">
                <a:extLst>
                  <a:ext uri="{FF2B5EF4-FFF2-40B4-BE49-F238E27FC236}">
                    <a16:creationId xmlns:a16="http://schemas.microsoft.com/office/drawing/2014/main" id="{5E8B12F0-97B9-3147-D2B9-122435073C0B}"/>
                  </a:ext>
                </a:extLst>
              </p:cNvPr>
              <p:cNvSpPr txBox="1">
                <a:spLocks noRot="1" noChangeAspect="1" noMove="1" noResize="1" noEditPoints="1" noAdjustHandles="1" noChangeArrowheads="1" noChangeShapeType="1" noTextEdit="1"/>
              </p:cNvSpPr>
              <p:nvPr/>
            </p:nvSpPr>
            <p:spPr>
              <a:xfrm>
                <a:off x="6096000" y="3888403"/>
                <a:ext cx="6096000" cy="900375"/>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8" name="CuadroTexto 57">
                <a:extLst>
                  <a:ext uri="{FF2B5EF4-FFF2-40B4-BE49-F238E27FC236}">
                    <a16:creationId xmlns:a16="http://schemas.microsoft.com/office/drawing/2014/main" id="{6A3B6085-35F9-1B9A-7D81-22C11A3FFCE9}"/>
                  </a:ext>
                </a:extLst>
              </p:cNvPr>
              <p:cNvSpPr txBox="1"/>
              <p:nvPr/>
            </p:nvSpPr>
            <p:spPr>
              <a:xfrm>
                <a:off x="7718452" y="5557894"/>
                <a:ext cx="3933548" cy="506870"/>
              </a:xfrm>
              <a:prstGeom prst="rect">
                <a:avLst/>
              </a:prstGeom>
              <a:noFill/>
            </p:spPr>
            <p:txBody>
              <a:bodyPr wrap="square">
                <a:spAutoFit/>
              </a:bodyPr>
              <a:lstStyle/>
              <a:p>
                <a:r>
                  <a:rPr lang="es-ES" dirty="0">
                    <a:solidFill>
                      <a:schemeClr val="accent1">
                        <a:lumMod val="50000"/>
                      </a:schemeClr>
                    </a:solidFill>
                    <a:sym typeface="Wingdings" panose="05000000000000000000" pitchFamily="2" charset="2"/>
                  </a:rPr>
                  <a:t></a:t>
                </a:r>
                <a14:m>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p>
                        </m:sSup>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𝑧</m:t>
                        </m:r>
                      </m:e>
                    </m:d>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𝑧</m:t>
                        </m:r>
                      </m:e>
                    </m:d>
                    <m:d>
                      <m:d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1−</m:t>
                        </m:r>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𝑧</m:t>
                            </m:r>
                          </m:e>
                        </m:d>
                      </m:e>
                    </m:d>
                  </m:oMath>
                </a14:m>
                <a:endParaRPr lang="es-ES" dirty="0"/>
              </a:p>
            </p:txBody>
          </p:sp>
        </mc:Choice>
        <mc:Fallback xmlns="">
          <p:sp>
            <p:nvSpPr>
              <p:cNvPr id="58" name="CuadroTexto 57">
                <a:extLst>
                  <a:ext uri="{FF2B5EF4-FFF2-40B4-BE49-F238E27FC236}">
                    <a16:creationId xmlns:a16="http://schemas.microsoft.com/office/drawing/2014/main" id="{6A3B6085-35F9-1B9A-7D81-22C11A3FFCE9}"/>
                  </a:ext>
                </a:extLst>
              </p:cNvPr>
              <p:cNvSpPr txBox="1">
                <a:spLocks noRot="1" noChangeAspect="1" noMove="1" noResize="1" noEditPoints="1" noAdjustHandles="1" noChangeArrowheads="1" noChangeShapeType="1" noTextEdit="1"/>
              </p:cNvSpPr>
              <p:nvPr/>
            </p:nvSpPr>
            <p:spPr>
              <a:xfrm>
                <a:off x="7718452" y="5557894"/>
                <a:ext cx="3933548" cy="506870"/>
              </a:xfrm>
              <a:prstGeom prst="rect">
                <a:avLst/>
              </a:prstGeom>
              <a:blipFill>
                <a:blip r:embed="rId7"/>
                <a:stretch>
                  <a:fillRect l="-1240" b="-4819"/>
                </a:stretch>
              </a:blipFill>
            </p:spPr>
            <p:txBody>
              <a:bodyPr/>
              <a:lstStyle/>
              <a:p>
                <a:r>
                  <a:rPr lang="es-ES">
                    <a:noFill/>
                  </a:rPr>
                  <a:t> </a:t>
                </a:r>
              </a:p>
            </p:txBody>
          </p:sp>
        </mc:Fallback>
      </mc:AlternateContent>
      <p:pic>
        <p:nvPicPr>
          <p:cNvPr id="59" name="Imagen 58">
            <a:extLst>
              <a:ext uri="{FF2B5EF4-FFF2-40B4-BE49-F238E27FC236}">
                <a16:creationId xmlns:a16="http://schemas.microsoft.com/office/drawing/2014/main" id="{321BC18D-79D5-6AE2-C49C-662E31F07B0E}"/>
              </a:ext>
            </a:extLst>
          </p:cNvPr>
          <p:cNvPicPr>
            <a:picLocks noChangeAspect="1"/>
          </p:cNvPicPr>
          <p:nvPr/>
        </p:nvPicPr>
        <p:blipFill>
          <a:blip r:embed="rId8"/>
          <a:stretch>
            <a:fillRect/>
          </a:stretch>
        </p:blipFill>
        <p:spPr>
          <a:xfrm>
            <a:off x="240264" y="3185669"/>
            <a:ext cx="3701354" cy="3408389"/>
          </a:xfrm>
          <a:prstGeom prst="rect">
            <a:avLst/>
          </a:prstGeom>
        </p:spPr>
      </p:pic>
    </p:spTree>
    <p:extLst>
      <p:ext uri="{BB962C8B-B14F-4D97-AF65-F5344CB8AC3E}">
        <p14:creationId xmlns:p14="http://schemas.microsoft.com/office/powerpoint/2010/main" val="49110951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CF10C-E5EF-CCF2-2AB6-A91397FD7BA0}"/>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1B11F0C6-38C7-33BE-002B-294EE7801155}"/>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4" name="CuadroTexto 3">
            <a:extLst>
              <a:ext uri="{FF2B5EF4-FFF2-40B4-BE49-F238E27FC236}">
                <a16:creationId xmlns:a16="http://schemas.microsoft.com/office/drawing/2014/main" id="{4045F98B-5A4A-80CA-D42E-07FD5D76C4C6}"/>
              </a:ext>
            </a:extLst>
          </p:cNvPr>
          <p:cNvSpPr txBox="1"/>
          <p:nvPr/>
        </p:nvSpPr>
        <p:spPr>
          <a:xfrm>
            <a:off x="259710" y="903985"/>
            <a:ext cx="11672580" cy="46487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dirty="0">
                <a:solidFill>
                  <a:schemeClr val="accent1">
                    <a:lumMod val="50000"/>
                  </a:schemeClr>
                </a:solidFill>
              </a:rPr>
              <a:t>Ecuaciones de la red. </a:t>
            </a:r>
            <a:r>
              <a:rPr lang="es-ES" b="1" dirty="0" err="1">
                <a:solidFill>
                  <a:schemeClr val="accent1">
                    <a:lumMod val="50000"/>
                  </a:schemeClr>
                </a:solidFill>
              </a:rPr>
              <a:t>FeedForward</a:t>
            </a:r>
            <a:endParaRPr lang="es-ES" b="1" dirty="0">
              <a:solidFill>
                <a:schemeClr val="accent1">
                  <a:lumMod val="50000"/>
                </a:schemeClr>
              </a:solidFill>
            </a:endParaRPr>
          </a:p>
        </p:txBody>
      </p:sp>
      <p:sp>
        <p:nvSpPr>
          <p:cNvPr id="2" name="Rectángulo: esquinas redondeadas 1">
            <a:extLst>
              <a:ext uri="{FF2B5EF4-FFF2-40B4-BE49-F238E27FC236}">
                <a16:creationId xmlns:a16="http://schemas.microsoft.com/office/drawing/2014/main" id="{0F5BA4B4-19C6-A3A8-50E7-BB4B913620C9}"/>
              </a:ext>
            </a:extLst>
          </p:cNvPr>
          <p:cNvSpPr/>
          <p:nvPr/>
        </p:nvSpPr>
        <p:spPr>
          <a:xfrm>
            <a:off x="5070763" y="1542205"/>
            <a:ext cx="5763491" cy="1981200"/>
          </a:xfrm>
          <a:prstGeom prst="roundRect">
            <a:avLst>
              <a:gd name="adj" fmla="val 8625"/>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s-ES" b="1" dirty="0">
                <a:solidFill>
                  <a:schemeClr val="accent1">
                    <a:lumMod val="50000"/>
                  </a:schemeClr>
                </a:solidFill>
              </a:rPr>
              <a:t>Capa 1: Capa intermedia.</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D55BFB07-8774-0A5D-CE06-D315653B9CC9}"/>
                  </a:ext>
                </a:extLst>
              </p:cNvPr>
              <p:cNvSpPr txBox="1"/>
              <p:nvPr/>
            </p:nvSpPr>
            <p:spPr>
              <a:xfrm>
                <a:off x="5198560" y="2102890"/>
                <a:ext cx="5393240" cy="1137556"/>
              </a:xfrm>
              <a:prstGeom prst="rect">
                <a:avLst/>
              </a:prstGeom>
              <a:noFill/>
            </p:spPr>
            <p:txBody>
              <a:bodyPr wrap="square">
                <a:spAutoFit/>
              </a:bodyPr>
              <a:lstStyle/>
              <a:p>
                <a14:m>
                  <m:oMath xmlns:m="http://schemas.openxmlformats.org/officeDocument/2006/math">
                    <m:sSubSup>
                      <m:sSubSup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sz="1800" b="0" i="1" smtClean="0">
                            <a:solidFill>
                              <a:schemeClr val="accent1">
                                <a:lumMod val="50000"/>
                              </a:schemeClr>
                            </a:solidFill>
                            <a:latin typeface="Cambria Math" panose="02040503050406030204" pitchFamily="18" charset="0"/>
                            <a:ea typeface="Cambria Math" panose="02040503050406030204" pitchFamily="18" charset="0"/>
                          </a:rPr>
                          <m:t>𝑧</m:t>
                        </m:r>
                      </m:e>
                      <m:sub>
                        <m:r>
                          <a:rPr lang="es-ES" sz="1800" b="0" i="1" smtClean="0">
                            <a:solidFill>
                              <a:schemeClr val="accent1">
                                <a:lumMod val="50000"/>
                              </a:schemeClr>
                            </a:solidFill>
                            <a:latin typeface="Cambria Math" panose="02040503050406030204" pitchFamily="18" charset="0"/>
                            <a:ea typeface="Cambria Math" panose="02040503050406030204" pitchFamily="18" charset="0"/>
                          </a:rPr>
                          <m:t>𝑖</m:t>
                        </m:r>
                      </m:sub>
                      <m:sup>
                        <m:r>
                          <a:rPr lang="es-ES" sz="1800" b="0" i="1" smtClean="0">
                            <a:solidFill>
                              <a:schemeClr val="accent1">
                                <a:lumMod val="50000"/>
                              </a:schemeClr>
                            </a:solidFill>
                            <a:latin typeface="Cambria Math" panose="02040503050406030204" pitchFamily="18" charset="0"/>
                            <a:ea typeface="Cambria Math" panose="02040503050406030204" pitchFamily="18" charset="0"/>
                          </a:rPr>
                          <m:t>[1]</m:t>
                        </m:r>
                      </m:sup>
                    </m:sSubSup>
                    <m:r>
                      <a:rPr lang="es-ES" sz="1800" b="0" i="1" smtClean="0">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sz="1800" b="0" i="1" smtClean="0">
                            <a:solidFill>
                              <a:schemeClr val="accent1">
                                <a:lumMod val="50000"/>
                              </a:schemeClr>
                            </a:solidFill>
                            <a:latin typeface="Cambria Math" panose="02040503050406030204" pitchFamily="18" charset="0"/>
                            <a:ea typeface="Cambria Math" panose="02040503050406030204" pitchFamily="18" charset="0"/>
                          </a:rPr>
                          <m:t>𝑊</m:t>
                        </m:r>
                      </m:e>
                      <m:sub>
                        <m:r>
                          <a:rPr lang="es-ES" sz="1800" b="0" i="1" smtClean="0">
                            <a:solidFill>
                              <a:schemeClr val="accent1">
                                <a:lumMod val="50000"/>
                              </a:schemeClr>
                            </a:solidFill>
                            <a:latin typeface="Cambria Math" panose="02040503050406030204" pitchFamily="18" charset="0"/>
                            <a:ea typeface="Cambria Math" panose="02040503050406030204" pitchFamily="18" charset="0"/>
                          </a:rPr>
                          <m:t>𝑖</m:t>
                        </m:r>
                        <m:r>
                          <a:rPr lang="es-ES" sz="1800" b="0" i="1" smtClean="0">
                            <a:solidFill>
                              <a:schemeClr val="accent1">
                                <a:lumMod val="50000"/>
                              </a:schemeClr>
                            </a:solidFill>
                            <a:latin typeface="Cambria Math" panose="02040503050406030204" pitchFamily="18" charset="0"/>
                            <a:ea typeface="Cambria Math" panose="02040503050406030204" pitchFamily="18" charset="0"/>
                          </a:rPr>
                          <m:t>1</m:t>
                        </m:r>
                      </m:sub>
                      <m:sup>
                        <m:r>
                          <a:rPr lang="es-ES" sz="1800" b="0" i="1" smtClean="0">
                            <a:solidFill>
                              <a:schemeClr val="accent1">
                                <a:lumMod val="50000"/>
                              </a:schemeClr>
                            </a:solidFill>
                            <a:latin typeface="Cambria Math" panose="02040503050406030204" pitchFamily="18" charset="0"/>
                            <a:ea typeface="Cambria Math" panose="02040503050406030204" pitchFamily="18" charset="0"/>
                          </a:rPr>
                          <m:t>[1]</m:t>
                        </m:r>
                      </m:sup>
                    </m:sSubSup>
                    <m:sSub>
                      <m:sSubPr>
                        <m:ctrlPr>
                          <a:rPr lang="es-ES" sz="1800" i="1">
                            <a:solidFill>
                              <a:schemeClr val="accent1">
                                <a:lumMod val="50000"/>
                              </a:schemeClr>
                            </a:solidFill>
                            <a:latin typeface="Cambria Math" panose="02040503050406030204" pitchFamily="18" charset="0"/>
                            <a:ea typeface="Cambria Math" panose="02040503050406030204" pitchFamily="18" charset="0"/>
                          </a:rPr>
                        </m:ctrlPr>
                      </m:sSubPr>
                      <m:e>
                        <m:r>
                          <a:rPr lang="es-ES" sz="1800" i="1">
                            <a:solidFill>
                              <a:schemeClr val="accent1">
                                <a:lumMod val="50000"/>
                              </a:schemeClr>
                            </a:solidFill>
                            <a:latin typeface="Cambria Math" panose="02040503050406030204" pitchFamily="18" charset="0"/>
                            <a:ea typeface="Cambria Math" panose="02040503050406030204" pitchFamily="18" charset="0"/>
                          </a:rPr>
                          <m:t>𝑥</m:t>
                        </m:r>
                      </m:e>
                      <m:sub>
                        <m:r>
                          <a:rPr lang="es-ES" sz="1800" i="1">
                            <a:solidFill>
                              <a:schemeClr val="accent1">
                                <a:lumMod val="50000"/>
                              </a:schemeClr>
                            </a:solidFill>
                            <a:latin typeface="Cambria Math" panose="02040503050406030204" pitchFamily="18" charset="0"/>
                            <a:ea typeface="Cambria Math" panose="02040503050406030204" pitchFamily="18" charset="0"/>
                          </a:rPr>
                          <m:t>1</m:t>
                        </m:r>
                      </m:sub>
                    </m:sSub>
                    <m:r>
                      <a:rPr lang="es-ES" sz="1800" b="0" i="1" smtClean="0">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i="1">
                            <a:solidFill>
                              <a:schemeClr val="accent1">
                                <a:lumMod val="50000"/>
                              </a:schemeClr>
                            </a:solidFill>
                            <a:latin typeface="Cambria Math" panose="02040503050406030204" pitchFamily="18" charset="0"/>
                            <a:ea typeface="Cambria Math" panose="02040503050406030204" pitchFamily="18" charset="0"/>
                          </a:rPr>
                          <m:t>𝑖</m:t>
                        </m:r>
                        <m:r>
                          <a:rPr lang="es-ES" b="0" i="1" smtClean="0">
                            <a:solidFill>
                              <a:schemeClr val="accent1">
                                <a:lumMod val="50000"/>
                              </a:schemeClr>
                            </a:solidFill>
                            <a:latin typeface="Cambria Math" panose="02040503050406030204" pitchFamily="18" charset="0"/>
                            <a:ea typeface="Cambria Math" panose="02040503050406030204" pitchFamily="18" charset="0"/>
                          </a:rPr>
                          <m:t>2</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sSub>
                      <m:sSubPr>
                        <m:ctrlPr>
                          <a:rPr lang="es-ES" sz="1800" i="1">
                            <a:solidFill>
                              <a:schemeClr val="accent1">
                                <a:lumMod val="50000"/>
                              </a:schemeClr>
                            </a:solidFill>
                            <a:latin typeface="Cambria Math" panose="02040503050406030204" pitchFamily="18" charset="0"/>
                            <a:ea typeface="Cambria Math" panose="02040503050406030204" pitchFamily="18" charset="0"/>
                          </a:rPr>
                        </m:ctrlPr>
                      </m:sSubPr>
                      <m:e>
                        <m:r>
                          <a:rPr lang="es-ES" sz="1800" i="1">
                            <a:solidFill>
                              <a:schemeClr val="accent1">
                                <a:lumMod val="50000"/>
                              </a:schemeClr>
                            </a:solidFill>
                            <a:latin typeface="Cambria Math" panose="02040503050406030204" pitchFamily="18" charset="0"/>
                            <a:ea typeface="Cambria Math" panose="02040503050406030204" pitchFamily="18" charset="0"/>
                          </a:rPr>
                          <m:t>𝑥</m:t>
                        </m:r>
                      </m:e>
                      <m:sub>
                        <m:r>
                          <a:rPr lang="es-ES" sz="1800" b="0" i="1" smtClean="0">
                            <a:solidFill>
                              <a:schemeClr val="accent1">
                                <a:lumMod val="50000"/>
                              </a:schemeClr>
                            </a:solidFill>
                            <a:latin typeface="Cambria Math" panose="02040503050406030204" pitchFamily="18" charset="0"/>
                            <a:ea typeface="Cambria Math" panose="02040503050406030204" pitchFamily="18" charset="0"/>
                          </a:rPr>
                          <m:t>2</m:t>
                        </m:r>
                      </m:sub>
                    </m:sSub>
                    <m:r>
                      <a:rPr lang="es-ES" sz="1800" b="0" i="1" smtClean="0">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sz="1800" b="0" i="1" smtClean="0">
                            <a:solidFill>
                              <a:schemeClr val="accent1">
                                <a:lumMod val="50000"/>
                              </a:schemeClr>
                            </a:solidFill>
                            <a:latin typeface="Cambria Math" panose="02040503050406030204" pitchFamily="18" charset="0"/>
                            <a:ea typeface="Cambria Math" panose="02040503050406030204" pitchFamily="18" charset="0"/>
                          </a:rPr>
                          <m:t>𝑏</m:t>
                        </m:r>
                      </m:e>
                      <m:sub>
                        <m:r>
                          <a:rPr lang="es-ES" sz="1800" b="0" i="1" smtClean="0">
                            <a:solidFill>
                              <a:schemeClr val="accent1">
                                <a:lumMod val="50000"/>
                              </a:schemeClr>
                            </a:solidFill>
                            <a:latin typeface="Cambria Math" panose="02040503050406030204" pitchFamily="18" charset="0"/>
                            <a:ea typeface="Cambria Math" panose="02040503050406030204" pitchFamily="18" charset="0"/>
                          </a:rPr>
                          <m:t>𝑖</m:t>
                        </m:r>
                      </m:sub>
                      <m:sup>
                        <m:r>
                          <a:rPr lang="es-ES" sz="1800" b="0" i="1" smtClean="0">
                            <a:solidFill>
                              <a:schemeClr val="accent1">
                                <a:lumMod val="50000"/>
                              </a:schemeClr>
                            </a:solidFill>
                            <a:latin typeface="Cambria Math" panose="02040503050406030204" pitchFamily="18" charset="0"/>
                            <a:ea typeface="Cambria Math" panose="02040503050406030204" pitchFamily="18" charset="0"/>
                          </a:rPr>
                          <m:t>[1]</m:t>
                        </m:r>
                      </m:sup>
                    </m:sSubSup>
                  </m:oMath>
                </a14:m>
                <a:r>
                  <a:rPr lang="es-ES" sz="1800" dirty="0">
                    <a:solidFill>
                      <a:srgbClr val="7030A0"/>
                    </a:solidFill>
                    <a:ea typeface="Cambria Math" panose="02040503050406030204" pitchFamily="18" charset="0"/>
                  </a:rPr>
                  <a:t> </a:t>
                </a:r>
              </a:p>
              <a:p>
                <a:endParaRPr lang="es-ES" sz="1800" i="1" dirty="0">
                  <a:solidFill>
                    <a:schemeClr val="accent1">
                      <a:lumMod val="50000"/>
                    </a:schemeClr>
                  </a:solidFill>
                  <a:latin typeface="Cambria Math" panose="02040503050406030204" pitchFamily="18" charset="0"/>
                  <a:ea typeface="Cambria Math" panose="02040503050406030204" pitchFamily="18" charset="0"/>
                </a:endParaRPr>
              </a:p>
              <a:p>
                <a14:m>
                  <m:oMath xmlns:m="http://schemas.openxmlformats.org/officeDocument/2006/math">
                    <m:sSubSup>
                      <m:sSubSup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sz="1800" i="1">
                            <a:solidFill>
                              <a:schemeClr val="accent1">
                                <a:lumMod val="50000"/>
                              </a:schemeClr>
                            </a:solidFill>
                            <a:latin typeface="Cambria Math" panose="02040503050406030204" pitchFamily="18" charset="0"/>
                            <a:ea typeface="Cambria Math" panose="02040503050406030204" pitchFamily="18" charset="0"/>
                          </a:rPr>
                          <m:t>𝑎</m:t>
                        </m:r>
                      </m:e>
                      <m:sub>
                        <m:r>
                          <a:rPr lang="es-ES" sz="1800" b="0" i="1" smtClean="0">
                            <a:solidFill>
                              <a:schemeClr val="accent1">
                                <a:lumMod val="50000"/>
                              </a:schemeClr>
                            </a:solidFill>
                            <a:latin typeface="Cambria Math" panose="02040503050406030204" pitchFamily="18" charset="0"/>
                            <a:ea typeface="Cambria Math" panose="02040503050406030204" pitchFamily="18" charset="0"/>
                          </a:rPr>
                          <m:t>𝑖</m:t>
                        </m:r>
                      </m:sub>
                      <m:sup>
                        <m:r>
                          <a:rPr lang="es-ES" sz="1800" b="0" i="1" smtClean="0">
                            <a:solidFill>
                              <a:schemeClr val="accent1">
                                <a:lumMod val="50000"/>
                              </a:schemeClr>
                            </a:solidFill>
                            <a:latin typeface="Cambria Math" panose="02040503050406030204" pitchFamily="18" charset="0"/>
                            <a:ea typeface="Cambria Math" panose="02040503050406030204" pitchFamily="18" charset="0"/>
                          </a:rPr>
                          <m:t>[1]</m:t>
                        </m:r>
                      </m:sup>
                    </m:sSubSup>
                    <m:r>
                      <a:rPr lang="es-ES" sz="1800" i="1">
                        <a:solidFill>
                          <a:schemeClr val="accent1">
                            <a:lumMod val="50000"/>
                          </a:schemeClr>
                        </a:solidFill>
                        <a:latin typeface="Cambria Math" panose="02040503050406030204" pitchFamily="18" charset="0"/>
                        <a:ea typeface="Cambria Math" panose="02040503050406030204" pitchFamily="18" charset="0"/>
                      </a:rPr>
                      <m:t>=</m:t>
                    </m:r>
                    <m:sSup>
                      <m:sSup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800" i="1">
                            <a:solidFill>
                              <a:schemeClr val="accent1">
                                <a:lumMod val="50000"/>
                              </a:schemeClr>
                            </a:solidFill>
                            <a:latin typeface="Cambria Math" panose="02040503050406030204" pitchFamily="18" charset="0"/>
                            <a:ea typeface="Cambria Math" panose="02040503050406030204" pitchFamily="18" charset="0"/>
                          </a:rPr>
                          <m:t>𝑔</m:t>
                        </m:r>
                      </m:e>
                      <m:sup>
                        <m:r>
                          <a:rPr lang="es-ES" sz="1800" b="0" i="1" smtClean="0">
                            <a:solidFill>
                              <a:schemeClr val="accent1">
                                <a:lumMod val="50000"/>
                              </a:schemeClr>
                            </a:solidFill>
                            <a:latin typeface="Cambria Math" panose="02040503050406030204" pitchFamily="18" charset="0"/>
                            <a:ea typeface="Cambria Math" panose="02040503050406030204" pitchFamily="18" charset="0"/>
                          </a:rPr>
                          <m:t>[1]</m:t>
                        </m:r>
                      </m:sup>
                    </m:sSup>
                    <m:d>
                      <m:dPr>
                        <m:ctrlPr>
                          <a:rPr lang="es-ES" sz="1800" i="1">
                            <a:solidFill>
                              <a:schemeClr val="accent1">
                                <a:lumMod val="50000"/>
                              </a:schemeClr>
                            </a:solidFill>
                            <a:latin typeface="Cambria Math" panose="02040503050406030204" pitchFamily="18" charset="0"/>
                            <a:ea typeface="Cambria Math" panose="02040503050406030204" pitchFamily="18" charset="0"/>
                          </a:rPr>
                        </m:ctrlPr>
                      </m:dPr>
                      <m:e>
                        <m:sSubSup>
                          <m:sSubSup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sz="1800" i="1">
                                <a:solidFill>
                                  <a:schemeClr val="accent1">
                                    <a:lumMod val="50000"/>
                                  </a:schemeClr>
                                </a:solidFill>
                                <a:latin typeface="Cambria Math" panose="02040503050406030204" pitchFamily="18" charset="0"/>
                                <a:ea typeface="Cambria Math" panose="02040503050406030204" pitchFamily="18" charset="0"/>
                              </a:rPr>
                              <m:t>𝑧</m:t>
                            </m:r>
                          </m:e>
                          <m:sub>
                            <m:r>
                              <a:rPr lang="es-ES" sz="1800" b="0" i="1" smtClean="0">
                                <a:solidFill>
                                  <a:schemeClr val="accent1">
                                    <a:lumMod val="50000"/>
                                  </a:schemeClr>
                                </a:solidFill>
                                <a:latin typeface="Cambria Math" panose="02040503050406030204" pitchFamily="18" charset="0"/>
                                <a:ea typeface="Cambria Math" panose="02040503050406030204" pitchFamily="18" charset="0"/>
                              </a:rPr>
                              <m:t>𝑖</m:t>
                            </m:r>
                          </m:sub>
                          <m:sup>
                            <m:r>
                              <a:rPr lang="es-ES" sz="1800" b="0" i="1" smtClean="0">
                                <a:solidFill>
                                  <a:schemeClr val="accent1">
                                    <a:lumMod val="50000"/>
                                  </a:schemeClr>
                                </a:solidFill>
                                <a:latin typeface="Cambria Math" panose="02040503050406030204" pitchFamily="18" charset="0"/>
                                <a:ea typeface="Cambria Math" panose="02040503050406030204" pitchFamily="18" charset="0"/>
                              </a:rPr>
                              <m:t>[1]</m:t>
                            </m:r>
                          </m:sup>
                        </m:sSubSup>
                      </m:e>
                    </m:d>
                  </m:oMath>
                </a14:m>
                <a:r>
                  <a:rPr lang="es-ES" dirty="0"/>
                  <a:t> </a:t>
                </a:r>
              </a:p>
            </p:txBody>
          </p:sp>
        </mc:Choice>
        <mc:Fallback xmlns="">
          <p:sp>
            <p:nvSpPr>
              <p:cNvPr id="6" name="CuadroTexto 5">
                <a:extLst>
                  <a:ext uri="{FF2B5EF4-FFF2-40B4-BE49-F238E27FC236}">
                    <a16:creationId xmlns:a16="http://schemas.microsoft.com/office/drawing/2014/main" id="{D55BFB07-8774-0A5D-CE06-D315653B9CC9}"/>
                  </a:ext>
                </a:extLst>
              </p:cNvPr>
              <p:cNvSpPr txBox="1">
                <a:spLocks noRot="1" noChangeAspect="1" noMove="1" noResize="1" noEditPoints="1" noAdjustHandles="1" noChangeArrowheads="1" noChangeShapeType="1" noTextEdit="1"/>
              </p:cNvSpPr>
              <p:nvPr/>
            </p:nvSpPr>
            <p:spPr>
              <a:xfrm>
                <a:off x="5198560" y="2102890"/>
                <a:ext cx="5393240" cy="1137556"/>
              </a:xfrm>
              <a:prstGeom prst="rect">
                <a:avLst/>
              </a:prstGeom>
              <a:blipFill>
                <a:blip r:embed="rId3"/>
                <a:stretch>
                  <a:fillRect/>
                </a:stretch>
              </a:blipFill>
            </p:spPr>
            <p:txBody>
              <a:bodyPr/>
              <a:lstStyle/>
              <a:p>
                <a:r>
                  <a:rPr lang="es-ES">
                    <a:noFill/>
                  </a:rPr>
                  <a:t> </a:t>
                </a:r>
              </a:p>
            </p:txBody>
          </p:sp>
        </mc:Fallback>
      </mc:AlternateContent>
      <p:sp>
        <p:nvSpPr>
          <p:cNvPr id="7" name="Rectángulo: esquinas redondeadas 6">
            <a:extLst>
              <a:ext uri="{FF2B5EF4-FFF2-40B4-BE49-F238E27FC236}">
                <a16:creationId xmlns:a16="http://schemas.microsoft.com/office/drawing/2014/main" id="{24EDC598-6C46-7619-2F61-F494E529117C}"/>
              </a:ext>
            </a:extLst>
          </p:cNvPr>
          <p:cNvSpPr/>
          <p:nvPr/>
        </p:nvSpPr>
        <p:spPr>
          <a:xfrm>
            <a:off x="5070763" y="3972815"/>
            <a:ext cx="5763491" cy="1981200"/>
          </a:xfrm>
          <a:prstGeom prst="roundRect">
            <a:avLst>
              <a:gd name="adj" fmla="val 8625"/>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s-ES" b="1" dirty="0">
                <a:solidFill>
                  <a:schemeClr val="accent1">
                    <a:lumMod val="50000"/>
                  </a:schemeClr>
                </a:solidFill>
              </a:rPr>
              <a:t>Capa 2: Capa salida.</a:t>
            </a: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19A4C35-7006-0692-4C65-18AB86F33E27}"/>
                  </a:ext>
                </a:extLst>
              </p:cNvPr>
              <p:cNvSpPr txBox="1"/>
              <p:nvPr/>
            </p:nvSpPr>
            <p:spPr>
              <a:xfrm>
                <a:off x="5198559" y="4618634"/>
                <a:ext cx="5684185" cy="1030667"/>
              </a:xfrm>
              <a:prstGeom prst="rect">
                <a:avLst/>
              </a:prstGeom>
              <a:noFill/>
            </p:spPr>
            <p:txBody>
              <a:bodyPr wrap="square">
                <a:spAutoFit/>
              </a:bodyPr>
              <a:lstStyle/>
              <a:p>
                <a14:m>
                  <m:oMath xmlns:m="http://schemas.openxmlformats.org/officeDocument/2006/math">
                    <m:sSup>
                      <m:sSup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800" b="0" i="1" smtClean="0">
                            <a:solidFill>
                              <a:schemeClr val="accent1">
                                <a:lumMod val="50000"/>
                              </a:schemeClr>
                            </a:solidFill>
                            <a:latin typeface="Cambria Math" panose="02040503050406030204" pitchFamily="18" charset="0"/>
                            <a:ea typeface="Cambria Math" panose="02040503050406030204" pitchFamily="18" charset="0"/>
                          </a:rPr>
                          <m:t>𝑧</m:t>
                        </m:r>
                      </m:e>
                      <m:sup>
                        <m:r>
                          <a:rPr lang="es-ES" sz="1800" b="0" i="1" smtClean="0">
                            <a:solidFill>
                              <a:schemeClr val="accent1">
                                <a:lumMod val="50000"/>
                              </a:schemeClr>
                            </a:solidFill>
                            <a:latin typeface="Cambria Math" panose="02040503050406030204" pitchFamily="18" charset="0"/>
                            <a:ea typeface="Cambria Math" panose="02040503050406030204" pitchFamily="18" charset="0"/>
                          </a:rPr>
                          <m:t>[2]</m:t>
                        </m:r>
                      </m:sup>
                    </m:sSup>
                    <m:r>
                      <a:rPr lang="es-ES" sz="1800" b="0" i="1" smtClean="0">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sz="1800" b="0" i="1" smtClean="0">
                            <a:solidFill>
                              <a:schemeClr val="accent1">
                                <a:lumMod val="50000"/>
                              </a:schemeClr>
                            </a:solidFill>
                            <a:latin typeface="Cambria Math" panose="02040503050406030204" pitchFamily="18" charset="0"/>
                            <a:ea typeface="Cambria Math" panose="02040503050406030204" pitchFamily="18" charset="0"/>
                          </a:rPr>
                          <m:t>𝑊</m:t>
                        </m:r>
                      </m:e>
                      <m:sub>
                        <m:r>
                          <a:rPr lang="es-ES" sz="1800" b="0" i="1" smtClean="0">
                            <a:solidFill>
                              <a:schemeClr val="accent1">
                                <a:lumMod val="50000"/>
                              </a:schemeClr>
                            </a:solidFill>
                            <a:latin typeface="Cambria Math" panose="02040503050406030204" pitchFamily="18" charset="0"/>
                            <a:ea typeface="Cambria Math" panose="02040503050406030204" pitchFamily="18" charset="0"/>
                          </a:rPr>
                          <m:t>1</m:t>
                        </m:r>
                      </m:sub>
                      <m:sup>
                        <m:r>
                          <a:rPr lang="es-ES" sz="1800" b="0" i="1" smtClean="0">
                            <a:solidFill>
                              <a:schemeClr val="accent1">
                                <a:lumMod val="50000"/>
                              </a:schemeClr>
                            </a:solidFill>
                            <a:latin typeface="Cambria Math" panose="02040503050406030204" pitchFamily="18" charset="0"/>
                            <a:ea typeface="Cambria Math" panose="02040503050406030204" pitchFamily="18" charset="0"/>
                          </a:rPr>
                          <m:t>[2]</m:t>
                        </m:r>
                      </m:sup>
                    </m:sSubSup>
                    <m:sSubSup>
                      <m:sSubSup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sz="1800" b="0" i="1" smtClean="0">
                            <a:solidFill>
                              <a:schemeClr val="accent1">
                                <a:lumMod val="50000"/>
                              </a:schemeClr>
                            </a:solidFill>
                            <a:latin typeface="Cambria Math" panose="02040503050406030204" pitchFamily="18" charset="0"/>
                            <a:ea typeface="Cambria Math" panose="02040503050406030204" pitchFamily="18" charset="0"/>
                          </a:rPr>
                          <m:t>𝑎</m:t>
                        </m:r>
                      </m:e>
                      <m:sub>
                        <m:r>
                          <a:rPr lang="es-ES" sz="1800" i="1">
                            <a:solidFill>
                              <a:schemeClr val="accent1">
                                <a:lumMod val="50000"/>
                              </a:schemeClr>
                            </a:solidFill>
                            <a:latin typeface="Cambria Math" panose="02040503050406030204" pitchFamily="18" charset="0"/>
                            <a:ea typeface="Cambria Math" panose="02040503050406030204" pitchFamily="18" charset="0"/>
                          </a:rPr>
                          <m:t>1</m:t>
                        </m:r>
                      </m:sub>
                      <m:sup>
                        <m:r>
                          <a:rPr lang="es-ES" sz="1800" b="0" i="1" smtClean="0">
                            <a:solidFill>
                              <a:schemeClr val="accent1">
                                <a:lumMod val="50000"/>
                              </a:schemeClr>
                            </a:solidFill>
                            <a:latin typeface="Cambria Math" panose="02040503050406030204" pitchFamily="18" charset="0"/>
                            <a:ea typeface="Cambria Math" panose="02040503050406030204" pitchFamily="18" charset="0"/>
                          </a:rPr>
                          <m:t>[1]</m:t>
                        </m:r>
                      </m:sup>
                    </m:sSubSup>
                    <m:r>
                      <a:rPr lang="es-ES" sz="1800" b="0" i="1" smtClean="0">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b="0" i="1" smtClean="0">
                            <a:solidFill>
                              <a:schemeClr val="accent1">
                                <a:lumMod val="50000"/>
                              </a:schemeClr>
                            </a:solidFill>
                            <a:latin typeface="Cambria Math" panose="02040503050406030204" pitchFamily="18" charset="0"/>
                            <a:ea typeface="Cambria Math" panose="02040503050406030204" pitchFamily="18" charset="0"/>
                          </a:rPr>
                          <m:t>2</m:t>
                        </m:r>
                      </m:sub>
                      <m:sup>
                        <m:r>
                          <a:rPr lang="es-ES" i="1">
                            <a:solidFill>
                              <a:schemeClr val="accent1">
                                <a:lumMod val="50000"/>
                              </a:schemeClr>
                            </a:solidFill>
                            <a:latin typeface="Cambria Math" panose="02040503050406030204" pitchFamily="18" charset="0"/>
                            <a:ea typeface="Cambria Math" panose="02040503050406030204" pitchFamily="18" charset="0"/>
                          </a:rPr>
                          <m:t>[2]</m:t>
                        </m:r>
                      </m:sup>
                    </m:sSubSup>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b="0" i="1" smtClean="0">
                            <a:solidFill>
                              <a:schemeClr val="accent1">
                                <a:lumMod val="50000"/>
                              </a:schemeClr>
                            </a:solidFill>
                            <a:latin typeface="Cambria Math" panose="02040503050406030204" pitchFamily="18" charset="0"/>
                            <a:ea typeface="Cambria Math" panose="02040503050406030204" pitchFamily="18" charset="0"/>
                          </a:rPr>
                          <m:t>2</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r>
                      <a:rPr lang="es-ES" b="0" i="1" smtClean="0">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b="0" i="1" smtClean="0">
                            <a:solidFill>
                              <a:schemeClr val="accent1">
                                <a:lumMod val="50000"/>
                              </a:schemeClr>
                            </a:solidFill>
                            <a:latin typeface="Cambria Math" panose="02040503050406030204" pitchFamily="18" charset="0"/>
                            <a:ea typeface="Cambria Math" panose="02040503050406030204" pitchFamily="18" charset="0"/>
                          </a:rPr>
                          <m:t>3</m:t>
                        </m:r>
                      </m:sub>
                      <m:sup>
                        <m:r>
                          <a:rPr lang="es-ES" i="1">
                            <a:solidFill>
                              <a:schemeClr val="accent1">
                                <a:lumMod val="50000"/>
                              </a:schemeClr>
                            </a:solidFill>
                            <a:latin typeface="Cambria Math" panose="02040503050406030204" pitchFamily="18" charset="0"/>
                            <a:ea typeface="Cambria Math" panose="02040503050406030204" pitchFamily="18" charset="0"/>
                          </a:rPr>
                          <m:t>[2]</m:t>
                        </m:r>
                      </m:sup>
                    </m:sSubSup>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b="0" i="1" smtClean="0">
                            <a:solidFill>
                              <a:schemeClr val="accent1">
                                <a:lumMod val="50000"/>
                              </a:schemeClr>
                            </a:solidFill>
                            <a:latin typeface="Cambria Math" panose="02040503050406030204" pitchFamily="18" charset="0"/>
                            <a:ea typeface="Cambria Math" panose="02040503050406030204" pitchFamily="18" charset="0"/>
                          </a:rPr>
                          <m:t>3</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r>
                      <a:rPr lang="es-ES" b="0" i="1" smtClean="0">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sub>
                      <m:sup>
                        <m:r>
                          <a:rPr lang="es-ES" i="1">
                            <a:solidFill>
                              <a:schemeClr val="accent1">
                                <a:lumMod val="50000"/>
                              </a:schemeClr>
                            </a:solidFill>
                            <a:latin typeface="Cambria Math" panose="02040503050406030204" pitchFamily="18" charset="0"/>
                            <a:ea typeface="Cambria Math" panose="02040503050406030204" pitchFamily="18" charset="0"/>
                          </a:rPr>
                          <m:t>[2]</m:t>
                        </m:r>
                      </m:sup>
                    </m:sSubSup>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r>
                      <a:rPr lang="es-ES" sz="1800"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800" b="0" i="1" smtClean="0">
                            <a:solidFill>
                              <a:schemeClr val="accent1">
                                <a:lumMod val="50000"/>
                              </a:schemeClr>
                            </a:solidFill>
                            <a:latin typeface="Cambria Math" panose="02040503050406030204" pitchFamily="18" charset="0"/>
                            <a:ea typeface="Cambria Math" panose="02040503050406030204" pitchFamily="18" charset="0"/>
                          </a:rPr>
                          <m:t>𝑏</m:t>
                        </m:r>
                      </m:e>
                      <m:sup>
                        <m:r>
                          <a:rPr lang="es-ES" sz="1800" b="0" i="1" smtClean="0">
                            <a:solidFill>
                              <a:schemeClr val="accent1">
                                <a:lumMod val="50000"/>
                              </a:schemeClr>
                            </a:solidFill>
                            <a:latin typeface="Cambria Math" panose="02040503050406030204" pitchFamily="18" charset="0"/>
                            <a:ea typeface="Cambria Math" panose="02040503050406030204" pitchFamily="18" charset="0"/>
                          </a:rPr>
                          <m:t>[2]</m:t>
                        </m:r>
                      </m:sup>
                    </m:sSup>
                  </m:oMath>
                </a14:m>
                <a:r>
                  <a:rPr lang="es-ES" sz="1800" dirty="0">
                    <a:solidFill>
                      <a:srgbClr val="7030A0"/>
                    </a:solidFill>
                    <a:ea typeface="Cambria Math" panose="02040503050406030204" pitchFamily="18" charset="0"/>
                  </a:rPr>
                  <a:t> </a:t>
                </a:r>
              </a:p>
              <a:p>
                <a:endParaRPr lang="es-ES" sz="1800" i="1" dirty="0">
                  <a:solidFill>
                    <a:schemeClr val="accent1">
                      <a:lumMod val="50000"/>
                    </a:schemeClr>
                  </a:solidFill>
                  <a:latin typeface="Cambria Math" panose="02040503050406030204" pitchFamily="18" charset="0"/>
                  <a:ea typeface="Cambria Math" panose="02040503050406030204" pitchFamily="18" charset="0"/>
                </a:endParaRPr>
              </a:p>
              <a:p>
                <a14:m>
                  <m:oMath xmlns:m="http://schemas.openxmlformats.org/officeDocument/2006/math">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r>
                      <a:rPr lang="es-ES" sz="1800" i="1">
                        <a:solidFill>
                          <a:schemeClr val="accent1">
                            <a:lumMod val="50000"/>
                          </a:schemeClr>
                        </a:solidFill>
                        <a:latin typeface="Cambria Math" panose="02040503050406030204" pitchFamily="18" charset="0"/>
                        <a:ea typeface="Cambria Math" panose="02040503050406030204" pitchFamily="18" charset="0"/>
                      </a:rPr>
                      <m:t>=</m:t>
                    </m:r>
                    <m:sSup>
                      <m:sSup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800" i="1">
                            <a:solidFill>
                              <a:schemeClr val="accent1">
                                <a:lumMod val="50000"/>
                              </a:schemeClr>
                            </a:solidFill>
                            <a:latin typeface="Cambria Math" panose="02040503050406030204" pitchFamily="18" charset="0"/>
                            <a:ea typeface="Cambria Math" panose="02040503050406030204" pitchFamily="18" charset="0"/>
                          </a:rPr>
                          <m:t>𝑔</m:t>
                        </m:r>
                      </m:e>
                      <m:sup>
                        <m:r>
                          <a:rPr lang="es-ES" sz="1800" b="0" i="1" smtClean="0">
                            <a:solidFill>
                              <a:schemeClr val="accent1">
                                <a:lumMod val="50000"/>
                              </a:schemeClr>
                            </a:solidFill>
                            <a:latin typeface="Cambria Math" panose="02040503050406030204" pitchFamily="18" charset="0"/>
                            <a:ea typeface="Cambria Math" panose="02040503050406030204" pitchFamily="18" charset="0"/>
                          </a:rPr>
                          <m:t>[2]</m:t>
                        </m:r>
                      </m:sup>
                    </m:sSup>
                    <m:d>
                      <m:dPr>
                        <m:ctrlPr>
                          <a:rPr lang="es-ES" sz="1800"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e>
                    </m:d>
                  </m:oMath>
                </a14:m>
                <a:r>
                  <a:rPr lang="es-ES" dirty="0"/>
                  <a:t> </a:t>
                </a:r>
              </a:p>
            </p:txBody>
          </p:sp>
        </mc:Choice>
        <mc:Fallback xmlns="">
          <p:sp>
            <p:nvSpPr>
              <p:cNvPr id="8" name="CuadroTexto 7">
                <a:extLst>
                  <a:ext uri="{FF2B5EF4-FFF2-40B4-BE49-F238E27FC236}">
                    <a16:creationId xmlns:a16="http://schemas.microsoft.com/office/drawing/2014/main" id="{E19A4C35-7006-0692-4C65-18AB86F33E27}"/>
                  </a:ext>
                </a:extLst>
              </p:cNvPr>
              <p:cNvSpPr txBox="1">
                <a:spLocks noRot="1" noChangeAspect="1" noMove="1" noResize="1" noEditPoints="1" noAdjustHandles="1" noChangeArrowheads="1" noChangeShapeType="1" noTextEdit="1"/>
              </p:cNvSpPr>
              <p:nvPr/>
            </p:nvSpPr>
            <p:spPr>
              <a:xfrm>
                <a:off x="5198559" y="4618634"/>
                <a:ext cx="5684185" cy="1030667"/>
              </a:xfrm>
              <a:prstGeom prst="rect">
                <a:avLst/>
              </a:prstGeom>
              <a:blipFill>
                <a:blip r:embed="rId4"/>
                <a:stretch>
                  <a:fillRect/>
                </a:stretch>
              </a:blipFill>
            </p:spPr>
            <p:txBody>
              <a:bodyPr/>
              <a:lstStyle/>
              <a:p>
                <a:r>
                  <a:rPr lang="es-ES">
                    <a:noFill/>
                  </a:rPr>
                  <a:t> </a:t>
                </a:r>
              </a:p>
            </p:txBody>
          </p:sp>
        </mc:Fallback>
      </mc:AlternateContent>
      <p:pic>
        <p:nvPicPr>
          <p:cNvPr id="9" name="Imagen 8">
            <a:extLst>
              <a:ext uri="{FF2B5EF4-FFF2-40B4-BE49-F238E27FC236}">
                <a16:creationId xmlns:a16="http://schemas.microsoft.com/office/drawing/2014/main" id="{DC4BBD7F-C652-BFD8-5621-CC5E1901E544}"/>
              </a:ext>
            </a:extLst>
          </p:cNvPr>
          <p:cNvPicPr>
            <a:picLocks noChangeAspect="1"/>
          </p:cNvPicPr>
          <p:nvPr/>
        </p:nvPicPr>
        <p:blipFill>
          <a:blip r:embed="rId5"/>
          <a:stretch>
            <a:fillRect/>
          </a:stretch>
        </p:blipFill>
        <p:spPr>
          <a:xfrm>
            <a:off x="772996" y="1966398"/>
            <a:ext cx="3701354" cy="3408389"/>
          </a:xfrm>
          <a:prstGeom prst="rect">
            <a:avLst/>
          </a:prstGeom>
        </p:spPr>
      </p:pic>
      <p:sp>
        <p:nvSpPr>
          <p:cNvPr id="10" name="CuadroTexto 9">
            <a:extLst>
              <a:ext uri="{FF2B5EF4-FFF2-40B4-BE49-F238E27FC236}">
                <a16:creationId xmlns:a16="http://schemas.microsoft.com/office/drawing/2014/main" id="{8919983E-C64D-5479-526E-F4565CF0329C}"/>
              </a:ext>
            </a:extLst>
          </p:cNvPr>
          <p:cNvSpPr txBox="1"/>
          <p:nvPr/>
        </p:nvSpPr>
        <p:spPr>
          <a:xfrm>
            <a:off x="259710" y="134869"/>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Caso </a:t>
            </a:r>
            <a:r>
              <a:rPr lang="en-US" sz="2000" b="1" dirty="0" err="1">
                <a:solidFill>
                  <a:schemeClr val="accent1">
                    <a:lumMod val="50000"/>
                  </a:schemeClr>
                </a:solidFill>
              </a:rPr>
              <a:t>más</a:t>
            </a:r>
            <a:r>
              <a:rPr lang="en-US" sz="2000" b="1" dirty="0">
                <a:solidFill>
                  <a:schemeClr val="accent1">
                    <a:lumMod val="50000"/>
                  </a:schemeClr>
                </a:solidFill>
              </a:rPr>
              <a:t> </a:t>
            </a:r>
            <a:r>
              <a:rPr lang="en-US" sz="2000" b="1" dirty="0" err="1">
                <a:solidFill>
                  <a:schemeClr val="accent1">
                    <a:lumMod val="50000"/>
                  </a:schemeClr>
                </a:solidFill>
              </a:rPr>
              <a:t>complejo</a:t>
            </a:r>
            <a:endParaRPr lang="en-US" sz="2000" dirty="0">
              <a:solidFill>
                <a:schemeClr val="accent1">
                  <a:lumMod val="50000"/>
                </a:schemeClr>
              </a:solidFill>
            </a:endParaRPr>
          </a:p>
        </p:txBody>
      </p:sp>
    </p:spTree>
    <p:extLst>
      <p:ext uri="{BB962C8B-B14F-4D97-AF65-F5344CB8AC3E}">
        <p14:creationId xmlns:p14="http://schemas.microsoft.com/office/powerpoint/2010/main" val="85125050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ADD11-7712-92FD-5A5B-48F564441862}"/>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449EFE1C-CCC2-60A5-F9EE-98CA879D7233}"/>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pic>
        <p:nvPicPr>
          <p:cNvPr id="9" name="Imagen 8">
            <a:extLst>
              <a:ext uri="{FF2B5EF4-FFF2-40B4-BE49-F238E27FC236}">
                <a16:creationId xmlns:a16="http://schemas.microsoft.com/office/drawing/2014/main" id="{2BF70612-9D76-1445-1814-4851C6E59331}"/>
              </a:ext>
            </a:extLst>
          </p:cNvPr>
          <p:cNvPicPr>
            <a:picLocks noChangeAspect="1"/>
          </p:cNvPicPr>
          <p:nvPr/>
        </p:nvPicPr>
        <p:blipFill>
          <a:blip r:embed="rId3"/>
          <a:stretch>
            <a:fillRect/>
          </a:stretch>
        </p:blipFill>
        <p:spPr>
          <a:xfrm>
            <a:off x="772996" y="1966398"/>
            <a:ext cx="3701354" cy="3408389"/>
          </a:xfrm>
          <a:prstGeom prst="rect">
            <a:avLst/>
          </a:prstGeom>
        </p:spPr>
      </p:pic>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810E5124-3929-AB4B-97AE-4CAA74C93354}"/>
                  </a:ext>
                </a:extLst>
              </p:cNvPr>
              <p:cNvSpPr txBox="1"/>
              <p:nvPr/>
            </p:nvSpPr>
            <p:spPr>
              <a:xfrm>
                <a:off x="4692622" y="903985"/>
                <a:ext cx="7239668" cy="4726807"/>
              </a:xfrm>
              <a:prstGeom prst="rect">
                <a:avLst/>
              </a:prstGeom>
              <a:noFill/>
            </p:spPr>
            <p:txBody>
              <a:bodyPr wrap="square">
                <a:spAutoFit/>
              </a:bodyPr>
              <a:lstStyle/>
              <a:p>
                <a:pPr>
                  <a:lnSpc>
                    <a:spcPct val="150000"/>
                  </a:lnSpc>
                </a:pPr>
                <a:r>
                  <a:rPr lang="es-ES" dirty="0">
                    <a:solidFill>
                      <a:schemeClr val="accent1">
                        <a:lumMod val="50000"/>
                      </a:schemeClr>
                    </a:solidFill>
                  </a:rPr>
                  <a:t>La red se va a definir a través de los pesos:</a:t>
                </a:r>
              </a:p>
              <a:p>
                <a:pPr lvl="1">
                  <a:lnSpc>
                    <a:spcPct val="150000"/>
                  </a:lnSpc>
                </a:pPr>
                <a14:m>
                  <m:oMath xmlns:m="http://schemas.openxmlformats.org/officeDocument/2006/math">
                    <m:r>
                      <a:rPr lang="es-ES" b="1" i="1" smtClean="0">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d>
                      <m:d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𝟐</m:t>
                            </m:r>
                            <m:r>
                              <a:rPr lang="es-ES" b="1" i="1">
                                <a:solidFill>
                                  <a:schemeClr val="accent1">
                                    <a:lumMod val="50000"/>
                                  </a:schemeClr>
                                </a:solidFill>
                                <a:latin typeface="Cambria Math" panose="02040503050406030204" pitchFamily="18" charset="0"/>
                                <a:ea typeface="Cambria Math" panose="02040503050406030204" pitchFamily="18" charset="0"/>
                              </a:rPr>
                              <m:t>]</m:t>
                            </m:r>
                          </m:sup>
                        </m:sSup>
                      </m:e>
                    </m:d>
                  </m:oMath>
                </a14:m>
                <a:r>
                  <a:rPr lang="es-ES" b="1" dirty="0">
                    <a:solidFill>
                      <a:schemeClr val="accent1">
                        <a:lumMod val="50000"/>
                      </a:schemeClr>
                    </a:solidFill>
                  </a:rPr>
                  <a:t> </a:t>
                </a:r>
                <a:r>
                  <a:rPr lang="es-ES" dirty="0">
                    <a:solidFill>
                      <a:schemeClr val="accent1">
                        <a:lumMod val="50000"/>
                      </a:schemeClr>
                    </a:solidFill>
                  </a:rPr>
                  <a:t>con </a:t>
                </a:r>
                <a14:m>
                  <m:oMath xmlns:m="http://schemas.openxmlformats.org/officeDocument/2006/math">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 </m:t>
                    </m:r>
                    <m:sSub>
                      <m:sSub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ea typeface="Cambria Math" panose="02040503050406030204" pitchFamily="18" charset="0"/>
                          </a:rPr>
                          <m:t>ℳ</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4×2</m:t>
                        </m:r>
                      </m:sub>
                    </m:sSub>
                    <m:d>
                      <m:d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ℝ</m:t>
                        </m:r>
                      </m:e>
                    </m:d>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 </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b="0" i="1" smtClean="0">
                            <a:solidFill>
                              <a:schemeClr val="accent1">
                                <a:lumMod val="50000"/>
                              </a:schemeClr>
                            </a:solidFill>
                            <a:latin typeface="Cambria Math" panose="02040503050406030204" pitchFamily="18" charset="0"/>
                            <a:ea typeface="Cambria Math" panose="02040503050406030204" pitchFamily="18" charset="0"/>
                          </a:rPr>
                          <m:t>1</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4</m:t>
                        </m:r>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a:rPr lang="es-ES" i="1">
                        <a:solidFill>
                          <a:schemeClr val="accent1">
                            <a:lumMod val="50000"/>
                          </a:schemeClr>
                        </a:solidFill>
                        <a:latin typeface="Cambria Math" panose="02040503050406030204" pitchFamily="18" charset="0"/>
                        <a:ea typeface="Cambria Math" panose="02040503050406030204" pitchFamily="18" charset="0"/>
                      </a:rPr>
                      <m:t>)</m:t>
                    </m:r>
                  </m:oMath>
                </a14:m>
                <a:endParaRPr lang="es-ES" dirty="0">
                  <a:solidFill>
                    <a:schemeClr val="accent1">
                      <a:lumMod val="50000"/>
                    </a:schemeClr>
                  </a:solidFill>
                </a:endParaRPr>
              </a:p>
              <a:p>
                <a:pPr>
                  <a:lnSpc>
                    <a:spcPct val="150000"/>
                  </a:lnSpc>
                </a:pPr>
                <a:r>
                  <a:rPr lang="es-ES" dirty="0">
                    <a:solidFill>
                      <a:schemeClr val="accent1">
                        <a:lumMod val="50000"/>
                      </a:schemeClr>
                    </a:solidFill>
                  </a:rPr>
                  <a:t>y los sesgos:</a:t>
                </a:r>
              </a:p>
              <a:p>
                <a:pPr lvl="1">
                  <a:lnSpc>
                    <a:spcPct val="150000"/>
                  </a:lnSpc>
                </a:pPr>
                <a14:m>
                  <m:oMath xmlns:m="http://schemas.openxmlformats.org/officeDocument/2006/math">
                    <m:r>
                      <a:rPr lang="es-ES" b="1" i="1" smtClean="0">
                        <a:solidFill>
                          <a:schemeClr val="accent1">
                            <a:lumMod val="50000"/>
                          </a:schemeClr>
                        </a:solidFill>
                        <a:latin typeface="Cambria Math" panose="02040503050406030204" pitchFamily="18" charset="0"/>
                        <a:ea typeface="Cambria Math" panose="02040503050406030204" pitchFamily="18" charset="0"/>
                      </a:rPr>
                      <m:t>𝒃</m:t>
                    </m:r>
                    <m:r>
                      <a:rPr lang="es-ES" b="1" i="1">
                        <a:solidFill>
                          <a:schemeClr val="accent1">
                            <a:lumMod val="50000"/>
                          </a:schemeClr>
                        </a:solidFill>
                        <a:latin typeface="Cambria Math" panose="02040503050406030204" pitchFamily="18" charset="0"/>
                        <a:ea typeface="Cambria Math" panose="02040503050406030204" pitchFamily="18" charset="0"/>
                      </a:rPr>
                      <m:t>=</m:t>
                    </m:r>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e>
                    </m:d>
                  </m:oMath>
                </a14:m>
                <a:r>
                  <a:rPr lang="es-ES" b="1" dirty="0">
                    <a:solidFill>
                      <a:schemeClr val="accent1">
                        <a:lumMod val="50000"/>
                      </a:schemeClr>
                    </a:solidFill>
                  </a:rPr>
                  <a:t> </a:t>
                </a:r>
                <a:r>
                  <a:rPr lang="es-ES" dirty="0">
                    <a:solidFill>
                      <a:schemeClr val="accent1">
                        <a:lumMod val="50000"/>
                      </a:schemeClr>
                    </a:solidFill>
                  </a:rPr>
                  <a:t>con </a:t>
                </a:r>
                <a14:m>
                  <m:oMath xmlns:m="http://schemas.openxmlformats.org/officeDocument/2006/math">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 </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i="1">
                            <a:solidFill>
                              <a:schemeClr val="accent1">
                                <a:lumMod val="50000"/>
                              </a:schemeClr>
                            </a:solidFill>
                            <a:latin typeface="Cambria Math" panose="02040503050406030204" pitchFamily="18" charset="0"/>
                            <a:ea typeface="Cambria Math" panose="02040503050406030204" pitchFamily="18" charset="0"/>
                          </a:rPr>
                          <m:t>4×</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Sub>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ℝ</m:t>
                        </m:r>
                      </m:e>
                    </m:d>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r>
                      <a:rPr lang="es-ES" i="1">
                        <a:solidFill>
                          <a:schemeClr val="accent1">
                            <a:lumMod val="50000"/>
                          </a:schemeClr>
                        </a:solidFill>
                        <a:latin typeface="Cambria Math" panose="02040503050406030204" pitchFamily="18" charset="0"/>
                        <a:ea typeface="Cambria Math" panose="02040503050406030204" pitchFamily="18" charset="0"/>
                      </a:rPr>
                      <m:t>∈ </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i="1">
                            <a:solidFill>
                              <a:schemeClr val="accent1">
                                <a:lumMod val="50000"/>
                              </a:schemeClr>
                            </a:solidFill>
                            <a:latin typeface="Cambria Math" panose="02040503050406030204" pitchFamily="18" charset="0"/>
                            <a:ea typeface="Cambria Math" panose="02040503050406030204" pitchFamily="18" charset="0"/>
                          </a:rPr>
                          <m:t>1</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a:rPr lang="es-ES" i="1">
                        <a:solidFill>
                          <a:schemeClr val="accent1">
                            <a:lumMod val="50000"/>
                          </a:schemeClr>
                        </a:solidFill>
                        <a:latin typeface="Cambria Math" panose="02040503050406030204" pitchFamily="18" charset="0"/>
                        <a:ea typeface="Cambria Math" panose="02040503050406030204" pitchFamily="18" charset="0"/>
                      </a:rPr>
                      <m:t>)</m:t>
                    </m:r>
                  </m:oMath>
                </a14:m>
                <a:endParaRPr lang="es-ES" dirty="0">
                  <a:solidFill>
                    <a:schemeClr val="accent1">
                      <a:lumMod val="50000"/>
                    </a:schemeClr>
                  </a:solidFill>
                </a:endParaRPr>
              </a:p>
              <a:p>
                <a:pPr lvl="1">
                  <a:lnSpc>
                    <a:spcPct val="150000"/>
                  </a:lnSpc>
                </a:pPr>
                <a:endParaRPr lang="es-ES" dirty="0">
                  <a:solidFill>
                    <a:schemeClr val="accent1">
                      <a:lumMod val="50000"/>
                    </a:schemeClr>
                  </a:solidFill>
                </a:endParaRPr>
              </a:p>
              <a:p>
                <a:pPr lvl="1">
                  <a:lnSpc>
                    <a:spcPct val="150000"/>
                  </a:lnSpc>
                </a:pPr>
                <a:endParaRPr lang="es-ES" dirty="0">
                  <a:solidFill>
                    <a:schemeClr val="accent1">
                      <a:lumMod val="50000"/>
                    </a:schemeClr>
                  </a:solidFill>
                </a:endParaRPr>
              </a:p>
              <a:p>
                <a:pPr lvl="1">
                  <a:lnSpc>
                    <a:spcPct val="150000"/>
                  </a:lnSpc>
                </a:pPr>
                <a:endParaRPr lang="es-ES" dirty="0">
                  <a:solidFill>
                    <a:schemeClr val="accent1">
                      <a:lumMod val="50000"/>
                    </a:schemeClr>
                  </a:solidFill>
                </a:endParaRPr>
              </a:p>
              <a:p>
                <a:pPr lvl="1">
                  <a:lnSpc>
                    <a:spcPct val="150000"/>
                  </a:lnSpc>
                </a:pPr>
                <a:endParaRPr lang="es-ES" dirty="0">
                  <a:solidFill>
                    <a:schemeClr val="accent1">
                      <a:lumMod val="50000"/>
                    </a:schemeClr>
                  </a:solidFill>
                </a:endParaRPr>
              </a:p>
              <a:p>
                <a:pPr lvl="1">
                  <a:lnSpc>
                    <a:spcPct val="150000"/>
                  </a:lnSpc>
                </a:pPr>
                <a:endParaRPr lang="es-ES" dirty="0">
                  <a:solidFill>
                    <a:schemeClr val="accent1">
                      <a:lumMod val="50000"/>
                    </a:schemeClr>
                  </a:solidFill>
                </a:endParaRPr>
              </a:p>
              <a:p>
                <a:pPr lvl="1">
                  <a:lnSpc>
                    <a:spcPct val="150000"/>
                  </a:lnSpc>
                </a:pPr>
                <a:endParaRPr lang="es-ES" dirty="0">
                  <a:solidFill>
                    <a:schemeClr val="accent1">
                      <a:lumMod val="50000"/>
                    </a:schemeClr>
                  </a:solidFill>
                </a:endParaRPr>
              </a:p>
              <a:p>
                <a:pPr lvl="1">
                  <a:lnSpc>
                    <a:spcPct val="150000"/>
                  </a:lnSpc>
                </a:pPr>
                <a:endParaRPr lang="es-ES" dirty="0">
                  <a:solidFill>
                    <a:schemeClr val="accent1">
                      <a:lumMod val="50000"/>
                    </a:schemeClr>
                  </a:solidFill>
                </a:endParaRPr>
              </a:p>
            </p:txBody>
          </p:sp>
        </mc:Choice>
        <mc:Fallback xmlns="">
          <p:sp>
            <p:nvSpPr>
              <p:cNvPr id="5" name="CuadroTexto 4">
                <a:extLst>
                  <a:ext uri="{FF2B5EF4-FFF2-40B4-BE49-F238E27FC236}">
                    <a16:creationId xmlns:a16="http://schemas.microsoft.com/office/drawing/2014/main" id="{810E5124-3929-AB4B-97AE-4CAA74C93354}"/>
                  </a:ext>
                </a:extLst>
              </p:cNvPr>
              <p:cNvSpPr txBox="1">
                <a:spLocks noRot="1" noChangeAspect="1" noMove="1" noResize="1" noEditPoints="1" noAdjustHandles="1" noChangeArrowheads="1" noChangeShapeType="1" noTextEdit="1"/>
              </p:cNvSpPr>
              <p:nvPr/>
            </p:nvSpPr>
            <p:spPr>
              <a:xfrm>
                <a:off x="4692622" y="903985"/>
                <a:ext cx="7239668" cy="4726807"/>
              </a:xfrm>
              <a:prstGeom prst="rect">
                <a:avLst/>
              </a:prstGeom>
              <a:blipFill>
                <a:blip r:embed="rId4"/>
                <a:stretch>
                  <a:fillRect l="-758"/>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9E728E01-DE7B-2F8D-D7EF-EB061CBF006B}"/>
                  </a:ext>
                </a:extLst>
              </p:cNvPr>
              <p:cNvSpPr txBox="1"/>
              <p:nvPr/>
            </p:nvSpPr>
            <p:spPr>
              <a:xfrm>
                <a:off x="4351158" y="3054636"/>
                <a:ext cx="6096000" cy="16265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sz="1800"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800" b="1" i="1" smtClean="0">
                              <a:solidFill>
                                <a:schemeClr val="accent1">
                                  <a:lumMod val="50000"/>
                                </a:schemeClr>
                              </a:solidFill>
                              <a:latin typeface="Cambria Math" panose="02040503050406030204" pitchFamily="18" charset="0"/>
                              <a:ea typeface="Cambria Math" panose="02040503050406030204" pitchFamily="18" charset="0"/>
                            </a:rPr>
                            <m:t>𝒛</m:t>
                          </m:r>
                        </m:e>
                        <m:sup>
                          <m:r>
                            <a:rPr lang="es-ES" sz="1800" b="1" i="1" smtClean="0">
                              <a:solidFill>
                                <a:schemeClr val="accent1">
                                  <a:lumMod val="50000"/>
                                </a:schemeClr>
                              </a:solidFill>
                              <a:latin typeface="Cambria Math" panose="02040503050406030204" pitchFamily="18" charset="0"/>
                              <a:ea typeface="Cambria Math" panose="02040503050406030204" pitchFamily="18" charset="0"/>
                            </a:rPr>
                            <m:t>[</m:t>
                          </m:r>
                          <m:r>
                            <a:rPr lang="es-ES" sz="1800" b="1" i="1" smtClean="0">
                              <a:solidFill>
                                <a:schemeClr val="accent1">
                                  <a:lumMod val="50000"/>
                                </a:schemeClr>
                              </a:solidFill>
                              <a:latin typeface="Cambria Math" panose="02040503050406030204" pitchFamily="18" charset="0"/>
                              <a:ea typeface="Cambria Math" panose="02040503050406030204" pitchFamily="18" charset="0"/>
                            </a:rPr>
                            <m:t>𝟏</m:t>
                          </m:r>
                          <m:r>
                            <a:rPr lang="es-ES" sz="1800" b="1"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sz="1800" b="0" i="1" smtClean="0">
                          <a:solidFill>
                            <a:schemeClr val="accent1">
                              <a:lumMod val="50000"/>
                            </a:schemeClr>
                          </a:solidFill>
                          <a:latin typeface="Cambria Math" panose="02040503050406030204" pitchFamily="18" charset="0"/>
                          <a:ea typeface="Cambria Math" panose="02040503050406030204" pitchFamily="18" charset="0"/>
                        </a:rPr>
                        <m:t>=</m:t>
                      </m:r>
                      <m:d>
                        <m:dPr>
                          <m:begChr m:val="["/>
                          <m:endChr m:val="]"/>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1"/>
                                    <m:mcJc m:val="center"/>
                                  </m:mcPr>
                                </m:mc>
                              </m:mcs>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𝑧</m:t>
                                          </m:r>
                                        </m:e>
                                        <m:sub>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e>
                                  </m:m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𝑧</m:t>
                                          </m:r>
                                        </m:e>
                                        <m:sub>
                                          <m:r>
                                            <a:rPr lang="es-ES" b="0" i="1" smtClean="0">
                                              <a:solidFill>
                                                <a:schemeClr val="accent1">
                                                  <a:lumMod val="50000"/>
                                                </a:schemeClr>
                                              </a:solidFill>
                                              <a:latin typeface="Cambria Math" panose="02040503050406030204" pitchFamily="18" charset="0"/>
                                              <a:ea typeface="Cambria Math" panose="02040503050406030204" pitchFamily="18" charset="0"/>
                                            </a:rPr>
                                            <m:t>2</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e>
                                  </m:mr>
                                </m:m>
                              </m:e>
                            </m:mr>
                            <m:mr>
                              <m:e>
                                <m:m>
                                  <m:mPr>
                                    <m:mcs>
                                      <m:mc>
                                        <m:mcPr>
                                          <m:count m:val="1"/>
                                          <m:mcJc m:val="center"/>
                                        </m:mcPr>
                                      </m:mc>
                                    </m:mcs>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𝑧</m:t>
                                          </m:r>
                                        </m:e>
                                        <m:sub>
                                          <m:r>
                                            <a:rPr lang="es-ES" b="0" i="1" smtClean="0">
                                              <a:solidFill>
                                                <a:schemeClr val="accent1">
                                                  <a:lumMod val="50000"/>
                                                </a:schemeClr>
                                              </a:solidFill>
                                              <a:latin typeface="Cambria Math" panose="02040503050406030204" pitchFamily="18" charset="0"/>
                                              <a:ea typeface="Cambria Math" panose="02040503050406030204" pitchFamily="18" charset="0"/>
                                            </a:rPr>
                                            <m:t>3</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e>
                                  </m:m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𝑧</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e>
                                  </m:mr>
                                </m:m>
                              </m:e>
                            </m:mr>
                          </m:m>
                        </m:e>
                      </m:d>
                      <m:r>
                        <a:rPr lang="es-ES" sz="1800" b="0" i="1" smtClean="0">
                          <a:solidFill>
                            <a:schemeClr val="accent1">
                              <a:lumMod val="50000"/>
                            </a:schemeClr>
                          </a:solidFill>
                          <a:latin typeface="Cambria Math" panose="02040503050406030204" pitchFamily="18" charset="0"/>
                          <a:ea typeface="Cambria Math" panose="02040503050406030204" pitchFamily="18" charset="0"/>
                        </a:rPr>
                        <m:t>=</m:t>
                      </m:r>
                      <m:d>
                        <m:dPr>
                          <m:begChr m:val="["/>
                          <m:endChr m:val="]"/>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2"/>
                                    <m:mcJc m:val="center"/>
                                  </m:mcPr>
                                </m:mc>
                              </m:mcs>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b="0" i="1" smtClean="0">
                                              <a:solidFill>
                                                <a:schemeClr val="accent1">
                                                  <a:lumMod val="50000"/>
                                                </a:schemeClr>
                                              </a:solidFill>
                                              <a:latin typeface="Cambria Math" panose="02040503050406030204" pitchFamily="18" charset="0"/>
                                              <a:ea typeface="Cambria Math" panose="02040503050406030204" pitchFamily="18" charset="0"/>
                                            </a:rPr>
                                            <m:t>1</m:t>
                                          </m:r>
                                          <m:r>
                                            <a:rPr lang="es-ES" i="1">
                                              <a:solidFill>
                                                <a:schemeClr val="accent1">
                                                  <a:lumMod val="50000"/>
                                                </a:schemeClr>
                                              </a:solidFill>
                                              <a:latin typeface="Cambria Math" panose="02040503050406030204" pitchFamily="18" charset="0"/>
                                              <a:ea typeface="Cambria Math" panose="02040503050406030204" pitchFamily="18" charset="0"/>
                                            </a:rPr>
                                            <m:t>1</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e>
                                  </m:m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1</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e>
                                  </m:mr>
                                </m:m>
                              </m:e>
                              <m:e>
                                <m:m>
                                  <m:mPr>
                                    <m:mcs>
                                      <m:mc>
                                        <m:mcPr>
                                          <m:count m:val="1"/>
                                          <m:mcJc m:val="center"/>
                                        </m:mcPr>
                                      </m:mc>
                                    </m:mcs>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b="0" i="1" smtClean="0">
                                              <a:solidFill>
                                                <a:schemeClr val="accent1">
                                                  <a:lumMod val="50000"/>
                                                </a:schemeClr>
                                              </a:solidFill>
                                              <a:latin typeface="Cambria Math" panose="02040503050406030204" pitchFamily="18" charset="0"/>
                                              <a:ea typeface="Cambria Math" panose="02040503050406030204" pitchFamily="18" charset="0"/>
                                            </a:rPr>
                                            <m:t>12</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e>
                                  </m:m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2</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e>
                                  </m:mr>
                                </m:m>
                              </m:e>
                            </m:mr>
                            <m:mr>
                              <m:e>
                                <m:m>
                                  <m:mPr>
                                    <m:mcs>
                                      <m:mc>
                                        <m:mcPr>
                                          <m:count m:val="1"/>
                                          <m:mcJc m:val="center"/>
                                        </m:mcPr>
                                      </m:mc>
                                    </m:mcs>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b="0" i="1" smtClean="0">
                                              <a:solidFill>
                                                <a:schemeClr val="accent1">
                                                  <a:lumMod val="50000"/>
                                                </a:schemeClr>
                                              </a:solidFill>
                                              <a:latin typeface="Cambria Math" panose="02040503050406030204" pitchFamily="18" charset="0"/>
                                              <a:ea typeface="Cambria Math" panose="02040503050406030204" pitchFamily="18" charset="0"/>
                                            </a:rPr>
                                            <m:t>3</m:t>
                                          </m:r>
                                          <m:r>
                                            <a:rPr lang="es-ES" i="1">
                                              <a:solidFill>
                                                <a:schemeClr val="accent1">
                                                  <a:lumMod val="50000"/>
                                                </a:schemeClr>
                                              </a:solidFill>
                                              <a:latin typeface="Cambria Math" panose="02040503050406030204" pitchFamily="18" charset="0"/>
                                              <a:ea typeface="Cambria Math" panose="02040503050406030204" pitchFamily="18" charset="0"/>
                                            </a:rPr>
                                            <m:t>1</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e>
                                  </m:m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r>
                                            <a:rPr lang="es-ES" i="1">
                                              <a:solidFill>
                                                <a:schemeClr val="accent1">
                                                  <a:lumMod val="50000"/>
                                                </a:schemeClr>
                                              </a:solidFill>
                                              <a:latin typeface="Cambria Math" panose="02040503050406030204" pitchFamily="18" charset="0"/>
                                              <a:ea typeface="Cambria Math" panose="02040503050406030204" pitchFamily="18" charset="0"/>
                                            </a:rPr>
                                            <m:t>1</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e>
                                  </m:mr>
                                </m:m>
                              </m:e>
                              <m:e>
                                <m:m>
                                  <m:mPr>
                                    <m:mcs>
                                      <m:mc>
                                        <m:mcPr>
                                          <m:count m:val="1"/>
                                          <m:mcJc m:val="center"/>
                                        </m:mcPr>
                                      </m:mc>
                                    </m:mcs>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b="0" i="1" smtClean="0">
                                              <a:solidFill>
                                                <a:schemeClr val="accent1">
                                                  <a:lumMod val="50000"/>
                                                </a:schemeClr>
                                              </a:solidFill>
                                              <a:latin typeface="Cambria Math" panose="02040503050406030204" pitchFamily="18" charset="0"/>
                                              <a:ea typeface="Cambria Math" panose="02040503050406030204" pitchFamily="18" charset="0"/>
                                            </a:rPr>
                                            <m:t>3</m:t>
                                          </m:r>
                                          <m:r>
                                            <a:rPr lang="es-ES" i="1">
                                              <a:solidFill>
                                                <a:schemeClr val="accent1">
                                                  <a:lumMod val="50000"/>
                                                </a:schemeClr>
                                              </a:solidFill>
                                              <a:latin typeface="Cambria Math" panose="02040503050406030204" pitchFamily="18" charset="0"/>
                                              <a:ea typeface="Cambria Math" panose="02040503050406030204" pitchFamily="18" charset="0"/>
                                            </a:rPr>
                                            <m:t>2</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e>
                                  </m:m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r>
                                            <a:rPr lang="es-ES" i="1">
                                              <a:solidFill>
                                                <a:schemeClr val="accent1">
                                                  <a:lumMod val="50000"/>
                                                </a:schemeClr>
                                              </a:solidFill>
                                              <a:latin typeface="Cambria Math" panose="02040503050406030204" pitchFamily="18" charset="0"/>
                                              <a:ea typeface="Cambria Math" panose="02040503050406030204" pitchFamily="18" charset="0"/>
                                            </a:rPr>
                                            <m:t>2</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e>
                                  </m:mr>
                                </m:m>
                              </m:e>
                            </m:mr>
                          </m:m>
                        </m:e>
                      </m:d>
                      <m:d>
                        <m:dPr>
                          <m:begChr m:val="["/>
                          <m:endChr m:val="]"/>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1"/>
                                    <m:mcJc m:val="center"/>
                                  </m:mcPr>
                                </m:mc>
                              </m:mcs>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mPr>
                            <m:mr>
                              <m:e>
                                <m:sSub>
                                  <m:sSub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sSubPr>
                                  <m:e>
                                    <m:r>
                                      <m:rPr>
                                        <m:brk m:alnAt="7"/>
                                      </m:rPr>
                                      <a:rPr lang="es-ES" sz="1800" b="0" i="1" smtClean="0">
                                        <a:solidFill>
                                          <a:schemeClr val="accent1">
                                            <a:lumMod val="50000"/>
                                          </a:schemeClr>
                                        </a:solidFill>
                                        <a:latin typeface="Cambria Math" panose="02040503050406030204" pitchFamily="18" charset="0"/>
                                        <a:ea typeface="Cambria Math" panose="02040503050406030204" pitchFamily="18" charset="0"/>
                                      </a:rPr>
                                      <m:t>𝑥</m:t>
                                    </m:r>
                                  </m:e>
                                  <m:sub>
                                    <m:r>
                                      <m:rPr>
                                        <m:brk m:alnAt="7"/>
                                      </m:rPr>
                                      <a:rPr lang="es-ES" sz="1800" b="0" i="1" smtClean="0">
                                        <a:solidFill>
                                          <a:schemeClr val="accent1">
                                            <a:lumMod val="50000"/>
                                          </a:schemeClr>
                                        </a:solidFill>
                                        <a:latin typeface="Cambria Math" panose="02040503050406030204" pitchFamily="18" charset="0"/>
                                        <a:ea typeface="Cambria Math" panose="02040503050406030204" pitchFamily="18" charset="0"/>
                                      </a:rPr>
                                      <m:t>1</m:t>
                                    </m:r>
                                  </m:sub>
                                </m:sSub>
                              </m:e>
                            </m:mr>
                            <m:mr>
                              <m:e>
                                <m:sSub>
                                  <m:sSub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sz="1800" b="0" i="1" smtClean="0">
                                        <a:solidFill>
                                          <a:schemeClr val="accent1">
                                            <a:lumMod val="50000"/>
                                          </a:schemeClr>
                                        </a:solidFill>
                                        <a:latin typeface="Cambria Math" panose="02040503050406030204" pitchFamily="18" charset="0"/>
                                        <a:ea typeface="Cambria Math" panose="02040503050406030204" pitchFamily="18" charset="0"/>
                                      </a:rPr>
                                      <m:t>𝑥</m:t>
                                    </m:r>
                                  </m:e>
                                  <m:sub>
                                    <m:r>
                                      <a:rPr lang="es-ES" sz="1800" b="0" i="1" smtClean="0">
                                        <a:solidFill>
                                          <a:schemeClr val="accent1">
                                            <a:lumMod val="50000"/>
                                          </a:schemeClr>
                                        </a:solidFill>
                                        <a:latin typeface="Cambria Math" panose="02040503050406030204" pitchFamily="18" charset="0"/>
                                        <a:ea typeface="Cambria Math" panose="02040503050406030204" pitchFamily="18" charset="0"/>
                                      </a:rPr>
                                      <m:t>2</m:t>
                                    </m:r>
                                  </m:sub>
                                </m:sSub>
                              </m:e>
                            </m:mr>
                          </m:m>
                        </m:e>
                      </m:d>
                      <m:r>
                        <a:rPr lang="es-ES" sz="1800" b="0" i="1" smtClean="0">
                          <a:solidFill>
                            <a:schemeClr val="accent1">
                              <a:lumMod val="50000"/>
                            </a:schemeClr>
                          </a:solidFill>
                          <a:latin typeface="Cambria Math" panose="02040503050406030204" pitchFamily="18" charset="0"/>
                          <a:ea typeface="Cambria Math" panose="02040503050406030204" pitchFamily="18" charset="0"/>
                        </a:rPr>
                        <m:t>+</m:t>
                      </m:r>
                      <m:d>
                        <m:dPr>
                          <m:begChr m:val="["/>
                          <m:endChr m:val="]"/>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1"/>
                                    <m:mcJc m:val="center"/>
                                  </m:mcPr>
                                </m:mc>
                              </m:mcs>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mPr>
                                  <m:mr>
                                    <m:e>
                                      <m:sSubSup>
                                        <m:sSub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𝑏</m:t>
                                          </m:r>
                                        </m:e>
                                        <m:sub>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e>
                                  </m:m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𝑏</m:t>
                                          </m:r>
                                        </m:e>
                                        <m:sub>
                                          <m:r>
                                            <a:rPr lang="es-ES" b="0" i="1" smtClean="0">
                                              <a:solidFill>
                                                <a:schemeClr val="accent1">
                                                  <a:lumMod val="50000"/>
                                                </a:schemeClr>
                                              </a:solidFill>
                                              <a:latin typeface="Cambria Math" panose="02040503050406030204" pitchFamily="18" charset="0"/>
                                              <a:ea typeface="Cambria Math" panose="02040503050406030204" pitchFamily="18" charset="0"/>
                                            </a:rPr>
                                            <m:t>2</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e>
                                  </m:mr>
                                </m:m>
                              </m:e>
                            </m:mr>
                            <m:mr>
                              <m:e>
                                <m:m>
                                  <m:mPr>
                                    <m:mcs>
                                      <m:mc>
                                        <m:mcPr>
                                          <m:count m:val="1"/>
                                          <m:mcJc m:val="center"/>
                                        </m:mcPr>
                                      </m:mc>
                                    </m:mcs>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𝑏</m:t>
                                          </m:r>
                                        </m:e>
                                        <m:sub>
                                          <m:r>
                                            <a:rPr lang="es-ES" b="0" i="1" smtClean="0">
                                              <a:solidFill>
                                                <a:schemeClr val="accent1">
                                                  <a:lumMod val="50000"/>
                                                </a:schemeClr>
                                              </a:solidFill>
                                              <a:latin typeface="Cambria Math" panose="02040503050406030204" pitchFamily="18" charset="0"/>
                                              <a:ea typeface="Cambria Math" panose="02040503050406030204" pitchFamily="18" charset="0"/>
                                            </a:rPr>
                                            <m:t>3</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e>
                                  </m:m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𝑏</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e>
                                  </m:mr>
                                </m:m>
                              </m:e>
                            </m:mr>
                          </m:m>
                        </m:e>
                      </m:d>
                    </m:oMath>
                  </m:oMathPara>
                </a14:m>
                <a:endParaRPr lang="es-ES" dirty="0"/>
              </a:p>
            </p:txBody>
          </p:sp>
        </mc:Choice>
        <mc:Fallback xmlns="">
          <p:sp>
            <p:nvSpPr>
              <p:cNvPr id="11" name="CuadroTexto 10">
                <a:extLst>
                  <a:ext uri="{FF2B5EF4-FFF2-40B4-BE49-F238E27FC236}">
                    <a16:creationId xmlns:a16="http://schemas.microsoft.com/office/drawing/2014/main" id="{9E728E01-DE7B-2F8D-D7EF-EB061CBF006B}"/>
                  </a:ext>
                </a:extLst>
              </p:cNvPr>
              <p:cNvSpPr txBox="1">
                <a:spLocks noRot="1" noChangeAspect="1" noMove="1" noResize="1" noEditPoints="1" noAdjustHandles="1" noChangeArrowheads="1" noChangeShapeType="1" noTextEdit="1"/>
              </p:cNvSpPr>
              <p:nvPr/>
            </p:nvSpPr>
            <p:spPr>
              <a:xfrm>
                <a:off x="4351158" y="3054636"/>
                <a:ext cx="6096000" cy="1626536"/>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E1CEC00C-4074-BE07-56AB-7A6E45C5D3F9}"/>
                  </a:ext>
                </a:extLst>
              </p:cNvPr>
              <p:cNvSpPr txBox="1"/>
              <p:nvPr/>
            </p:nvSpPr>
            <p:spPr>
              <a:xfrm>
                <a:off x="4692622" y="4968678"/>
                <a:ext cx="6096000" cy="16014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d>
                        <m:dPr>
                          <m:begChr m:val="["/>
                          <m:endChr m:val="]"/>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2"/>
                                    <m:mcJc m:val="center"/>
                                  </m:mcPr>
                                </m:mc>
                              </m:mcs>
                              <m:ctrlPr>
                                <a:rPr lang="es-ES" b="0" i="1" smtClean="0">
                                  <a:solidFill>
                                    <a:schemeClr val="accent1">
                                      <a:lumMod val="50000"/>
                                    </a:schemeClr>
                                  </a:solidFill>
                                  <a:latin typeface="Cambria Math" panose="02040503050406030204" pitchFamily="18" charset="0"/>
                                  <a:ea typeface="Cambria Math" panose="02040503050406030204" pitchFamily="18" charset="0"/>
                                </a:rPr>
                              </m:ctrlPr>
                            </m:mPr>
                            <m:mr>
                              <m:e>
                                <m:m>
                                  <m:mPr>
                                    <m:mcs>
                                      <m:mc>
                                        <m:mcPr>
                                          <m:count m:val="2"/>
                                          <m:mcJc m:val="center"/>
                                        </m:mcPr>
                                      </m:mc>
                                    </m:mcs>
                                    <m:ctrlPr>
                                      <a:rPr lang="es-ES" b="0" i="1" smtClean="0">
                                        <a:solidFill>
                                          <a:schemeClr val="accent1">
                                            <a:lumMod val="50000"/>
                                          </a:schemeClr>
                                        </a:solidFill>
                                        <a:latin typeface="Cambria Math" panose="02040503050406030204" pitchFamily="18" charset="0"/>
                                        <a:ea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ea typeface="Cambria Math" panose="02040503050406030204" pitchFamily="18" charset="0"/>
                                            </a:rPr>
                                            <m:t>𝑊</m:t>
                                          </m:r>
                                        </m:e>
                                        <m:sub>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m:t>
                                          </m:r>
                                        </m:sup>
                                      </m:sSubSup>
                                    </m:e>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b="0" i="1" smtClean="0">
                                              <a:solidFill>
                                                <a:schemeClr val="accent1">
                                                  <a:lumMod val="50000"/>
                                                </a:schemeClr>
                                              </a:solidFill>
                                              <a:latin typeface="Cambria Math" panose="02040503050406030204" pitchFamily="18" charset="0"/>
                                              <a:ea typeface="Cambria Math" panose="02040503050406030204" pitchFamily="18" charset="0"/>
                                            </a:rPr>
                                            <m:t>2</m:t>
                                          </m:r>
                                        </m:sub>
                                        <m:sup>
                                          <m:r>
                                            <a:rPr lang="es-ES" i="1">
                                              <a:solidFill>
                                                <a:schemeClr val="accent1">
                                                  <a:lumMod val="50000"/>
                                                </a:schemeClr>
                                              </a:solidFill>
                                              <a:latin typeface="Cambria Math" panose="02040503050406030204" pitchFamily="18" charset="0"/>
                                              <a:ea typeface="Cambria Math" panose="02040503050406030204" pitchFamily="18" charset="0"/>
                                            </a:rPr>
                                            <m:t>[2]</m:t>
                                          </m:r>
                                        </m:sup>
                                      </m:sSubSup>
                                    </m:e>
                                  </m:mr>
                                </m:m>
                              </m:e>
                              <m:e>
                                <m:m>
                                  <m:mPr>
                                    <m:mcs>
                                      <m:mc>
                                        <m:mcPr>
                                          <m:count m:val="2"/>
                                          <m:mcJc m:val="center"/>
                                        </m:mcPr>
                                      </m:mc>
                                    </m:mcs>
                                    <m:ctrlPr>
                                      <a:rPr lang="es-ES" b="0" i="1" smtClean="0">
                                        <a:solidFill>
                                          <a:schemeClr val="accent1">
                                            <a:lumMod val="50000"/>
                                          </a:schemeClr>
                                        </a:solidFill>
                                        <a:latin typeface="Cambria Math" panose="02040503050406030204" pitchFamily="18" charset="0"/>
                                        <a:ea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b="0" i="1" smtClean="0">
                                              <a:solidFill>
                                                <a:schemeClr val="accent1">
                                                  <a:lumMod val="50000"/>
                                                </a:schemeClr>
                                              </a:solidFill>
                                              <a:latin typeface="Cambria Math" panose="02040503050406030204" pitchFamily="18" charset="0"/>
                                              <a:ea typeface="Cambria Math" panose="02040503050406030204" pitchFamily="18" charset="0"/>
                                            </a:rPr>
                                            <m:t>3</m:t>
                                          </m:r>
                                        </m:sub>
                                        <m:sup>
                                          <m:r>
                                            <a:rPr lang="es-ES" i="1">
                                              <a:solidFill>
                                                <a:schemeClr val="accent1">
                                                  <a:lumMod val="50000"/>
                                                </a:schemeClr>
                                              </a:solidFill>
                                              <a:latin typeface="Cambria Math" panose="02040503050406030204" pitchFamily="18" charset="0"/>
                                              <a:ea typeface="Cambria Math" panose="02040503050406030204" pitchFamily="18" charset="0"/>
                                            </a:rPr>
                                            <m:t>[2]</m:t>
                                          </m:r>
                                        </m:sup>
                                      </m:sSubSup>
                                    </m:e>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sub>
                                        <m:sup>
                                          <m:r>
                                            <a:rPr lang="es-ES" i="1">
                                              <a:solidFill>
                                                <a:schemeClr val="accent1">
                                                  <a:lumMod val="50000"/>
                                                </a:schemeClr>
                                              </a:solidFill>
                                              <a:latin typeface="Cambria Math" panose="02040503050406030204" pitchFamily="18" charset="0"/>
                                              <a:ea typeface="Cambria Math" panose="02040503050406030204" pitchFamily="18" charset="0"/>
                                            </a:rPr>
                                            <m:t>[2]</m:t>
                                          </m:r>
                                        </m:sup>
                                      </m:sSubSup>
                                    </m:e>
                                  </m:mr>
                                </m:m>
                              </m:e>
                            </m:mr>
                          </m:m>
                        </m:e>
                      </m:d>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1"/>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e>
                                  </m:m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b="0" i="1" smtClean="0">
                                              <a:solidFill>
                                                <a:schemeClr val="accent1">
                                                  <a:lumMod val="50000"/>
                                                </a:schemeClr>
                                              </a:solidFill>
                                              <a:latin typeface="Cambria Math" panose="02040503050406030204" pitchFamily="18" charset="0"/>
                                              <a:ea typeface="Cambria Math" panose="02040503050406030204" pitchFamily="18" charset="0"/>
                                            </a:rPr>
                                            <m:t>2</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e>
                                  </m:mr>
                                </m:m>
                              </m:e>
                            </m:mr>
                            <m:mr>
                              <m:e>
                                <m:m>
                                  <m:mPr>
                                    <m:mcs>
                                      <m:mc>
                                        <m:mcPr>
                                          <m:count m:val="1"/>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b="0" i="1" smtClean="0">
                                              <a:solidFill>
                                                <a:schemeClr val="accent1">
                                                  <a:lumMod val="50000"/>
                                                </a:schemeClr>
                                              </a:solidFill>
                                              <a:latin typeface="Cambria Math" panose="02040503050406030204" pitchFamily="18" charset="0"/>
                                              <a:ea typeface="Cambria Math" panose="02040503050406030204" pitchFamily="18" charset="0"/>
                                            </a:rPr>
                                            <m:t>3</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e>
                                  </m:m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sub>
                                        <m:sup>
                                          <m:r>
                                            <a:rPr lang="es-ES" i="1">
                                              <a:solidFill>
                                                <a:schemeClr val="accent1">
                                                  <a:lumMod val="50000"/>
                                                </a:schemeClr>
                                              </a:solidFill>
                                              <a:latin typeface="Cambria Math" panose="02040503050406030204" pitchFamily="18" charset="0"/>
                                              <a:ea typeface="Cambria Math" panose="02040503050406030204" pitchFamily="18" charset="0"/>
                                            </a:rPr>
                                            <m:t>[1]</m:t>
                                          </m:r>
                                        </m:sup>
                                      </m:sSubSup>
                                    </m:e>
                                  </m:mr>
                                </m:m>
                              </m:e>
                            </m:mr>
                          </m:m>
                        </m:e>
                      </m:d>
                      <m:r>
                        <a:rPr lang="es-ES" b="0" i="1" smtClean="0">
                          <a:solidFill>
                            <a:schemeClr val="accent1">
                              <a:lumMod val="50000"/>
                            </a:schemeClr>
                          </a:solidFill>
                          <a:latin typeface="Cambria Math" panose="02040503050406030204" pitchFamily="18" charset="0"/>
                          <a:ea typeface="Cambria Math" panose="02040503050406030204" pitchFamily="18" charset="0"/>
                        </a:rPr>
                        <m:t>+</m:t>
                      </m:r>
                      <m:d>
                        <m:dPr>
                          <m:begChr m:val="["/>
                          <m:endChr m:val="]"/>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e>
                      </m:d>
                    </m:oMath>
                  </m:oMathPara>
                </a14:m>
                <a:endParaRPr lang="es-ES" dirty="0"/>
              </a:p>
            </p:txBody>
          </p:sp>
        </mc:Choice>
        <mc:Fallback xmlns="">
          <p:sp>
            <p:nvSpPr>
              <p:cNvPr id="13" name="CuadroTexto 12">
                <a:extLst>
                  <a:ext uri="{FF2B5EF4-FFF2-40B4-BE49-F238E27FC236}">
                    <a16:creationId xmlns:a16="http://schemas.microsoft.com/office/drawing/2014/main" id="{E1CEC00C-4074-BE07-56AB-7A6E45C5D3F9}"/>
                  </a:ext>
                </a:extLst>
              </p:cNvPr>
              <p:cNvSpPr txBox="1">
                <a:spLocks noRot="1" noChangeAspect="1" noMove="1" noResize="1" noEditPoints="1" noAdjustHandles="1" noChangeArrowheads="1" noChangeShapeType="1" noTextEdit="1"/>
              </p:cNvSpPr>
              <p:nvPr/>
            </p:nvSpPr>
            <p:spPr>
              <a:xfrm>
                <a:off x="4692622" y="4968678"/>
                <a:ext cx="6096000" cy="1601464"/>
              </a:xfrm>
              <a:prstGeom prst="rect">
                <a:avLst/>
              </a:prstGeom>
              <a:blipFill>
                <a:blip r:embed="rId6"/>
                <a:stretch>
                  <a:fillRect/>
                </a:stretch>
              </a:blipFill>
            </p:spPr>
            <p:txBody>
              <a:bodyPr/>
              <a:lstStyle/>
              <a:p>
                <a:r>
                  <a:rPr lang="es-ES">
                    <a:noFill/>
                  </a:rPr>
                  <a:t> </a:t>
                </a:r>
              </a:p>
            </p:txBody>
          </p:sp>
        </mc:Fallback>
      </mc:AlternateContent>
      <p:sp>
        <p:nvSpPr>
          <p:cNvPr id="15" name="CuadroTexto 14">
            <a:extLst>
              <a:ext uri="{FF2B5EF4-FFF2-40B4-BE49-F238E27FC236}">
                <a16:creationId xmlns:a16="http://schemas.microsoft.com/office/drawing/2014/main" id="{D31167C3-C5C2-4DD7-430A-6C31197F0FA0}"/>
              </a:ext>
            </a:extLst>
          </p:cNvPr>
          <p:cNvSpPr txBox="1"/>
          <p:nvPr/>
        </p:nvSpPr>
        <p:spPr>
          <a:xfrm>
            <a:off x="259710" y="903985"/>
            <a:ext cx="11672580" cy="46487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dirty="0">
                <a:solidFill>
                  <a:schemeClr val="accent1">
                    <a:lumMod val="50000"/>
                  </a:schemeClr>
                </a:solidFill>
              </a:rPr>
              <a:t>Ecuaciones de la red. </a:t>
            </a:r>
            <a:r>
              <a:rPr lang="es-ES" b="1" dirty="0" err="1">
                <a:solidFill>
                  <a:schemeClr val="accent1">
                    <a:lumMod val="50000"/>
                  </a:schemeClr>
                </a:solidFill>
              </a:rPr>
              <a:t>FeedForward</a:t>
            </a:r>
            <a:endParaRPr lang="es-ES" b="1" dirty="0">
              <a:solidFill>
                <a:schemeClr val="accent1">
                  <a:lumMod val="50000"/>
                </a:schemeClr>
              </a:solidFill>
            </a:endParaRPr>
          </a:p>
        </p:txBody>
      </p:sp>
      <p:sp>
        <p:nvSpPr>
          <p:cNvPr id="16" name="CuadroTexto 15">
            <a:extLst>
              <a:ext uri="{FF2B5EF4-FFF2-40B4-BE49-F238E27FC236}">
                <a16:creationId xmlns:a16="http://schemas.microsoft.com/office/drawing/2014/main" id="{2FBD5DB0-5375-FA7D-BBD1-72DBB2F4D047}"/>
              </a:ext>
            </a:extLst>
          </p:cNvPr>
          <p:cNvSpPr txBox="1"/>
          <p:nvPr/>
        </p:nvSpPr>
        <p:spPr>
          <a:xfrm>
            <a:off x="259710" y="134869"/>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Caso </a:t>
            </a:r>
            <a:r>
              <a:rPr lang="en-US" sz="2000" b="1" dirty="0" err="1">
                <a:solidFill>
                  <a:schemeClr val="accent1">
                    <a:lumMod val="50000"/>
                  </a:schemeClr>
                </a:solidFill>
              </a:rPr>
              <a:t>más</a:t>
            </a:r>
            <a:r>
              <a:rPr lang="en-US" sz="2000" b="1" dirty="0">
                <a:solidFill>
                  <a:schemeClr val="accent1">
                    <a:lumMod val="50000"/>
                  </a:schemeClr>
                </a:solidFill>
              </a:rPr>
              <a:t> </a:t>
            </a:r>
            <a:r>
              <a:rPr lang="en-US" sz="2000" b="1" dirty="0" err="1">
                <a:solidFill>
                  <a:schemeClr val="accent1">
                    <a:lumMod val="50000"/>
                  </a:schemeClr>
                </a:solidFill>
              </a:rPr>
              <a:t>complejo</a:t>
            </a:r>
            <a:endParaRPr lang="en-US" sz="2000" dirty="0">
              <a:solidFill>
                <a:schemeClr val="accent1">
                  <a:lumMod val="50000"/>
                </a:schemeClr>
              </a:solidFill>
            </a:endParaRPr>
          </a:p>
        </p:txBody>
      </p:sp>
    </p:spTree>
    <p:extLst>
      <p:ext uri="{BB962C8B-B14F-4D97-AF65-F5344CB8AC3E}">
        <p14:creationId xmlns:p14="http://schemas.microsoft.com/office/powerpoint/2010/main" val="117889580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2B2AE-6625-605C-95B3-55CD282D954E}"/>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7085D58C-60E3-2DEB-7ACD-34FA88B1B26D}"/>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4" name="CuadroTexto 3">
            <a:extLst>
              <a:ext uri="{FF2B5EF4-FFF2-40B4-BE49-F238E27FC236}">
                <a16:creationId xmlns:a16="http://schemas.microsoft.com/office/drawing/2014/main" id="{C8B21EA5-BD6F-350E-9FA2-B78BCD035583}"/>
              </a:ext>
            </a:extLst>
          </p:cNvPr>
          <p:cNvSpPr txBox="1"/>
          <p:nvPr/>
        </p:nvSpPr>
        <p:spPr>
          <a:xfrm>
            <a:off x="259710" y="903985"/>
            <a:ext cx="11672580" cy="46487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b="1" dirty="0" err="1">
                <a:solidFill>
                  <a:schemeClr val="accent1">
                    <a:lumMod val="50000"/>
                  </a:schemeClr>
                </a:solidFill>
              </a:rPr>
              <a:t>Backward</a:t>
            </a:r>
            <a:r>
              <a:rPr lang="es-ES" b="1" dirty="0">
                <a:solidFill>
                  <a:schemeClr val="accent1">
                    <a:lumMod val="50000"/>
                  </a:schemeClr>
                </a:solidFill>
              </a:rPr>
              <a:t> </a:t>
            </a:r>
            <a:r>
              <a:rPr lang="es-ES" b="1" dirty="0" err="1">
                <a:solidFill>
                  <a:schemeClr val="accent1">
                    <a:lumMod val="50000"/>
                  </a:schemeClr>
                </a:solidFill>
              </a:rPr>
              <a:t>Propagation</a:t>
            </a:r>
            <a:r>
              <a:rPr lang="es-ES" b="1" dirty="0">
                <a:solidFill>
                  <a:schemeClr val="accent1">
                    <a:lumMod val="50000"/>
                  </a:schemeClr>
                </a:solidFill>
              </a:rPr>
              <a:t> para el cálculo de los parámetros.</a:t>
            </a:r>
          </a:p>
        </p:txBody>
      </p:sp>
      <p:pic>
        <p:nvPicPr>
          <p:cNvPr id="9" name="Imagen 8">
            <a:extLst>
              <a:ext uri="{FF2B5EF4-FFF2-40B4-BE49-F238E27FC236}">
                <a16:creationId xmlns:a16="http://schemas.microsoft.com/office/drawing/2014/main" id="{11D83135-1BDE-CF78-8CBC-D424634F7458}"/>
              </a:ext>
            </a:extLst>
          </p:cNvPr>
          <p:cNvPicPr>
            <a:picLocks noChangeAspect="1"/>
          </p:cNvPicPr>
          <p:nvPr/>
        </p:nvPicPr>
        <p:blipFill>
          <a:blip r:embed="rId3"/>
          <a:stretch>
            <a:fillRect/>
          </a:stretch>
        </p:blipFill>
        <p:spPr>
          <a:xfrm>
            <a:off x="772996" y="1966398"/>
            <a:ext cx="3701354" cy="3408389"/>
          </a:xfrm>
          <a:prstGeom prst="rect">
            <a:avLst/>
          </a:prstGeom>
        </p:spPr>
      </p:pic>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E43F70F2-C21D-50A8-8A2E-9B455BE2D4EC}"/>
                  </a:ext>
                </a:extLst>
              </p:cNvPr>
              <p:cNvSpPr txBox="1"/>
              <p:nvPr/>
            </p:nvSpPr>
            <p:spPr>
              <a:xfrm>
                <a:off x="4558145" y="1715626"/>
                <a:ext cx="7633855" cy="461985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dirty="0">
                    <a:solidFill>
                      <a:schemeClr val="accent1">
                        <a:lumMod val="50000"/>
                      </a:schemeClr>
                    </a:solidFill>
                  </a:rPr>
                  <a:t>El algoritmo comienza asignando valores aleatorios a los parámetros </a:t>
                </a:r>
                <a14:m>
                  <m:oMath xmlns:m="http://schemas.openxmlformats.org/officeDocument/2006/math">
                    <m:d>
                      <m:dPr>
                        <m:begChr m:val="{"/>
                        <m:endChr m:val="}"/>
                        <m:ctrlPr>
                          <a:rPr lang="es-ES" b="1" i="1" smtClean="0">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d>
                  </m:oMath>
                </a14:m>
                <a:r>
                  <a:rPr lang="es-ES" dirty="0">
                    <a:solidFill>
                      <a:schemeClr val="accent1">
                        <a:lumMod val="50000"/>
                      </a:schemeClr>
                    </a:solidFill>
                  </a:rPr>
                  <a:t>.</a:t>
                </a:r>
              </a:p>
              <a:p>
                <a:pPr marL="285750" indent="-285750">
                  <a:lnSpc>
                    <a:spcPct val="150000"/>
                  </a:lnSpc>
                  <a:buFont typeface="Arial" panose="020B0604020202020204" pitchFamily="34" charset="0"/>
                  <a:buChar char="•"/>
                </a:pPr>
                <a:r>
                  <a:rPr lang="es-ES" dirty="0">
                    <a:solidFill>
                      <a:schemeClr val="accent1">
                        <a:lumMod val="50000"/>
                      </a:schemeClr>
                    </a:solidFill>
                  </a:rPr>
                  <a:t>A continuación se itera para buscar el valor óptimo que minimiza el error en el conjunto de puntos de entrenamiento:</a:t>
                </a:r>
              </a:p>
              <a:p>
                <a:pPr marL="285750" indent="-285750">
                  <a:lnSpc>
                    <a:spcPct val="150000"/>
                  </a:lnSpc>
                  <a:buFont typeface="Arial" panose="020B0604020202020204" pitchFamily="34" charset="0"/>
                  <a:buChar char="•"/>
                </a:pPr>
                <a:endParaRPr lang="es-ES" dirty="0">
                  <a:solidFill>
                    <a:schemeClr val="accent1">
                      <a:lumMod val="50000"/>
                    </a:schemeClr>
                  </a:solidFill>
                </a:endParaRPr>
              </a:p>
              <a:p>
                <a:pPr marL="285750" indent="-285750">
                  <a:lnSpc>
                    <a:spcPct val="150000"/>
                  </a:lnSpc>
                  <a:buFont typeface="Arial" panose="020B0604020202020204" pitchFamily="34" charset="0"/>
                  <a:buChar char="•"/>
                </a:pPr>
                <a:endParaRPr lang="es-ES" dirty="0">
                  <a:solidFill>
                    <a:schemeClr val="accent1">
                      <a:lumMod val="50000"/>
                    </a:schemeClr>
                  </a:solidFill>
                </a:endParaRPr>
              </a:p>
              <a:p>
                <a:pPr marL="285750" indent="-285750">
                  <a:lnSpc>
                    <a:spcPct val="150000"/>
                  </a:lnSpc>
                  <a:buFont typeface="Arial" panose="020B0604020202020204" pitchFamily="34" charset="0"/>
                  <a:buChar char="•"/>
                </a:pPr>
                <a:endParaRPr lang="es-ES" dirty="0">
                  <a:solidFill>
                    <a:schemeClr val="accent1">
                      <a:lumMod val="50000"/>
                    </a:schemeClr>
                  </a:solidFill>
                </a:endParaRPr>
              </a:p>
              <a:p>
                <a:pPr marL="285750" indent="-285750">
                  <a:lnSpc>
                    <a:spcPct val="150000"/>
                  </a:lnSpc>
                  <a:buFont typeface="Arial" panose="020B0604020202020204" pitchFamily="34" charset="0"/>
                  <a:buChar char="•"/>
                </a:pPr>
                <a:endParaRPr lang="es-ES" dirty="0">
                  <a:solidFill>
                    <a:schemeClr val="accent1">
                      <a:lumMod val="50000"/>
                    </a:schemeClr>
                  </a:solidFill>
                </a:endParaRPr>
              </a:p>
              <a:p>
                <a:pPr marL="285750" indent="-285750">
                  <a:lnSpc>
                    <a:spcPct val="150000"/>
                  </a:lnSpc>
                  <a:buFont typeface="Arial" panose="020B0604020202020204" pitchFamily="34" charset="0"/>
                  <a:buChar char="•"/>
                </a:pPr>
                <a:endParaRPr lang="es-ES" dirty="0">
                  <a:solidFill>
                    <a:schemeClr val="accent1">
                      <a:lumMod val="50000"/>
                    </a:schemeClr>
                  </a:solidFill>
                </a:endParaRPr>
              </a:p>
              <a:p>
                <a:pPr marL="285750" indent="-285750">
                  <a:lnSpc>
                    <a:spcPct val="150000"/>
                  </a:lnSpc>
                  <a:buFont typeface="Arial" panose="020B0604020202020204" pitchFamily="34" charset="0"/>
                  <a:buChar char="•"/>
                </a:pPr>
                <a:r>
                  <a:rPr lang="es-ES" dirty="0">
                    <a:solidFill>
                      <a:schemeClr val="accent1">
                        <a:lumMod val="50000"/>
                      </a:schemeClr>
                    </a:solidFill>
                  </a:rPr>
                  <a:t>Para calcular las derivadas parciales empleamos </a:t>
                </a:r>
                <a:r>
                  <a:rPr lang="es-ES" b="1" dirty="0" err="1">
                    <a:solidFill>
                      <a:schemeClr val="accent1">
                        <a:lumMod val="50000"/>
                      </a:schemeClr>
                    </a:solidFill>
                  </a:rPr>
                  <a:t>backpropagation</a:t>
                </a:r>
                <a:r>
                  <a:rPr lang="es-ES" dirty="0">
                    <a:solidFill>
                      <a:schemeClr val="accent1">
                        <a:lumMod val="50000"/>
                      </a:schemeClr>
                    </a:solidFill>
                  </a:rPr>
                  <a:t> en la red</a:t>
                </a:r>
              </a:p>
              <a:p>
                <a:pPr>
                  <a:lnSpc>
                    <a:spcPct val="150000"/>
                  </a:lnSpc>
                </a:pPr>
                <a:r>
                  <a:rPr lang="es-ES" dirty="0">
                    <a:solidFill>
                      <a:schemeClr val="accent1">
                        <a:lumMod val="50000"/>
                      </a:schemeClr>
                    </a:solidFill>
                  </a:rPr>
                  <a:t> </a:t>
                </a:r>
              </a:p>
              <a:p>
                <a:pPr lvl="1">
                  <a:lnSpc>
                    <a:spcPct val="150000"/>
                  </a:lnSpc>
                </a:pPr>
                <a:endParaRPr lang="es-ES" dirty="0">
                  <a:solidFill>
                    <a:schemeClr val="accent1">
                      <a:lumMod val="50000"/>
                    </a:schemeClr>
                  </a:solidFill>
                </a:endParaRPr>
              </a:p>
            </p:txBody>
          </p:sp>
        </mc:Choice>
        <mc:Fallback xmlns="">
          <p:sp>
            <p:nvSpPr>
              <p:cNvPr id="5" name="CuadroTexto 4">
                <a:extLst>
                  <a:ext uri="{FF2B5EF4-FFF2-40B4-BE49-F238E27FC236}">
                    <a16:creationId xmlns:a16="http://schemas.microsoft.com/office/drawing/2014/main" id="{E43F70F2-C21D-50A8-8A2E-9B455BE2D4EC}"/>
                  </a:ext>
                </a:extLst>
              </p:cNvPr>
              <p:cNvSpPr txBox="1">
                <a:spLocks noRot="1" noChangeAspect="1" noMove="1" noResize="1" noEditPoints="1" noAdjustHandles="1" noChangeArrowheads="1" noChangeShapeType="1" noTextEdit="1"/>
              </p:cNvSpPr>
              <p:nvPr/>
            </p:nvSpPr>
            <p:spPr>
              <a:xfrm>
                <a:off x="4558145" y="1715626"/>
                <a:ext cx="7633855" cy="4619854"/>
              </a:xfrm>
              <a:prstGeom prst="rect">
                <a:avLst/>
              </a:prstGeom>
              <a:blipFill>
                <a:blip r:embed="rId4"/>
                <a:stretch>
                  <a:fillRect l="-55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EF3189A1-267A-0AC7-5321-EA5E87B7A83A}"/>
                  </a:ext>
                </a:extLst>
              </p:cNvPr>
              <p:cNvSpPr txBox="1"/>
              <p:nvPr/>
            </p:nvSpPr>
            <p:spPr>
              <a:xfrm>
                <a:off x="6397865" y="3631196"/>
                <a:ext cx="2753893" cy="11550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𝒕</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𝒕</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 </m:t>
                      </m:r>
                      <m:r>
                        <a:rPr lang="es-ES" b="0" i="1" smtClean="0">
                          <a:solidFill>
                            <a:schemeClr val="accent1">
                              <a:lumMod val="50000"/>
                            </a:schemeClr>
                          </a:solidFill>
                          <a:latin typeface="Cambria Math" panose="02040503050406030204" pitchFamily="18" charset="0"/>
                          <a:ea typeface="Cambria Math" panose="02040503050406030204" pitchFamily="18" charset="0"/>
                        </a:rPr>
                        <m:t>𝛼</m:t>
                      </m:r>
                      <m:f>
                        <m:f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fPr>
                        <m:num>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𝐽</m:t>
                          </m:r>
                        </m:num>
                        <m:den>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𝒕</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oMath>
                  </m:oMathPara>
                </a14:m>
                <a:endParaRPr lang="es-ES" dirty="0"/>
              </a:p>
              <a:p>
                <a:pPr/>
                <a14:m>
                  <m:oMathPara xmlns:m="http://schemas.openxmlformats.org/officeDocument/2006/math">
                    <m:oMathParaPr>
                      <m:jc m:val="centerGroup"/>
                    </m:oMathParaPr>
                    <m:oMath xmlns:m="http://schemas.openxmlformats.org/officeDocument/2006/math">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𝒕</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𝒕</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 </m:t>
                      </m:r>
                      <m:r>
                        <a:rPr lang="es-ES" b="0" i="1" smtClean="0">
                          <a:solidFill>
                            <a:schemeClr val="accent1">
                              <a:lumMod val="50000"/>
                            </a:schemeClr>
                          </a:solidFill>
                          <a:latin typeface="Cambria Math" panose="02040503050406030204" pitchFamily="18" charset="0"/>
                          <a:ea typeface="Cambria Math" panose="02040503050406030204" pitchFamily="18" charset="0"/>
                        </a:rPr>
                        <m:t>𝛼</m:t>
                      </m:r>
                      <m:f>
                        <m:f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fPr>
                        <m:num>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𝐽</m:t>
                          </m:r>
                        </m:num>
                        <m:den>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𝒕</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oMath>
                  </m:oMathPara>
                </a14:m>
                <a:endParaRPr lang="es-ES" dirty="0"/>
              </a:p>
            </p:txBody>
          </p:sp>
        </mc:Choice>
        <mc:Fallback xmlns="">
          <p:sp>
            <p:nvSpPr>
              <p:cNvPr id="2" name="CuadroTexto 1">
                <a:extLst>
                  <a:ext uri="{FF2B5EF4-FFF2-40B4-BE49-F238E27FC236}">
                    <a16:creationId xmlns:a16="http://schemas.microsoft.com/office/drawing/2014/main" id="{EF3189A1-267A-0AC7-5321-EA5E87B7A83A}"/>
                  </a:ext>
                </a:extLst>
              </p:cNvPr>
              <p:cNvSpPr txBox="1">
                <a:spLocks noRot="1" noChangeAspect="1" noMove="1" noResize="1" noEditPoints="1" noAdjustHandles="1" noChangeArrowheads="1" noChangeShapeType="1" noTextEdit="1"/>
              </p:cNvSpPr>
              <p:nvPr/>
            </p:nvSpPr>
            <p:spPr>
              <a:xfrm>
                <a:off x="6397865" y="3631196"/>
                <a:ext cx="2753893" cy="1155060"/>
              </a:xfrm>
              <a:prstGeom prst="rect">
                <a:avLst/>
              </a:prstGeom>
              <a:blipFill>
                <a:blip r:embed="rId5"/>
                <a:stretch>
                  <a:fillRect/>
                </a:stretch>
              </a:blipFill>
            </p:spPr>
            <p:txBody>
              <a:bodyPr/>
              <a:lstStyle/>
              <a:p>
                <a:r>
                  <a:rPr lang="es-ES">
                    <a:noFill/>
                  </a:rPr>
                  <a:t> </a:t>
                </a:r>
              </a:p>
            </p:txBody>
          </p:sp>
        </mc:Fallback>
      </mc:AlternateContent>
      <p:sp>
        <p:nvSpPr>
          <p:cNvPr id="6" name="Rectángulo: esquinas redondeadas 5">
            <a:extLst>
              <a:ext uri="{FF2B5EF4-FFF2-40B4-BE49-F238E27FC236}">
                <a16:creationId xmlns:a16="http://schemas.microsoft.com/office/drawing/2014/main" id="{FD447D05-16F6-D8C0-A446-D940B9DAD07D}"/>
              </a:ext>
            </a:extLst>
          </p:cNvPr>
          <p:cNvSpPr/>
          <p:nvPr/>
        </p:nvSpPr>
        <p:spPr>
          <a:xfrm>
            <a:off x="6269182" y="3189145"/>
            <a:ext cx="3068782" cy="1597111"/>
          </a:xfrm>
          <a:prstGeom prst="roundRect">
            <a:avLst>
              <a:gd name="adj" fmla="val 19105"/>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s-ES" b="1" dirty="0">
                <a:solidFill>
                  <a:schemeClr val="accent1">
                    <a:lumMod val="50000"/>
                  </a:schemeClr>
                </a:solidFill>
              </a:rPr>
              <a:t>Descenso de Gradiente</a:t>
            </a:r>
          </a:p>
        </p:txBody>
      </p:sp>
      <p:sp>
        <p:nvSpPr>
          <p:cNvPr id="7" name="CuadroTexto 6">
            <a:extLst>
              <a:ext uri="{FF2B5EF4-FFF2-40B4-BE49-F238E27FC236}">
                <a16:creationId xmlns:a16="http://schemas.microsoft.com/office/drawing/2014/main" id="{D7F0B1B3-B88D-1FD9-22FC-3E3DC6FC6B88}"/>
              </a:ext>
            </a:extLst>
          </p:cNvPr>
          <p:cNvSpPr txBox="1"/>
          <p:nvPr/>
        </p:nvSpPr>
        <p:spPr>
          <a:xfrm>
            <a:off x="259710" y="134869"/>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Caso </a:t>
            </a:r>
            <a:r>
              <a:rPr lang="en-US" sz="2000" b="1" dirty="0" err="1">
                <a:solidFill>
                  <a:schemeClr val="accent1">
                    <a:lumMod val="50000"/>
                  </a:schemeClr>
                </a:solidFill>
              </a:rPr>
              <a:t>más</a:t>
            </a:r>
            <a:r>
              <a:rPr lang="en-US" sz="2000" b="1" dirty="0">
                <a:solidFill>
                  <a:schemeClr val="accent1">
                    <a:lumMod val="50000"/>
                  </a:schemeClr>
                </a:solidFill>
              </a:rPr>
              <a:t> </a:t>
            </a:r>
            <a:r>
              <a:rPr lang="en-US" sz="2000" b="1" dirty="0" err="1">
                <a:solidFill>
                  <a:schemeClr val="accent1">
                    <a:lumMod val="50000"/>
                  </a:schemeClr>
                </a:solidFill>
              </a:rPr>
              <a:t>complejo</a:t>
            </a:r>
            <a:endParaRPr lang="en-US" sz="2000" dirty="0">
              <a:solidFill>
                <a:schemeClr val="accent1">
                  <a:lumMod val="50000"/>
                </a:schemeClr>
              </a:solidFill>
            </a:endParaRPr>
          </a:p>
        </p:txBody>
      </p:sp>
    </p:spTree>
    <p:extLst>
      <p:ext uri="{BB962C8B-B14F-4D97-AF65-F5344CB8AC3E}">
        <p14:creationId xmlns:p14="http://schemas.microsoft.com/office/powerpoint/2010/main" val="57441691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F006A-24B8-1B0B-6F26-542D3C69F85C}"/>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BFF317E0-3316-7D48-AECA-596E74DD7126}"/>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4" name="CuadroTexto 3">
            <a:extLst>
              <a:ext uri="{FF2B5EF4-FFF2-40B4-BE49-F238E27FC236}">
                <a16:creationId xmlns:a16="http://schemas.microsoft.com/office/drawing/2014/main" id="{18283286-F9E7-DD53-F8DC-B0F33D0182CA}"/>
              </a:ext>
            </a:extLst>
          </p:cNvPr>
          <p:cNvSpPr txBox="1"/>
          <p:nvPr/>
        </p:nvSpPr>
        <p:spPr>
          <a:xfrm>
            <a:off x="259710" y="903985"/>
            <a:ext cx="11672580" cy="46487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b="1" dirty="0" err="1">
                <a:solidFill>
                  <a:schemeClr val="accent1">
                    <a:lumMod val="50000"/>
                  </a:schemeClr>
                </a:solidFill>
              </a:rPr>
              <a:t>Backward</a:t>
            </a:r>
            <a:r>
              <a:rPr lang="es-ES" b="1" dirty="0">
                <a:solidFill>
                  <a:schemeClr val="accent1">
                    <a:lumMod val="50000"/>
                  </a:schemeClr>
                </a:solidFill>
              </a:rPr>
              <a:t> </a:t>
            </a:r>
            <a:r>
              <a:rPr lang="es-ES" b="1" dirty="0" err="1">
                <a:solidFill>
                  <a:schemeClr val="accent1">
                    <a:lumMod val="50000"/>
                  </a:schemeClr>
                </a:solidFill>
              </a:rPr>
              <a:t>Propagation</a:t>
            </a:r>
            <a:r>
              <a:rPr lang="es-ES" b="1" dirty="0">
                <a:solidFill>
                  <a:schemeClr val="accent1">
                    <a:lumMod val="50000"/>
                  </a:schemeClr>
                </a:solidFill>
              </a:rPr>
              <a:t> para el cálculo de los parámetros</a:t>
            </a:r>
            <a:r>
              <a:rPr lang="es-ES" b="1" dirty="0" smtClean="0">
                <a:solidFill>
                  <a:schemeClr val="accent1">
                    <a:lumMod val="50000"/>
                  </a:schemeClr>
                </a:solidFill>
              </a:rPr>
              <a:t>. </a:t>
            </a:r>
            <a:r>
              <a:rPr lang="es-ES" b="1" u="sng" dirty="0" smtClean="0">
                <a:solidFill>
                  <a:schemeClr val="accent1">
                    <a:lumMod val="50000"/>
                  </a:schemeClr>
                </a:solidFill>
              </a:rPr>
              <a:t>Empezamos considerando un solo punto de entrenamiento</a:t>
            </a:r>
            <a:endParaRPr lang="es-ES" b="1" u="sng" dirty="0">
              <a:solidFill>
                <a:schemeClr val="accent1">
                  <a:lumMod val="50000"/>
                </a:schemeClr>
              </a:solidFill>
            </a:endParaRPr>
          </a:p>
        </p:txBody>
      </p:sp>
      <p:sp>
        <p:nvSpPr>
          <p:cNvPr id="7" name="Elipse 6">
            <a:extLst>
              <a:ext uri="{FF2B5EF4-FFF2-40B4-BE49-F238E27FC236}">
                <a16:creationId xmlns:a16="http://schemas.microsoft.com/office/drawing/2014/main" id="{0B3B6444-1405-255B-E818-92FB5C1FEFEA}"/>
              </a:ext>
            </a:extLst>
          </p:cNvPr>
          <p:cNvSpPr/>
          <p:nvPr/>
        </p:nvSpPr>
        <p:spPr>
          <a:xfrm>
            <a:off x="2622627" y="3455716"/>
            <a:ext cx="1080000" cy="1080000"/>
          </a:xfrm>
          <a:prstGeom prst="ellipse">
            <a:avLst/>
          </a:prstGeom>
          <a:no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s-ES" sz="1600" b="1" dirty="0"/>
          </a:p>
        </p:txBody>
      </p:sp>
      <p:cxnSp>
        <p:nvCxnSpPr>
          <p:cNvPr id="8" name="Conector recto de flecha 7">
            <a:extLst>
              <a:ext uri="{FF2B5EF4-FFF2-40B4-BE49-F238E27FC236}">
                <a16:creationId xmlns:a16="http://schemas.microsoft.com/office/drawing/2014/main" id="{3CE8D42D-2637-287E-C530-B383411D58F9}"/>
              </a:ext>
            </a:extLst>
          </p:cNvPr>
          <p:cNvCxnSpPr>
            <a:cxnSpLocks/>
            <a:stCxn id="7" idx="6"/>
          </p:cNvCxnSpPr>
          <p:nvPr/>
        </p:nvCxnSpPr>
        <p:spPr>
          <a:xfrm>
            <a:off x="3702627" y="3995716"/>
            <a:ext cx="329046" cy="0"/>
          </a:xfrm>
          <a:prstGeom prst="straightConnector1">
            <a:avLst/>
          </a:prstGeom>
          <a:ln w="34925" cmpd="sng">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Elipse 9">
                <a:extLst>
                  <a:ext uri="{FF2B5EF4-FFF2-40B4-BE49-F238E27FC236}">
                    <a16:creationId xmlns:a16="http://schemas.microsoft.com/office/drawing/2014/main" id="{83E5433C-8A46-FDC8-DA93-7D0BF3CA2F29}"/>
                  </a:ext>
                </a:extLst>
              </p:cNvPr>
              <p:cNvSpPr/>
              <p:nvPr/>
            </p:nvSpPr>
            <p:spPr>
              <a:xfrm>
                <a:off x="417375" y="3361695"/>
                <a:ext cx="540000" cy="540000"/>
              </a:xfrm>
              <a:prstGeom prst="ellipse">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𝑥</m:t>
                          </m:r>
                        </m:e>
                        <m:sub>
                          <m:r>
                            <a:rPr lang="es-ES" i="1">
                              <a:solidFill>
                                <a:schemeClr val="accent1">
                                  <a:lumMod val="50000"/>
                                </a:schemeClr>
                              </a:solidFill>
                              <a:latin typeface="Cambria Math" panose="02040503050406030204" pitchFamily="18" charset="0"/>
                              <a:ea typeface="Cambria Math" panose="02040503050406030204" pitchFamily="18" charset="0"/>
                            </a:rPr>
                            <m:t>1</m:t>
                          </m:r>
                        </m:sub>
                      </m:sSub>
                    </m:oMath>
                  </m:oMathPara>
                </a14:m>
                <a:endParaRPr lang="es-ES"/>
              </a:p>
            </p:txBody>
          </p:sp>
        </mc:Choice>
        <mc:Fallback xmlns="">
          <p:sp>
            <p:nvSpPr>
              <p:cNvPr id="10" name="Elipse 9">
                <a:extLst>
                  <a:ext uri="{FF2B5EF4-FFF2-40B4-BE49-F238E27FC236}">
                    <a16:creationId xmlns:a16="http://schemas.microsoft.com/office/drawing/2014/main" id="{83E5433C-8A46-FDC8-DA93-7D0BF3CA2F29}"/>
                  </a:ext>
                </a:extLst>
              </p:cNvPr>
              <p:cNvSpPr>
                <a:spLocks noRot="1" noChangeAspect="1" noMove="1" noResize="1" noEditPoints="1" noAdjustHandles="1" noChangeArrowheads="1" noChangeShapeType="1" noTextEdit="1"/>
              </p:cNvSpPr>
              <p:nvPr/>
            </p:nvSpPr>
            <p:spPr>
              <a:xfrm>
                <a:off x="417375" y="3361695"/>
                <a:ext cx="540000" cy="540000"/>
              </a:xfrm>
              <a:prstGeom prst="ellipse">
                <a:avLst/>
              </a:prstGeom>
              <a:blipFill>
                <a:blip r:embed="rId3"/>
                <a:stretch>
                  <a:fillRect/>
                </a:stretch>
              </a:blipFill>
              <a:ln w="31750">
                <a:solidFill>
                  <a:schemeClr val="accent6">
                    <a:lumMod val="75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Elipse 10">
                <a:extLst>
                  <a:ext uri="{FF2B5EF4-FFF2-40B4-BE49-F238E27FC236}">
                    <a16:creationId xmlns:a16="http://schemas.microsoft.com/office/drawing/2014/main" id="{FB7E7039-F634-F712-8D2D-FA265EA8D740}"/>
                  </a:ext>
                </a:extLst>
              </p:cNvPr>
              <p:cNvSpPr/>
              <p:nvPr/>
            </p:nvSpPr>
            <p:spPr>
              <a:xfrm>
                <a:off x="417375" y="4136513"/>
                <a:ext cx="540000" cy="540000"/>
              </a:xfrm>
              <a:prstGeom prst="ellipse">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𝑥</m:t>
                          </m:r>
                        </m:e>
                        <m:sub>
                          <m:r>
                            <a:rPr lang="es-ES" i="1">
                              <a:solidFill>
                                <a:schemeClr val="accent1">
                                  <a:lumMod val="50000"/>
                                </a:schemeClr>
                              </a:solidFill>
                              <a:latin typeface="Cambria Math" panose="02040503050406030204" pitchFamily="18" charset="0"/>
                              <a:ea typeface="Cambria Math" panose="02040503050406030204" pitchFamily="18" charset="0"/>
                            </a:rPr>
                            <m:t>2</m:t>
                          </m:r>
                        </m:sub>
                      </m:sSub>
                    </m:oMath>
                  </m:oMathPara>
                </a14:m>
                <a:endParaRPr lang="es-ES" dirty="0"/>
              </a:p>
            </p:txBody>
          </p:sp>
        </mc:Choice>
        <mc:Fallback xmlns="">
          <p:sp>
            <p:nvSpPr>
              <p:cNvPr id="11" name="Elipse 10">
                <a:extLst>
                  <a:ext uri="{FF2B5EF4-FFF2-40B4-BE49-F238E27FC236}">
                    <a16:creationId xmlns:a16="http://schemas.microsoft.com/office/drawing/2014/main" id="{FB7E7039-F634-F712-8D2D-FA265EA8D740}"/>
                  </a:ext>
                </a:extLst>
              </p:cNvPr>
              <p:cNvSpPr>
                <a:spLocks noRot="1" noChangeAspect="1" noMove="1" noResize="1" noEditPoints="1" noAdjustHandles="1" noChangeArrowheads="1" noChangeShapeType="1" noTextEdit="1"/>
              </p:cNvSpPr>
              <p:nvPr/>
            </p:nvSpPr>
            <p:spPr>
              <a:xfrm>
                <a:off x="417375" y="4136513"/>
                <a:ext cx="540000" cy="540000"/>
              </a:xfrm>
              <a:prstGeom prst="ellipse">
                <a:avLst/>
              </a:prstGeom>
              <a:blipFill>
                <a:blip r:embed="rId4"/>
                <a:stretch>
                  <a:fillRect/>
                </a:stretch>
              </a:blipFill>
              <a:ln w="31750">
                <a:solidFill>
                  <a:schemeClr val="accent6">
                    <a:lumMod val="75000"/>
                  </a:schemeClr>
                </a:solidFill>
              </a:ln>
            </p:spPr>
            <p:txBody>
              <a:bodyPr/>
              <a:lstStyle/>
              <a:p>
                <a:r>
                  <a:rPr lang="es-ES">
                    <a:noFill/>
                  </a:rPr>
                  <a:t> </a:t>
                </a:r>
              </a:p>
            </p:txBody>
          </p:sp>
        </mc:Fallback>
      </mc:AlternateContent>
      <p:cxnSp>
        <p:nvCxnSpPr>
          <p:cNvPr id="12" name="Conector recto 11">
            <a:extLst>
              <a:ext uri="{FF2B5EF4-FFF2-40B4-BE49-F238E27FC236}">
                <a16:creationId xmlns:a16="http://schemas.microsoft.com/office/drawing/2014/main" id="{D2226E7D-F31F-D313-A1CA-479E6264CD4F}"/>
              </a:ext>
            </a:extLst>
          </p:cNvPr>
          <p:cNvCxnSpPr>
            <a:cxnSpLocks/>
            <a:stCxn id="10" idx="6"/>
            <a:endCxn id="14" idx="2"/>
          </p:cNvCxnSpPr>
          <p:nvPr/>
        </p:nvCxnSpPr>
        <p:spPr>
          <a:xfrm flipV="1">
            <a:off x="957375" y="2850386"/>
            <a:ext cx="665727" cy="781309"/>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18D76829-0180-31E1-ED62-966FF0138B95}"/>
              </a:ext>
            </a:extLst>
          </p:cNvPr>
          <p:cNvCxnSpPr>
            <a:cxnSpLocks/>
            <a:stCxn id="10" idx="6"/>
            <a:endCxn id="15" idx="2"/>
          </p:cNvCxnSpPr>
          <p:nvPr/>
        </p:nvCxnSpPr>
        <p:spPr>
          <a:xfrm flipV="1">
            <a:off x="957375" y="3628898"/>
            <a:ext cx="665069" cy="2797"/>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Elipse 13">
                <a:extLst>
                  <a:ext uri="{FF2B5EF4-FFF2-40B4-BE49-F238E27FC236}">
                    <a16:creationId xmlns:a16="http://schemas.microsoft.com/office/drawing/2014/main" id="{48B3A471-E3AB-D2FD-A87E-4B210394B7C8}"/>
                  </a:ext>
                </a:extLst>
              </p:cNvPr>
              <p:cNvSpPr/>
              <p:nvPr/>
            </p:nvSpPr>
            <p:spPr>
              <a:xfrm>
                <a:off x="1623102" y="2580386"/>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4" name="Elipse 13">
                <a:extLst>
                  <a:ext uri="{FF2B5EF4-FFF2-40B4-BE49-F238E27FC236}">
                    <a16:creationId xmlns:a16="http://schemas.microsoft.com/office/drawing/2014/main" id="{48B3A471-E3AB-D2FD-A87E-4B210394B7C8}"/>
                  </a:ext>
                </a:extLst>
              </p:cNvPr>
              <p:cNvSpPr>
                <a:spLocks noRot="1" noChangeAspect="1" noMove="1" noResize="1" noEditPoints="1" noAdjustHandles="1" noChangeArrowheads="1" noChangeShapeType="1" noTextEdit="1"/>
              </p:cNvSpPr>
              <p:nvPr/>
            </p:nvSpPr>
            <p:spPr>
              <a:xfrm>
                <a:off x="1623102" y="2580386"/>
                <a:ext cx="540000" cy="540000"/>
              </a:xfrm>
              <a:prstGeom prst="ellipse">
                <a:avLst/>
              </a:prstGeom>
              <a:blipFill>
                <a:blip r:embed="rId5"/>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Elipse 14">
                <a:extLst>
                  <a:ext uri="{FF2B5EF4-FFF2-40B4-BE49-F238E27FC236}">
                    <a16:creationId xmlns:a16="http://schemas.microsoft.com/office/drawing/2014/main" id="{6DC68DDC-0CC3-A5C3-D204-3AEF43C5E40C}"/>
                  </a:ext>
                </a:extLst>
              </p:cNvPr>
              <p:cNvSpPr/>
              <p:nvPr/>
            </p:nvSpPr>
            <p:spPr>
              <a:xfrm>
                <a:off x="1622444" y="3358898"/>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2</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5" name="Elipse 14">
                <a:extLst>
                  <a:ext uri="{FF2B5EF4-FFF2-40B4-BE49-F238E27FC236}">
                    <a16:creationId xmlns:a16="http://schemas.microsoft.com/office/drawing/2014/main" id="{6DC68DDC-0CC3-A5C3-D204-3AEF43C5E40C}"/>
                  </a:ext>
                </a:extLst>
              </p:cNvPr>
              <p:cNvSpPr>
                <a:spLocks noRot="1" noChangeAspect="1" noMove="1" noResize="1" noEditPoints="1" noAdjustHandles="1" noChangeArrowheads="1" noChangeShapeType="1" noTextEdit="1"/>
              </p:cNvSpPr>
              <p:nvPr/>
            </p:nvSpPr>
            <p:spPr>
              <a:xfrm>
                <a:off x="1622444" y="3358898"/>
                <a:ext cx="540000" cy="540000"/>
              </a:xfrm>
              <a:prstGeom prst="ellipse">
                <a:avLst/>
              </a:prstGeom>
              <a:blipFill>
                <a:blip r:embed="rId6"/>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6" name="Elipse 15">
                <a:extLst>
                  <a:ext uri="{FF2B5EF4-FFF2-40B4-BE49-F238E27FC236}">
                    <a16:creationId xmlns:a16="http://schemas.microsoft.com/office/drawing/2014/main" id="{134A7A3F-1B5F-722C-0F09-645E062586A0}"/>
                  </a:ext>
                </a:extLst>
              </p:cNvPr>
              <p:cNvSpPr/>
              <p:nvPr/>
            </p:nvSpPr>
            <p:spPr>
              <a:xfrm>
                <a:off x="1622115" y="4137410"/>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3</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6" name="Elipse 15">
                <a:extLst>
                  <a:ext uri="{FF2B5EF4-FFF2-40B4-BE49-F238E27FC236}">
                    <a16:creationId xmlns:a16="http://schemas.microsoft.com/office/drawing/2014/main" id="{134A7A3F-1B5F-722C-0F09-645E062586A0}"/>
                  </a:ext>
                </a:extLst>
              </p:cNvPr>
              <p:cNvSpPr>
                <a:spLocks noRot="1" noChangeAspect="1" noMove="1" noResize="1" noEditPoints="1" noAdjustHandles="1" noChangeArrowheads="1" noChangeShapeType="1" noTextEdit="1"/>
              </p:cNvSpPr>
              <p:nvPr/>
            </p:nvSpPr>
            <p:spPr>
              <a:xfrm>
                <a:off x="1622115" y="4137410"/>
                <a:ext cx="540000" cy="540000"/>
              </a:xfrm>
              <a:prstGeom prst="ellipse">
                <a:avLst/>
              </a:prstGeom>
              <a:blipFill>
                <a:blip r:embed="rId7"/>
                <a:stretch>
                  <a:fillRect/>
                </a:stretch>
              </a:blipFill>
              <a:ln w="31750">
                <a:solidFill>
                  <a:schemeClr val="accent1">
                    <a:lumMod val="50000"/>
                  </a:schemeClr>
                </a:solidFill>
              </a:ln>
            </p:spPr>
            <p:txBody>
              <a:bodyPr/>
              <a:lstStyle/>
              <a:p>
                <a:r>
                  <a:rPr lang="es-ES">
                    <a:noFill/>
                  </a:rPr>
                  <a:t> </a:t>
                </a:r>
              </a:p>
            </p:txBody>
          </p:sp>
        </mc:Fallback>
      </mc:AlternateContent>
      <p:cxnSp>
        <p:nvCxnSpPr>
          <p:cNvPr id="17" name="Conector recto 16">
            <a:extLst>
              <a:ext uri="{FF2B5EF4-FFF2-40B4-BE49-F238E27FC236}">
                <a16:creationId xmlns:a16="http://schemas.microsoft.com/office/drawing/2014/main" id="{68665F24-69BB-B0C8-96F5-3A2452351CCD}"/>
              </a:ext>
            </a:extLst>
          </p:cNvPr>
          <p:cNvCxnSpPr>
            <a:cxnSpLocks/>
            <a:stCxn id="11" idx="6"/>
            <a:endCxn id="15" idx="2"/>
          </p:cNvCxnSpPr>
          <p:nvPr/>
        </p:nvCxnSpPr>
        <p:spPr>
          <a:xfrm flipV="1">
            <a:off x="957375" y="3628898"/>
            <a:ext cx="665069" cy="777615"/>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ECF0360A-C0DF-E30C-76DE-C78E60DA7186}"/>
              </a:ext>
            </a:extLst>
          </p:cNvPr>
          <p:cNvCxnSpPr>
            <a:cxnSpLocks/>
            <a:stCxn id="10" idx="6"/>
            <a:endCxn id="16" idx="2"/>
          </p:cNvCxnSpPr>
          <p:nvPr/>
        </p:nvCxnSpPr>
        <p:spPr>
          <a:xfrm>
            <a:off x="957375" y="3631695"/>
            <a:ext cx="664740" cy="775715"/>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0295A8EB-43BF-7992-32E5-97F9240969DF}"/>
              </a:ext>
            </a:extLst>
          </p:cNvPr>
          <p:cNvCxnSpPr>
            <a:cxnSpLocks/>
            <a:stCxn id="11" idx="6"/>
            <a:endCxn id="16" idx="2"/>
          </p:cNvCxnSpPr>
          <p:nvPr/>
        </p:nvCxnSpPr>
        <p:spPr>
          <a:xfrm>
            <a:off x="957375" y="4406513"/>
            <a:ext cx="664740" cy="897"/>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2AAC547B-7083-5865-2ED1-2989995A3B84}"/>
              </a:ext>
            </a:extLst>
          </p:cNvPr>
          <p:cNvCxnSpPr>
            <a:cxnSpLocks/>
            <a:stCxn id="11" idx="6"/>
            <a:endCxn id="14" idx="2"/>
          </p:cNvCxnSpPr>
          <p:nvPr/>
        </p:nvCxnSpPr>
        <p:spPr>
          <a:xfrm flipV="1">
            <a:off x="957375" y="2850386"/>
            <a:ext cx="665727" cy="1556127"/>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B24FBF1A-2874-71F6-A8D2-5BD668A15E4C}"/>
              </a:ext>
            </a:extLst>
          </p:cNvPr>
          <p:cNvCxnSpPr>
            <a:cxnSpLocks/>
            <a:stCxn id="14" idx="6"/>
            <a:endCxn id="7" idx="2"/>
          </p:cNvCxnSpPr>
          <p:nvPr/>
        </p:nvCxnSpPr>
        <p:spPr>
          <a:xfrm>
            <a:off x="2163102" y="2850386"/>
            <a:ext cx="459525" cy="114533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71B88CBE-F613-5F29-A490-46DAB06F6D34}"/>
              </a:ext>
            </a:extLst>
          </p:cNvPr>
          <p:cNvCxnSpPr>
            <a:cxnSpLocks/>
            <a:stCxn id="15" idx="6"/>
            <a:endCxn id="7" idx="2"/>
          </p:cNvCxnSpPr>
          <p:nvPr/>
        </p:nvCxnSpPr>
        <p:spPr>
          <a:xfrm>
            <a:off x="2162444" y="3628898"/>
            <a:ext cx="460183" cy="366818"/>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186F3EAD-D29E-BA97-C66F-A3778DB20B3F}"/>
              </a:ext>
            </a:extLst>
          </p:cNvPr>
          <p:cNvCxnSpPr>
            <a:cxnSpLocks/>
            <a:stCxn id="16" idx="6"/>
            <a:endCxn id="7" idx="2"/>
          </p:cNvCxnSpPr>
          <p:nvPr/>
        </p:nvCxnSpPr>
        <p:spPr>
          <a:xfrm flipV="1">
            <a:off x="2162115" y="3995716"/>
            <a:ext cx="460512" cy="411694"/>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Elipse 23">
                <a:extLst>
                  <a:ext uri="{FF2B5EF4-FFF2-40B4-BE49-F238E27FC236}">
                    <a16:creationId xmlns:a16="http://schemas.microsoft.com/office/drawing/2014/main" id="{60821F48-B5BD-2E52-9876-033D11B4E5FC}"/>
                  </a:ext>
                </a:extLst>
              </p:cNvPr>
              <p:cNvSpPr/>
              <p:nvPr/>
            </p:nvSpPr>
            <p:spPr>
              <a:xfrm>
                <a:off x="1615977" y="4913967"/>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24" name="Elipse 23">
                <a:extLst>
                  <a:ext uri="{FF2B5EF4-FFF2-40B4-BE49-F238E27FC236}">
                    <a16:creationId xmlns:a16="http://schemas.microsoft.com/office/drawing/2014/main" id="{60821F48-B5BD-2E52-9876-033D11B4E5FC}"/>
                  </a:ext>
                </a:extLst>
              </p:cNvPr>
              <p:cNvSpPr>
                <a:spLocks noRot="1" noChangeAspect="1" noMove="1" noResize="1" noEditPoints="1" noAdjustHandles="1" noChangeArrowheads="1" noChangeShapeType="1" noTextEdit="1"/>
              </p:cNvSpPr>
              <p:nvPr/>
            </p:nvSpPr>
            <p:spPr>
              <a:xfrm>
                <a:off x="1615977" y="4913967"/>
                <a:ext cx="540000" cy="540000"/>
              </a:xfrm>
              <a:prstGeom prst="ellipse">
                <a:avLst/>
              </a:prstGeom>
              <a:blipFill>
                <a:blip r:embed="rId8"/>
                <a:stretch>
                  <a:fillRect/>
                </a:stretch>
              </a:blipFill>
              <a:ln w="31750">
                <a:solidFill>
                  <a:schemeClr val="accent1">
                    <a:lumMod val="50000"/>
                  </a:schemeClr>
                </a:solidFill>
              </a:ln>
            </p:spPr>
            <p:txBody>
              <a:bodyPr/>
              <a:lstStyle/>
              <a:p>
                <a:r>
                  <a:rPr lang="es-ES">
                    <a:noFill/>
                  </a:rPr>
                  <a:t> </a:t>
                </a:r>
              </a:p>
            </p:txBody>
          </p:sp>
        </mc:Fallback>
      </mc:AlternateContent>
      <p:cxnSp>
        <p:nvCxnSpPr>
          <p:cNvPr id="26" name="Conector recto 25">
            <a:extLst>
              <a:ext uri="{FF2B5EF4-FFF2-40B4-BE49-F238E27FC236}">
                <a16:creationId xmlns:a16="http://schemas.microsoft.com/office/drawing/2014/main" id="{27B4D0A6-B64F-AF49-687B-EF3D1F0774E7}"/>
              </a:ext>
            </a:extLst>
          </p:cNvPr>
          <p:cNvCxnSpPr>
            <a:cxnSpLocks/>
            <a:stCxn id="11" idx="6"/>
            <a:endCxn id="24" idx="2"/>
          </p:cNvCxnSpPr>
          <p:nvPr/>
        </p:nvCxnSpPr>
        <p:spPr>
          <a:xfrm>
            <a:off x="957375" y="4406513"/>
            <a:ext cx="658602" cy="777454"/>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32288A44-0E44-891A-EA11-D0B41DEF076E}"/>
              </a:ext>
            </a:extLst>
          </p:cNvPr>
          <p:cNvCxnSpPr>
            <a:cxnSpLocks/>
            <a:stCxn id="10" idx="6"/>
            <a:endCxn id="24" idx="2"/>
          </p:cNvCxnSpPr>
          <p:nvPr/>
        </p:nvCxnSpPr>
        <p:spPr>
          <a:xfrm>
            <a:off x="957375" y="3631695"/>
            <a:ext cx="658602" cy="1552272"/>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4416FBFB-CF00-3CB6-A3C6-3261DA2B7D75}"/>
              </a:ext>
            </a:extLst>
          </p:cNvPr>
          <p:cNvCxnSpPr>
            <a:cxnSpLocks/>
            <a:stCxn id="24" idx="6"/>
            <a:endCxn id="7" idx="2"/>
          </p:cNvCxnSpPr>
          <p:nvPr/>
        </p:nvCxnSpPr>
        <p:spPr>
          <a:xfrm flipV="1">
            <a:off x="2155977" y="3995716"/>
            <a:ext cx="466650" cy="1188251"/>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FA822B3F-AE83-3D71-3336-1DFD350D6145}"/>
                  </a:ext>
                </a:extLst>
              </p:cNvPr>
              <p:cNvSpPr txBox="1"/>
              <p:nvPr/>
            </p:nvSpPr>
            <p:spPr>
              <a:xfrm>
                <a:off x="2539500" y="3831397"/>
                <a:ext cx="1242615" cy="3811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800" i="1" smtClean="0">
                              <a:solidFill>
                                <a:schemeClr val="accent1">
                                  <a:lumMod val="50000"/>
                                </a:schemeClr>
                              </a:solidFill>
                              <a:latin typeface="Cambria Math" panose="02040503050406030204" pitchFamily="18" charset="0"/>
                              <a:ea typeface="Cambria Math" panose="02040503050406030204" pitchFamily="18" charset="0"/>
                            </a:rPr>
                            <m:t>𝑎</m:t>
                          </m:r>
                        </m:e>
                        <m:sup>
                          <m:r>
                            <a:rPr lang="es-ES" sz="1800" b="0" i="1" smtClean="0">
                              <a:solidFill>
                                <a:schemeClr val="accent1">
                                  <a:lumMod val="50000"/>
                                </a:schemeClr>
                              </a:solidFill>
                              <a:latin typeface="Cambria Math" panose="02040503050406030204" pitchFamily="18" charset="0"/>
                              <a:ea typeface="Cambria Math" panose="02040503050406030204" pitchFamily="18" charset="0"/>
                            </a:rPr>
                            <m:t>[2]</m:t>
                          </m:r>
                        </m:sup>
                      </m:sSup>
                      <m:r>
                        <a:rPr lang="es-ES" sz="1800" b="0" i="1" smtClean="0">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sz="1800" b="0" i="1" smtClean="0">
                              <a:solidFill>
                                <a:srgbClr val="C00000"/>
                              </a:solidFill>
                              <a:latin typeface="Cambria Math" panose="02040503050406030204" pitchFamily="18" charset="0"/>
                              <a:ea typeface="Cambria Math" panose="02040503050406030204" pitchFamily="18" charset="0"/>
                            </a:rPr>
                          </m:ctrlPr>
                        </m:accPr>
                        <m:e>
                          <m:r>
                            <a:rPr lang="es-ES" sz="1800" b="0" i="1" smtClean="0">
                              <a:solidFill>
                                <a:srgbClr val="C00000"/>
                              </a:solidFill>
                              <a:latin typeface="Cambria Math" panose="02040503050406030204" pitchFamily="18" charset="0"/>
                              <a:ea typeface="Cambria Math" panose="02040503050406030204" pitchFamily="18" charset="0"/>
                            </a:rPr>
                            <m:t>𝑦</m:t>
                          </m:r>
                        </m:e>
                      </m:acc>
                    </m:oMath>
                  </m:oMathPara>
                </a14:m>
                <a:endParaRPr lang="es-ES" dirty="0"/>
              </a:p>
            </p:txBody>
          </p:sp>
        </mc:Choice>
        <mc:Fallback xmlns="">
          <p:sp>
            <p:nvSpPr>
              <p:cNvPr id="36" name="CuadroTexto 35">
                <a:extLst>
                  <a:ext uri="{FF2B5EF4-FFF2-40B4-BE49-F238E27FC236}">
                    <a16:creationId xmlns:a16="http://schemas.microsoft.com/office/drawing/2014/main" id="{FA822B3F-AE83-3D71-3336-1DFD350D6145}"/>
                  </a:ext>
                </a:extLst>
              </p:cNvPr>
              <p:cNvSpPr txBox="1">
                <a:spLocks noRot="1" noChangeAspect="1" noMove="1" noResize="1" noEditPoints="1" noAdjustHandles="1" noChangeArrowheads="1" noChangeShapeType="1" noTextEdit="1"/>
              </p:cNvSpPr>
              <p:nvPr/>
            </p:nvSpPr>
            <p:spPr>
              <a:xfrm>
                <a:off x="2539500" y="3831397"/>
                <a:ext cx="1242615" cy="381130"/>
              </a:xfrm>
              <a:prstGeom prst="rect">
                <a:avLst/>
              </a:prstGeom>
              <a:blipFill>
                <a:blip r:embed="rId9"/>
                <a:stretch>
                  <a:fillRect t="-3226" r="-12808" b="-6452"/>
                </a:stretch>
              </a:blipFill>
            </p:spPr>
            <p:txBody>
              <a:bodyPr/>
              <a:lstStyle/>
              <a:p>
                <a:r>
                  <a:rPr lang="es-ES">
                    <a:noFill/>
                  </a:rPr>
                  <a:t> </a:t>
                </a:r>
              </a:p>
            </p:txBody>
          </p:sp>
        </mc:Fallback>
      </mc:AlternateContent>
      <p:sp>
        <p:nvSpPr>
          <p:cNvPr id="38" name="Rectángulo: esquinas redondeadas 37">
            <a:extLst>
              <a:ext uri="{FF2B5EF4-FFF2-40B4-BE49-F238E27FC236}">
                <a16:creationId xmlns:a16="http://schemas.microsoft.com/office/drawing/2014/main" id="{9488104A-5BDB-3646-8120-6D4E4E78FC2C}"/>
              </a:ext>
            </a:extLst>
          </p:cNvPr>
          <p:cNvSpPr/>
          <p:nvPr/>
        </p:nvSpPr>
        <p:spPr>
          <a:xfrm>
            <a:off x="4285154" y="2479357"/>
            <a:ext cx="7647136" cy="1259165"/>
          </a:xfrm>
          <a:prstGeom prst="roundRect">
            <a:avLst>
              <a:gd name="adj" fmla="val 19105"/>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s-ES" b="1" dirty="0" err="1">
                <a:solidFill>
                  <a:schemeClr val="accent1">
                    <a:lumMod val="50000"/>
                  </a:schemeClr>
                </a:solidFill>
              </a:rPr>
              <a:t>Backpropagation</a:t>
            </a:r>
            <a:endParaRPr lang="es-ES" b="1"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398C6B4B-D7ED-63BF-0597-1227922B67CB}"/>
                  </a:ext>
                </a:extLst>
              </p:cNvPr>
              <p:cNvSpPr txBox="1"/>
              <p:nvPr/>
            </p:nvSpPr>
            <p:spPr>
              <a:xfrm>
                <a:off x="7686213" y="2977706"/>
                <a:ext cx="2425607" cy="624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𝑡</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oMath>
                  </m:oMathPara>
                </a14:m>
                <a:endParaRPr lang="es-ES" dirty="0"/>
              </a:p>
            </p:txBody>
          </p:sp>
        </mc:Choice>
        <mc:Fallback xmlns="">
          <p:sp>
            <p:nvSpPr>
              <p:cNvPr id="39" name="CuadroTexto 38">
                <a:extLst>
                  <a:ext uri="{FF2B5EF4-FFF2-40B4-BE49-F238E27FC236}">
                    <a16:creationId xmlns:a16="http://schemas.microsoft.com/office/drawing/2014/main" id="{398C6B4B-D7ED-63BF-0597-1227922B67CB}"/>
                  </a:ext>
                </a:extLst>
              </p:cNvPr>
              <p:cNvSpPr txBox="1">
                <a:spLocks noRot="1" noChangeAspect="1" noMove="1" noResize="1" noEditPoints="1" noAdjustHandles="1" noChangeArrowheads="1" noChangeShapeType="1" noTextEdit="1"/>
              </p:cNvSpPr>
              <p:nvPr/>
            </p:nvSpPr>
            <p:spPr>
              <a:xfrm>
                <a:off x="7686213" y="2977706"/>
                <a:ext cx="2425607" cy="624017"/>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E7D4FB3D-B51F-EDE5-4B51-B501D9E81B77}"/>
                  </a:ext>
                </a:extLst>
              </p:cNvPr>
              <p:cNvSpPr txBox="1"/>
              <p:nvPr/>
            </p:nvSpPr>
            <p:spPr>
              <a:xfrm>
                <a:off x="10239635" y="2942819"/>
                <a:ext cx="1692655" cy="624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𝑡</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dirty="0"/>
              </a:p>
            </p:txBody>
          </p:sp>
        </mc:Choice>
        <mc:Fallback xmlns="">
          <p:sp>
            <p:nvSpPr>
              <p:cNvPr id="40" name="CuadroTexto 39">
                <a:extLst>
                  <a:ext uri="{FF2B5EF4-FFF2-40B4-BE49-F238E27FC236}">
                    <a16:creationId xmlns:a16="http://schemas.microsoft.com/office/drawing/2014/main" id="{E7D4FB3D-B51F-EDE5-4B51-B501D9E81B77}"/>
                  </a:ext>
                </a:extLst>
              </p:cNvPr>
              <p:cNvSpPr txBox="1">
                <a:spLocks noRot="1" noChangeAspect="1" noMove="1" noResize="1" noEditPoints="1" noAdjustHandles="1" noChangeArrowheads="1" noChangeShapeType="1" noTextEdit="1"/>
              </p:cNvSpPr>
              <p:nvPr/>
            </p:nvSpPr>
            <p:spPr>
              <a:xfrm>
                <a:off x="10239635" y="2942819"/>
                <a:ext cx="1692655" cy="624017"/>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7B92902F-4693-29A4-2964-06E04345A84F}"/>
                  </a:ext>
                </a:extLst>
              </p:cNvPr>
              <p:cNvSpPr txBox="1"/>
              <p:nvPr/>
            </p:nvSpPr>
            <p:spPr>
              <a:xfrm>
                <a:off x="4310242" y="3042249"/>
                <a:ext cx="3299431" cy="4458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41" name="CuadroTexto 40">
                <a:extLst>
                  <a:ext uri="{FF2B5EF4-FFF2-40B4-BE49-F238E27FC236}">
                    <a16:creationId xmlns:a16="http://schemas.microsoft.com/office/drawing/2014/main" id="{7B92902F-4693-29A4-2964-06E04345A84F}"/>
                  </a:ext>
                </a:extLst>
              </p:cNvPr>
              <p:cNvSpPr txBox="1">
                <a:spLocks noRot="1" noChangeAspect="1" noMove="1" noResize="1" noEditPoints="1" noAdjustHandles="1" noChangeArrowheads="1" noChangeShapeType="1" noTextEdit="1"/>
              </p:cNvSpPr>
              <p:nvPr/>
            </p:nvSpPr>
            <p:spPr>
              <a:xfrm>
                <a:off x="4310242" y="3042249"/>
                <a:ext cx="3299431" cy="445891"/>
              </a:xfrm>
              <a:prstGeom prst="rect">
                <a:avLst/>
              </a:prstGeom>
              <a:blipFill>
                <a:blip r:embed="rId12"/>
                <a:stretch>
                  <a:fillRect b="-274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3" name="CuadroTexto 42">
                <a:extLst>
                  <a:ext uri="{FF2B5EF4-FFF2-40B4-BE49-F238E27FC236}">
                    <a16:creationId xmlns:a16="http://schemas.microsoft.com/office/drawing/2014/main" id="{BF00ADD1-3CCC-165F-7B4B-D17354E9BF9C}"/>
                  </a:ext>
                </a:extLst>
              </p:cNvPr>
              <p:cNvSpPr txBox="1"/>
              <p:nvPr/>
            </p:nvSpPr>
            <p:spPr>
              <a:xfrm>
                <a:off x="4903547" y="4051032"/>
                <a:ext cx="6976725" cy="6657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r>
                        <a:rPr lang="es-ES" i="1">
                          <a:solidFill>
                            <a:schemeClr val="accent5">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den>
                      </m:f>
                      <m:r>
                        <a:rPr lang="es-ES" i="1">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den>
                      </m:f>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den>
                      </m:f>
                      <m:r>
                        <a:rPr lang="es-ES" i="1">
                          <a:solidFill>
                            <a:schemeClr val="accent1">
                              <a:lumMod val="50000"/>
                            </a:schemeClr>
                          </a:solidFill>
                          <a:latin typeface="Cambria Math" panose="02040503050406030204" pitchFamily="18" charset="0"/>
                          <a:ea typeface="Cambria Math" panose="02040503050406030204" pitchFamily="18" charset="0"/>
                        </a:rPr>
                        <m:t>=</m:t>
                      </m:r>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6">
                                  <a:lumMod val="75000"/>
                                </a:schemeClr>
                              </a:solidFill>
                              <a:latin typeface="Cambria Math" panose="02040503050406030204" pitchFamily="18" charset="0"/>
                              <a:ea typeface="Cambria Math" panose="02040503050406030204" pitchFamily="18" charset="0"/>
                            </a:rPr>
                            <m:t>𝑦</m:t>
                          </m:r>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e>
                      </m:d>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2</m:t>
                                  </m:r>
                                </m:e>
                              </m:d>
                            </m:sup>
                          </m:sSup>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2</m:t>
                                  </m:r>
                                </m:e>
                              </m:d>
                            </m:sup>
                          </m:sSup>
                        </m:e>
                      </m:d>
                      <m:r>
                        <m:rPr>
                          <m:nor/>
                        </m:rPr>
                        <a:rPr lang="es-ES" b="0" i="0" smtClean="0">
                          <a:solidFill>
                            <a:schemeClr val="accent1">
                              <a:lumMod val="50000"/>
                            </a:schemeClr>
                          </a:solidFill>
                          <a:latin typeface="Cambria Math" panose="02040503050406030204" pitchFamily="18" charset="0"/>
                          <a:ea typeface="Cambria Math" panose="02040503050406030204" pitchFamily="18" charset="0"/>
                        </a:rPr>
                        <m:t>     </m:t>
                      </m:r>
                      <m:r>
                        <m:rPr>
                          <m:nor/>
                        </m:rPr>
                        <a:rPr lang="es-ES" dirty="0">
                          <a:solidFill>
                            <a:schemeClr val="accent1">
                              <a:lumMod val="50000"/>
                            </a:schemeClr>
                          </a:solidFill>
                        </a:rPr>
                        <m:t>(</m:t>
                      </m:r>
                      <m:r>
                        <m:rPr>
                          <m:nor/>
                        </m:rPr>
                        <a:rPr lang="es-ES" dirty="0">
                          <a:solidFill>
                            <a:schemeClr val="accent1">
                              <a:lumMod val="50000"/>
                            </a:schemeClr>
                          </a:solidFill>
                        </a:rPr>
                        <m:t>Escalar</m:t>
                      </m:r>
                      <m:r>
                        <m:rPr>
                          <m:nor/>
                        </m:rPr>
                        <a:rPr lang="es-ES" dirty="0">
                          <a:solidFill>
                            <a:schemeClr val="accent1">
                              <a:lumMod val="50000"/>
                            </a:schemeClr>
                          </a:solidFill>
                        </a:rPr>
                        <m:t> </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m:rPr>
                          <m:nor/>
                        </m:rPr>
                        <a:rPr lang="es-ES" dirty="0">
                          <a:solidFill>
                            <a:schemeClr val="accent1">
                              <a:lumMod val="50000"/>
                            </a:schemeClr>
                          </a:solidFill>
                        </a:rPr>
                        <m:t>)</m:t>
                      </m:r>
                    </m:oMath>
                  </m:oMathPara>
                </a14:m>
                <a:endParaRPr lang="es-ES" dirty="0"/>
              </a:p>
            </p:txBody>
          </p:sp>
        </mc:Choice>
        <mc:Fallback xmlns="">
          <p:sp>
            <p:nvSpPr>
              <p:cNvPr id="43" name="CuadroTexto 42">
                <a:extLst>
                  <a:ext uri="{FF2B5EF4-FFF2-40B4-BE49-F238E27FC236}">
                    <a16:creationId xmlns:a16="http://schemas.microsoft.com/office/drawing/2014/main" id="{BF00ADD1-3CCC-165F-7B4B-D17354E9BF9C}"/>
                  </a:ext>
                </a:extLst>
              </p:cNvPr>
              <p:cNvSpPr txBox="1">
                <a:spLocks noRot="1" noChangeAspect="1" noMove="1" noResize="1" noEditPoints="1" noAdjustHandles="1" noChangeArrowheads="1" noChangeShapeType="1" noTextEdit="1"/>
              </p:cNvSpPr>
              <p:nvPr/>
            </p:nvSpPr>
            <p:spPr>
              <a:xfrm>
                <a:off x="4903547" y="4051032"/>
                <a:ext cx="6976725" cy="665760"/>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4" name="CuadroTexto 43">
                <a:extLst>
                  <a:ext uri="{FF2B5EF4-FFF2-40B4-BE49-F238E27FC236}">
                    <a16:creationId xmlns:a16="http://schemas.microsoft.com/office/drawing/2014/main" id="{A98A3B88-9BE6-DF77-2261-2F9F275513B8}"/>
                  </a:ext>
                </a:extLst>
              </p:cNvPr>
              <p:cNvSpPr txBox="1"/>
              <p:nvPr/>
            </p:nvSpPr>
            <p:spPr>
              <a:xfrm>
                <a:off x="5610741" y="4766406"/>
                <a:ext cx="4995961" cy="687561"/>
              </a:xfrm>
              <a:prstGeom prst="rect">
                <a:avLst/>
              </a:prstGeom>
              <a:noFill/>
            </p:spPr>
            <p:txBody>
              <a:bodyPr wrap="square">
                <a:spAutoFit/>
              </a:bodyPr>
              <a:lstStyle/>
              <a:p>
                <a:endParaRPr lang="es-ES" sz="1800" b="0" dirty="0">
                  <a:solidFill>
                    <a:schemeClr val="accent1">
                      <a:lumMod val="50000"/>
                    </a:schemeClr>
                  </a:solidFill>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p>
                        <m:sSup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800" i="1" smtClean="0">
                              <a:solidFill>
                                <a:schemeClr val="accent1">
                                  <a:lumMod val="50000"/>
                                </a:schemeClr>
                              </a:solidFill>
                              <a:latin typeface="Cambria Math" panose="02040503050406030204" pitchFamily="18" charset="0"/>
                              <a:ea typeface="Cambria Math" panose="02040503050406030204" pitchFamily="18" charset="0"/>
                            </a:rPr>
                            <m:t>𝑎</m:t>
                          </m:r>
                        </m:e>
                        <m:sup>
                          <m:r>
                            <a:rPr lang="es-ES" sz="1800" b="0" i="1" smtClean="0">
                              <a:solidFill>
                                <a:schemeClr val="accent1">
                                  <a:lumMod val="50000"/>
                                </a:schemeClr>
                              </a:solidFill>
                              <a:latin typeface="Cambria Math" panose="02040503050406030204" pitchFamily="18" charset="0"/>
                              <a:ea typeface="Cambria Math" panose="02040503050406030204" pitchFamily="18" charset="0"/>
                            </a:rPr>
                            <m:t>[2]</m:t>
                          </m:r>
                        </m:sup>
                      </m:sSup>
                      <m:r>
                        <a:rPr lang="es-ES" sz="1800"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800" b="0" i="1" smtClean="0">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dPr>
                            <m:e>
                              <m:r>
                                <a:rPr lang="es-ES" sz="1800" b="0" i="1" smtClean="0">
                                  <a:solidFill>
                                    <a:schemeClr val="accent1">
                                      <a:lumMod val="50000"/>
                                    </a:schemeClr>
                                  </a:solidFill>
                                  <a:latin typeface="Cambria Math" panose="02040503050406030204" pitchFamily="18" charset="0"/>
                                  <a:ea typeface="Cambria Math" panose="02040503050406030204" pitchFamily="18" charset="0"/>
                                </a:rPr>
                                <m:t>2</m:t>
                              </m:r>
                            </m:e>
                          </m:d>
                        </m:sup>
                      </m:sSup>
                      <m:d>
                        <m:d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2</m:t>
                                  </m:r>
                                </m:e>
                              </m:d>
                            </m:sup>
                          </m:sSup>
                        </m:e>
                      </m:d>
                    </m:oMath>
                  </m:oMathPara>
                </a14:m>
                <a:endParaRPr lang="es-ES" dirty="0"/>
              </a:p>
            </p:txBody>
          </p:sp>
        </mc:Choice>
        <mc:Fallback xmlns="">
          <p:sp>
            <p:nvSpPr>
              <p:cNvPr id="44" name="CuadroTexto 43">
                <a:extLst>
                  <a:ext uri="{FF2B5EF4-FFF2-40B4-BE49-F238E27FC236}">
                    <a16:creationId xmlns:a16="http://schemas.microsoft.com/office/drawing/2014/main" id="{A98A3B88-9BE6-DF77-2261-2F9F275513B8}"/>
                  </a:ext>
                </a:extLst>
              </p:cNvPr>
              <p:cNvSpPr txBox="1">
                <a:spLocks noRot="1" noChangeAspect="1" noMove="1" noResize="1" noEditPoints="1" noAdjustHandles="1" noChangeArrowheads="1" noChangeShapeType="1" noTextEdit="1"/>
              </p:cNvSpPr>
              <p:nvPr/>
            </p:nvSpPr>
            <p:spPr>
              <a:xfrm>
                <a:off x="5610741" y="4766406"/>
                <a:ext cx="4995961" cy="687561"/>
              </a:xfrm>
              <a:prstGeom prst="rect">
                <a:avLst/>
              </a:prstGeom>
              <a:blipFill>
                <a:blip r:embed="rId14"/>
                <a:stretch>
                  <a:fillRect b="-885"/>
                </a:stretch>
              </a:blipFill>
            </p:spPr>
            <p:txBody>
              <a:bodyPr/>
              <a:lstStyle/>
              <a:p>
                <a:r>
                  <a:rPr lang="es-ES">
                    <a:noFill/>
                  </a:rPr>
                  <a:t> </a:t>
                </a:r>
              </a:p>
            </p:txBody>
          </p:sp>
        </mc:Fallback>
      </mc:AlternateContent>
      <p:sp>
        <p:nvSpPr>
          <p:cNvPr id="46" name="Elipse 45">
            <a:extLst>
              <a:ext uri="{FF2B5EF4-FFF2-40B4-BE49-F238E27FC236}">
                <a16:creationId xmlns:a16="http://schemas.microsoft.com/office/drawing/2014/main" id="{F464B20E-4B30-49C7-229A-46E9485EF5DC}"/>
              </a:ext>
            </a:extLst>
          </p:cNvPr>
          <p:cNvSpPr/>
          <p:nvPr/>
        </p:nvSpPr>
        <p:spPr>
          <a:xfrm>
            <a:off x="4903547" y="4319762"/>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b="1" dirty="0"/>
              <a:t>1</a:t>
            </a:r>
          </a:p>
        </p:txBody>
      </p:sp>
      <mc:AlternateContent xmlns:mc="http://schemas.openxmlformats.org/markup-compatibility/2006" xmlns:a14="http://schemas.microsoft.com/office/drawing/2010/main">
        <mc:Choice Requires="a14">
          <p:sp>
            <p:nvSpPr>
              <p:cNvPr id="50" name="CuadroTexto 49">
                <a:extLst>
                  <a:ext uri="{FF2B5EF4-FFF2-40B4-BE49-F238E27FC236}">
                    <a16:creationId xmlns:a16="http://schemas.microsoft.com/office/drawing/2014/main" id="{CBD4C699-C80E-9BF2-6BFF-CFB07903E6A5}"/>
                  </a:ext>
                </a:extLst>
              </p:cNvPr>
              <p:cNvSpPr txBox="1"/>
              <p:nvPr/>
            </p:nvSpPr>
            <p:spPr>
              <a:xfrm>
                <a:off x="8678706" y="1618638"/>
                <a:ext cx="1768452" cy="6109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0" i="1" smtClean="0">
                          <a:solidFill>
                            <a:schemeClr val="accent1">
                              <a:lumMod val="50000"/>
                            </a:schemeClr>
                          </a:solidFill>
                          <a:latin typeface="Cambria Math" panose="02040503050406030204" pitchFamily="18" charset="0"/>
                          <a:ea typeface="Cambria Math" panose="02040503050406030204" pitchFamily="18" charset="0"/>
                        </a:rPr>
                        <m:t>𝐽</m:t>
                      </m:r>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a:rPr lang="es-ES" b="0" i="1" smtClean="0">
                              <a:solidFill>
                                <a:schemeClr val="accent1">
                                  <a:lumMod val="50000"/>
                                </a:schemeClr>
                              </a:solidFill>
                              <a:latin typeface="Cambria Math" panose="02040503050406030204" pitchFamily="18" charset="0"/>
                              <a:ea typeface="Cambria Math" panose="02040503050406030204" pitchFamily="18" charset="0"/>
                            </a:rPr>
                            <m:t>1</m:t>
                          </m:r>
                        </m:num>
                        <m:den>
                          <m:r>
                            <a:rPr lang="es-ES" b="0" i="1" smtClean="0">
                              <a:solidFill>
                                <a:schemeClr val="accent1">
                                  <a:lumMod val="50000"/>
                                </a:schemeClr>
                              </a:solidFill>
                              <a:latin typeface="Cambria Math" panose="02040503050406030204" pitchFamily="18" charset="0"/>
                              <a:ea typeface="Cambria Math" panose="02040503050406030204" pitchFamily="18" charset="0"/>
                            </a:rPr>
                            <m:t>2</m:t>
                          </m:r>
                        </m:den>
                      </m:f>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6">
                                      <a:lumMod val="75000"/>
                                    </a:schemeClr>
                                  </a:solidFill>
                                  <a:latin typeface="Cambria Math" panose="02040503050406030204" pitchFamily="18" charset="0"/>
                                  <a:ea typeface="Cambria Math" panose="02040503050406030204" pitchFamily="18" charset="0"/>
                                </a:rPr>
                                <m:t>𝑦</m:t>
                              </m:r>
                              <m:r>
                                <a:rPr lang="es-ES" b="1" i="1">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i="1">
                                      <a:solidFill>
                                        <a:srgbClr val="C00000"/>
                                      </a:solidFill>
                                      <a:latin typeface="Cambria Math" panose="02040503050406030204" pitchFamily="18" charset="0"/>
                                      <a:ea typeface="Cambria Math" panose="02040503050406030204" pitchFamily="18" charset="0"/>
                                    </a:rPr>
                                  </m:ctrlPr>
                                </m:accPr>
                                <m:e>
                                  <m:r>
                                    <a:rPr lang="es-ES" i="1">
                                      <a:solidFill>
                                        <a:srgbClr val="C00000"/>
                                      </a:solidFill>
                                      <a:latin typeface="Cambria Math" panose="02040503050406030204" pitchFamily="18" charset="0"/>
                                      <a:ea typeface="Cambria Math" panose="02040503050406030204" pitchFamily="18" charset="0"/>
                                    </a:rPr>
                                    <m:t>𝑦</m:t>
                                  </m:r>
                                </m:e>
                              </m:acc>
                            </m:e>
                          </m:d>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oMath>
                  </m:oMathPara>
                </a14:m>
                <a:endParaRPr lang="es-ES" dirty="0"/>
              </a:p>
            </p:txBody>
          </p:sp>
        </mc:Choice>
        <mc:Fallback xmlns="">
          <p:sp>
            <p:nvSpPr>
              <p:cNvPr id="50" name="CuadroTexto 49">
                <a:extLst>
                  <a:ext uri="{FF2B5EF4-FFF2-40B4-BE49-F238E27FC236}">
                    <a16:creationId xmlns:a16="http://schemas.microsoft.com/office/drawing/2014/main" id="{CBD4C699-C80E-9BF2-6BFF-CFB07903E6A5}"/>
                  </a:ext>
                </a:extLst>
              </p:cNvPr>
              <p:cNvSpPr txBox="1">
                <a:spLocks noRot="1" noChangeAspect="1" noMove="1" noResize="1" noEditPoints="1" noAdjustHandles="1" noChangeArrowheads="1" noChangeShapeType="1" noTextEdit="1"/>
              </p:cNvSpPr>
              <p:nvPr/>
            </p:nvSpPr>
            <p:spPr>
              <a:xfrm>
                <a:off x="8678706" y="1618638"/>
                <a:ext cx="1768452" cy="610936"/>
              </a:xfrm>
              <a:prstGeom prst="rect">
                <a:avLst/>
              </a:prstGeom>
              <a:blipFill>
                <a:blip r:embed="rId15"/>
                <a:stretch>
                  <a:fillRect/>
                </a:stretch>
              </a:blipFill>
            </p:spPr>
            <p:txBody>
              <a:bodyPr/>
              <a:lstStyle/>
              <a:p>
                <a:r>
                  <a:rPr lang="es-ES">
                    <a:noFill/>
                  </a:rPr>
                  <a:t> </a:t>
                </a:r>
              </a:p>
            </p:txBody>
          </p:sp>
        </mc:Fallback>
      </mc:AlternateContent>
      <p:sp>
        <p:nvSpPr>
          <p:cNvPr id="51" name="CuadroTexto 50">
            <a:extLst>
              <a:ext uri="{FF2B5EF4-FFF2-40B4-BE49-F238E27FC236}">
                <a16:creationId xmlns:a16="http://schemas.microsoft.com/office/drawing/2014/main" id="{824353AF-7341-FB0A-EA3F-994564167B62}"/>
              </a:ext>
            </a:extLst>
          </p:cNvPr>
          <p:cNvSpPr txBox="1"/>
          <p:nvPr/>
        </p:nvSpPr>
        <p:spPr>
          <a:xfrm>
            <a:off x="259710" y="134869"/>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Caso </a:t>
            </a:r>
            <a:r>
              <a:rPr lang="en-US" sz="2000" b="1" dirty="0" err="1">
                <a:solidFill>
                  <a:schemeClr val="accent1">
                    <a:lumMod val="50000"/>
                  </a:schemeClr>
                </a:solidFill>
              </a:rPr>
              <a:t>más</a:t>
            </a:r>
            <a:r>
              <a:rPr lang="en-US" sz="2000" b="1" dirty="0">
                <a:solidFill>
                  <a:schemeClr val="accent1">
                    <a:lumMod val="50000"/>
                  </a:schemeClr>
                </a:solidFill>
              </a:rPr>
              <a:t> </a:t>
            </a:r>
            <a:r>
              <a:rPr lang="en-US" sz="2000" b="1" dirty="0" err="1">
                <a:solidFill>
                  <a:schemeClr val="accent1">
                    <a:lumMod val="50000"/>
                  </a:schemeClr>
                </a:solidFill>
              </a:rPr>
              <a:t>complejo</a:t>
            </a:r>
            <a:endParaRPr lang="en-US" sz="2000" dirty="0">
              <a:solidFill>
                <a:schemeClr val="accent1">
                  <a:lumMod val="50000"/>
                </a:schemeClr>
              </a:solidFill>
            </a:endParaRPr>
          </a:p>
        </p:txBody>
      </p:sp>
      <p:sp>
        <p:nvSpPr>
          <p:cNvPr id="2" name="Rectángulo 1"/>
          <p:cNvSpPr/>
          <p:nvPr/>
        </p:nvSpPr>
        <p:spPr>
          <a:xfrm>
            <a:off x="4285154" y="1769104"/>
            <a:ext cx="4522200" cy="369332"/>
          </a:xfrm>
          <a:prstGeom prst="rect">
            <a:avLst/>
          </a:prstGeom>
        </p:spPr>
        <p:txBody>
          <a:bodyPr wrap="none">
            <a:spAutoFit/>
          </a:bodyPr>
          <a:lstStyle/>
          <a:p>
            <a:r>
              <a:rPr lang="es-ES" dirty="0">
                <a:solidFill>
                  <a:schemeClr val="accent1">
                    <a:lumMod val="50000"/>
                  </a:schemeClr>
                </a:solidFill>
                <a:ea typeface="Cambria Math" panose="02040503050406030204" pitchFamily="18" charset="0"/>
              </a:rPr>
              <a:t>El error para cada punto de entrenamiento es:</a:t>
            </a:r>
          </a:p>
        </p:txBody>
      </p:sp>
    </p:spTree>
    <p:extLst>
      <p:ext uri="{BB962C8B-B14F-4D97-AF65-F5344CB8AC3E}">
        <p14:creationId xmlns:p14="http://schemas.microsoft.com/office/powerpoint/2010/main" val="172160754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57BEC-3235-9DC1-F874-55DD2C74320E}"/>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D1B8F5F4-2DB8-F486-F0EA-33DC095F3CFC}"/>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4" name="CuadroTexto 3">
            <a:extLst>
              <a:ext uri="{FF2B5EF4-FFF2-40B4-BE49-F238E27FC236}">
                <a16:creationId xmlns:a16="http://schemas.microsoft.com/office/drawing/2014/main" id="{A3BF75FA-7DB8-D6EF-82F2-9A14E2CAF051}"/>
              </a:ext>
            </a:extLst>
          </p:cNvPr>
          <p:cNvSpPr txBox="1"/>
          <p:nvPr/>
        </p:nvSpPr>
        <p:spPr>
          <a:xfrm>
            <a:off x="259710" y="903985"/>
            <a:ext cx="11672580" cy="46487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b="1" dirty="0" err="1">
                <a:solidFill>
                  <a:schemeClr val="accent1">
                    <a:lumMod val="50000"/>
                  </a:schemeClr>
                </a:solidFill>
              </a:rPr>
              <a:t>Backward</a:t>
            </a:r>
            <a:r>
              <a:rPr lang="es-ES" b="1" dirty="0">
                <a:solidFill>
                  <a:schemeClr val="accent1">
                    <a:lumMod val="50000"/>
                  </a:schemeClr>
                </a:solidFill>
              </a:rPr>
              <a:t> </a:t>
            </a:r>
            <a:r>
              <a:rPr lang="es-ES" b="1" dirty="0" err="1">
                <a:solidFill>
                  <a:schemeClr val="accent1">
                    <a:lumMod val="50000"/>
                  </a:schemeClr>
                </a:solidFill>
              </a:rPr>
              <a:t>Propagation</a:t>
            </a:r>
            <a:r>
              <a:rPr lang="es-ES" b="1" dirty="0">
                <a:solidFill>
                  <a:schemeClr val="accent1">
                    <a:lumMod val="50000"/>
                  </a:schemeClr>
                </a:solidFill>
              </a:rPr>
              <a:t> para el cálculo de los parámetros.</a:t>
            </a:r>
          </a:p>
        </p:txBody>
      </p:sp>
      <p:sp>
        <p:nvSpPr>
          <p:cNvPr id="7" name="Elipse 6">
            <a:extLst>
              <a:ext uri="{FF2B5EF4-FFF2-40B4-BE49-F238E27FC236}">
                <a16:creationId xmlns:a16="http://schemas.microsoft.com/office/drawing/2014/main" id="{9569C156-8D6B-E996-4EC2-F4BB485F217C}"/>
              </a:ext>
            </a:extLst>
          </p:cNvPr>
          <p:cNvSpPr/>
          <p:nvPr/>
        </p:nvSpPr>
        <p:spPr>
          <a:xfrm>
            <a:off x="2622627" y="3455716"/>
            <a:ext cx="1080000" cy="1080000"/>
          </a:xfrm>
          <a:prstGeom prst="ellipse">
            <a:avLst/>
          </a:prstGeom>
          <a:no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s-ES" sz="1600" b="1" dirty="0"/>
          </a:p>
        </p:txBody>
      </p:sp>
      <p:cxnSp>
        <p:nvCxnSpPr>
          <p:cNvPr id="8" name="Conector recto de flecha 7">
            <a:extLst>
              <a:ext uri="{FF2B5EF4-FFF2-40B4-BE49-F238E27FC236}">
                <a16:creationId xmlns:a16="http://schemas.microsoft.com/office/drawing/2014/main" id="{A74115CF-2061-989F-8E69-98FDD860828C}"/>
              </a:ext>
            </a:extLst>
          </p:cNvPr>
          <p:cNvCxnSpPr>
            <a:cxnSpLocks/>
            <a:stCxn id="7" idx="6"/>
          </p:cNvCxnSpPr>
          <p:nvPr/>
        </p:nvCxnSpPr>
        <p:spPr>
          <a:xfrm>
            <a:off x="3702627" y="3995716"/>
            <a:ext cx="329046" cy="0"/>
          </a:xfrm>
          <a:prstGeom prst="straightConnector1">
            <a:avLst/>
          </a:prstGeom>
          <a:ln w="34925" cmpd="sng">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Elipse 9">
                <a:extLst>
                  <a:ext uri="{FF2B5EF4-FFF2-40B4-BE49-F238E27FC236}">
                    <a16:creationId xmlns:a16="http://schemas.microsoft.com/office/drawing/2014/main" id="{BBA6374E-5639-D126-1D49-DA285E17E080}"/>
                  </a:ext>
                </a:extLst>
              </p:cNvPr>
              <p:cNvSpPr/>
              <p:nvPr/>
            </p:nvSpPr>
            <p:spPr>
              <a:xfrm>
                <a:off x="417375" y="3361695"/>
                <a:ext cx="540000" cy="540000"/>
              </a:xfrm>
              <a:prstGeom prst="ellipse">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𝑥</m:t>
                          </m:r>
                        </m:e>
                        <m:sub>
                          <m:r>
                            <a:rPr lang="es-ES" i="1">
                              <a:solidFill>
                                <a:schemeClr val="accent1">
                                  <a:lumMod val="50000"/>
                                </a:schemeClr>
                              </a:solidFill>
                              <a:latin typeface="Cambria Math" panose="02040503050406030204" pitchFamily="18" charset="0"/>
                              <a:ea typeface="Cambria Math" panose="02040503050406030204" pitchFamily="18" charset="0"/>
                            </a:rPr>
                            <m:t>1</m:t>
                          </m:r>
                        </m:sub>
                      </m:sSub>
                    </m:oMath>
                  </m:oMathPara>
                </a14:m>
                <a:endParaRPr lang="es-ES"/>
              </a:p>
            </p:txBody>
          </p:sp>
        </mc:Choice>
        <mc:Fallback xmlns="">
          <p:sp>
            <p:nvSpPr>
              <p:cNvPr id="10" name="Elipse 9">
                <a:extLst>
                  <a:ext uri="{FF2B5EF4-FFF2-40B4-BE49-F238E27FC236}">
                    <a16:creationId xmlns:a16="http://schemas.microsoft.com/office/drawing/2014/main" id="{BBA6374E-5639-D126-1D49-DA285E17E080}"/>
                  </a:ext>
                </a:extLst>
              </p:cNvPr>
              <p:cNvSpPr>
                <a:spLocks noRot="1" noChangeAspect="1" noMove="1" noResize="1" noEditPoints="1" noAdjustHandles="1" noChangeArrowheads="1" noChangeShapeType="1" noTextEdit="1"/>
              </p:cNvSpPr>
              <p:nvPr/>
            </p:nvSpPr>
            <p:spPr>
              <a:xfrm>
                <a:off x="417375" y="3361695"/>
                <a:ext cx="540000" cy="540000"/>
              </a:xfrm>
              <a:prstGeom prst="ellipse">
                <a:avLst/>
              </a:prstGeom>
              <a:blipFill>
                <a:blip r:embed="rId3"/>
                <a:stretch>
                  <a:fillRect/>
                </a:stretch>
              </a:blipFill>
              <a:ln w="31750">
                <a:solidFill>
                  <a:schemeClr val="accent6">
                    <a:lumMod val="75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Elipse 10">
                <a:extLst>
                  <a:ext uri="{FF2B5EF4-FFF2-40B4-BE49-F238E27FC236}">
                    <a16:creationId xmlns:a16="http://schemas.microsoft.com/office/drawing/2014/main" id="{EFC53A36-86B4-2EA5-0036-E4D217601174}"/>
                  </a:ext>
                </a:extLst>
              </p:cNvPr>
              <p:cNvSpPr/>
              <p:nvPr/>
            </p:nvSpPr>
            <p:spPr>
              <a:xfrm>
                <a:off x="417375" y="4136513"/>
                <a:ext cx="540000" cy="540000"/>
              </a:xfrm>
              <a:prstGeom prst="ellipse">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𝑥</m:t>
                          </m:r>
                        </m:e>
                        <m:sub>
                          <m:r>
                            <a:rPr lang="es-ES" i="1">
                              <a:solidFill>
                                <a:schemeClr val="accent1">
                                  <a:lumMod val="50000"/>
                                </a:schemeClr>
                              </a:solidFill>
                              <a:latin typeface="Cambria Math" panose="02040503050406030204" pitchFamily="18" charset="0"/>
                              <a:ea typeface="Cambria Math" panose="02040503050406030204" pitchFamily="18" charset="0"/>
                            </a:rPr>
                            <m:t>2</m:t>
                          </m:r>
                        </m:sub>
                      </m:sSub>
                    </m:oMath>
                  </m:oMathPara>
                </a14:m>
                <a:endParaRPr lang="es-ES" dirty="0"/>
              </a:p>
            </p:txBody>
          </p:sp>
        </mc:Choice>
        <mc:Fallback xmlns="">
          <p:sp>
            <p:nvSpPr>
              <p:cNvPr id="11" name="Elipse 10">
                <a:extLst>
                  <a:ext uri="{FF2B5EF4-FFF2-40B4-BE49-F238E27FC236}">
                    <a16:creationId xmlns:a16="http://schemas.microsoft.com/office/drawing/2014/main" id="{EFC53A36-86B4-2EA5-0036-E4D217601174}"/>
                  </a:ext>
                </a:extLst>
              </p:cNvPr>
              <p:cNvSpPr>
                <a:spLocks noRot="1" noChangeAspect="1" noMove="1" noResize="1" noEditPoints="1" noAdjustHandles="1" noChangeArrowheads="1" noChangeShapeType="1" noTextEdit="1"/>
              </p:cNvSpPr>
              <p:nvPr/>
            </p:nvSpPr>
            <p:spPr>
              <a:xfrm>
                <a:off x="417375" y="4136513"/>
                <a:ext cx="540000" cy="540000"/>
              </a:xfrm>
              <a:prstGeom prst="ellipse">
                <a:avLst/>
              </a:prstGeom>
              <a:blipFill>
                <a:blip r:embed="rId4"/>
                <a:stretch>
                  <a:fillRect/>
                </a:stretch>
              </a:blipFill>
              <a:ln w="31750">
                <a:solidFill>
                  <a:schemeClr val="accent6">
                    <a:lumMod val="75000"/>
                  </a:schemeClr>
                </a:solidFill>
              </a:ln>
            </p:spPr>
            <p:txBody>
              <a:bodyPr/>
              <a:lstStyle/>
              <a:p>
                <a:r>
                  <a:rPr lang="es-ES">
                    <a:noFill/>
                  </a:rPr>
                  <a:t> </a:t>
                </a:r>
              </a:p>
            </p:txBody>
          </p:sp>
        </mc:Fallback>
      </mc:AlternateContent>
      <p:cxnSp>
        <p:nvCxnSpPr>
          <p:cNvPr id="12" name="Conector recto 11">
            <a:extLst>
              <a:ext uri="{FF2B5EF4-FFF2-40B4-BE49-F238E27FC236}">
                <a16:creationId xmlns:a16="http://schemas.microsoft.com/office/drawing/2014/main" id="{4D26A1EB-F2E4-8AA6-520D-FA88DDBD99C0}"/>
              </a:ext>
            </a:extLst>
          </p:cNvPr>
          <p:cNvCxnSpPr>
            <a:cxnSpLocks/>
            <a:stCxn id="10" idx="6"/>
            <a:endCxn id="14" idx="2"/>
          </p:cNvCxnSpPr>
          <p:nvPr/>
        </p:nvCxnSpPr>
        <p:spPr>
          <a:xfrm flipV="1">
            <a:off x="957375" y="2850386"/>
            <a:ext cx="665727" cy="781309"/>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11FD0A81-6996-3189-9501-76476403024C}"/>
              </a:ext>
            </a:extLst>
          </p:cNvPr>
          <p:cNvCxnSpPr>
            <a:cxnSpLocks/>
            <a:stCxn id="10" idx="6"/>
            <a:endCxn id="15" idx="2"/>
          </p:cNvCxnSpPr>
          <p:nvPr/>
        </p:nvCxnSpPr>
        <p:spPr>
          <a:xfrm flipV="1">
            <a:off x="957375" y="3628898"/>
            <a:ext cx="665069" cy="2797"/>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Elipse 13">
                <a:extLst>
                  <a:ext uri="{FF2B5EF4-FFF2-40B4-BE49-F238E27FC236}">
                    <a16:creationId xmlns:a16="http://schemas.microsoft.com/office/drawing/2014/main" id="{F065B244-01CB-4CBC-D2F9-A909DDE113CE}"/>
                  </a:ext>
                </a:extLst>
              </p:cNvPr>
              <p:cNvSpPr/>
              <p:nvPr/>
            </p:nvSpPr>
            <p:spPr>
              <a:xfrm>
                <a:off x="1623102" y="2580386"/>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4" name="Elipse 13">
                <a:extLst>
                  <a:ext uri="{FF2B5EF4-FFF2-40B4-BE49-F238E27FC236}">
                    <a16:creationId xmlns:a16="http://schemas.microsoft.com/office/drawing/2014/main" id="{F065B244-01CB-4CBC-D2F9-A909DDE113CE}"/>
                  </a:ext>
                </a:extLst>
              </p:cNvPr>
              <p:cNvSpPr>
                <a:spLocks noRot="1" noChangeAspect="1" noMove="1" noResize="1" noEditPoints="1" noAdjustHandles="1" noChangeArrowheads="1" noChangeShapeType="1" noTextEdit="1"/>
              </p:cNvSpPr>
              <p:nvPr/>
            </p:nvSpPr>
            <p:spPr>
              <a:xfrm>
                <a:off x="1623102" y="2580386"/>
                <a:ext cx="540000" cy="540000"/>
              </a:xfrm>
              <a:prstGeom prst="ellipse">
                <a:avLst/>
              </a:prstGeom>
              <a:blipFill>
                <a:blip r:embed="rId5"/>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Elipse 14">
                <a:extLst>
                  <a:ext uri="{FF2B5EF4-FFF2-40B4-BE49-F238E27FC236}">
                    <a16:creationId xmlns:a16="http://schemas.microsoft.com/office/drawing/2014/main" id="{A69FF45F-747A-4C8E-3B88-D71556BF890F}"/>
                  </a:ext>
                </a:extLst>
              </p:cNvPr>
              <p:cNvSpPr/>
              <p:nvPr/>
            </p:nvSpPr>
            <p:spPr>
              <a:xfrm>
                <a:off x="1622444" y="3358898"/>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2</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5" name="Elipse 14">
                <a:extLst>
                  <a:ext uri="{FF2B5EF4-FFF2-40B4-BE49-F238E27FC236}">
                    <a16:creationId xmlns:a16="http://schemas.microsoft.com/office/drawing/2014/main" id="{A69FF45F-747A-4C8E-3B88-D71556BF890F}"/>
                  </a:ext>
                </a:extLst>
              </p:cNvPr>
              <p:cNvSpPr>
                <a:spLocks noRot="1" noChangeAspect="1" noMove="1" noResize="1" noEditPoints="1" noAdjustHandles="1" noChangeArrowheads="1" noChangeShapeType="1" noTextEdit="1"/>
              </p:cNvSpPr>
              <p:nvPr/>
            </p:nvSpPr>
            <p:spPr>
              <a:xfrm>
                <a:off x="1622444" y="3358898"/>
                <a:ext cx="540000" cy="540000"/>
              </a:xfrm>
              <a:prstGeom prst="ellipse">
                <a:avLst/>
              </a:prstGeom>
              <a:blipFill>
                <a:blip r:embed="rId6"/>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6" name="Elipse 15">
                <a:extLst>
                  <a:ext uri="{FF2B5EF4-FFF2-40B4-BE49-F238E27FC236}">
                    <a16:creationId xmlns:a16="http://schemas.microsoft.com/office/drawing/2014/main" id="{A0B6256F-F25C-B9E6-1006-156E82BA7D6D}"/>
                  </a:ext>
                </a:extLst>
              </p:cNvPr>
              <p:cNvSpPr/>
              <p:nvPr/>
            </p:nvSpPr>
            <p:spPr>
              <a:xfrm>
                <a:off x="1622115" y="4137410"/>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3</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6" name="Elipse 15">
                <a:extLst>
                  <a:ext uri="{FF2B5EF4-FFF2-40B4-BE49-F238E27FC236}">
                    <a16:creationId xmlns:a16="http://schemas.microsoft.com/office/drawing/2014/main" id="{A0B6256F-F25C-B9E6-1006-156E82BA7D6D}"/>
                  </a:ext>
                </a:extLst>
              </p:cNvPr>
              <p:cNvSpPr>
                <a:spLocks noRot="1" noChangeAspect="1" noMove="1" noResize="1" noEditPoints="1" noAdjustHandles="1" noChangeArrowheads="1" noChangeShapeType="1" noTextEdit="1"/>
              </p:cNvSpPr>
              <p:nvPr/>
            </p:nvSpPr>
            <p:spPr>
              <a:xfrm>
                <a:off x="1622115" y="4137410"/>
                <a:ext cx="540000" cy="540000"/>
              </a:xfrm>
              <a:prstGeom prst="ellipse">
                <a:avLst/>
              </a:prstGeom>
              <a:blipFill>
                <a:blip r:embed="rId7"/>
                <a:stretch>
                  <a:fillRect/>
                </a:stretch>
              </a:blipFill>
              <a:ln w="31750">
                <a:solidFill>
                  <a:schemeClr val="accent1">
                    <a:lumMod val="50000"/>
                  </a:schemeClr>
                </a:solidFill>
              </a:ln>
            </p:spPr>
            <p:txBody>
              <a:bodyPr/>
              <a:lstStyle/>
              <a:p>
                <a:r>
                  <a:rPr lang="es-ES">
                    <a:noFill/>
                  </a:rPr>
                  <a:t> </a:t>
                </a:r>
              </a:p>
            </p:txBody>
          </p:sp>
        </mc:Fallback>
      </mc:AlternateContent>
      <p:cxnSp>
        <p:nvCxnSpPr>
          <p:cNvPr id="17" name="Conector recto 16">
            <a:extLst>
              <a:ext uri="{FF2B5EF4-FFF2-40B4-BE49-F238E27FC236}">
                <a16:creationId xmlns:a16="http://schemas.microsoft.com/office/drawing/2014/main" id="{E3A251E0-F40E-E631-98CB-4803F5E02A1A}"/>
              </a:ext>
            </a:extLst>
          </p:cNvPr>
          <p:cNvCxnSpPr>
            <a:cxnSpLocks/>
            <a:stCxn id="11" idx="6"/>
            <a:endCxn id="15" idx="2"/>
          </p:cNvCxnSpPr>
          <p:nvPr/>
        </p:nvCxnSpPr>
        <p:spPr>
          <a:xfrm flipV="1">
            <a:off x="957375" y="3628898"/>
            <a:ext cx="665069" cy="777615"/>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B531DD41-F7A0-9C93-1419-30293AC3E247}"/>
              </a:ext>
            </a:extLst>
          </p:cNvPr>
          <p:cNvCxnSpPr>
            <a:cxnSpLocks/>
            <a:stCxn id="10" idx="6"/>
            <a:endCxn id="16" idx="2"/>
          </p:cNvCxnSpPr>
          <p:nvPr/>
        </p:nvCxnSpPr>
        <p:spPr>
          <a:xfrm>
            <a:off x="957375" y="3631695"/>
            <a:ext cx="664740" cy="775715"/>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B90A7A59-025A-F448-B54D-7CBE40DFCE49}"/>
              </a:ext>
            </a:extLst>
          </p:cNvPr>
          <p:cNvCxnSpPr>
            <a:cxnSpLocks/>
            <a:stCxn id="11" idx="6"/>
            <a:endCxn id="16" idx="2"/>
          </p:cNvCxnSpPr>
          <p:nvPr/>
        </p:nvCxnSpPr>
        <p:spPr>
          <a:xfrm>
            <a:off x="957375" y="4406513"/>
            <a:ext cx="664740" cy="897"/>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672D5591-8888-A406-8310-C6F9B3C94C36}"/>
              </a:ext>
            </a:extLst>
          </p:cNvPr>
          <p:cNvCxnSpPr>
            <a:cxnSpLocks/>
            <a:stCxn id="11" idx="6"/>
            <a:endCxn id="14" idx="2"/>
          </p:cNvCxnSpPr>
          <p:nvPr/>
        </p:nvCxnSpPr>
        <p:spPr>
          <a:xfrm flipV="1">
            <a:off x="957375" y="2850386"/>
            <a:ext cx="665727" cy="1556127"/>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7F3FACB7-9E95-0888-F528-AB77B25067FE}"/>
              </a:ext>
            </a:extLst>
          </p:cNvPr>
          <p:cNvCxnSpPr>
            <a:cxnSpLocks/>
            <a:stCxn id="14" idx="6"/>
            <a:endCxn id="7" idx="2"/>
          </p:cNvCxnSpPr>
          <p:nvPr/>
        </p:nvCxnSpPr>
        <p:spPr>
          <a:xfrm>
            <a:off x="2163102" y="2850386"/>
            <a:ext cx="459525" cy="114533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F8C783C1-3C59-6D9B-3B40-9EC12C7B5566}"/>
              </a:ext>
            </a:extLst>
          </p:cNvPr>
          <p:cNvCxnSpPr>
            <a:cxnSpLocks/>
            <a:stCxn id="15" idx="6"/>
            <a:endCxn id="7" idx="2"/>
          </p:cNvCxnSpPr>
          <p:nvPr/>
        </p:nvCxnSpPr>
        <p:spPr>
          <a:xfrm>
            <a:off x="2162444" y="3628898"/>
            <a:ext cx="460183" cy="366818"/>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0312634D-7215-4471-A7AB-AA69C588DE09}"/>
              </a:ext>
            </a:extLst>
          </p:cNvPr>
          <p:cNvCxnSpPr>
            <a:cxnSpLocks/>
            <a:stCxn id="16" idx="6"/>
            <a:endCxn id="7" idx="2"/>
          </p:cNvCxnSpPr>
          <p:nvPr/>
        </p:nvCxnSpPr>
        <p:spPr>
          <a:xfrm flipV="1">
            <a:off x="2162115" y="3995716"/>
            <a:ext cx="460512" cy="411694"/>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Elipse 23">
                <a:extLst>
                  <a:ext uri="{FF2B5EF4-FFF2-40B4-BE49-F238E27FC236}">
                    <a16:creationId xmlns:a16="http://schemas.microsoft.com/office/drawing/2014/main" id="{064D2E34-884D-D9FB-9B26-93C86C809EEB}"/>
                  </a:ext>
                </a:extLst>
              </p:cNvPr>
              <p:cNvSpPr/>
              <p:nvPr/>
            </p:nvSpPr>
            <p:spPr>
              <a:xfrm>
                <a:off x="1615977" y="4913967"/>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24" name="Elipse 23">
                <a:extLst>
                  <a:ext uri="{FF2B5EF4-FFF2-40B4-BE49-F238E27FC236}">
                    <a16:creationId xmlns:a16="http://schemas.microsoft.com/office/drawing/2014/main" id="{064D2E34-884D-D9FB-9B26-93C86C809EEB}"/>
                  </a:ext>
                </a:extLst>
              </p:cNvPr>
              <p:cNvSpPr>
                <a:spLocks noRot="1" noChangeAspect="1" noMove="1" noResize="1" noEditPoints="1" noAdjustHandles="1" noChangeArrowheads="1" noChangeShapeType="1" noTextEdit="1"/>
              </p:cNvSpPr>
              <p:nvPr/>
            </p:nvSpPr>
            <p:spPr>
              <a:xfrm>
                <a:off x="1615977" y="4913967"/>
                <a:ext cx="540000" cy="540000"/>
              </a:xfrm>
              <a:prstGeom prst="ellipse">
                <a:avLst/>
              </a:prstGeom>
              <a:blipFill>
                <a:blip r:embed="rId8"/>
                <a:stretch>
                  <a:fillRect/>
                </a:stretch>
              </a:blipFill>
              <a:ln w="31750">
                <a:solidFill>
                  <a:schemeClr val="accent1">
                    <a:lumMod val="50000"/>
                  </a:schemeClr>
                </a:solidFill>
              </a:ln>
            </p:spPr>
            <p:txBody>
              <a:bodyPr/>
              <a:lstStyle/>
              <a:p>
                <a:r>
                  <a:rPr lang="es-ES">
                    <a:noFill/>
                  </a:rPr>
                  <a:t> </a:t>
                </a:r>
              </a:p>
            </p:txBody>
          </p:sp>
        </mc:Fallback>
      </mc:AlternateContent>
      <p:cxnSp>
        <p:nvCxnSpPr>
          <p:cNvPr id="26" name="Conector recto 25">
            <a:extLst>
              <a:ext uri="{FF2B5EF4-FFF2-40B4-BE49-F238E27FC236}">
                <a16:creationId xmlns:a16="http://schemas.microsoft.com/office/drawing/2014/main" id="{C680DD70-FC6C-5C5A-93FE-CAB8EBD6C3D9}"/>
              </a:ext>
            </a:extLst>
          </p:cNvPr>
          <p:cNvCxnSpPr>
            <a:cxnSpLocks/>
            <a:stCxn id="11" idx="6"/>
            <a:endCxn id="24" idx="2"/>
          </p:cNvCxnSpPr>
          <p:nvPr/>
        </p:nvCxnSpPr>
        <p:spPr>
          <a:xfrm>
            <a:off x="957375" y="4406513"/>
            <a:ext cx="658602" cy="777454"/>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21FACF84-DA5F-E7BF-7A7B-D3538AC6BF2B}"/>
              </a:ext>
            </a:extLst>
          </p:cNvPr>
          <p:cNvCxnSpPr>
            <a:cxnSpLocks/>
            <a:stCxn id="10" idx="6"/>
            <a:endCxn id="24" idx="2"/>
          </p:cNvCxnSpPr>
          <p:nvPr/>
        </p:nvCxnSpPr>
        <p:spPr>
          <a:xfrm>
            <a:off x="957375" y="3631695"/>
            <a:ext cx="658602" cy="1552272"/>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955DED5F-1638-912F-1CB3-B93DF8952438}"/>
              </a:ext>
            </a:extLst>
          </p:cNvPr>
          <p:cNvCxnSpPr>
            <a:cxnSpLocks/>
            <a:stCxn id="24" idx="6"/>
            <a:endCxn id="7" idx="2"/>
          </p:cNvCxnSpPr>
          <p:nvPr/>
        </p:nvCxnSpPr>
        <p:spPr>
          <a:xfrm flipV="1">
            <a:off x="2155977" y="3995716"/>
            <a:ext cx="466650" cy="1188251"/>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5ABA23D3-C14B-4BC5-2A0D-76B4A9889ACA}"/>
                  </a:ext>
                </a:extLst>
              </p:cNvPr>
              <p:cNvSpPr txBox="1"/>
              <p:nvPr/>
            </p:nvSpPr>
            <p:spPr>
              <a:xfrm>
                <a:off x="2539500" y="3831397"/>
                <a:ext cx="1242615" cy="3811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800" i="1" smtClean="0">
                              <a:solidFill>
                                <a:schemeClr val="accent1">
                                  <a:lumMod val="50000"/>
                                </a:schemeClr>
                              </a:solidFill>
                              <a:latin typeface="Cambria Math" panose="02040503050406030204" pitchFamily="18" charset="0"/>
                              <a:ea typeface="Cambria Math" panose="02040503050406030204" pitchFamily="18" charset="0"/>
                            </a:rPr>
                            <m:t>𝑎</m:t>
                          </m:r>
                        </m:e>
                        <m:sup>
                          <m:r>
                            <a:rPr lang="es-ES" sz="1800" b="0" i="1" smtClean="0">
                              <a:solidFill>
                                <a:schemeClr val="accent1">
                                  <a:lumMod val="50000"/>
                                </a:schemeClr>
                              </a:solidFill>
                              <a:latin typeface="Cambria Math" panose="02040503050406030204" pitchFamily="18" charset="0"/>
                              <a:ea typeface="Cambria Math" panose="02040503050406030204" pitchFamily="18" charset="0"/>
                            </a:rPr>
                            <m:t>[2]</m:t>
                          </m:r>
                        </m:sup>
                      </m:sSup>
                      <m:r>
                        <a:rPr lang="es-ES" sz="1800" b="0" i="1" smtClean="0">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sz="1800" b="0" i="1" smtClean="0">
                              <a:solidFill>
                                <a:srgbClr val="C00000"/>
                              </a:solidFill>
                              <a:latin typeface="Cambria Math" panose="02040503050406030204" pitchFamily="18" charset="0"/>
                              <a:ea typeface="Cambria Math" panose="02040503050406030204" pitchFamily="18" charset="0"/>
                            </a:rPr>
                          </m:ctrlPr>
                        </m:accPr>
                        <m:e>
                          <m:r>
                            <a:rPr lang="es-ES" sz="1800" b="0" i="1" smtClean="0">
                              <a:solidFill>
                                <a:srgbClr val="C00000"/>
                              </a:solidFill>
                              <a:latin typeface="Cambria Math" panose="02040503050406030204" pitchFamily="18" charset="0"/>
                              <a:ea typeface="Cambria Math" panose="02040503050406030204" pitchFamily="18" charset="0"/>
                            </a:rPr>
                            <m:t>𝑦</m:t>
                          </m:r>
                        </m:e>
                      </m:acc>
                    </m:oMath>
                  </m:oMathPara>
                </a14:m>
                <a:endParaRPr lang="es-ES" dirty="0"/>
              </a:p>
            </p:txBody>
          </p:sp>
        </mc:Choice>
        <mc:Fallback xmlns="">
          <p:sp>
            <p:nvSpPr>
              <p:cNvPr id="36" name="CuadroTexto 35">
                <a:extLst>
                  <a:ext uri="{FF2B5EF4-FFF2-40B4-BE49-F238E27FC236}">
                    <a16:creationId xmlns:a16="http://schemas.microsoft.com/office/drawing/2014/main" id="{5ABA23D3-C14B-4BC5-2A0D-76B4A9889ACA}"/>
                  </a:ext>
                </a:extLst>
              </p:cNvPr>
              <p:cNvSpPr txBox="1">
                <a:spLocks noRot="1" noChangeAspect="1" noMove="1" noResize="1" noEditPoints="1" noAdjustHandles="1" noChangeArrowheads="1" noChangeShapeType="1" noTextEdit="1"/>
              </p:cNvSpPr>
              <p:nvPr/>
            </p:nvSpPr>
            <p:spPr>
              <a:xfrm>
                <a:off x="2539500" y="3831397"/>
                <a:ext cx="1242615" cy="381130"/>
              </a:xfrm>
              <a:prstGeom prst="rect">
                <a:avLst/>
              </a:prstGeom>
              <a:blipFill>
                <a:blip r:embed="rId9"/>
                <a:stretch>
                  <a:fillRect t="-3226" r="-12808" b="-6452"/>
                </a:stretch>
              </a:blipFill>
            </p:spPr>
            <p:txBody>
              <a:bodyPr/>
              <a:lstStyle/>
              <a:p>
                <a:r>
                  <a:rPr lang="es-ES">
                    <a:noFill/>
                  </a:rPr>
                  <a:t> </a:t>
                </a:r>
              </a:p>
            </p:txBody>
          </p:sp>
        </mc:Fallback>
      </mc:AlternateContent>
      <p:sp>
        <p:nvSpPr>
          <p:cNvPr id="38" name="Rectángulo: esquinas redondeadas 37">
            <a:extLst>
              <a:ext uri="{FF2B5EF4-FFF2-40B4-BE49-F238E27FC236}">
                <a16:creationId xmlns:a16="http://schemas.microsoft.com/office/drawing/2014/main" id="{553DC0F5-C876-228B-58B5-19EE40B96B09}"/>
              </a:ext>
            </a:extLst>
          </p:cNvPr>
          <p:cNvSpPr/>
          <p:nvPr/>
        </p:nvSpPr>
        <p:spPr>
          <a:xfrm>
            <a:off x="4285154" y="1625252"/>
            <a:ext cx="7647136" cy="1259165"/>
          </a:xfrm>
          <a:prstGeom prst="roundRect">
            <a:avLst>
              <a:gd name="adj" fmla="val 19105"/>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s-ES" b="1" dirty="0" err="1">
                <a:solidFill>
                  <a:schemeClr val="accent1">
                    <a:lumMod val="50000"/>
                  </a:schemeClr>
                </a:solidFill>
              </a:rPr>
              <a:t>Backpropagation</a:t>
            </a:r>
            <a:endParaRPr lang="es-ES" b="1"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58F28255-0968-BEB7-D739-AD21F27D7005}"/>
                  </a:ext>
                </a:extLst>
              </p:cNvPr>
              <p:cNvSpPr txBox="1"/>
              <p:nvPr/>
            </p:nvSpPr>
            <p:spPr>
              <a:xfrm>
                <a:off x="7686213" y="2123601"/>
                <a:ext cx="2425607" cy="624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𝑡</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oMath>
                  </m:oMathPara>
                </a14:m>
                <a:endParaRPr lang="es-ES" dirty="0"/>
              </a:p>
            </p:txBody>
          </p:sp>
        </mc:Choice>
        <mc:Fallback xmlns="">
          <p:sp>
            <p:nvSpPr>
              <p:cNvPr id="39" name="CuadroTexto 38">
                <a:extLst>
                  <a:ext uri="{FF2B5EF4-FFF2-40B4-BE49-F238E27FC236}">
                    <a16:creationId xmlns:a16="http://schemas.microsoft.com/office/drawing/2014/main" id="{58F28255-0968-BEB7-D739-AD21F27D7005}"/>
                  </a:ext>
                </a:extLst>
              </p:cNvPr>
              <p:cNvSpPr txBox="1">
                <a:spLocks noRot="1" noChangeAspect="1" noMove="1" noResize="1" noEditPoints="1" noAdjustHandles="1" noChangeArrowheads="1" noChangeShapeType="1" noTextEdit="1"/>
              </p:cNvSpPr>
              <p:nvPr/>
            </p:nvSpPr>
            <p:spPr>
              <a:xfrm>
                <a:off x="7686213" y="2123601"/>
                <a:ext cx="2425607" cy="624017"/>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085D6276-261D-7433-52BB-1074E6F5E8DB}"/>
                  </a:ext>
                </a:extLst>
              </p:cNvPr>
              <p:cNvSpPr txBox="1"/>
              <p:nvPr/>
            </p:nvSpPr>
            <p:spPr>
              <a:xfrm>
                <a:off x="10239635" y="2088714"/>
                <a:ext cx="1692655" cy="624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𝑡</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dirty="0"/>
              </a:p>
            </p:txBody>
          </p:sp>
        </mc:Choice>
        <mc:Fallback xmlns="">
          <p:sp>
            <p:nvSpPr>
              <p:cNvPr id="40" name="CuadroTexto 39">
                <a:extLst>
                  <a:ext uri="{FF2B5EF4-FFF2-40B4-BE49-F238E27FC236}">
                    <a16:creationId xmlns:a16="http://schemas.microsoft.com/office/drawing/2014/main" id="{085D6276-261D-7433-52BB-1074E6F5E8DB}"/>
                  </a:ext>
                </a:extLst>
              </p:cNvPr>
              <p:cNvSpPr txBox="1">
                <a:spLocks noRot="1" noChangeAspect="1" noMove="1" noResize="1" noEditPoints="1" noAdjustHandles="1" noChangeArrowheads="1" noChangeShapeType="1" noTextEdit="1"/>
              </p:cNvSpPr>
              <p:nvPr/>
            </p:nvSpPr>
            <p:spPr>
              <a:xfrm>
                <a:off x="10239635" y="2088714"/>
                <a:ext cx="1692655" cy="624017"/>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B82C338A-D68B-B9E4-72D4-FF682CB43665}"/>
                  </a:ext>
                </a:extLst>
              </p:cNvPr>
              <p:cNvSpPr txBox="1"/>
              <p:nvPr/>
            </p:nvSpPr>
            <p:spPr>
              <a:xfrm>
                <a:off x="4310242" y="2188144"/>
                <a:ext cx="3299431" cy="4458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41" name="CuadroTexto 40">
                <a:extLst>
                  <a:ext uri="{FF2B5EF4-FFF2-40B4-BE49-F238E27FC236}">
                    <a16:creationId xmlns:a16="http://schemas.microsoft.com/office/drawing/2014/main" id="{B82C338A-D68B-B9E4-72D4-FF682CB43665}"/>
                  </a:ext>
                </a:extLst>
              </p:cNvPr>
              <p:cNvSpPr txBox="1">
                <a:spLocks noRot="1" noChangeAspect="1" noMove="1" noResize="1" noEditPoints="1" noAdjustHandles="1" noChangeArrowheads="1" noChangeShapeType="1" noTextEdit="1"/>
              </p:cNvSpPr>
              <p:nvPr/>
            </p:nvSpPr>
            <p:spPr>
              <a:xfrm>
                <a:off x="4310242" y="2188144"/>
                <a:ext cx="3299431" cy="445891"/>
              </a:xfrm>
              <a:prstGeom prst="rect">
                <a:avLst/>
              </a:prstGeom>
              <a:blipFill>
                <a:blip r:embed="rId12"/>
                <a:stretch>
                  <a:fillRect b="-137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3" name="CuadroTexto 42">
                <a:extLst>
                  <a:ext uri="{FF2B5EF4-FFF2-40B4-BE49-F238E27FC236}">
                    <a16:creationId xmlns:a16="http://schemas.microsoft.com/office/drawing/2014/main" id="{8900AEDD-8DE2-8FFC-A6C5-1244AC4FFD3F}"/>
                  </a:ext>
                </a:extLst>
              </p:cNvPr>
              <p:cNvSpPr txBox="1"/>
              <p:nvPr/>
            </p:nvSpPr>
            <p:spPr>
              <a:xfrm>
                <a:off x="4903547" y="3196927"/>
                <a:ext cx="6976725" cy="6657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r>
                        <a:rPr lang="es-ES" i="1">
                          <a:solidFill>
                            <a:schemeClr val="accent5">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den>
                      </m:f>
                      <m:r>
                        <a:rPr lang="es-ES" i="1">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den>
                      </m:f>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den>
                      </m:f>
                      <m:r>
                        <a:rPr lang="es-ES" i="1">
                          <a:solidFill>
                            <a:schemeClr val="accent1">
                              <a:lumMod val="50000"/>
                            </a:schemeClr>
                          </a:solidFill>
                          <a:latin typeface="Cambria Math" panose="02040503050406030204" pitchFamily="18" charset="0"/>
                          <a:ea typeface="Cambria Math" panose="02040503050406030204" pitchFamily="18" charset="0"/>
                        </a:rPr>
                        <m:t>=</m:t>
                      </m:r>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6">
                                  <a:lumMod val="75000"/>
                                </a:schemeClr>
                              </a:solidFill>
                              <a:latin typeface="Cambria Math" panose="02040503050406030204" pitchFamily="18" charset="0"/>
                              <a:ea typeface="Cambria Math" panose="02040503050406030204" pitchFamily="18" charset="0"/>
                            </a:rPr>
                            <m:t>𝑦</m:t>
                          </m:r>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e>
                      </m:d>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2</m:t>
                                  </m:r>
                                </m:e>
                              </m:d>
                            </m:sup>
                          </m:sSup>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2</m:t>
                                  </m:r>
                                </m:e>
                              </m:d>
                            </m:sup>
                          </m:sSup>
                        </m:e>
                      </m:d>
                      <m:r>
                        <m:rPr>
                          <m:nor/>
                        </m:rPr>
                        <a:rPr lang="es-ES" b="0" i="0" smtClean="0">
                          <a:solidFill>
                            <a:schemeClr val="accent1">
                              <a:lumMod val="50000"/>
                            </a:schemeClr>
                          </a:solidFill>
                          <a:latin typeface="Cambria Math" panose="02040503050406030204" pitchFamily="18" charset="0"/>
                          <a:ea typeface="Cambria Math" panose="02040503050406030204" pitchFamily="18" charset="0"/>
                        </a:rPr>
                        <m:t>     </m:t>
                      </m:r>
                      <m:r>
                        <m:rPr>
                          <m:nor/>
                        </m:rPr>
                        <a:rPr lang="es-ES" dirty="0">
                          <a:solidFill>
                            <a:schemeClr val="accent1">
                              <a:lumMod val="50000"/>
                            </a:schemeClr>
                          </a:solidFill>
                        </a:rPr>
                        <m:t>(</m:t>
                      </m:r>
                      <m:r>
                        <m:rPr>
                          <m:nor/>
                        </m:rPr>
                        <a:rPr lang="es-ES" dirty="0">
                          <a:solidFill>
                            <a:schemeClr val="accent1">
                              <a:lumMod val="50000"/>
                            </a:schemeClr>
                          </a:solidFill>
                        </a:rPr>
                        <m:t>Escalar</m:t>
                      </m:r>
                      <m:r>
                        <m:rPr>
                          <m:nor/>
                        </m:rPr>
                        <a:rPr lang="es-ES" dirty="0">
                          <a:solidFill>
                            <a:schemeClr val="accent1">
                              <a:lumMod val="50000"/>
                            </a:schemeClr>
                          </a:solidFill>
                        </a:rPr>
                        <m:t> </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m:rPr>
                          <m:nor/>
                        </m:rPr>
                        <a:rPr lang="es-ES" dirty="0">
                          <a:solidFill>
                            <a:schemeClr val="accent1">
                              <a:lumMod val="50000"/>
                            </a:schemeClr>
                          </a:solidFill>
                        </a:rPr>
                        <m:t>)</m:t>
                      </m:r>
                    </m:oMath>
                  </m:oMathPara>
                </a14:m>
                <a:endParaRPr lang="es-ES" dirty="0"/>
              </a:p>
            </p:txBody>
          </p:sp>
        </mc:Choice>
        <mc:Fallback xmlns="">
          <p:sp>
            <p:nvSpPr>
              <p:cNvPr id="43" name="CuadroTexto 42">
                <a:extLst>
                  <a:ext uri="{FF2B5EF4-FFF2-40B4-BE49-F238E27FC236}">
                    <a16:creationId xmlns:a16="http://schemas.microsoft.com/office/drawing/2014/main" id="{8900AEDD-8DE2-8FFC-A6C5-1244AC4FFD3F}"/>
                  </a:ext>
                </a:extLst>
              </p:cNvPr>
              <p:cNvSpPr txBox="1">
                <a:spLocks noRot="1" noChangeAspect="1" noMove="1" noResize="1" noEditPoints="1" noAdjustHandles="1" noChangeArrowheads="1" noChangeShapeType="1" noTextEdit="1"/>
              </p:cNvSpPr>
              <p:nvPr/>
            </p:nvSpPr>
            <p:spPr>
              <a:xfrm>
                <a:off x="4903547" y="3196927"/>
                <a:ext cx="6976725" cy="665760"/>
              </a:xfrm>
              <a:prstGeom prst="rect">
                <a:avLst/>
              </a:prstGeom>
              <a:blipFill>
                <a:blip r:embed="rId13"/>
                <a:stretch>
                  <a:fillRect/>
                </a:stretch>
              </a:blipFill>
            </p:spPr>
            <p:txBody>
              <a:bodyPr/>
              <a:lstStyle/>
              <a:p>
                <a:r>
                  <a:rPr lang="es-ES">
                    <a:noFill/>
                  </a:rPr>
                  <a:t> </a:t>
                </a:r>
              </a:p>
            </p:txBody>
          </p:sp>
        </mc:Fallback>
      </mc:AlternateContent>
      <p:sp>
        <p:nvSpPr>
          <p:cNvPr id="46" name="Elipse 45">
            <a:extLst>
              <a:ext uri="{FF2B5EF4-FFF2-40B4-BE49-F238E27FC236}">
                <a16:creationId xmlns:a16="http://schemas.microsoft.com/office/drawing/2014/main" id="{84E2E6F4-E97B-9B8E-E36D-51CA738635F7}"/>
              </a:ext>
            </a:extLst>
          </p:cNvPr>
          <p:cNvSpPr/>
          <p:nvPr/>
        </p:nvSpPr>
        <p:spPr>
          <a:xfrm>
            <a:off x="4903547" y="3465657"/>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b="1" dirty="0"/>
              <a:t>1</a:t>
            </a: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4586E523-EE6B-733B-7BA9-CEC586DEB2C2}"/>
                  </a:ext>
                </a:extLst>
              </p:cNvPr>
              <p:cNvSpPr txBox="1"/>
              <p:nvPr/>
            </p:nvSpPr>
            <p:spPr>
              <a:xfrm>
                <a:off x="5004088" y="4212527"/>
                <a:ext cx="6031057" cy="7612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𝑊</m:t>
                              </m:r>
                            </m:e>
                            <m:sub>
                              <m:r>
                                <a:rPr lang="es-ES" b="0" i="1" smtClean="0">
                                  <a:solidFill>
                                    <a:schemeClr val="accent1">
                                      <a:lumMod val="50000"/>
                                    </a:schemeClr>
                                  </a:solidFill>
                                  <a:latin typeface="Cambria Math" panose="02040503050406030204" pitchFamily="18" charset="0"/>
                                  <a:ea typeface="Cambria Math" panose="02040503050406030204" pitchFamily="18" charset="0"/>
                                </a:rPr>
                                <m:t>𝑖</m:t>
                              </m:r>
                            </m:sub>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m:t>
                              </m:r>
                            </m:sup>
                          </m:sSub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b="0" i="1" smtClean="0">
                              <a:solidFill>
                                <a:schemeClr val="accent1">
                                  <a:lumMod val="50000"/>
                                </a:schemeClr>
                              </a:solidFill>
                              <a:latin typeface="Cambria Math" panose="02040503050406030204" pitchFamily="18" charset="0"/>
                              <a:ea typeface="Cambria Math" panose="02040503050406030204" pitchFamily="18" charset="0"/>
                            </a:rPr>
                            <m:t>𝑖</m:t>
                          </m:r>
                        </m:sub>
                        <m:sup>
                          <m:d>
                            <m:dPr>
                              <m:begChr m:val="["/>
                              <m:endChr m:val="]"/>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r>
                                <a:rPr lang="es-ES" i="1" smtClean="0">
                                  <a:solidFill>
                                    <a:schemeClr val="accent1">
                                      <a:lumMod val="50000"/>
                                    </a:schemeClr>
                                  </a:solidFill>
                                  <a:latin typeface="Cambria Math" panose="02040503050406030204" pitchFamily="18" charset="0"/>
                                  <a:ea typeface="Cambria Math" panose="02040503050406030204" pitchFamily="18" charset="0"/>
                                </a:rPr>
                                <m:t>1</m:t>
                              </m:r>
                            </m:e>
                          </m:d>
                        </m:sup>
                      </m:sSubSup>
                      <m:r>
                        <a:rPr lang="es-ES"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e>
                            <m:sup>
                              <m:d>
                                <m:dPr>
                                  <m:begChr m:val="["/>
                                  <m:endChr m:val="]"/>
                                  <m:ctrlPr>
                                    <a:rPr lang="es-ES" b="1" i="1" smtClean="0">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𝟐</m:t>
                                  </m:r>
                                </m:e>
                              </m:d>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2</m:t>
                              </m:r>
                            </m:e>
                          </m:d>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𝒂</m:t>
                                  </m:r>
                                </m:e>
                                <m:sup>
                                  <m:d>
                                    <m:dPr>
                                      <m:begChr m:val="["/>
                                      <m:endChr m:val="]"/>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𝟏</m:t>
                                      </m:r>
                                    </m:e>
                                  </m:d>
                                </m:sup>
                              </m:sSup>
                            </m:e>
                          </m:d>
                        </m:e>
                        <m:sup>
                          <m:r>
                            <a:rPr lang="es-ES" i="1">
                              <a:solidFill>
                                <a:schemeClr val="accent1">
                                  <a:lumMod val="50000"/>
                                </a:schemeClr>
                              </a:solidFill>
                              <a:latin typeface="Cambria Math" panose="02040503050406030204" pitchFamily="18" charset="0"/>
                              <a:ea typeface="Cambria Math" panose="02040503050406030204" pitchFamily="18" charset="0"/>
                            </a:rPr>
                            <m:t>𝑇</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i="1">
                              <a:solidFill>
                                <a:schemeClr val="accent1">
                                  <a:lumMod val="50000"/>
                                </a:schemeClr>
                              </a:solidFill>
                              <a:latin typeface="Cambria Math" panose="02040503050406030204" pitchFamily="18" charset="0"/>
                              <a:ea typeface="Cambria Math" panose="02040503050406030204" pitchFamily="18" charset="0"/>
                            </a:rPr>
                            <m:t>1</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4</m:t>
                          </m:r>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a:rPr lang="es-ES" i="1">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dirty="0"/>
              </a:p>
            </p:txBody>
          </p:sp>
        </mc:Choice>
        <mc:Fallback xmlns="">
          <p:sp>
            <p:nvSpPr>
              <p:cNvPr id="5" name="CuadroTexto 4">
                <a:extLst>
                  <a:ext uri="{FF2B5EF4-FFF2-40B4-BE49-F238E27FC236}">
                    <a16:creationId xmlns:a16="http://schemas.microsoft.com/office/drawing/2014/main" id="{4586E523-EE6B-733B-7BA9-CEC586DEB2C2}"/>
                  </a:ext>
                </a:extLst>
              </p:cNvPr>
              <p:cNvSpPr txBox="1">
                <a:spLocks noRot="1" noChangeAspect="1" noMove="1" noResize="1" noEditPoints="1" noAdjustHandles="1" noChangeArrowheads="1" noChangeShapeType="1" noTextEdit="1"/>
              </p:cNvSpPr>
              <p:nvPr/>
            </p:nvSpPr>
            <p:spPr>
              <a:xfrm>
                <a:off x="5004088" y="4212527"/>
                <a:ext cx="6031057" cy="761234"/>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4554491D-A223-0362-986D-33997628CE76}"/>
                  </a:ext>
                </a:extLst>
              </p:cNvPr>
              <p:cNvSpPr txBox="1"/>
              <p:nvPr/>
            </p:nvSpPr>
            <p:spPr>
              <a:xfrm>
                <a:off x="5324297" y="5190797"/>
                <a:ext cx="2752899" cy="624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 </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i="1">
                              <a:solidFill>
                                <a:schemeClr val="accent1">
                                  <a:lumMod val="50000"/>
                                </a:schemeClr>
                              </a:solidFill>
                              <a:latin typeface="Cambria Math" panose="02040503050406030204" pitchFamily="18" charset="0"/>
                              <a:ea typeface="Cambria Math" panose="02040503050406030204" pitchFamily="18" charset="0"/>
                            </a:rPr>
                            <m:t>1</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1</m:t>
                          </m:r>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a:rPr lang="es-ES" i="1">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dirty="0"/>
              </a:p>
            </p:txBody>
          </p:sp>
        </mc:Choice>
        <mc:Fallback xmlns="">
          <p:sp>
            <p:nvSpPr>
              <p:cNvPr id="9" name="CuadroTexto 8">
                <a:extLst>
                  <a:ext uri="{FF2B5EF4-FFF2-40B4-BE49-F238E27FC236}">
                    <a16:creationId xmlns:a16="http://schemas.microsoft.com/office/drawing/2014/main" id="{4554491D-A223-0362-986D-33997628CE76}"/>
                  </a:ext>
                </a:extLst>
              </p:cNvPr>
              <p:cNvSpPr txBox="1">
                <a:spLocks noRot="1" noChangeAspect="1" noMove="1" noResize="1" noEditPoints="1" noAdjustHandles="1" noChangeArrowheads="1" noChangeShapeType="1" noTextEdit="1"/>
              </p:cNvSpPr>
              <p:nvPr/>
            </p:nvSpPr>
            <p:spPr>
              <a:xfrm>
                <a:off x="5324297" y="5190797"/>
                <a:ext cx="2752899" cy="624017"/>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6B1FB57D-D64D-3227-F4E0-6DBFAE3D7641}"/>
                  </a:ext>
                </a:extLst>
              </p:cNvPr>
              <p:cNvSpPr txBox="1"/>
              <p:nvPr/>
            </p:nvSpPr>
            <p:spPr>
              <a:xfrm>
                <a:off x="2039543" y="4878282"/>
                <a:ext cx="2424545" cy="525528"/>
              </a:xfrm>
              <a:prstGeom prst="rect">
                <a:avLst/>
              </a:prstGeom>
              <a:noFill/>
            </p:spPr>
            <p:txBody>
              <a:bodyPr wrap="square">
                <a:spAutoFit/>
              </a:bodyPr>
              <a:lstStyle/>
              <a:p>
                <a:pPr lvl="1">
                  <a:lnSpc>
                    <a:spcPct val="150000"/>
                  </a:lnSpc>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𝟐</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 </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b="0" i="1" smtClean="0">
                              <a:solidFill>
                                <a:schemeClr val="accent1">
                                  <a:lumMod val="50000"/>
                                </a:schemeClr>
                              </a:solidFill>
                              <a:latin typeface="Cambria Math" panose="02040503050406030204" pitchFamily="18" charset="0"/>
                              <a:ea typeface="Cambria Math" panose="02040503050406030204" pitchFamily="18" charset="0"/>
                            </a:rPr>
                            <m:t>1</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4</m:t>
                          </m:r>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a:rPr lang="es-ES" i="1">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dirty="0">
                  <a:solidFill>
                    <a:schemeClr val="accent1">
                      <a:lumMod val="50000"/>
                    </a:schemeClr>
                  </a:solidFill>
                </a:endParaRPr>
              </a:p>
            </p:txBody>
          </p:sp>
        </mc:Choice>
        <mc:Fallback xmlns="">
          <p:sp>
            <p:nvSpPr>
              <p:cNvPr id="30" name="CuadroTexto 29">
                <a:extLst>
                  <a:ext uri="{FF2B5EF4-FFF2-40B4-BE49-F238E27FC236}">
                    <a16:creationId xmlns:a16="http://schemas.microsoft.com/office/drawing/2014/main" id="{6B1FB57D-D64D-3227-F4E0-6DBFAE3D7641}"/>
                  </a:ext>
                </a:extLst>
              </p:cNvPr>
              <p:cNvSpPr txBox="1">
                <a:spLocks noRot="1" noChangeAspect="1" noMove="1" noResize="1" noEditPoints="1" noAdjustHandles="1" noChangeArrowheads="1" noChangeShapeType="1" noTextEdit="1"/>
              </p:cNvSpPr>
              <p:nvPr/>
            </p:nvSpPr>
            <p:spPr>
              <a:xfrm>
                <a:off x="2039543" y="4878282"/>
                <a:ext cx="2424545" cy="525528"/>
              </a:xfrm>
              <a:prstGeom prst="rect">
                <a:avLst/>
              </a:prstGeom>
              <a:blipFill>
                <a:blip r:embed="rId1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D9B49647-F832-A500-600F-8F04D8E4D57A}"/>
                  </a:ext>
                </a:extLst>
              </p:cNvPr>
              <p:cNvSpPr txBox="1"/>
              <p:nvPr/>
            </p:nvSpPr>
            <p:spPr>
              <a:xfrm>
                <a:off x="2039543" y="5453967"/>
                <a:ext cx="2327564" cy="525528"/>
              </a:xfrm>
              <a:prstGeom prst="rect">
                <a:avLst/>
              </a:prstGeom>
              <a:noFill/>
            </p:spPr>
            <p:txBody>
              <a:bodyPr wrap="square">
                <a:spAutoFit/>
              </a:bodyPr>
              <a:lstStyle/>
              <a:p>
                <a:pPr lvl="1">
                  <a:lnSpc>
                    <a:spcPct val="150000"/>
                  </a:lnSpc>
                </a:pP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r>
                        <a:rPr lang="es-ES" i="1">
                          <a:solidFill>
                            <a:schemeClr val="accent1">
                              <a:lumMod val="50000"/>
                            </a:schemeClr>
                          </a:solidFill>
                          <a:latin typeface="Cambria Math" panose="02040503050406030204" pitchFamily="18" charset="0"/>
                          <a:ea typeface="Cambria Math" panose="02040503050406030204" pitchFamily="18" charset="0"/>
                        </a:rPr>
                        <m:t>∈ </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i="1">
                              <a:solidFill>
                                <a:schemeClr val="accent1">
                                  <a:lumMod val="50000"/>
                                </a:schemeClr>
                              </a:solidFill>
                              <a:latin typeface="Cambria Math" panose="02040503050406030204" pitchFamily="18" charset="0"/>
                              <a:ea typeface="Cambria Math" panose="02040503050406030204" pitchFamily="18" charset="0"/>
                            </a:rPr>
                            <m:t>1</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a:rPr lang="es-ES" i="1">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dirty="0">
                  <a:solidFill>
                    <a:schemeClr val="accent1">
                      <a:lumMod val="50000"/>
                    </a:schemeClr>
                  </a:solidFill>
                </a:endParaRPr>
              </a:p>
            </p:txBody>
          </p:sp>
        </mc:Choice>
        <mc:Fallback xmlns="">
          <p:sp>
            <p:nvSpPr>
              <p:cNvPr id="32" name="CuadroTexto 31">
                <a:extLst>
                  <a:ext uri="{FF2B5EF4-FFF2-40B4-BE49-F238E27FC236}">
                    <a16:creationId xmlns:a16="http://schemas.microsoft.com/office/drawing/2014/main" id="{D9B49647-F832-A500-600F-8F04D8E4D57A}"/>
                  </a:ext>
                </a:extLst>
              </p:cNvPr>
              <p:cNvSpPr txBox="1">
                <a:spLocks noRot="1" noChangeAspect="1" noMove="1" noResize="1" noEditPoints="1" noAdjustHandles="1" noChangeArrowheads="1" noChangeShapeType="1" noTextEdit="1"/>
              </p:cNvSpPr>
              <p:nvPr/>
            </p:nvSpPr>
            <p:spPr>
              <a:xfrm>
                <a:off x="2039543" y="5453967"/>
                <a:ext cx="2327564" cy="525528"/>
              </a:xfrm>
              <a:prstGeom prst="rect">
                <a:avLst/>
              </a:prstGeom>
              <a:blipFill>
                <a:blip r:embed="rId17"/>
                <a:stretch>
                  <a:fillRect/>
                </a:stretch>
              </a:blipFill>
            </p:spPr>
            <p:txBody>
              <a:bodyPr/>
              <a:lstStyle/>
              <a:p>
                <a:r>
                  <a:rPr lang="es-ES">
                    <a:noFill/>
                  </a:rPr>
                  <a:t> </a:t>
                </a:r>
              </a:p>
            </p:txBody>
          </p:sp>
        </mc:Fallback>
      </mc:AlternateContent>
      <p:cxnSp>
        <p:nvCxnSpPr>
          <p:cNvPr id="33" name="Conector recto de flecha 32">
            <a:extLst>
              <a:ext uri="{FF2B5EF4-FFF2-40B4-BE49-F238E27FC236}">
                <a16:creationId xmlns:a16="http://schemas.microsoft.com/office/drawing/2014/main" id="{A6A4C5DF-7ACA-B52D-1FCB-A672816579B0}"/>
              </a:ext>
            </a:extLst>
          </p:cNvPr>
          <p:cNvCxnSpPr>
            <a:cxnSpLocks/>
          </p:cNvCxnSpPr>
          <p:nvPr/>
        </p:nvCxnSpPr>
        <p:spPr>
          <a:xfrm>
            <a:off x="5004088" y="3983161"/>
            <a:ext cx="0" cy="1981200"/>
          </a:xfrm>
          <a:prstGeom prst="straightConnector1">
            <a:avLst/>
          </a:prstGeom>
          <a:ln w="47625">
            <a:tailEnd type="triangle" w="lg" len="lg"/>
          </a:ln>
        </p:spPr>
        <p:style>
          <a:lnRef idx="1">
            <a:schemeClr val="accent1"/>
          </a:lnRef>
          <a:fillRef idx="0">
            <a:schemeClr val="accent1"/>
          </a:fillRef>
          <a:effectRef idx="0">
            <a:schemeClr val="accent1"/>
          </a:effectRef>
          <a:fontRef idx="minor">
            <a:schemeClr val="tx1"/>
          </a:fontRef>
        </p:style>
      </p:cxnSp>
      <p:sp>
        <p:nvSpPr>
          <p:cNvPr id="34" name="CuadroTexto 33">
            <a:extLst>
              <a:ext uri="{FF2B5EF4-FFF2-40B4-BE49-F238E27FC236}">
                <a16:creationId xmlns:a16="http://schemas.microsoft.com/office/drawing/2014/main" id="{49CE7779-E7C0-E5B1-9518-D421C097F993}"/>
              </a:ext>
            </a:extLst>
          </p:cNvPr>
          <p:cNvSpPr txBox="1"/>
          <p:nvPr/>
        </p:nvSpPr>
        <p:spPr>
          <a:xfrm>
            <a:off x="259710" y="134869"/>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Caso </a:t>
            </a:r>
            <a:r>
              <a:rPr lang="en-US" sz="2000" b="1" dirty="0" err="1">
                <a:solidFill>
                  <a:schemeClr val="accent1">
                    <a:lumMod val="50000"/>
                  </a:schemeClr>
                </a:solidFill>
              </a:rPr>
              <a:t>más</a:t>
            </a:r>
            <a:r>
              <a:rPr lang="en-US" sz="2000" b="1" dirty="0">
                <a:solidFill>
                  <a:schemeClr val="accent1">
                    <a:lumMod val="50000"/>
                  </a:schemeClr>
                </a:solidFill>
              </a:rPr>
              <a:t> </a:t>
            </a:r>
            <a:r>
              <a:rPr lang="en-US" sz="2000" b="1" dirty="0" err="1">
                <a:solidFill>
                  <a:schemeClr val="accent1">
                    <a:lumMod val="50000"/>
                  </a:schemeClr>
                </a:solidFill>
              </a:rPr>
              <a:t>complejo</a:t>
            </a:r>
            <a:endParaRPr lang="en-US" sz="2000" dirty="0">
              <a:solidFill>
                <a:schemeClr val="accent1">
                  <a:lumMod val="50000"/>
                </a:schemeClr>
              </a:solidFill>
            </a:endParaRPr>
          </a:p>
        </p:txBody>
      </p:sp>
    </p:spTree>
    <p:extLst>
      <p:ext uri="{BB962C8B-B14F-4D97-AF65-F5344CB8AC3E}">
        <p14:creationId xmlns:p14="http://schemas.microsoft.com/office/powerpoint/2010/main" val="214611650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8B5BE-6C78-37D2-0986-403EBD45E6CD}"/>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8CB02076-8C28-8063-FA4A-626DCE07D10F}"/>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7" name="Elipse 6">
            <a:extLst>
              <a:ext uri="{FF2B5EF4-FFF2-40B4-BE49-F238E27FC236}">
                <a16:creationId xmlns:a16="http://schemas.microsoft.com/office/drawing/2014/main" id="{3208EACE-45B1-32A0-B7D5-C3DEDE009423}"/>
              </a:ext>
            </a:extLst>
          </p:cNvPr>
          <p:cNvSpPr/>
          <p:nvPr/>
        </p:nvSpPr>
        <p:spPr>
          <a:xfrm>
            <a:off x="2728380" y="3745354"/>
            <a:ext cx="540000" cy="540000"/>
          </a:xfrm>
          <a:prstGeom prst="ellipse">
            <a:avLst/>
          </a:prstGeom>
          <a:no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s-ES" sz="1600" b="1" dirty="0"/>
          </a:p>
        </p:txBody>
      </p:sp>
      <p:cxnSp>
        <p:nvCxnSpPr>
          <p:cNvPr id="8" name="Conector recto de flecha 7">
            <a:extLst>
              <a:ext uri="{FF2B5EF4-FFF2-40B4-BE49-F238E27FC236}">
                <a16:creationId xmlns:a16="http://schemas.microsoft.com/office/drawing/2014/main" id="{51F9F0FF-D236-D57F-8775-C165FAD9B1F5}"/>
              </a:ext>
            </a:extLst>
          </p:cNvPr>
          <p:cNvCxnSpPr>
            <a:cxnSpLocks/>
            <a:stCxn id="7" idx="6"/>
          </p:cNvCxnSpPr>
          <p:nvPr/>
        </p:nvCxnSpPr>
        <p:spPr>
          <a:xfrm>
            <a:off x="3268380" y="4015354"/>
            <a:ext cx="540000" cy="0"/>
          </a:xfrm>
          <a:prstGeom prst="straightConnector1">
            <a:avLst/>
          </a:prstGeom>
          <a:ln w="34925" cmpd="sng">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Elipse 9">
                <a:extLst>
                  <a:ext uri="{FF2B5EF4-FFF2-40B4-BE49-F238E27FC236}">
                    <a16:creationId xmlns:a16="http://schemas.microsoft.com/office/drawing/2014/main" id="{7E2520A9-9D75-8155-2712-DF2898033557}"/>
                  </a:ext>
                </a:extLst>
              </p:cNvPr>
              <p:cNvSpPr/>
              <p:nvPr/>
            </p:nvSpPr>
            <p:spPr>
              <a:xfrm>
                <a:off x="417375" y="3361695"/>
                <a:ext cx="540000" cy="540000"/>
              </a:xfrm>
              <a:prstGeom prst="ellipse">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𝑥</m:t>
                          </m:r>
                        </m:e>
                        <m:sub>
                          <m:r>
                            <a:rPr lang="es-ES" i="1">
                              <a:solidFill>
                                <a:schemeClr val="accent1">
                                  <a:lumMod val="50000"/>
                                </a:schemeClr>
                              </a:solidFill>
                              <a:latin typeface="Cambria Math" panose="02040503050406030204" pitchFamily="18" charset="0"/>
                              <a:ea typeface="Cambria Math" panose="02040503050406030204" pitchFamily="18" charset="0"/>
                            </a:rPr>
                            <m:t>1</m:t>
                          </m:r>
                        </m:sub>
                      </m:sSub>
                    </m:oMath>
                  </m:oMathPara>
                </a14:m>
                <a:endParaRPr lang="es-ES"/>
              </a:p>
            </p:txBody>
          </p:sp>
        </mc:Choice>
        <mc:Fallback xmlns="">
          <p:sp>
            <p:nvSpPr>
              <p:cNvPr id="10" name="Elipse 9">
                <a:extLst>
                  <a:ext uri="{FF2B5EF4-FFF2-40B4-BE49-F238E27FC236}">
                    <a16:creationId xmlns:a16="http://schemas.microsoft.com/office/drawing/2014/main" id="{7E2520A9-9D75-8155-2712-DF2898033557}"/>
                  </a:ext>
                </a:extLst>
              </p:cNvPr>
              <p:cNvSpPr>
                <a:spLocks noRot="1" noChangeAspect="1" noMove="1" noResize="1" noEditPoints="1" noAdjustHandles="1" noChangeArrowheads="1" noChangeShapeType="1" noTextEdit="1"/>
              </p:cNvSpPr>
              <p:nvPr/>
            </p:nvSpPr>
            <p:spPr>
              <a:xfrm>
                <a:off x="417375" y="3361695"/>
                <a:ext cx="540000" cy="540000"/>
              </a:xfrm>
              <a:prstGeom prst="ellipse">
                <a:avLst/>
              </a:prstGeom>
              <a:blipFill>
                <a:blip r:embed="rId3"/>
                <a:stretch>
                  <a:fillRect/>
                </a:stretch>
              </a:blipFill>
              <a:ln w="31750">
                <a:solidFill>
                  <a:schemeClr val="accent6">
                    <a:lumMod val="75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Elipse 10">
                <a:extLst>
                  <a:ext uri="{FF2B5EF4-FFF2-40B4-BE49-F238E27FC236}">
                    <a16:creationId xmlns:a16="http://schemas.microsoft.com/office/drawing/2014/main" id="{21B3275D-C5D5-5053-3BD0-F65993DD723A}"/>
                  </a:ext>
                </a:extLst>
              </p:cNvPr>
              <p:cNvSpPr/>
              <p:nvPr/>
            </p:nvSpPr>
            <p:spPr>
              <a:xfrm>
                <a:off x="417375" y="4136513"/>
                <a:ext cx="540000" cy="540000"/>
              </a:xfrm>
              <a:prstGeom prst="ellipse">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𝑥</m:t>
                          </m:r>
                        </m:e>
                        <m:sub>
                          <m:r>
                            <a:rPr lang="es-ES" i="1">
                              <a:solidFill>
                                <a:schemeClr val="accent1">
                                  <a:lumMod val="50000"/>
                                </a:schemeClr>
                              </a:solidFill>
                              <a:latin typeface="Cambria Math" panose="02040503050406030204" pitchFamily="18" charset="0"/>
                              <a:ea typeface="Cambria Math" panose="02040503050406030204" pitchFamily="18" charset="0"/>
                            </a:rPr>
                            <m:t>2</m:t>
                          </m:r>
                        </m:sub>
                      </m:sSub>
                    </m:oMath>
                  </m:oMathPara>
                </a14:m>
                <a:endParaRPr lang="es-ES" dirty="0"/>
              </a:p>
            </p:txBody>
          </p:sp>
        </mc:Choice>
        <mc:Fallback xmlns="">
          <p:sp>
            <p:nvSpPr>
              <p:cNvPr id="11" name="Elipse 10">
                <a:extLst>
                  <a:ext uri="{FF2B5EF4-FFF2-40B4-BE49-F238E27FC236}">
                    <a16:creationId xmlns:a16="http://schemas.microsoft.com/office/drawing/2014/main" id="{21B3275D-C5D5-5053-3BD0-F65993DD723A}"/>
                  </a:ext>
                </a:extLst>
              </p:cNvPr>
              <p:cNvSpPr>
                <a:spLocks noRot="1" noChangeAspect="1" noMove="1" noResize="1" noEditPoints="1" noAdjustHandles="1" noChangeArrowheads="1" noChangeShapeType="1" noTextEdit="1"/>
              </p:cNvSpPr>
              <p:nvPr/>
            </p:nvSpPr>
            <p:spPr>
              <a:xfrm>
                <a:off x="417375" y="4136513"/>
                <a:ext cx="540000" cy="540000"/>
              </a:xfrm>
              <a:prstGeom prst="ellipse">
                <a:avLst/>
              </a:prstGeom>
              <a:blipFill>
                <a:blip r:embed="rId4"/>
                <a:stretch>
                  <a:fillRect/>
                </a:stretch>
              </a:blipFill>
              <a:ln w="31750">
                <a:solidFill>
                  <a:schemeClr val="accent6">
                    <a:lumMod val="75000"/>
                  </a:schemeClr>
                </a:solidFill>
              </a:ln>
            </p:spPr>
            <p:txBody>
              <a:bodyPr/>
              <a:lstStyle/>
              <a:p>
                <a:r>
                  <a:rPr lang="es-ES">
                    <a:noFill/>
                  </a:rPr>
                  <a:t> </a:t>
                </a:r>
              </a:p>
            </p:txBody>
          </p:sp>
        </mc:Fallback>
      </mc:AlternateContent>
      <p:cxnSp>
        <p:nvCxnSpPr>
          <p:cNvPr id="12" name="Conector recto 11">
            <a:extLst>
              <a:ext uri="{FF2B5EF4-FFF2-40B4-BE49-F238E27FC236}">
                <a16:creationId xmlns:a16="http://schemas.microsoft.com/office/drawing/2014/main" id="{EB8BCCEC-7670-3D0D-5B95-CB753038903D}"/>
              </a:ext>
            </a:extLst>
          </p:cNvPr>
          <p:cNvCxnSpPr>
            <a:cxnSpLocks/>
            <a:stCxn id="10" idx="6"/>
            <a:endCxn id="14" idx="2"/>
          </p:cNvCxnSpPr>
          <p:nvPr/>
        </p:nvCxnSpPr>
        <p:spPr>
          <a:xfrm flipV="1">
            <a:off x="957375" y="2948488"/>
            <a:ext cx="664740" cy="683207"/>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33EC19C1-5F26-FDE9-2C41-202E3744F997}"/>
              </a:ext>
            </a:extLst>
          </p:cNvPr>
          <p:cNvCxnSpPr>
            <a:cxnSpLocks/>
            <a:stCxn id="10" idx="6"/>
            <a:endCxn id="15" idx="2"/>
          </p:cNvCxnSpPr>
          <p:nvPr/>
        </p:nvCxnSpPr>
        <p:spPr>
          <a:xfrm>
            <a:off x="957375" y="3631695"/>
            <a:ext cx="664740" cy="3057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Elipse 13">
                <a:extLst>
                  <a:ext uri="{FF2B5EF4-FFF2-40B4-BE49-F238E27FC236}">
                    <a16:creationId xmlns:a16="http://schemas.microsoft.com/office/drawing/2014/main" id="{5D7B45BB-52CA-5CCD-0001-5142125BDCFE}"/>
                  </a:ext>
                </a:extLst>
              </p:cNvPr>
              <p:cNvSpPr/>
              <p:nvPr/>
            </p:nvSpPr>
            <p:spPr>
              <a:xfrm>
                <a:off x="1622115" y="2678488"/>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4" name="Elipse 13">
                <a:extLst>
                  <a:ext uri="{FF2B5EF4-FFF2-40B4-BE49-F238E27FC236}">
                    <a16:creationId xmlns:a16="http://schemas.microsoft.com/office/drawing/2014/main" id="{5D7B45BB-52CA-5CCD-0001-5142125BDCFE}"/>
                  </a:ext>
                </a:extLst>
              </p:cNvPr>
              <p:cNvSpPr>
                <a:spLocks noRot="1" noChangeAspect="1" noMove="1" noResize="1" noEditPoints="1" noAdjustHandles="1" noChangeArrowheads="1" noChangeShapeType="1" noTextEdit="1"/>
              </p:cNvSpPr>
              <p:nvPr/>
            </p:nvSpPr>
            <p:spPr>
              <a:xfrm>
                <a:off x="1622115" y="2678488"/>
                <a:ext cx="540000" cy="540000"/>
              </a:xfrm>
              <a:prstGeom prst="ellipse">
                <a:avLst/>
              </a:prstGeom>
              <a:blipFill>
                <a:blip r:embed="rId5"/>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Elipse 14">
                <a:extLst>
                  <a:ext uri="{FF2B5EF4-FFF2-40B4-BE49-F238E27FC236}">
                    <a16:creationId xmlns:a16="http://schemas.microsoft.com/office/drawing/2014/main" id="{FFFDB795-AB31-9674-268B-95B5B60C9107}"/>
                  </a:ext>
                </a:extLst>
              </p:cNvPr>
              <p:cNvSpPr/>
              <p:nvPr/>
            </p:nvSpPr>
            <p:spPr>
              <a:xfrm>
                <a:off x="1622115" y="3392265"/>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2</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5" name="Elipse 14">
                <a:extLst>
                  <a:ext uri="{FF2B5EF4-FFF2-40B4-BE49-F238E27FC236}">
                    <a16:creationId xmlns:a16="http://schemas.microsoft.com/office/drawing/2014/main" id="{FFFDB795-AB31-9674-268B-95B5B60C9107}"/>
                  </a:ext>
                </a:extLst>
              </p:cNvPr>
              <p:cNvSpPr>
                <a:spLocks noRot="1" noChangeAspect="1" noMove="1" noResize="1" noEditPoints="1" noAdjustHandles="1" noChangeArrowheads="1" noChangeShapeType="1" noTextEdit="1"/>
              </p:cNvSpPr>
              <p:nvPr/>
            </p:nvSpPr>
            <p:spPr>
              <a:xfrm>
                <a:off x="1622115" y="3392265"/>
                <a:ext cx="540000" cy="540000"/>
              </a:xfrm>
              <a:prstGeom prst="ellipse">
                <a:avLst/>
              </a:prstGeom>
              <a:blipFill>
                <a:blip r:embed="rId6"/>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6" name="Elipse 15">
                <a:extLst>
                  <a:ext uri="{FF2B5EF4-FFF2-40B4-BE49-F238E27FC236}">
                    <a16:creationId xmlns:a16="http://schemas.microsoft.com/office/drawing/2014/main" id="{D0029178-3062-E755-3AAC-CBB792E0AFAE}"/>
                  </a:ext>
                </a:extLst>
              </p:cNvPr>
              <p:cNvSpPr/>
              <p:nvPr/>
            </p:nvSpPr>
            <p:spPr>
              <a:xfrm>
                <a:off x="1622115" y="4101305"/>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3</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6" name="Elipse 15">
                <a:extLst>
                  <a:ext uri="{FF2B5EF4-FFF2-40B4-BE49-F238E27FC236}">
                    <a16:creationId xmlns:a16="http://schemas.microsoft.com/office/drawing/2014/main" id="{D0029178-3062-E755-3AAC-CBB792E0AFAE}"/>
                  </a:ext>
                </a:extLst>
              </p:cNvPr>
              <p:cNvSpPr>
                <a:spLocks noRot="1" noChangeAspect="1" noMove="1" noResize="1" noEditPoints="1" noAdjustHandles="1" noChangeArrowheads="1" noChangeShapeType="1" noTextEdit="1"/>
              </p:cNvSpPr>
              <p:nvPr/>
            </p:nvSpPr>
            <p:spPr>
              <a:xfrm>
                <a:off x="1622115" y="4101305"/>
                <a:ext cx="540000" cy="540000"/>
              </a:xfrm>
              <a:prstGeom prst="ellipse">
                <a:avLst/>
              </a:prstGeom>
              <a:blipFill>
                <a:blip r:embed="rId7"/>
                <a:stretch>
                  <a:fillRect/>
                </a:stretch>
              </a:blipFill>
              <a:ln w="31750">
                <a:solidFill>
                  <a:schemeClr val="accent1">
                    <a:lumMod val="50000"/>
                  </a:schemeClr>
                </a:solidFill>
              </a:ln>
            </p:spPr>
            <p:txBody>
              <a:bodyPr/>
              <a:lstStyle/>
              <a:p>
                <a:r>
                  <a:rPr lang="es-ES">
                    <a:noFill/>
                  </a:rPr>
                  <a:t> </a:t>
                </a:r>
              </a:p>
            </p:txBody>
          </p:sp>
        </mc:Fallback>
      </mc:AlternateContent>
      <p:cxnSp>
        <p:nvCxnSpPr>
          <p:cNvPr id="17" name="Conector recto 16">
            <a:extLst>
              <a:ext uri="{FF2B5EF4-FFF2-40B4-BE49-F238E27FC236}">
                <a16:creationId xmlns:a16="http://schemas.microsoft.com/office/drawing/2014/main" id="{070F2C6B-59E3-EDAD-FE21-928EEFFE8707}"/>
              </a:ext>
            </a:extLst>
          </p:cNvPr>
          <p:cNvCxnSpPr>
            <a:cxnSpLocks/>
            <a:stCxn id="11" idx="6"/>
            <a:endCxn id="15" idx="2"/>
          </p:cNvCxnSpPr>
          <p:nvPr/>
        </p:nvCxnSpPr>
        <p:spPr>
          <a:xfrm flipV="1">
            <a:off x="957375" y="3662265"/>
            <a:ext cx="664740" cy="744248"/>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F28B752A-D7C0-0695-1E57-CBEFEF1621AA}"/>
              </a:ext>
            </a:extLst>
          </p:cNvPr>
          <p:cNvCxnSpPr>
            <a:cxnSpLocks/>
            <a:stCxn id="10" idx="6"/>
            <a:endCxn id="16" idx="2"/>
          </p:cNvCxnSpPr>
          <p:nvPr/>
        </p:nvCxnSpPr>
        <p:spPr>
          <a:xfrm>
            <a:off x="957375" y="3631695"/>
            <a:ext cx="664740" cy="73961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20426CFD-D5AA-2A1B-E4D3-FE886E74F69A}"/>
              </a:ext>
            </a:extLst>
          </p:cNvPr>
          <p:cNvCxnSpPr>
            <a:cxnSpLocks/>
            <a:stCxn id="11" idx="6"/>
            <a:endCxn id="16" idx="2"/>
          </p:cNvCxnSpPr>
          <p:nvPr/>
        </p:nvCxnSpPr>
        <p:spPr>
          <a:xfrm flipV="1">
            <a:off x="957375" y="4371305"/>
            <a:ext cx="664740" cy="35208"/>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30009328-E142-0070-A8E1-42E85D838B82}"/>
              </a:ext>
            </a:extLst>
          </p:cNvPr>
          <p:cNvCxnSpPr>
            <a:cxnSpLocks/>
            <a:stCxn id="11" idx="6"/>
            <a:endCxn id="14" idx="2"/>
          </p:cNvCxnSpPr>
          <p:nvPr/>
        </p:nvCxnSpPr>
        <p:spPr>
          <a:xfrm flipV="1">
            <a:off x="957375" y="2948488"/>
            <a:ext cx="664740" cy="1458025"/>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6618AC26-8D05-77E7-5FEE-C76C81933303}"/>
              </a:ext>
            </a:extLst>
          </p:cNvPr>
          <p:cNvCxnSpPr>
            <a:cxnSpLocks/>
            <a:stCxn id="14" idx="6"/>
            <a:endCxn id="7" idx="2"/>
          </p:cNvCxnSpPr>
          <p:nvPr/>
        </p:nvCxnSpPr>
        <p:spPr>
          <a:xfrm>
            <a:off x="2162115" y="2948488"/>
            <a:ext cx="566265" cy="1066866"/>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D0209656-5B31-F693-224A-3435E819EB58}"/>
              </a:ext>
            </a:extLst>
          </p:cNvPr>
          <p:cNvCxnSpPr>
            <a:cxnSpLocks/>
            <a:stCxn id="15" idx="6"/>
            <a:endCxn id="7" idx="2"/>
          </p:cNvCxnSpPr>
          <p:nvPr/>
        </p:nvCxnSpPr>
        <p:spPr>
          <a:xfrm>
            <a:off x="2162115" y="3662265"/>
            <a:ext cx="566265" cy="353089"/>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06F4BEC3-3D0F-CAC4-3E19-81561F19137C}"/>
              </a:ext>
            </a:extLst>
          </p:cNvPr>
          <p:cNvCxnSpPr>
            <a:cxnSpLocks/>
            <a:stCxn id="16" idx="6"/>
            <a:endCxn id="7" idx="2"/>
          </p:cNvCxnSpPr>
          <p:nvPr/>
        </p:nvCxnSpPr>
        <p:spPr>
          <a:xfrm flipV="1">
            <a:off x="2162115" y="4015354"/>
            <a:ext cx="566265" cy="355951"/>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Elipse 23">
                <a:extLst>
                  <a:ext uri="{FF2B5EF4-FFF2-40B4-BE49-F238E27FC236}">
                    <a16:creationId xmlns:a16="http://schemas.microsoft.com/office/drawing/2014/main" id="{2E65D514-B821-E062-4770-702BF7D92D54}"/>
                  </a:ext>
                </a:extLst>
              </p:cNvPr>
              <p:cNvSpPr/>
              <p:nvPr/>
            </p:nvSpPr>
            <p:spPr>
              <a:xfrm>
                <a:off x="1622115" y="4810345"/>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24" name="Elipse 23">
                <a:extLst>
                  <a:ext uri="{FF2B5EF4-FFF2-40B4-BE49-F238E27FC236}">
                    <a16:creationId xmlns:a16="http://schemas.microsoft.com/office/drawing/2014/main" id="{2E65D514-B821-E062-4770-702BF7D92D54}"/>
                  </a:ext>
                </a:extLst>
              </p:cNvPr>
              <p:cNvSpPr>
                <a:spLocks noRot="1" noChangeAspect="1" noMove="1" noResize="1" noEditPoints="1" noAdjustHandles="1" noChangeArrowheads="1" noChangeShapeType="1" noTextEdit="1"/>
              </p:cNvSpPr>
              <p:nvPr/>
            </p:nvSpPr>
            <p:spPr>
              <a:xfrm>
                <a:off x="1622115" y="4810345"/>
                <a:ext cx="540000" cy="540000"/>
              </a:xfrm>
              <a:prstGeom prst="ellipse">
                <a:avLst/>
              </a:prstGeom>
              <a:blipFill>
                <a:blip r:embed="rId8"/>
                <a:stretch>
                  <a:fillRect/>
                </a:stretch>
              </a:blipFill>
              <a:ln w="31750">
                <a:solidFill>
                  <a:schemeClr val="accent1">
                    <a:lumMod val="50000"/>
                  </a:schemeClr>
                </a:solidFill>
              </a:ln>
            </p:spPr>
            <p:txBody>
              <a:bodyPr/>
              <a:lstStyle/>
              <a:p>
                <a:r>
                  <a:rPr lang="es-ES">
                    <a:noFill/>
                  </a:rPr>
                  <a:t> </a:t>
                </a:r>
              </a:p>
            </p:txBody>
          </p:sp>
        </mc:Fallback>
      </mc:AlternateContent>
      <p:cxnSp>
        <p:nvCxnSpPr>
          <p:cNvPr id="26" name="Conector recto 25">
            <a:extLst>
              <a:ext uri="{FF2B5EF4-FFF2-40B4-BE49-F238E27FC236}">
                <a16:creationId xmlns:a16="http://schemas.microsoft.com/office/drawing/2014/main" id="{6C34E378-9FFE-685A-2B5B-FB9FD94B36F9}"/>
              </a:ext>
            </a:extLst>
          </p:cNvPr>
          <p:cNvCxnSpPr>
            <a:cxnSpLocks/>
            <a:stCxn id="11" idx="6"/>
            <a:endCxn id="24" idx="2"/>
          </p:cNvCxnSpPr>
          <p:nvPr/>
        </p:nvCxnSpPr>
        <p:spPr>
          <a:xfrm>
            <a:off x="957375" y="4406513"/>
            <a:ext cx="664740" cy="673832"/>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C4219C3B-962F-1EBD-39E7-3E689A4D1432}"/>
              </a:ext>
            </a:extLst>
          </p:cNvPr>
          <p:cNvCxnSpPr>
            <a:cxnSpLocks/>
            <a:stCxn id="10" idx="6"/>
            <a:endCxn id="24" idx="2"/>
          </p:cNvCxnSpPr>
          <p:nvPr/>
        </p:nvCxnSpPr>
        <p:spPr>
          <a:xfrm>
            <a:off x="957375" y="3631695"/>
            <a:ext cx="664740" cy="144865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1C51C8C7-6515-8F16-3891-35F6875766B1}"/>
              </a:ext>
            </a:extLst>
          </p:cNvPr>
          <p:cNvCxnSpPr>
            <a:cxnSpLocks/>
            <a:stCxn id="24" idx="6"/>
            <a:endCxn id="7" idx="2"/>
          </p:cNvCxnSpPr>
          <p:nvPr/>
        </p:nvCxnSpPr>
        <p:spPr>
          <a:xfrm flipV="1">
            <a:off x="2162115" y="4015354"/>
            <a:ext cx="566265" cy="1064991"/>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28227362-3EB2-4B8D-A7B4-35318CA81530}"/>
                  </a:ext>
                </a:extLst>
              </p:cNvPr>
              <p:cNvSpPr txBox="1"/>
              <p:nvPr/>
            </p:nvSpPr>
            <p:spPr>
              <a:xfrm>
                <a:off x="2492337" y="3843795"/>
                <a:ext cx="1102706" cy="3811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800" i="1" smtClean="0">
                              <a:solidFill>
                                <a:schemeClr val="accent1">
                                  <a:lumMod val="50000"/>
                                </a:schemeClr>
                              </a:solidFill>
                              <a:latin typeface="Cambria Math" panose="02040503050406030204" pitchFamily="18" charset="0"/>
                              <a:ea typeface="Cambria Math" panose="02040503050406030204" pitchFamily="18" charset="0"/>
                            </a:rPr>
                            <m:t>𝑎</m:t>
                          </m:r>
                        </m:e>
                        <m:sup>
                          <m:r>
                            <a:rPr lang="es-ES" sz="1800" b="0" i="1" smtClean="0">
                              <a:solidFill>
                                <a:schemeClr val="accent1">
                                  <a:lumMod val="50000"/>
                                </a:schemeClr>
                              </a:solidFill>
                              <a:latin typeface="Cambria Math" panose="02040503050406030204" pitchFamily="18" charset="0"/>
                              <a:ea typeface="Cambria Math" panose="02040503050406030204" pitchFamily="18" charset="0"/>
                            </a:rPr>
                            <m:t>[2]</m:t>
                          </m:r>
                        </m:sup>
                      </m:sSup>
                    </m:oMath>
                  </m:oMathPara>
                </a14:m>
                <a:endParaRPr lang="es-ES" dirty="0"/>
              </a:p>
            </p:txBody>
          </p:sp>
        </mc:Choice>
        <mc:Fallback xmlns="">
          <p:sp>
            <p:nvSpPr>
              <p:cNvPr id="36" name="CuadroTexto 35">
                <a:extLst>
                  <a:ext uri="{FF2B5EF4-FFF2-40B4-BE49-F238E27FC236}">
                    <a16:creationId xmlns:a16="http://schemas.microsoft.com/office/drawing/2014/main" id="{28227362-3EB2-4B8D-A7B4-35318CA81530}"/>
                  </a:ext>
                </a:extLst>
              </p:cNvPr>
              <p:cNvSpPr txBox="1">
                <a:spLocks noRot="1" noChangeAspect="1" noMove="1" noResize="1" noEditPoints="1" noAdjustHandles="1" noChangeArrowheads="1" noChangeShapeType="1" noTextEdit="1"/>
              </p:cNvSpPr>
              <p:nvPr/>
            </p:nvSpPr>
            <p:spPr>
              <a:xfrm>
                <a:off x="2492337" y="3843795"/>
                <a:ext cx="1102706" cy="381130"/>
              </a:xfrm>
              <a:prstGeom prst="rect">
                <a:avLst/>
              </a:prstGeom>
              <a:blipFill>
                <a:blip r:embed="rId9"/>
                <a:stretch>
                  <a:fillRect/>
                </a:stretch>
              </a:blipFill>
            </p:spPr>
            <p:txBody>
              <a:bodyPr/>
              <a:lstStyle/>
              <a:p>
                <a:r>
                  <a:rPr lang="es-ES">
                    <a:noFill/>
                  </a:rPr>
                  <a:t> </a:t>
                </a:r>
              </a:p>
            </p:txBody>
          </p:sp>
        </mc:Fallback>
      </mc:AlternateContent>
      <p:sp>
        <p:nvSpPr>
          <p:cNvPr id="38" name="Rectángulo: esquinas redondeadas 37">
            <a:extLst>
              <a:ext uri="{FF2B5EF4-FFF2-40B4-BE49-F238E27FC236}">
                <a16:creationId xmlns:a16="http://schemas.microsoft.com/office/drawing/2014/main" id="{E7E353C9-D9D8-94ED-886E-250C8E9A57D9}"/>
              </a:ext>
            </a:extLst>
          </p:cNvPr>
          <p:cNvSpPr/>
          <p:nvPr/>
        </p:nvSpPr>
        <p:spPr>
          <a:xfrm>
            <a:off x="4354427" y="641161"/>
            <a:ext cx="7647136" cy="1259165"/>
          </a:xfrm>
          <a:prstGeom prst="roundRect">
            <a:avLst>
              <a:gd name="adj" fmla="val 19105"/>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s-ES" b="1" dirty="0" err="1">
                <a:solidFill>
                  <a:schemeClr val="accent1">
                    <a:lumMod val="50000"/>
                  </a:schemeClr>
                </a:solidFill>
              </a:rPr>
              <a:t>Backpropagation</a:t>
            </a:r>
            <a:endParaRPr lang="es-ES" b="1"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1ABC1690-0FA3-B396-5FEF-DA3C7504DBF8}"/>
                  </a:ext>
                </a:extLst>
              </p:cNvPr>
              <p:cNvSpPr txBox="1"/>
              <p:nvPr/>
            </p:nvSpPr>
            <p:spPr>
              <a:xfrm>
                <a:off x="7755486" y="1139510"/>
                <a:ext cx="2425607" cy="624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𝑡</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oMath>
                  </m:oMathPara>
                </a14:m>
                <a:endParaRPr lang="es-ES" dirty="0"/>
              </a:p>
            </p:txBody>
          </p:sp>
        </mc:Choice>
        <mc:Fallback xmlns="">
          <p:sp>
            <p:nvSpPr>
              <p:cNvPr id="39" name="CuadroTexto 38">
                <a:extLst>
                  <a:ext uri="{FF2B5EF4-FFF2-40B4-BE49-F238E27FC236}">
                    <a16:creationId xmlns:a16="http://schemas.microsoft.com/office/drawing/2014/main" id="{1ABC1690-0FA3-B396-5FEF-DA3C7504DBF8}"/>
                  </a:ext>
                </a:extLst>
              </p:cNvPr>
              <p:cNvSpPr txBox="1">
                <a:spLocks noRot="1" noChangeAspect="1" noMove="1" noResize="1" noEditPoints="1" noAdjustHandles="1" noChangeArrowheads="1" noChangeShapeType="1" noTextEdit="1"/>
              </p:cNvSpPr>
              <p:nvPr/>
            </p:nvSpPr>
            <p:spPr>
              <a:xfrm>
                <a:off x="7755486" y="1139510"/>
                <a:ext cx="2425607" cy="624017"/>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83A98409-1E99-3AF2-B3F5-BCABFFE9F64D}"/>
                  </a:ext>
                </a:extLst>
              </p:cNvPr>
              <p:cNvSpPr txBox="1"/>
              <p:nvPr/>
            </p:nvSpPr>
            <p:spPr>
              <a:xfrm>
                <a:off x="10308908" y="1104623"/>
                <a:ext cx="1692655" cy="624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𝑡</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dirty="0"/>
              </a:p>
            </p:txBody>
          </p:sp>
        </mc:Choice>
        <mc:Fallback xmlns="">
          <p:sp>
            <p:nvSpPr>
              <p:cNvPr id="40" name="CuadroTexto 39">
                <a:extLst>
                  <a:ext uri="{FF2B5EF4-FFF2-40B4-BE49-F238E27FC236}">
                    <a16:creationId xmlns:a16="http://schemas.microsoft.com/office/drawing/2014/main" id="{83A98409-1E99-3AF2-B3F5-BCABFFE9F64D}"/>
                  </a:ext>
                </a:extLst>
              </p:cNvPr>
              <p:cNvSpPr txBox="1">
                <a:spLocks noRot="1" noChangeAspect="1" noMove="1" noResize="1" noEditPoints="1" noAdjustHandles="1" noChangeArrowheads="1" noChangeShapeType="1" noTextEdit="1"/>
              </p:cNvSpPr>
              <p:nvPr/>
            </p:nvSpPr>
            <p:spPr>
              <a:xfrm>
                <a:off x="10308908" y="1104623"/>
                <a:ext cx="1692655" cy="624017"/>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A5D9C209-AA82-3885-EF53-98B76557B0A6}"/>
                  </a:ext>
                </a:extLst>
              </p:cNvPr>
              <p:cNvSpPr txBox="1"/>
              <p:nvPr/>
            </p:nvSpPr>
            <p:spPr>
              <a:xfrm>
                <a:off x="4379515" y="1204053"/>
                <a:ext cx="3299431" cy="4458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41" name="CuadroTexto 40">
                <a:extLst>
                  <a:ext uri="{FF2B5EF4-FFF2-40B4-BE49-F238E27FC236}">
                    <a16:creationId xmlns:a16="http://schemas.microsoft.com/office/drawing/2014/main" id="{A5D9C209-AA82-3885-EF53-98B76557B0A6}"/>
                  </a:ext>
                </a:extLst>
              </p:cNvPr>
              <p:cNvSpPr txBox="1">
                <a:spLocks noRot="1" noChangeAspect="1" noMove="1" noResize="1" noEditPoints="1" noAdjustHandles="1" noChangeArrowheads="1" noChangeShapeType="1" noTextEdit="1"/>
              </p:cNvSpPr>
              <p:nvPr/>
            </p:nvSpPr>
            <p:spPr>
              <a:xfrm>
                <a:off x="4379515" y="1204053"/>
                <a:ext cx="3299431" cy="445891"/>
              </a:xfrm>
              <a:prstGeom prst="rect">
                <a:avLst/>
              </a:prstGeom>
              <a:blipFill>
                <a:blip r:embed="rId12"/>
                <a:stretch>
                  <a:fillRect b="-1370"/>
                </a:stretch>
              </a:blipFill>
            </p:spPr>
            <p:txBody>
              <a:bodyPr/>
              <a:lstStyle/>
              <a:p>
                <a:r>
                  <a:rPr lang="es-ES">
                    <a:noFill/>
                  </a:rPr>
                  <a:t> </a:t>
                </a:r>
              </a:p>
            </p:txBody>
          </p:sp>
        </mc:Fallback>
      </mc:AlternateContent>
      <p:sp>
        <p:nvSpPr>
          <p:cNvPr id="46" name="Elipse 45">
            <a:extLst>
              <a:ext uri="{FF2B5EF4-FFF2-40B4-BE49-F238E27FC236}">
                <a16:creationId xmlns:a16="http://schemas.microsoft.com/office/drawing/2014/main" id="{AAB98987-EF76-F66F-818E-458ED497788A}"/>
              </a:ext>
            </a:extLst>
          </p:cNvPr>
          <p:cNvSpPr/>
          <p:nvPr/>
        </p:nvSpPr>
        <p:spPr>
          <a:xfrm>
            <a:off x="4323264" y="3176265"/>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b="1" dirty="0"/>
              <a:t>2</a:t>
            </a:r>
          </a:p>
        </p:txBody>
      </p:sp>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3D9C0F46-1CA1-5701-E387-8BC558DA575B}"/>
                  </a:ext>
                </a:extLst>
              </p:cNvPr>
              <p:cNvSpPr txBox="1"/>
              <p:nvPr/>
            </p:nvSpPr>
            <p:spPr>
              <a:xfrm>
                <a:off x="-40583" y="5315137"/>
                <a:ext cx="2424545" cy="525528"/>
              </a:xfrm>
              <a:prstGeom prst="rect">
                <a:avLst/>
              </a:prstGeom>
              <a:noFill/>
            </p:spPr>
            <p:txBody>
              <a:bodyPr wrap="square">
                <a:spAutoFit/>
              </a:bodyPr>
              <a:lstStyle/>
              <a:p>
                <a:pPr lvl="1">
                  <a:lnSpc>
                    <a:spcPct val="150000"/>
                  </a:lnSpc>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 </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2</m:t>
                          </m:r>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a:rPr lang="es-ES" i="1">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dirty="0">
                  <a:solidFill>
                    <a:schemeClr val="accent1">
                      <a:lumMod val="50000"/>
                    </a:schemeClr>
                  </a:solidFill>
                </a:endParaRPr>
              </a:p>
            </p:txBody>
          </p:sp>
        </mc:Choice>
        <mc:Fallback xmlns="">
          <p:sp>
            <p:nvSpPr>
              <p:cNvPr id="30" name="CuadroTexto 29">
                <a:extLst>
                  <a:ext uri="{FF2B5EF4-FFF2-40B4-BE49-F238E27FC236}">
                    <a16:creationId xmlns:a16="http://schemas.microsoft.com/office/drawing/2014/main" id="{3D9C0F46-1CA1-5701-E387-8BC558DA575B}"/>
                  </a:ext>
                </a:extLst>
              </p:cNvPr>
              <p:cNvSpPr txBox="1">
                <a:spLocks noRot="1" noChangeAspect="1" noMove="1" noResize="1" noEditPoints="1" noAdjustHandles="1" noChangeArrowheads="1" noChangeShapeType="1" noTextEdit="1"/>
              </p:cNvSpPr>
              <p:nvPr/>
            </p:nvSpPr>
            <p:spPr>
              <a:xfrm>
                <a:off x="-40583" y="5315137"/>
                <a:ext cx="2424545" cy="525528"/>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AFA4F7E5-1C45-1A12-ABFB-828DCA24B9A0}"/>
                  </a:ext>
                </a:extLst>
              </p:cNvPr>
              <p:cNvSpPr txBox="1"/>
              <p:nvPr/>
            </p:nvSpPr>
            <p:spPr>
              <a:xfrm>
                <a:off x="0" y="5964361"/>
                <a:ext cx="2327564" cy="525528"/>
              </a:xfrm>
              <a:prstGeom prst="rect">
                <a:avLst/>
              </a:prstGeom>
              <a:noFill/>
            </p:spPr>
            <p:txBody>
              <a:bodyPr wrap="square">
                <a:spAutoFit/>
              </a:bodyPr>
              <a:lstStyle/>
              <a:p>
                <a:pPr lvl="1">
                  <a:lnSpc>
                    <a:spcPct val="150000"/>
                  </a:lnSpc>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 </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a:rPr lang="es-ES" i="1">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dirty="0">
                  <a:solidFill>
                    <a:schemeClr val="accent1">
                      <a:lumMod val="50000"/>
                    </a:schemeClr>
                  </a:solidFill>
                </a:endParaRPr>
              </a:p>
            </p:txBody>
          </p:sp>
        </mc:Choice>
        <mc:Fallback xmlns="">
          <p:sp>
            <p:nvSpPr>
              <p:cNvPr id="32" name="CuadroTexto 31">
                <a:extLst>
                  <a:ext uri="{FF2B5EF4-FFF2-40B4-BE49-F238E27FC236}">
                    <a16:creationId xmlns:a16="http://schemas.microsoft.com/office/drawing/2014/main" id="{AFA4F7E5-1C45-1A12-ABFB-828DCA24B9A0}"/>
                  </a:ext>
                </a:extLst>
              </p:cNvPr>
              <p:cNvSpPr txBox="1">
                <a:spLocks noRot="1" noChangeAspect="1" noMove="1" noResize="1" noEditPoints="1" noAdjustHandles="1" noChangeArrowheads="1" noChangeShapeType="1" noTextEdit="1"/>
              </p:cNvSpPr>
              <p:nvPr/>
            </p:nvSpPr>
            <p:spPr>
              <a:xfrm>
                <a:off x="0" y="5964361"/>
                <a:ext cx="2327564" cy="525528"/>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3" name="CuadroTexto 72">
                <a:extLst>
                  <a:ext uri="{FF2B5EF4-FFF2-40B4-BE49-F238E27FC236}">
                    <a16:creationId xmlns:a16="http://schemas.microsoft.com/office/drawing/2014/main" id="{966329DF-93AB-6FE1-FB86-4705022F2360}"/>
                  </a:ext>
                </a:extLst>
              </p:cNvPr>
              <p:cNvSpPr txBox="1"/>
              <p:nvPr/>
            </p:nvSpPr>
            <p:spPr>
              <a:xfrm>
                <a:off x="905545" y="2171107"/>
                <a:ext cx="1973140" cy="4152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𝒂</m:t>
                          </m:r>
                        </m:e>
                        <m:sup>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1"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d>
                        <m:d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𝒛</m:t>
                              </m:r>
                            </m:e>
                            <m:sup>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smtClean="0">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73" name="CuadroTexto 72">
                <a:extLst>
                  <a:ext uri="{FF2B5EF4-FFF2-40B4-BE49-F238E27FC236}">
                    <a16:creationId xmlns:a16="http://schemas.microsoft.com/office/drawing/2014/main" id="{966329DF-93AB-6FE1-FB86-4705022F2360}"/>
                  </a:ext>
                </a:extLst>
              </p:cNvPr>
              <p:cNvSpPr txBox="1">
                <a:spLocks noRot="1" noChangeAspect="1" noMove="1" noResize="1" noEditPoints="1" noAdjustHandles="1" noChangeArrowheads="1" noChangeShapeType="1" noTextEdit="1"/>
              </p:cNvSpPr>
              <p:nvPr/>
            </p:nvSpPr>
            <p:spPr>
              <a:xfrm>
                <a:off x="905545" y="2171107"/>
                <a:ext cx="1973140" cy="415242"/>
              </a:xfrm>
              <a:prstGeom prst="rect">
                <a:avLst/>
              </a:prstGeom>
              <a:blipFill>
                <a:blip r:embed="rId15"/>
                <a:stretch>
                  <a:fillRect b="-147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5" name="CuadroTexto 74">
                <a:extLst>
                  <a:ext uri="{FF2B5EF4-FFF2-40B4-BE49-F238E27FC236}">
                    <a16:creationId xmlns:a16="http://schemas.microsoft.com/office/drawing/2014/main" id="{170AE6C1-CB2E-4448-DBA9-B7B9E6A3871B}"/>
                  </a:ext>
                </a:extLst>
              </p:cNvPr>
              <p:cNvSpPr txBox="1"/>
              <p:nvPr/>
            </p:nvSpPr>
            <p:spPr>
              <a:xfrm>
                <a:off x="4473569" y="2032855"/>
                <a:ext cx="7212740" cy="25144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5">
                              <a:lumMod val="50000"/>
                            </a:schemeClr>
                          </a:solidFill>
                          <a:latin typeface="Cambria Math" panose="02040503050406030204" pitchFamily="18" charset="0"/>
                          <a:ea typeface="Cambria Math" panose="02040503050406030204" pitchFamily="18" charset="0"/>
                        </a:rPr>
                        <m:t>=</m:t>
                      </m:r>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𝒛</m:t>
                              </m:r>
                            </m:e>
                            <m:sup>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m:t>
                      </m:r>
                      <m:d>
                        <m:dPr>
                          <m:begChr m:val="["/>
                          <m:endChr m:val="]"/>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1"/>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f>
                                        <m:fPr>
                                          <m:type m:val="skw"/>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𝑧</m:t>
                                              </m:r>
                                            </m:e>
                                            <m:sub>
                                              <m:r>
                                                <a:rPr lang="es-ES" i="1">
                                                  <a:solidFill>
                                                    <a:schemeClr val="accent1">
                                                      <a:lumMod val="50000"/>
                                                    </a:schemeClr>
                                                  </a:solidFill>
                                                  <a:latin typeface="Cambria Math" panose="02040503050406030204" pitchFamily="18" charset="0"/>
                                                  <a:ea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den>
                                      </m:f>
                                    </m:e>
                                  </m:mr>
                                  <m:mr>
                                    <m:e>
                                      <m:f>
                                        <m:fPr>
                                          <m:type m:val="skw"/>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𝑧</m:t>
                                              </m:r>
                                            </m:e>
                                            <m:sub>
                                              <m:r>
                                                <a:rPr lang="es-ES" i="1">
                                                  <a:solidFill>
                                                    <a:schemeClr val="accent1">
                                                      <a:lumMod val="50000"/>
                                                    </a:schemeClr>
                                                  </a:solidFill>
                                                  <a:latin typeface="Cambria Math" panose="02040503050406030204" pitchFamily="18" charset="0"/>
                                                  <a:ea typeface="Cambria Math" panose="02040503050406030204" pitchFamily="18" charset="0"/>
                                                </a:rPr>
                                                <m:t>2</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den>
                                      </m:f>
                                    </m:e>
                                  </m:mr>
                                </m:m>
                              </m:e>
                            </m:mr>
                            <m:mr>
                              <m:e>
                                <m:m>
                                  <m:mPr>
                                    <m:mcs>
                                      <m:mc>
                                        <m:mcPr>
                                          <m:count m:val="1"/>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f>
                                        <m:fPr>
                                          <m:type m:val="skw"/>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𝑧</m:t>
                                              </m:r>
                                            </m:e>
                                            <m:sub>
                                              <m:r>
                                                <a:rPr lang="es-ES" i="1">
                                                  <a:solidFill>
                                                    <a:schemeClr val="accent1">
                                                      <a:lumMod val="50000"/>
                                                    </a:schemeClr>
                                                  </a:solidFill>
                                                  <a:latin typeface="Cambria Math" panose="02040503050406030204" pitchFamily="18" charset="0"/>
                                                  <a:ea typeface="Cambria Math" panose="02040503050406030204" pitchFamily="18" charset="0"/>
                                                </a:rPr>
                                                <m:t>3</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den>
                                      </m:f>
                                    </m:e>
                                  </m:mr>
                                  <m:mr>
                                    <m:e>
                                      <m:f>
                                        <m:fPr>
                                          <m:type m:val="skw"/>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𝑧</m:t>
                                              </m:r>
                                            </m:e>
                                            <m:sub>
                                              <m:r>
                                                <a:rPr lang="es-ES" i="1">
                                                  <a:solidFill>
                                                    <a:schemeClr val="accent1">
                                                      <a:lumMod val="50000"/>
                                                    </a:schemeClr>
                                                  </a:solidFill>
                                                  <a:latin typeface="Cambria Math" panose="02040503050406030204" pitchFamily="18" charset="0"/>
                                                  <a:ea typeface="Cambria Math" panose="02040503050406030204" pitchFamily="18" charset="0"/>
                                                </a:rPr>
                                                <m:t>4</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den>
                                      </m:f>
                                    </m:e>
                                  </m:mr>
                                </m:m>
                              </m:e>
                            </m:mr>
                          </m:m>
                        </m:e>
                      </m:d>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p>
                          <m:d>
                            <m:dPr>
                              <m:begChr m:val="["/>
                              <m:endChr m:val="]"/>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𝟏</m:t>
                              </m:r>
                            </m:e>
                          </m:d>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ℝ</m:t>
                          </m:r>
                        </m:e>
                        <m:sup>
                          <m:r>
                            <a:rPr lang="es-ES" b="0" i="1" smtClean="0">
                              <a:solidFill>
                                <a:schemeClr val="accent1">
                                  <a:lumMod val="50000"/>
                                </a:schemeClr>
                              </a:solidFill>
                              <a:latin typeface="Cambria Math" panose="02040503050406030204" pitchFamily="18" charset="0"/>
                              <a:ea typeface="Cambria Math" panose="02040503050406030204" pitchFamily="18" charset="0"/>
                            </a:rPr>
                            <m:t>4</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       </m:t>
                      </m:r>
                      <m:d>
                        <m:d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i="1">
                                  <a:solidFill>
                                    <a:schemeClr val="accent1">
                                      <a:lumMod val="50000"/>
                                    </a:schemeClr>
                                  </a:solidFill>
                                  <a:latin typeface="Cambria Math" panose="02040503050406030204" pitchFamily="18" charset="0"/>
                                  <a:ea typeface="Cambria Math" panose="02040503050406030204" pitchFamily="18" charset="0"/>
                                </a:rPr>
                                <m:t>4</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1</m:t>
                              </m:r>
                            </m:sub>
                          </m:sSub>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ℝ</m:t>
                              </m:r>
                            </m:e>
                          </m:d>
                          <m:r>
                            <a:rPr lang="es-ES" b="0" i="1" smtClean="0">
                              <a:solidFill>
                                <a:schemeClr val="accent1">
                                  <a:lumMod val="50000"/>
                                </a:schemeClr>
                              </a:solidFill>
                              <a:latin typeface="Cambria Math" panose="02040503050406030204" pitchFamily="18" charset="0"/>
                              <a:ea typeface="Cambria Math" panose="02040503050406030204" pitchFamily="18" charset="0"/>
                            </a:rPr>
                            <m:t> </m:t>
                          </m:r>
                          <m:r>
                            <m:rPr>
                              <m:nor/>
                            </m:rPr>
                            <a:rPr lang="es-ES" b="0" i="0" smtClean="0">
                              <a:solidFill>
                                <a:schemeClr val="accent1">
                                  <a:lumMod val="50000"/>
                                </a:schemeClr>
                              </a:solidFill>
                              <a:latin typeface="Cambria Math" panose="02040503050406030204" pitchFamily="18" charset="0"/>
                              <a:ea typeface="Cambria Math" panose="02040503050406030204" pitchFamily="18" charset="0"/>
                            </a:rPr>
                            <m:t>por</m:t>
                          </m:r>
                          <m:r>
                            <m:rPr>
                              <m:nor/>
                            </m:rPr>
                            <a:rPr lang="es-ES" b="0" i="0" smtClean="0">
                              <a:solidFill>
                                <a:schemeClr val="accent1">
                                  <a:lumMod val="50000"/>
                                </a:schemeClr>
                              </a:solidFill>
                              <a:latin typeface="Cambria Math" panose="02040503050406030204" pitchFamily="18" charset="0"/>
                              <a:ea typeface="Cambria Math" panose="02040503050406030204" pitchFamily="18" charset="0"/>
                            </a:rPr>
                            <m:t> </m:t>
                          </m:r>
                          <m:r>
                            <m:rPr>
                              <m:nor/>
                            </m:rPr>
                            <a:rPr lang="es-ES" b="0" i="0" smtClean="0">
                              <a:solidFill>
                                <a:schemeClr val="accent1">
                                  <a:lumMod val="50000"/>
                                </a:schemeClr>
                              </a:solidFill>
                              <a:latin typeface="Cambria Math" panose="02040503050406030204" pitchFamily="18" charset="0"/>
                              <a:ea typeface="Cambria Math" panose="02040503050406030204" pitchFamily="18" charset="0"/>
                            </a:rPr>
                            <m:t>notaci</m:t>
                          </m:r>
                          <m:r>
                            <m:rPr>
                              <m:nor/>
                            </m:rPr>
                            <a:rPr lang="es-ES" b="0" i="0" smtClean="0">
                              <a:solidFill>
                                <a:schemeClr val="accent1">
                                  <a:lumMod val="50000"/>
                                </a:schemeClr>
                              </a:solidFill>
                              <a:latin typeface="Cambria Math" panose="02040503050406030204" pitchFamily="18" charset="0"/>
                              <a:ea typeface="Cambria Math" panose="02040503050406030204" pitchFamily="18" charset="0"/>
                            </a:rPr>
                            <m:t>ó</m:t>
                          </m:r>
                          <m:r>
                            <m:rPr>
                              <m:nor/>
                            </m:rPr>
                            <a:rPr lang="es-ES" b="0" i="0" smtClean="0">
                              <a:solidFill>
                                <a:schemeClr val="accent1">
                                  <a:lumMod val="50000"/>
                                </a:schemeClr>
                              </a:solidFill>
                              <a:latin typeface="Cambria Math" panose="02040503050406030204" pitchFamily="18" charset="0"/>
                              <a:ea typeface="Cambria Math" panose="02040503050406030204" pitchFamily="18" charset="0"/>
                            </a:rPr>
                            <m:t>n</m:t>
                          </m:r>
                        </m:e>
                      </m:d>
                    </m:oMath>
                  </m:oMathPara>
                </a14:m>
                <a:endParaRPr lang="es-ES" dirty="0"/>
              </a:p>
            </p:txBody>
          </p:sp>
        </mc:Choice>
        <mc:Fallback xmlns="">
          <p:sp>
            <p:nvSpPr>
              <p:cNvPr id="75" name="CuadroTexto 74">
                <a:extLst>
                  <a:ext uri="{FF2B5EF4-FFF2-40B4-BE49-F238E27FC236}">
                    <a16:creationId xmlns:a16="http://schemas.microsoft.com/office/drawing/2014/main" id="{170AE6C1-CB2E-4448-DBA9-B7B9E6A3871B}"/>
                  </a:ext>
                </a:extLst>
              </p:cNvPr>
              <p:cNvSpPr txBox="1">
                <a:spLocks noRot="1" noChangeAspect="1" noMove="1" noResize="1" noEditPoints="1" noAdjustHandles="1" noChangeArrowheads="1" noChangeShapeType="1" noTextEdit="1"/>
              </p:cNvSpPr>
              <p:nvPr/>
            </p:nvSpPr>
            <p:spPr>
              <a:xfrm>
                <a:off x="4473569" y="2032855"/>
                <a:ext cx="7212740" cy="2514471"/>
              </a:xfrm>
              <a:prstGeom prst="rect">
                <a:avLst/>
              </a:prstGeom>
              <a:blipFill>
                <a:blip r:embed="rId16"/>
                <a:stretch>
                  <a:fillRect/>
                </a:stretch>
              </a:blipFill>
            </p:spPr>
            <p:txBody>
              <a:bodyPr/>
              <a:lstStyle/>
              <a:p>
                <a:r>
                  <a:rPr lang="es-ES">
                    <a:noFill/>
                  </a:rPr>
                  <a:t> </a:t>
                </a:r>
              </a:p>
            </p:txBody>
          </p:sp>
        </mc:Fallback>
      </mc:AlternateContent>
      <p:sp>
        <p:nvSpPr>
          <p:cNvPr id="76" name="CuadroTexto 75">
            <a:extLst>
              <a:ext uri="{FF2B5EF4-FFF2-40B4-BE49-F238E27FC236}">
                <a16:creationId xmlns:a16="http://schemas.microsoft.com/office/drawing/2014/main" id="{77E027ED-A34B-421E-D1FC-7F1D16887A19}"/>
              </a:ext>
            </a:extLst>
          </p:cNvPr>
          <p:cNvSpPr txBox="1"/>
          <p:nvPr/>
        </p:nvSpPr>
        <p:spPr>
          <a:xfrm>
            <a:off x="259710" y="134869"/>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Caso </a:t>
            </a:r>
            <a:r>
              <a:rPr lang="en-US" sz="2000" b="1" dirty="0" err="1">
                <a:solidFill>
                  <a:schemeClr val="accent1">
                    <a:lumMod val="50000"/>
                  </a:schemeClr>
                </a:solidFill>
              </a:rPr>
              <a:t>más</a:t>
            </a:r>
            <a:r>
              <a:rPr lang="en-US" sz="2000" b="1" dirty="0">
                <a:solidFill>
                  <a:schemeClr val="accent1">
                    <a:lumMod val="50000"/>
                  </a:schemeClr>
                </a:solidFill>
              </a:rPr>
              <a:t> </a:t>
            </a:r>
            <a:r>
              <a:rPr lang="en-US" sz="2000" b="1" dirty="0" err="1">
                <a:solidFill>
                  <a:schemeClr val="accent1">
                    <a:lumMod val="50000"/>
                  </a:schemeClr>
                </a:solidFill>
              </a:rPr>
              <a:t>complejo</a:t>
            </a:r>
            <a:endParaRPr lang="en-US" sz="2000"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79" name="CuadroTexto 78">
                <a:extLst>
                  <a:ext uri="{FF2B5EF4-FFF2-40B4-BE49-F238E27FC236}">
                    <a16:creationId xmlns:a16="http://schemas.microsoft.com/office/drawing/2014/main" id="{26B1AEF5-4F2E-1422-D7DA-640ABBFB5EB3}"/>
                  </a:ext>
                </a:extLst>
              </p:cNvPr>
              <p:cNvSpPr txBox="1"/>
              <p:nvPr/>
            </p:nvSpPr>
            <p:spPr>
              <a:xfrm>
                <a:off x="3474377" y="4836301"/>
                <a:ext cx="6116782" cy="6657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𝒛</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𝒂</m:t>
                              </m:r>
                            </m:e>
                            <m:sup>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𝒂</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𝒛</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oMath>
                  </m:oMathPara>
                </a14:m>
                <a:endParaRPr lang="es-ES" dirty="0"/>
              </a:p>
            </p:txBody>
          </p:sp>
        </mc:Choice>
        <mc:Fallback xmlns="">
          <p:sp>
            <p:nvSpPr>
              <p:cNvPr id="79" name="CuadroTexto 78">
                <a:extLst>
                  <a:ext uri="{FF2B5EF4-FFF2-40B4-BE49-F238E27FC236}">
                    <a16:creationId xmlns:a16="http://schemas.microsoft.com/office/drawing/2014/main" id="{26B1AEF5-4F2E-1422-D7DA-640ABBFB5EB3}"/>
                  </a:ext>
                </a:extLst>
              </p:cNvPr>
              <p:cNvSpPr txBox="1">
                <a:spLocks noRot="1" noChangeAspect="1" noMove="1" noResize="1" noEditPoints="1" noAdjustHandles="1" noChangeArrowheads="1" noChangeShapeType="1" noTextEdit="1"/>
              </p:cNvSpPr>
              <p:nvPr/>
            </p:nvSpPr>
            <p:spPr>
              <a:xfrm>
                <a:off x="3474377" y="4836301"/>
                <a:ext cx="6116782" cy="665760"/>
              </a:xfrm>
              <a:prstGeom prst="rect">
                <a:avLst/>
              </a:prstGeom>
              <a:blipFill>
                <a:blip r:embed="rId17"/>
                <a:stretch>
                  <a:fillRect/>
                </a:stretch>
              </a:blipFill>
            </p:spPr>
            <p:txBody>
              <a:bodyPr/>
              <a:lstStyle/>
              <a:p>
                <a:r>
                  <a:rPr lang="es-ES">
                    <a:noFill/>
                  </a:rPr>
                  <a:t> </a:t>
                </a:r>
              </a:p>
            </p:txBody>
          </p:sp>
        </mc:Fallback>
      </mc:AlternateContent>
      <p:cxnSp>
        <p:nvCxnSpPr>
          <p:cNvPr id="80" name="Conector recto de flecha 79">
            <a:extLst>
              <a:ext uri="{FF2B5EF4-FFF2-40B4-BE49-F238E27FC236}">
                <a16:creationId xmlns:a16="http://schemas.microsoft.com/office/drawing/2014/main" id="{EE61D5EA-83BA-C790-BA4F-BC046680F115}"/>
              </a:ext>
            </a:extLst>
          </p:cNvPr>
          <p:cNvCxnSpPr>
            <a:cxnSpLocks/>
          </p:cNvCxnSpPr>
          <p:nvPr/>
        </p:nvCxnSpPr>
        <p:spPr>
          <a:xfrm>
            <a:off x="6624765" y="5582968"/>
            <a:ext cx="0" cy="463557"/>
          </a:xfrm>
          <a:prstGeom prst="straightConnector1">
            <a:avLst/>
          </a:prstGeom>
          <a:ln w="31750">
            <a:solidFill>
              <a:schemeClr val="accent5">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8" name="CuadroTexto 87">
                <a:extLst>
                  <a:ext uri="{FF2B5EF4-FFF2-40B4-BE49-F238E27FC236}">
                    <a16:creationId xmlns:a16="http://schemas.microsoft.com/office/drawing/2014/main" id="{89D5A39A-810D-597C-B6D9-9E025F42B616}"/>
                  </a:ext>
                </a:extLst>
              </p:cNvPr>
              <p:cNvSpPr txBox="1"/>
              <p:nvPr/>
            </p:nvSpPr>
            <p:spPr>
              <a:xfrm>
                <a:off x="5720197" y="6046525"/>
                <a:ext cx="1181100" cy="3811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oMath>
                  </m:oMathPara>
                </a14:m>
                <a:endParaRPr lang="es-ES" dirty="0"/>
              </a:p>
            </p:txBody>
          </p:sp>
        </mc:Choice>
        <mc:Fallback xmlns="">
          <p:sp>
            <p:nvSpPr>
              <p:cNvPr id="88" name="CuadroTexto 87">
                <a:extLst>
                  <a:ext uri="{FF2B5EF4-FFF2-40B4-BE49-F238E27FC236}">
                    <a16:creationId xmlns:a16="http://schemas.microsoft.com/office/drawing/2014/main" id="{89D5A39A-810D-597C-B6D9-9E025F42B616}"/>
                  </a:ext>
                </a:extLst>
              </p:cNvPr>
              <p:cNvSpPr txBox="1">
                <a:spLocks noRot="1" noChangeAspect="1" noMove="1" noResize="1" noEditPoints="1" noAdjustHandles="1" noChangeArrowheads="1" noChangeShapeType="1" noTextEdit="1"/>
              </p:cNvSpPr>
              <p:nvPr/>
            </p:nvSpPr>
            <p:spPr>
              <a:xfrm>
                <a:off x="5720197" y="6046525"/>
                <a:ext cx="1181100" cy="381130"/>
              </a:xfrm>
              <a:prstGeom prst="rect">
                <a:avLst/>
              </a:prstGeom>
              <a:blipFill>
                <a:blip r:embed="rId18"/>
                <a:stretch>
                  <a:fillRect/>
                </a:stretch>
              </a:blipFill>
            </p:spPr>
            <p:txBody>
              <a:bodyPr/>
              <a:lstStyle/>
              <a:p>
                <a:r>
                  <a:rPr lang="es-ES">
                    <a:noFill/>
                  </a:rPr>
                  <a:t> </a:t>
                </a:r>
              </a:p>
            </p:txBody>
          </p:sp>
        </mc:Fallback>
      </mc:AlternateContent>
      <p:sp>
        <p:nvSpPr>
          <p:cNvPr id="89" name="Rectángulo: esquinas redondeadas 88">
            <a:extLst>
              <a:ext uri="{FF2B5EF4-FFF2-40B4-BE49-F238E27FC236}">
                <a16:creationId xmlns:a16="http://schemas.microsoft.com/office/drawing/2014/main" id="{5BDE39AC-2236-624B-9256-FB701E0DBEAB}"/>
              </a:ext>
            </a:extLst>
          </p:cNvPr>
          <p:cNvSpPr/>
          <p:nvPr/>
        </p:nvSpPr>
        <p:spPr>
          <a:xfrm>
            <a:off x="6310747" y="4873418"/>
            <a:ext cx="609600" cy="665760"/>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0" name="Rectángulo: esquinas redondeadas 89">
            <a:extLst>
              <a:ext uri="{FF2B5EF4-FFF2-40B4-BE49-F238E27FC236}">
                <a16:creationId xmlns:a16="http://schemas.microsoft.com/office/drawing/2014/main" id="{04E63A33-C6E0-E65E-5D82-6EA0CCD090F4}"/>
              </a:ext>
            </a:extLst>
          </p:cNvPr>
          <p:cNvSpPr/>
          <p:nvPr/>
        </p:nvSpPr>
        <p:spPr>
          <a:xfrm>
            <a:off x="6961254" y="4873418"/>
            <a:ext cx="609600" cy="665760"/>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92" name="CuadroTexto 91">
                <a:extLst>
                  <a:ext uri="{FF2B5EF4-FFF2-40B4-BE49-F238E27FC236}">
                    <a16:creationId xmlns:a16="http://schemas.microsoft.com/office/drawing/2014/main" id="{DE30BDB8-DC7C-165D-0D1A-47C580A72382}"/>
                  </a:ext>
                </a:extLst>
              </p:cNvPr>
              <p:cNvSpPr txBox="1"/>
              <p:nvPr/>
            </p:nvSpPr>
            <p:spPr>
              <a:xfrm>
                <a:off x="6344485" y="6424165"/>
                <a:ext cx="1918853" cy="3811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𝟐</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i="1">
                              <a:solidFill>
                                <a:schemeClr val="accent1">
                                  <a:lumMod val="50000"/>
                                </a:schemeClr>
                              </a:solidFill>
                              <a:latin typeface="Cambria Math" panose="02040503050406030204" pitchFamily="18" charset="0"/>
                              <a:ea typeface="Cambria Math" panose="02040503050406030204" pitchFamily="18" charset="0"/>
                            </a:rPr>
                            <m:t>1</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4</m:t>
                          </m:r>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a:rPr lang="es-ES" i="1">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dirty="0"/>
              </a:p>
            </p:txBody>
          </p:sp>
        </mc:Choice>
        <mc:Fallback xmlns="">
          <p:sp>
            <p:nvSpPr>
              <p:cNvPr id="92" name="CuadroTexto 91">
                <a:extLst>
                  <a:ext uri="{FF2B5EF4-FFF2-40B4-BE49-F238E27FC236}">
                    <a16:creationId xmlns:a16="http://schemas.microsoft.com/office/drawing/2014/main" id="{DE30BDB8-DC7C-165D-0D1A-47C580A72382}"/>
                  </a:ext>
                </a:extLst>
              </p:cNvPr>
              <p:cNvSpPr txBox="1">
                <a:spLocks noRot="1" noChangeAspect="1" noMove="1" noResize="1" noEditPoints="1" noAdjustHandles="1" noChangeArrowheads="1" noChangeShapeType="1" noTextEdit="1"/>
              </p:cNvSpPr>
              <p:nvPr/>
            </p:nvSpPr>
            <p:spPr>
              <a:xfrm>
                <a:off x="6344485" y="6424165"/>
                <a:ext cx="1918853" cy="381130"/>
              </a:xfrm>
              <a:prstGeom prst="rect">
                <a:avLst/>
              </a:prstGeom>
              <a:blipFill>
                <a:blip r:embed="rId19"/>
                <a:stretch>
                  <a:fillRect b="-12903"/>
                </a:stretch>
              </a:blipFill>
            </p:spPr>
            <p:txBody>
              <a:bodyPr/>
              <a:lstStyle/>
              <a:p>
                <a:r>
                  <a:rPr lang="es-ES">
                    <a:noFill/>
                  </a:rPr>
                  <a:t> </a:t>
                </a:r>
              </a:p>
            </p:txBody>
          </p:sp>
        </mc:Fallback>
      </mc:AlternateContent>
      <p:cxnSp>
        <p:nvCxnSpPr>
          <p:cNvPr id="93" name="Conector recto de flecha 92">
            <a:extLst>
              <a:ext uri="{FF2B5EF4-FFF2-40B4-BE49-F238E27FC236}">
                <a16:creationId xmlns:a16="http://schemas.microsoft.com/office/drawing/2014/main" id="{BBDD6116-D0BC-D5E2-98AC-DF6D1C1876EC}"/>
              </a:ext>
            </a:extLst>
          </p:cNvPr>
          <p:cNvCxnSpPr>
            <a:cxnSpLocks/>
          </p:cNvCxnSpPr>
          <p:nvPr/>
        </p:nvCxnSpPr>
        <p:spPr>
          <a:xfrm>
            <a:off x="7266054" y="5582968"/>
            <a:ext cx="0" cy="841197"/>
          </a:xfrm>
          <a:prstGeom prst="straightConnector1">
            <a:avLst/>
          </a:prstGeom>
          <a:ln w="31750">
            <a:solidFill>
              <a:schemeClr val="accent5">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95" name="Conector recto de flecha 94">
            <a:extLst>
              <a:ext uri="{FF2B5EF4-FFF2-40B4-BE49-F238E27FC236}">
                <a16:creationId xmlns:a16="http://schemas.microsoft.com/office/drawing/2014/main" id="{F58C142B-E0BE-273E-A88D-9929E4B45FB3}"/>
              </a:ext>
            </a:extLst>
          </p:cNvPr>
          <p:cNvCxnSpPr>
            <a:cxnSpLocks/>
          </p:cNvCxnSpPr>
          <p:nvPr/>
        </p:nvCxnSpPr>
        <p:spPr>
          <a:xfrm>
            <a:off x="7980624" y="5582968"/>
            <a:ext cx="0" cy="463557"/>
          </a:xfrm>
          <a:prstGeom prst="straightConnector1">
            <a:avLst/>
          </a:prstGeom>
          <a:ln w="31750">
            <a:solidFill>
              <a:schemeClr val="accent5">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Rectángulo: esquinas redondeadas 95">
            <a:extLst>
              <a:ext uri="{FF2B5EF4-FFF2-40B4-BE49-F238E27FC236}">
                <a16:creationId xmlns:a16="http://schemas.microsoft.com/office/drawing/2014/main" id="{6F2AA6EC-AB0C-B68C-EEAE-300FBE631465}"/>
              </a:ext>
            </a:extLst>
          </p:cNvPr>
          <p:cNvSpPr/>
          <p:nvPr/>
        </p:nvSpPr>
        <p:spPr>
          <a:xfrm>
            <a:off x="7666606" y="4873418"/>
            <a:ext cx="609600" cy="665760"/>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99" name="CuadroTexto 98">
                <a:extLst>
                  <a:ext uri="{FF2B5EF4-FFF2-40B4-BE49-F238E27FC236}">
                    <a16:creationId xmlns:a16="http://schemas.microsoft.com/office/drawing/2014/main" id="{3698DB94-0E04-EEEF-00B1-800E698D994A}"/>
                  </a:ext>
                </a:extLst>
              </p:cNvPr>
              <p:cNvSpPr txBox="1"/>
              <p:nvPr/>
            </p:nvSpPr>
            <p:spPr>
              <a:xfrm>
                <a:off x="7755486" y="5080345"/>
                <a:ext cx="360674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i="1" smtClean="0">
                          <a:solidFill>
                            <a:schemeClr val="accent1">
                              <a:lumMod val="50000"/>
                            </a:schemeClr>
                          </a:solidFill>
                          <a:latin typeface="Cambria Math" panose="02040503050406030204" pitchFamily="18" charset="0"/>
                          <a:ea typeface="Cambria Math" panose="02040503050406030204" pitchFamily="18" charset="0"/>
                        </a:rPr>
                        <m:t>∈</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b="0" i="1" smtClean="0">
                              <a:solidFill>
                                <a:schemeClr val="accent1">
                                  <a:lumMod val="50000"/>
                                </a:schemeClr>
                              </a:solidFill>
                              <a:latin typeface="Cambria Math" panose="02040503050406030204" pitchFamily="18" charset="0"/>
                              <a:ea typeface="Cambria Math" panose="02040503050406030204" pitchFamily="18" charset="0"/>
                            </a:rPr>
                            <m:t>1</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4</m:t>
                          </m:r>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a:rPr lang="es-ES" i="1">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dirty="0"/>
              </a:p>
            </p:txBody>
          </p:sp>
        </mc:Choice>
        <mc:Fallback xmlns="">
          <p:sp>
            <p:nvSpPr>
              <p:cNvPr id="99" name="CuadroTexto 98">
                <a:extLst>
                  <a:ext uri="{FF2B5EF4-FFF2-40B4-BE49-F238E27FC236}">
                    <a16:creationId xmlns:a16="http://schemas.microsoft.com/office/drawing/2014/main" id="{3698DB94-0E04-EEEF-00B1-800E698D994A}"/>
                  </a:ext>
                </a:extLst>
              </p:cNvPr>
              <p:cNvSpPr txBox="1">
                <a:spLocks noRot="1" noChangeAspect="1" noMove="1" noResize="1" noEditPoints="1" noAdjustHandles="1" noChangeArrowheads="1" noChangeShapeType="1" noTextEdit="1"/>
              </p:cNvSpPr>
              <p:nvPr/>
            </p:nvSpPr>
            <p:spPr>
              <a:xfrm>
                <a:off x="7755486" y="5080345"/>
                <a:ext cx="3606746" cy="369332"/>
              </a:xfrm>
              <a:prstGeom prst="rect">
                <a:avLst/>
              </a:prstGeom>
              <a:blipFill>
                <a:blip r:embed="rId20"/>
                <a:stretch>
                  <a:fillRect b="-13115"/>
                </a:stretch>
              </a:blipFill>
            </p:spPr>
            <p:txBody>
              <a:bodyPr/>
              <a:lstStyle/>
              <a:p>
                <a:r>
                  <a:rPr lang="es-ES">
                    <a:noFill/>
                  </a:rPr>
                  <a:t> </a:t>
                </a:r>
              </a:p>
            </p:txBody>
          </p:sp>
        </mc:Fallback>
      </mc:AlternateContent>
      <p:sp>
        <p:nvSpPr>
          <p:cNvPr id="100" name="Flecha: arriba y abajo 99">
            <a:extLst>
              <a:ext uri="{FF2B5EF4-FFF2-40B4-BE49-F238E27FC236}">
                <a16:creationId xmlns:a16="http://schemas.microsoft.com/office/drawing/2014/main" id="{871FF1B0-3C2F-941F-4E9D-08C1683C48DA}"/>
              </a:ext>
            </a:extLst>
          </p:cNvPr>
          <p:cNvSpPr/>
          <p:nvPr/>
        </p:nvSpPr>
        <p:spPr>
          <a:xfrm>
            <a:off x="9127695" y="3774702"/>
            <a:ext cx="197777" cy="1090947"/>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01" name="CuadroTexto 100">
                <a:extLst>
                  <a:ext uri="{FF2B5EF4-FFF2-40B4-BE49-F238E27FC236}">
                    <a16:creationId xmlns:a16="http://schemas.microsoft.com/office/drawing/2014/main" id="{332E544D-EE0C-3385-76BB-912DC75A7B79}"/>
                  </a:ext>
                </a:extLst>
              </p:cNvPr>
              <p:cNvSpPr txBox="1"/>
              <p:nvPr/>
            </p:nvSpPr>
            <p:spPr>
              <a:xfrm>
                <a:off x="9529386" y="3691672"/>
                <a:ext cx="2204799" cy="1200329"/>
              </a:xfrm>
              <a:prstGeom prst="rect">
                <a:avLst/>
              </a:prstGeom>
              <a:noFill/>
            </p:spPr>
            <p:txBody>
              <a:bodyPr wrap="square">
                <a:spAutoFit/>
              </a:bodyPr>
              <a:lstStyle/>
              <a:p>
                <a:r>
                  <a:rPr lang="es-ES" sz="1800" b="0" dirty="0">
                    <a:solidFill>
                      <a:schemeClr val="accent1">
                        <a:lumMod val="50000"/>
                      </a:schemeClr>
                    </a:solidFill>
                    <a:ea typeface="Cambria Math" panose="02040503050406030204" pitchFamily="18" charset="0"/>
                  </a:rPr>
                  <a:t>Para conseguir directamente el vector </a:t>
                </a:r>
                <a14:m>
                  <m:oMath xmlns:m="http://schemas.openxmlformats.org/officeDocument/2006/math">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i="1">
                            <a:solidFill>
                              <a:schemeClr val="accent1">
                                <a:lumMod val="50000"/>
                              </a:schemeClr>
                            </a:solidFill>
                            <a:latin typeface="Cambria Math" panose="02040503050406030204" pitchFamily="18" charset="0"/>
                            <a:ea typeface="Cambria Math" panose="02040503050406030204" pitchFamily="18" charset="0"/>
                          </a:rPr>
                          <m:t>4</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1</m:t>
                        </m:r>
                      </m:sub>
                    </m:sSub>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ℝ</m:t>
                        </m:r>
                      </m:e>
                    </m:d>
                  </m:oMath>
                </a14:m>
                <a:r>
                  <a:rPr lang="es-ES" sz="1800" b="0" dirty="0">
                    <a:solidFill>
                      <a:schemeClr val="accent1">
                        <a:lumMod val="50000"/>
                      </a:schemeClr>
                    </a:solidFill>
                    <a:ea typeface="Cambria Math" panose="02040503050406030204" pitchFamily="18" charset="0"/>
                  </a:rPr>
                  <a:t> columna usamos</a:t>
                </a:r>
                <a:endParaRPr lang="es-ES" dirty="0"/>
              </a:p>
            </p:txBody>
          </p:sp>
        </mc:Choice>
        <mc:Fallback xmlns="">
          <p:sp>
            <p:nvSpPr>
              <p:cNvPr id="101" name="CuadroTexto 100">
                <a:extLst>
                  <a:ext uri="{FF2B5EF4-FFF2-40B4-BE49-F238E27FC236}">
                    <a16:creationId xmlns:a16="http://schemas.microsoft.com/office/drawing/2014/main" id="{332E544D-EE0C-3385-76BB-912DC75A7B79}"/>
                  </a:ext>
                </a:extLst>
              </p:cNvPr>
              <p:cNvSpPr txBox="1">
                <a:spLocks noRot="1" noChangeAspect="1" noMove="1" noResize="1" noEditPoints="1" noAdjustHandles="1" noChangeArrowheads="1" noChangeShapeType="1" noTextEdit="1"/>
              </p:cNvSpPr>
              <p:nvPr/>
            </p:nvSpPr>
            <p:spPr>
              <a:xfrm>
                <a:off x="9529386" y="3691672"/>
                <a:ext cx="2204799" cy="1200329"/>
              </a:xfrm>
              <a:prstGeom prst="rect">
                <a:avLst/>
              </a:prstGeom>
              <a:blipFill>
                <a:blip r:embed="rId21"/>
                <a:stretch>
                  <a:fillRect l="-2210" t="-3061" b="-7653"/>
                </a:stretch>
              </a:blipFill>
            </p:spPr>
            <p:txBody>
              <a:bodyPr/>
              <a:lstStyle/>
              <a:p>
                <a:r>
                  <a:rPr lang="es-ES">
                    <a:noFill/>
                  </a:rPr>
                  <a:t> </a:t>
                </a:r>
              </a:p>
            </p:txBody>
          </p:sp>
        </mc:Fallback>
      </mc:AlternateContent>
      <p:sp>
        <p:nvSpPr>
          <p:cNvPr id="102" name="Flecha: a la derecha 101">
            <a:extLst>
              <a:ext uri="{FF2B5EF4-FFF2-40B4-BE49-F238E27FC236}">
                <a16:creationId xmlns:a16="http://schemas.microsoft.com/office/drawing/2014/main" id="{78493E2C-4F3E-0063-5B0D-0740FDF33A31}"/>
              </a:ext>
            </a:extLst>
          </p:cNvPr>
          <p:cNvSpPr/>
          <p:nvPr/>
        </p:nvSpPr>
        <p:spPr>
          <a:xfrm>
            <a:off x="11501595" y="4174512"/>
            <a:ext cx="546059" cy="2216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03" name="CuadroTexto 102">
                <a:extLst>
                  <a:ext uri="{FF2B5EF4-FFF2-40B4-BE49-F238E27FC236}">
                    <a16:creationId xmlns:a16="http://schemas.microsoft.com/office/drawing/2014/main" id="{E135628C-8893-9385-E52F-6C0DF49C95F9}"/>
                  </a:ext>
                </a:extLst>
              </p:cNvPr>
              <p:cNvSpPr txBox="1"/>
              <p:nvPr/>
            </p:nvSpPr>
            <p:spPr>
              <a:xfrm>
                <a:off x="7303911" y="5973926"/>
                <a:ext cx="238200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i="1" smtClean="0">
                          <a:solidFill>
                            <a:schemeClr val="accent1">
                              <a:lumMod val="50000"/>
                            </a:schemeClr>
                          </a:solidFill>
                          <a:latin typeface="Cambria Math" panose="02040503050406030204" pitchFamily="18" charset="0"/>
                          <a:ea typeface="Cambria Math" panose="02040503050406030204" pitchFamily="18" charset="0"/>
                        </a:rPr>
                        <m:t>∈</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4</m:t>
                          </m:r>
                        </m:sub>
                      </m:sSub>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ℝ</m:t>
                          </m:r>
                        </m:e>
                      </m:d>
                      <m:r>
                        <m:rPr>
                          <m:nor/>
                        </m:rPr>
                        <a:rPr lang="es-ES" b="0" i="0" smtClean="0">
                          <a:solidFill>
                            <a:schemeClr val="accent1">
                              <a:lumMod val="50000"/>
                            </a:schemeClr>
                          </a:solidFill>
                          <a:latin typeface="Cambria Math" panose="02040503050406030204" pitchFamily="18" charset="0"/>
                          <a:ea typeface="Cambria Math" panose="02040503050406030204" pitchFamily="18" charset="0"/>
                        </a:rPr>
                        <m:t>  </m:t>
                      </m:r>
                      <m:r>
                        <m:rPr>
                          <m:nor/>
                        </m:rPr>
                        <a:rPr lang="es-ES" b="0" i="0" smtClean="0">
                          <a:solidFill>
                            <a:schemeClr val="accent1">
                              <a:lumMod val="50000"/>
                            </a:schemeClr>
                          </a:solidFill>
                          <a:latin typeface="Cambria Math" panose="02040503050406030204" pitchFamily="18" charset="0"/>
                          <a:ea typeface="Cambria Math" panose="02040503050406030204" pitchFamily="18" charset="0"/>
                        </a:rPr>
                        <m:t>diagonal</m:t>
                      </m:r>
                    </m:oMath>
                  </m:oMathPara>
                </a14:m>
                <a:endParaRPr lang="es-ES" dirty="0"/>
              </a:p>
            </p:txBody>
          </p:sp>
        </mc:Choice>
        <mc:Fallback xmlns="">
          <p:sp>
            <p:nvSpPr>
              <p:cNvPr id="103" name="CuadroTexto 102">
                <a:extLst>
                  <a:ext uri="{FF2B5EF4-FFF2-40B4-BE49-F238E27FC236}">
                    <a16:creationId xmlns:a16="http://schemas.microsoft.com/office/drawing/2014/main" id="{E135628C-8893-9385-E52F-6C0DF49C95F9}"/>
                  </a:ext>
                </a:extLst>
              </p:cNvPr>
              <p:cNvSpPr txBox="1">
                <a:spLocks noRot="1" noChangeAspect="1" noMove="1" noResize="1" noEditPoints="1" noAdjustHandles="1" noChangeArrowheads="1" noChangeShapeType="1" noTextEdit="1"/>
              </p:cNvSpPr>
              <p:nvPr/>
            </p:nvSpPr>
            <p:spPr>
              <a:xfrm>
                <a:off x="7303911" y="5973926"/>
                <a:ext cx="2382003" cy="369332"/>
              </a:xfrm>
              <a:prstGeom prst="rect">
                <a:avLst/>
              </a:prstGeom>
              <a:blipFill>
                <a:blip r:embed="rId22"/>
                <a:stretch>
                  <a:fillRect b="-11475"/>
                </a:stretch>
              </a:blipFill>
            </p:spPr>
            <p:txBody>
              <a:bodyPr/>
              <a:lstStyle/>
              <a:p>
                <a:r>
                  <a:rPr lang="es-ES">
                    <a:noFill/>
                  </a:rPr>
                  <a:t> </a:t>
                </a:r>
              </a:p>
            </p:txBody>
          </p:sp>
        </mc:Fallback>
      </mc:AlternateContent>
    </p:spTree>
    <p:extLst>
      <p:ext uri="{BB962C8B-B14F-4D97-AF65-F5344CB8AC3E}">
        <p14:creationId xmlns:p14="http://schemas.microsoft.com/office/powerpoint/2010/main" val="231617966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6BA4F-49ED-845E-435A-30B19197979D}"/>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DEEABE18-F8BC-7105-85E9-36000E84B324}"/>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7" name="Elipse 6">
            <a:extLst>
              <a:ext uri="{FF2B5EF4-FFF2-40B4-BE49-F238E27FC236}">
                <a16:creationId xmlns:a16="http://schemas.microsoft.com/office/drawing/2014/main" id="{12F9D8D6-97E3-BD50-32CC-D9B8C54A9AF4}"/>
              </a:ext>
            </a:extLst>
          </p:cNvPr>
          <p:cNvSpPr/>
          <p:nvPr/>
        </p:nvSpPr>
        <p:spPr>
          <a:xfrm>
            <a:off x="2728380" y="3745354"/>
            <a:ext cx="540000" cy="540000"/>
          </a:xfrm>
          <a:prstGeom prst="ellipse">
            <a:avLst/>
          </a:prstGeom>
          <a:no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s-ES" sz="1600" b="1" dirty="0"/>
          </a:p>
        </p:txBody>
      </p:sp>
      <p:cxnSp>
        <p:nvCxnSpPr>
          <p:cNvPr id="8" name="Conector recto de flecha 7">
            <a:extLst>
              <a:ext uri="{FF2B5EF4-FFF2-40B4-BE49-F238E27FC236}">
                <a16:creationId xmlns:a16="http://schemas.microsoft.com/office/drawing/2014/main" id="{069971BB-D060-3737-6F0C-B240D124484F}"/>
              </a:ext>
            </a:extLst>
          </p:cNvPr>
          <p:cNvCxnSpPr>
            <a:cxnSpLocks/>
            <a:stCxn id="7" idx="6"/>
          </p:cNvCxnSpPr>
          <p:nvPr/>
        </p:nvCxnSpPr>
        <p:spPr>
          <a:xfrm>
            <a:off x="3268380" y="4015354"/>
            <a:ext cx="540000" cy="0"/>
          </a:xfrm>
          <a:prstGeom prst="straightConnector1">
            <a:avLst/>
          </a:prstGeom>
          <a:ln w="34925" cmpd="sng">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Elipse 9">
                <a:extLst>
                  <a:ext uri="{FF2B5EF4-FFF2-40B4-BE49-F238E27FC236}">
                    <a16:creationId xmlns:a16="http://schemas.microsoft.com/office/drawing/2014/main" id="{2990C05A-8578-BE6D-936B-2BC9FEC29B5F}"/>
                  </a:ext>
                </a:extLst>
              </p:cNvPr>
              <p:cNvSpPr/>
              <p:nvPr/>
            </p:nvSpPr>
            <p:spPr>
              <a:xfrm>
                <a:off x="417375" y="3361695"/>
                <a:ext cx="540000" cy="540000"/>
              </a:xfrm>
              <a:prstGeom prst="ellipse">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𝑥</m:t>
                          </m:r>
                        </m:e>
                        <m:sub>
                          <m:r>
                            <a:rPr lang="es-ES" i="1">
                              <a:solidFill>
                                <a:schemeClr val="accent1">
                                  <a:lumMod val="50000"/>
                                </a:schemeClr>
                              </a:solidFill>
                              <a:latin typeface="Cambria Math" panose="02040503050406030204" pitchFamily="18" charset="0"/>
                              <a:ea typeface="Cambria Math" panose="02040503050406030204" pitchFamily="18" charset="0"/>
                            </a:rPr>
                            <m:t>1</m:t>
                          </m:r>
                        </m:sub>
                      </m:sSub>
                    </m:oMath>
                  </m:oMathPara>
                </a14:m>
                <a:endParaRPr lang="es-ES"/>
              </a:p>
            </p:txBody>
          </p:sp>
        </mc:Choice>
        <mc:Fallback xmlns="">
          <p:sp>
            <p:nvSpPr>
              <p:cNvPr id="10" name="Elipse 9">
                <a:extLst>
                  <a:ext uri="{FF2B5EF4-FFF2-40B4-BE49-F238E27FC236}">
                    <a16:creationId xmlns:a16="http://schemas.microsoft.com/office/drawing/2014/main" id="{2990C05A-8578-BE6D-936B-2BC9FEC29B5F}"/>
                  </a:ext>
                </a:extLst>
              </p:cNvPr>
              <p:cNvSpPr>
                <a:spLocks noRot="1" noChangeAspect="1" noMove="1" noResize="1" noEditPoints="1" noAdjustHandles="1" noChangeArrowheads="1" noChangeShapeType="1" noTextEdit="1"/>
              </p:cNvSpPr>
              <p:nvPr/>
            </p:nvSpPr>
            <p:spPr>
              <a:xfrm>
                <a:off x="417375" y="3361695"/>
                <a:ext cx="540000" cy="540000"/>
              </a:xfrm>
              <a:prstGeom prst="ellipse">
                <a:avLst/>
              </a:prstGeom>
              <a:blipFill>
                <a:blip r:embed="rId3"/>
                <a:stretch>
                  <a:fillRect/>
                </a:stretch>
              </a:blipFill>
              <a:ln w="31750">
                <a:solidFill>
                  <a:schemeClr val="accent6">
                    <a:lumMod val="75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Elipse 10">
                <a:extLst>
                  <a:ext uri="{FF2B5EF4-FFF2-40B4-BE49-F238E27FC236}">
                    <a16:creationId xmlns:a16="http://schemas.microsoft.com/office/drawing/2014/main" id="{952516D2-53DF-64F9-FCE7-3569F79BD250}"/>
                  </a:ext>
                </a:extLst>
              </p:cNvPr>
              <p:cNvSpPr/>
              <p:nvPr/>
            </p:nvSpPr>
            <p:spPr>
              <a:xfrm>
                <a:off x="417375" y="4136513"/>
                <a:ext cx="540000" cy="540000"/>
              </a:xfrm>
              <a:prstGeom prst="ellipse">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𝑥</m:t>
                          </m:r>
                        </m:e>
                        <m:sub>
                          <m:r>
                            <a:rPr lang="es-ES" i="1">
                              <a:solidFill>
                                <a:schemeClr val="accent1">
                                  <a:lumMod val="50000"/>
                                </a:schemeClr>
                              </a:solidFill>
                              <a:latin typeface="Cambria Math" panose="02040503050406030204" pitchFamily="18" charset="0"/>
                              <a:ea typeface="Cambria Math" panose="02040503050406030204" pitchFamily="18" charset="0"/>
                            </a:rPr>
                            <m:t>2</m:t>
                          </m:r>
                        </m:sub>
                      </m:sSub>
                    </m:oMath>
                  </m:oMathPara>
                </a14:m>
                <a:endParaRPr lang="es-ES" dirty="0"/>
              </a:p>
            </p:txBody>
          </p:sp>
        </mc:Choice>
        <mc:Fallback xmlns="">
          <p:sp>
            <p:nvSpPr>
              <p:cNvPr id="11" name="Elipse 10">
                <a:extLst>
                  <a:ext uri="{FF2B5EF4-FFF2-40B4-BE49-F238E27FC236}">
                    <a16:creationId xmlns:a16="http://schemas.microsoft.com/office/drawing/2014/main" id="{952516D2-53DF-64F9-FCE7-3569F79BD250}"/>
                  </a:ext>
                </a:extLst>
              </p:cNvPr>
              <p:cNvSpPr>
                <a:spLocks noRot="1" noChangeAspect="1" noMove="1" noResize="1" noEditPoints="1" noAdjustHandles="1" noChangeArrowheads="1" noChangeShapeType="1" noTextEdit="1"/>
              </p:cNvSpPr>
              <p:nvPr/>
            </p:nvSpPr>
            <p:spPr>
              <a:xfrm>
                <a:off x="417375" y="4136513"/>
                <a:ext cx="540000" cy="540000"/>
              </a:xfrm>
              <a:prstGeom prst="ellipse">
                <a:avLst/>
              </a:prstGeom>
              <a:blipFill>
                <a:blip r:embed="rId4"/>
                <a:stretch>
                  <a:fillRect/>
                </a:stretch>
              </a:blipFill>
              <a:ln w="31750">
                <a:solidFill>
                  <a:schemeClr val="accent6">
                    <a:lumMod val="75000"/>
                  </a:schemeClr>
                </a:solidFill>
              </a:ln>
            </p:spPr>
            <p:txBody>
              <a:bodyPr/>
              <a:lstStyle/>
              <a:p>
                <a:r>
                  <a:rPr lang="es-ES">
                    <a:noFill/>
                  </a:rPr>
                  <a:t> </a:t>
                </a:r>
              </a:p>
            </p:txBody>
          </p:sp>
        </mc:Fallback>
      </mc:AlternateContent>
      <p:cxnSp>
        <p:nvCxnSpPr>
          <p:cNvPr id="12" name="Conector recto 11">
            <a:extLst>
              <a:ext uri="{FF2B5EF4-FFF2-40B4-BE49-F238E27FC236}">
                <a16:creationId xmlns:a16="http://schemas.microsoft.com/office/drawing/2014/main" id="{96805F6A-58BE-0AFC-BECF-E06FDA399D8F}"/>
              </a:ext>
            </a:extLst>
          </p:cNvPr>
          <p:cNvCxnSpPr>
            <a:cxnSpLocks/>
            <a:stCxn id="10" idx="6"/>
            <a:endCxn id="14" idx="2"/>
          </p:cNvCxnSpPr>
          <p:nvPr/>
        </p:nvCxnSpPr>
        <p:spPr>
          <a:xfrm flipV="1">
            <a:off x="957375" y="2948488"/>
            <a:ext cx="664740" cy="683207"/>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8CC15318-6E5F-3C17-218E-801C761A873C}"/>
              </a:ext>
            </a:extLst>
          </p:cNvPr>
          <p:cNvCxnSpPr>
            <a:cxnSpLocks/>
            <a:stCxn id="10" idx="6"/>
            <a:endCxn id="15" idx="2"/>
          </p:cNvCxnSpPr>
          <p:nvPr/>
        </p:nvCxnSpPr>
        <p:spPr>
          <a:xfrm>
            <a:off x="957375" y="3631695"/>
            <a:ext cx="664740" cy="3057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Elipse 13">
                <a:extLst>
                  <a:ext uri="{FF2B5EF4-FFF2-40B4-BE49-F238E27FC236}">
                    <a16:creationId xmlns:a16="http://schemas.microsoft.com/office/drawing/2014/main" id="{E8F7F0CB-4DAA-B4BE-1842-1B71EAD96FD0}"/>
                  </a:ext>
                </a:extLst>
              </p:cNvPr>
              <p:cNvSpPr/>
              <p:nvPr/>
            </p:nvSpPr>
            <p:spPr>
              <a:xfrm>
                <a:off x="1622115" y="2678488"/>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4" name="Elipse 13">
                <a:extLst>
                  <a:ext uri="{FF2B5EF4-FFF2-40B4-BE49-F238E27FC236}">
                    <a16:creationId xmlns:a16="http://schemas.microsoft.com/office/drawing/2014/main" id="{E8F7F0CB-4DAA-B4BE-1842-1B71EAD96FD0}"/>
                  </a:ext>
                </a:extLst>
              </p:cNvPr>
              <p:cNvSpPr>
                <a:spLocks noRot="1" noChangeAspect="1" noMove="1" noResize="1" noEditPoints="1" noAdjustHandles="1" noChangeArrowheads="1" noChangeShapeType="1" noTextEdit="1"/>
              </p:cNvSpPr>
              <p:nvPr/>
            </p:nvSpPr>
            <p:spPr>
              <a:xfrm>
                <a:off x="1622115" y="2678488"/>
                <a:ext cx="540000" cy="540000"/>
              </a:xfrm>
              <a:prstGeom prst="ellipse">
                <a:avLst/>
              </a:prstGeom>
              <a:blipFill>
                <a:blip r:embed="rId5"/>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Elipse 14">
                <a:extLst>
                  <a:ext uri="{FF2B5EF4-FFF2-40B4-BE49-F238E27FC236}">
                    <a16:creationId xmlns:a16="http://schemas.microsoft.com/office/drawing/2014/main" id="{42E65350-CE3C-A98B-2B9A-3E2DF401BC4E}"/>
                  </a:ext>
                </a:extLst>
              </p:cNvPr>
              <p:cNvSpPr/>
              <p:nvPr/>
            </p:nvSpPr>
            <p:spPr>
              <a:xfrm>
                <a:off x="1622115" y="3392265"/>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2</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5" name="Elipse 14">
                <a:extLst>
                  <a:ext uri="{FF2B5EF4-FFF2-40B4-BE49-F238E27FC236}">
                    <a16:creationId xmlns:a16="http://schemas.microsoft.com/office/drawing/2014/main" id="{42E65350-CE3C-A98B-2B9A-3E2DF401BC4E}"/>
                  </a:ext>
                </a:extLst>
              </p:cNvPr>
              <p:cNvSpPr>
                <a:spLocks noRot="1" noChangeAspect="1" noMove="1" noResize="1" noEditPoints="1" noAdjustHandles="1" noChangeArrowheads="1" noChangeShapeType="1" noTextEdit="1"/>
              </p:cNvSpPr>
              <p:nvPr/>
            </p:nvSpPr>
            <p:spPr>
              <a:xfrm>
                <a:off x="1622115" y="3392265"/>
                <a:ext cx="540000" cy="540000"/>
              </a:xfrm>
              <a:prstGeom prst="ellipse">
                <a:avLst/>
              </a:prstGeom>
              <a:blipFill>
                <a:blip r:embed="rId6"/>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6" name="Elipse 15">
                <a:extLst>
                  <a:ext uri="{FF2B5EF4-FFF2-40B4-BE49-F238E27FC236}">
                    <a16:creationId xmlns:a16="http://schemas.microsoft.com/office/drawing/2014/main" id="{DCDBB383-266A-DB24-F7B5-A2FE47E706CB}"/>
                  </a:ext>
                </a:extLst>
              </p:cNvPr>
              <p:cNvSpPr/>
              <p:nvPr/>
            </p:nvSpPr>
            <p:spPr>
              <a:xfrm>
                <a:off x="1622115" y="4101305"/>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3</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6" name="Elipse 15">
                <a:extLst>
                  <a:ext uri="{FF2B5EF4-FFF2-40B4-BE49-F238E27FC236}">
                    <a16:creationId xmlns:a16="http://schemas.microsoft.com/office/drawing/2014/main" id="{DCDBB383-266A-DB24-F7B5-A2FE47E706CB}"/>
                  </a:ext>
                </a:extLst>
              </p:cNvPr>
              <p:cNvSpPr>
                <a:spLocks noRot="1" noChangeAspect="1" noMove="1" noResize="1" noEditPoints="1" noAdjustHandles="1" noChangeArrowheads="1" noChangeShapeType="1" noTextEdit="1"/>
              </p:cNvSpPr>
              <p:nvPr/>
            </p:nvSpPr>
            <p:spPr>
              <a:xfrm>
                <a:off x="1622115" y="4101305"/>
                <a:ext cx="540000" cy="540000"/>
              </a:xfrm>
              <a:prstGeom prst="ellipse">
                <a:avLst/>
              </a:prstGeom>
              <a:blipFill>
                <a:blip r:embed="rId7"/>
                <a:stretch>
                  <a:fillRect/>
                </a:stretch>
              </a:blipFill>
              <a:ln w="31750">
                <a:solidFill>
                  <a:schemeClr val="accent1">
                    <a:lumMod val="50000"/>
                  </a:schemeClr>
                </a:solidFill>
              </a:ln>
            </p:spPr>
            <p:txBody>
              <a:bodyPr/>
              <a:lstStyle/>
              <a:p>
                <a:r>
                  <a:rPr lang="es-ES">
                    <a:noFill/>
                  </a:rPr>
                  <a:t> </a:t>
                </a:r>
              </a:p>
            </p:txBody>
          </p:sp>
        </mc:Fallback>
      </mc:AlternateContent>
      <p:cxnSp>
        <p:nvCxnSpPr>
          <p:cNvPr id="17" name="Conector recto 16">
            <a:extLst>
              <a:ext uri="{FF2B5EF4-FFF2-40B4-BE49-F238E27FC236}">
                <a16:creationId xmlns:a16="http://schemas.microsoft.com/office/drawing/2014/main" id="{BE6AD35D-E6DC-3154-18E2-EF217E07EC1F}"/>
              </a:ext>
            </a:extLst>
          </p:cNvPr>
          <p:cNvCxnSpPr>
            <a:cxnSpLocks/>
            <a:stCxn id="11" idx="6"/>
            <a:endCxn id="15" idx="2"/>
          </p:cNvCxnSpPr>
          <p:nvPr/>
        </p:nvCxnSpPr>
        <p:spPr>
          <a:xfrm flipV="1">
            <a:off x="957375" y="3662265"/>
            <a:ext cx="664740" cy="744248"/>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9D6DEB2F-7BDE-B5F6-CF8A-BB99BFB6942F}"/>
              </a:ext>
            </a:extLst>
          </p:cNvPr>
          <p:cNvCxnSpPr>
            <a:cxnSpLocks/>
            <a:stCxn id="10" idx="6"/>
            <a:endCxn id="16" idx="2"/>
          </p:cNvCxnSpPr>
          <p:nvPr/>
        </p:nvCxnSpPr>
        <p:spPr>
          <a:xfrm>
            <a:off x="957375" y="3631695"/>
            <a:ext cx="664740" cy="73961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D03FDB4B-4890-F078-7D29-BE3A46880643}"/>
              </a:ext>
            </a:extLst>
          </p:cNvPr>
          <p:cNvCxnSpPr>
            <a:cxnSpLocks/>
            <a:stCxn id="11" idx="6"/>
            <a:endCxn id="16" idx="2"/>
          </p:cNvCxnSpPr>
          <p:nvPr/>
        </p:nvCxnSpPr>
        <p:spPr>
          <a:xfrm flipV="1">
            <a:off x="957375" y="4371305"/>
            <a:ext cx="664740" cy="35208"/>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D4445D64-CC9C-ECB1-ACC5-7934D752A331}"/>
              </a:ext>
            </a:extLst>
          </p:cNvPr>
          <p:cNvCxnSpPr>
            <a:cxnSpLocks/>
            <a:stCxn id="11" idx="6"/>
            <a:endCxn id="14" idx="2"/>
          </p:cNvCxnSpPr>
          <p:nvPr/>
        </p:nvCxnSpPr>
        <p:spPr>
          <a:xfrm flipV="1">
            <a:off x="957375" y="2948488"/>
            <a:ext cx="664740" cy="1458025"/>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5B6ED8E3-908F-5A6A-97E1-D816E50C2BC2}"/>
              </a:ext>
            </a:extLst>
          </p:cNvPr>
          <p:cNvCxnSpPr>
            <a:cxnSpLocks/>
            <a:stCxn id="14" idx="6"/>
            <a:endCxn id="7" idx="2"/>
          </p:cNvCxnSpPr>
          <p:nvPr/>
        </p:nvCxnSpPr>
        <p:spPr>
          <a:xfrm>
            <a:off x="2162115" y="2948488"/>
            <a:ext cx="566265" cy="1066866"/>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D40D83D2-E115-6D03-B460-32D95F19CB55}"/>
              </a:ext>
            </a:extLst>
          </p:cNvPr>
          <p:cNvCxnSpPr>
            <a:cxnSpLocks/>
            <a:stCxn id="15" idx="6"/>
            <a:endCxn id="7" idx="2"/>
          </p:cNvCxnSpPr>
          <p:nvPr/>
        </p:nvCxnSpPr>
        <p:spPr>
          <a:xfrm>
            <a:off x="2162115" y="3662265"/>
            <a:ext cx="566265" cy="353089"/>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A6F9CBBF-4B28-AE9E-CFB1-E583F798E8AA}"/>
              </a:ext>
            </a:extLst>
          </p:cNvPr>
          <p:cNvCxnSpPr>
            <a:cxnSpLocks/>
            <a:stCxn id="16" idx="6"/>
            <a:endCxn id="7" idx="2"/>
          </p:cNvCxnSpPr>
          <p:nvPr/>
        </p:nvCxnSpPr>
        <p:spPr>
          <a:xfrm flipV="1">
            <a:off x="2162115" y="4015354"/>
            <a:ext cx="566265" cy="355951"/>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Elipse 23">
                <a:extLst>
                  <a:ext uri="{FF2B5EF4-FFF2-40B4-BE49-F238E27FC236}">
                    <a16:creationId xmlns:a16="http://schemas.microsoft.com/office/drawing/2014/main" id="{0D1944C1-C422-444E-36F1-0ED390BF38F4}"/>
                  </a:ext>
                </a:extLst>
              </p:cNvPr>
              <p:cNvSpPr/>
              <p:nvPr/>
            </p:nvSpPr>
            <p:spPr>
              <a:xfrm>
                <a:off x="1622115" y="4810345"/>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24" name="Elipse 23">
                <a:extLst>
                  <a:ext uri="{FF2B5EF4-FFF2-40B4-BE49-F238E27FC236}">
                    <a16:creationId xmlns:a16="http://schemas.microsoft.com/office/drawing/2014/main" id="{0D1944C1-C422-444E-36F1-0ED390BF38F4}"/>
                  </a:ext>
                </a:extLst>
              </p:cNvPr>
              <p:cNvSpPr>
                <a:spLocks noRot="1" noChangeAspect="1" noMove="1" noResize="1" noEditPoints="1" noAdjustHandles="1" noChangeArrowheads="1" noChangeShapeType="1" noTextEdit="1"/>
              </p:cNvSpPr>
              <p:nvPr/>
            </p:nvSpPr>
            <p:spPr>
              <a:xfrm>
                <a:off x="1622115" y="4810345"/>
                <a:ext cx="540000" cy="540000"/>
              </a:xfrm>
              <a:prstGeom prst="ellipse">
                <a:avLst/>
              </a:prstGeom>
              <a:blipFill>
                <a:blip r:embed="rId8"/>
                <a:stretch>
                  <a:fillRect/>
                </a:stretch>
              </a:blipFill>
              <a:ln w="31750">
                <a:solidFill>
                  <a:schemeClr val="accent1">
                    <a:lumMod val="50000"/>
                  </a:schemeClr>
                </a:solidFill>
              </a:ln>
            </p:spPr>
            <p:txBody>
              <a:bodyPr/>
              <a:lstStyle/>
              <a:p>
                <a:r>
                  <a:rPr lang="es-ES">
                    <a:noFill/>
                  </a:rPr>
                  <a:t> </a:t>
                </a:r>
              </a:p>
            </p:txBody>
          </p:sp>
        </mc:Fallback>
      </mc:AlternateContent>
      <p:cxnSp>
        <p:nvCxnSpPr>
          <p:cNvPr id="26" name="Conector recto 25">
            <a:extLst>
              <a:ext uri="{FF2B5EF4-FFF2-40B4-BE49-F238E27FC236}">
                <a16:creationId xmlns:a16="http://schemas.microsoft.com/office/drawing/2014/main" id="{D1234AEA-B74A-D8C3-8B7A-D295B18AAB9E}"/>
              </a:ext>
            </a:extLst>
          </p:cNvPr>
          <p:cNvCxnSpPr>
            <a:cxnSpLocks/>
            <a:stCxn id="11" idx="6"/>
            <a:endCxn id="24" idx="2"/>
          </p:cNvCxnSpPr>
          <p:nvPr/>
        </p:nvCxnSpPr>
        <p:spPr>
          <a:xfrm>
            <a:off x="957375" y="4406513"/>
            <a:ext cx="664740" cy="673832"/>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D12DA8A4-6D11-7E0D-32BF-D52C5CB1DE24}"/>
              </a:ext>
            </a:extLst>
          </p:cNvPr>
          <p:cNvCxnSpPr>
            <a:cxnSpLocks/>
            <a:stCxn id="10" idx="6"/>
            <a:endCxn id="24" idx="2"/>
          </p:cNvCxnSpPr>
          <p:nvPr/>
        </p:nvCxnSpPr>
        <p:spPr>
          <a:xfrm>
            <a:off x="957375" y="3631695"/>
            <a:ext cx="664740" cy="144865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1F132450-7717-744A-D8C7-066664916FBC}"/>
              </a:ext>
            </a:extLst>
          </p:cNvPr>
          <p:cNvCxnSpPr>
            <a:cxnSpLocks/>
            <a:stCxn id="24" idx="6"/>
            <a:endCxn id="7" idx="2"/>
          </p:cNvCxnSpPr>
          <p:nvPr/>
        </p:nvCxnSpPr>
        <p:spPr>
          <a:xfrm flipV="1">
            <a:off x="2162115" y="4015354"/>
            <a:ext cx="566265" cy="1064991"/>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95DCA28F-CF83-C8F2-8F00-AEE3152046A4}"/>
                  </a:ext>
                </a:extLst>
              </p:cNvPr>
              <p:cNvSpPr txBox="1"/>
              <p:nvPr/>
            </p:nvSpPr>
            <p:spPr>
              <a:xfrm>
                <a:off x="2492337" y="3843795"/>
                <a:ext cx="1102706" cy="3811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800" i="1" smtClean="0">
                              <a:solidFill>
                                <a:schemeClr val="accent1">
                                  <a:lumMod val="50000"/>
                                </a:schemeClr>
                              </a:solidFill>
                              <a:latin typeface="Cambria Math" panose="02040503050406030204" pitchFamily="18" charset="0"/>
                              <a:ea typeface="Cambria Math" panose="02040503050406030204" pitchFamily="18" charset="0"/>
                            </a:rPr>
                            <m:t>𝑎</m:t>
                          </m:r>
                        </m:e>
                        <m:sup>
                          <m:r>
                            <a:rPr lang="es-ES" sz="1800" b="0" i="1" smtClean="0">
                              <a:solidFill>
                                <a:schemeClr val="accent1">
                                  <a:lumMod val="50000"/>
                                </a:schemeClr>
                              </a:solidFill>
                              <a:latin typeface="Cambria Math" panose="02040503050406030204" pitchFamily="18" charset="0"/>
                              <a:ea typeface="Cambria Math" panose="02040503050406030204" pitchFamily="18" charset="0"/>
                            </a:rPr>
                            <m:t>[2]</m:t>
                          </m:r>
                        </m:sup>
                      </m:sSup>
                    </m:oMath>
                  </m:oMathPara>
                </a14:m>
                <a:endParaRPr lang="es-ES" dirty="0"/>
              </a:p>
            </p:txBody>
          </p:sp>
        </mc:Choice>
        <mc:Fallback xmlns="">
          <p:sp>
            <p:nvSpPr>
              <p:cNvPr id="36" name="CuadroTexto 35">
                <a:extLst>
                  <a:ext uri="{FF2B5EF4-FFF2-40B4-BE49-F238E27FC236}">
                    <a16:creationId xmlns:a16="http://schemas.microsoft.com/office/drawing/2014/main" id="{95DCA28F-CF83-C8F2-8F00-AEE3152046A4}"/>
                  </a:ext>
                </a:extLst>
              </p:cNvPr>
              <p:cNvSpPr txBox="1">
                <a:spLocks noRot="1" noChangeAspect="1" noMove="1" noResize="1" noEditPoints="1" noAdjustHandles="1" noChangeArrowheads="1" noChangeShapeType="1" noTextEdit="1"/>
              </p:cNvSpPr>
              <p:nvPr/>
            </p:nvSpPr>
            <p:spPr>
              <a:xfrm>
                <a:off x="2492337" y="3843795"/>
                <a:ext cx="1102706" cy="381130"/>
              </a:xfrm>
              <a:prstGeom prst="rect">
                <a:avLst/>
              </a:prstGeom>
              <a:blipFill>
                <a:blip r:embed="rId9"/>
                <a:stretch>
                  <a:fillRect/>
                </a:stretch>
              </a:blipFill>
            </p:spPr>
            <p:txBody>
              <a:bodyPr/>
              <a:lstStyle/>
              <a:p>
                <a:r>
                  <a:rPr lang="es-ES">
                    <a:noFill/>
                  </a:rPr>
                  <a:t> </a:t>
                </a:r>
              </a:p>
            </p:txBody>
          </p:sp>
        </mc:Fallback>
      </mc:AlternateContent>
      <p:sp>
        <p:nvSpPr>
          <p:cNvPr id="38" name="Rectángulo: esquinas redondeadas 37">
            <a:extLst>
              <a:ext uri="{FF2B5EF4-FFF2-40B4-BE49-F238E27FC236}">
                <a16:creationId xmlns:a16="http://schemas.microsoft.com/office/drawing/2014/main" id="{6637EE7C-6CA4-51D1-A603-651381DF4AD0}"/>
              </a:ext>
            </a:extLst>
          </p:cNvPr>
          <p:cNvSpPr/>
          <p:nvPr/>
        </p:nvSpPr>
        <p:spPr>
          <a:xfrm>
            <a:off x="4354427" y="641161"/>
            <a:ext cx="7647136" cy="1259165"/>
          </a:xfrm>
          <a:prstGeom prst="roundRect">
            <a:avLst>
              <a:gd name="adj" fmla="val 19105"/>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s-ES" b="1" dirty="0" err="1">
                <a:solidFill>
                  <a:schemeClr val="accent1">
                    <a:lumMod val="50000"/>
                  </a:schemeClr>
                </a:solidFill>
              </a:rPr>
              <a:t>Backpropagation</a:t>
            </a:r>
            <a:endParaRPr lang="es-ES" b="1"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697EF50A-AB2E-B36B-37F5-ED1B5A8C67C8}"/>
                  </a:ext>
                </a:extLst>
              </p:cNvPr>
              <p:cNvSpPr txBox="1"/>
              <p:nvPr/>
            </p:nvSpPr>
            <p:spPr>
              <a:xfrm>
                <a:off x="7755486" y="1139510"/>
                <a:ext cx="2425607" cy="624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𝑡</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oMath>
                  </m:oMathPara>
                </a14:m>
                <a:endParaRPr lang="es-ES" dirty="0"/>
              </a:p>
            </p:txBody>
          </p:sp>
        </mc:Choice>
        <mc:Fallback xmlns="">
          <p:sp>
            <p:nvSpPr>
              <p:cNvPr id="39" name="CuadroTexto 38">
                <a:extLst>
                  <a:ext uri="{FF2B5EF4-FFF2-40B4-BE49-F238E27FC236}">
                    <a16:creationId xmlns:a16="http://schemas.microsoft.com/office/drawing/2014/main" id="{697EF50A-AB2E-B36B-37F5-ED1B5A8C67C8}"/>
                  </a:ext>
                </a:extLst>
              </p:cNvPr>
              <p:cNvSpPr txBox="1">
                <a:spLocks noRot="1" noChangeAspect="1" noMove="1" noResize="1" noEditPoints="1" noAdjustHandles="1" noChangeArrowheads="1" noChangeShapeType="1" noTextEdit="1"/>
              </p:cNvSpPr>
              <p:nvPr/>
            </p:nvSpPr>
            <p:spPr>
              <a:xfrm>
                <a:off x="7755486" y="1139510"/>
                <a:ext cx="2425607" cy="624017"/>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1B2454CF-8AE2-916B-05E4-556401C78B04}"/>
                  </a:ext>
                </a:extLst>
              </p:cNvPr>
              <p:cNvSpPr txBox="1"/>
              <p:nvPr/>
            </p:nvSpPr>
            <p:spPr>
              <a:xfrm>
                <a:off x="10308908" y="1104623"/>
                <a:ext cx="1692655" cy="624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𝑡</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dirty="0"/>
              </a:p>
            </p:txBody>
          </p:sp>
        </mc:Choice>
        <mc:Fallback xmlns="">
          <p:sp>
            <p:nvSpPr>
              <p:cNvPr id="40" name="CuadroTexto 39">
                <a:extLst>
                  <a:ext uri="{FF2B5EF4-FFF2-40B4-BE49-F238E27FC236}">
                    <a16:creationId xmlns:a16="http://schemas.microsoft.com/office/drawing/2014/main" id="{1B2454CF-8AE2-916B-05E4-556401C78B04}"/>
                  </a:ext>
                </a:extLst>
              </p:cNvPr>
              <p:cNvSpPr txBox="1">
                <a:spLocks noRot="1" noChangeAspect="1" noMove="1" noResize="1" noEditPoints="1" noAdjustHandles="1" noChangeArrowheads="1" noChangeShapeType="1" noTextEdit="1"/>
              </p:cNvSpPr>
              <p:nvPr/>
            </p:nvSpPr>
            <p:spPr>
              <a:xfrm>
                <a:off x="10308908" y="1104623"/>
                <a:ext cx="1692655" cy="624017"/>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CC7CC32B-7673-D8D5-404B-C75A9EB9B88F}"/>
                  </a:ext>
                </a:extLst>
              </p:cNvPr>
              <p:cNvSpPr txBox="1"/>
              <p:nvPr/>
            </p:nvSpPr>
            <p:spPr>
              <a:xfrm>
                <a:off x="4379515" y="1204053"/>
                <a:ext cx="3299431" cy="4458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41" name="CuadroTexto 40">
                <a:extLst>
                  <a:ext uri="{FF2B5EF4-FFF2-40B4-BE49-F238E27FC236}">
                    <a16:creationId xmlns:a16="http://schemas.microsoft.com/office/drawing/2014/main" id="{CC7CC32B-7673-D8D5-404B-C75A9EB9B88F}"/>
                  </a:ext>
                </a:extLst>
              </p:cNvPr>
              <p:cNvSpPr txBox="1">
                <a:spLocks noRot="1" noChangeAspect="1" noMove="1" noResize="1" noEditPoints="1" noAdjustHandles="1" noChangeArrowheads="1" noChangeShapeType="1" noTextEdit="1"/>
              </p:cNvSpPr>
              <p:nvPr/>
            </p:nvSpPr>
            <p:spPr>
              <a:xfrm>
                <a:off x="4379515" y="1204053"/>
                <a:ext cx="3299431" cy="445891"/>
              </a:xfrm>
              <a:prstGeom prst="rect">
                <a:avLst/>
              </a:prstGeom>
              <a:blipFill>
                <a:blip r:embed="rId12"/>
                <a:stretch>
                  <a:fillRect b="-1370"/>
                </a:stretch>
              </a:blipFill>
            </p:spPr>
            <p:txBody>
              <a:bodyPr/>
              <a:lstStyle/>
              <a:p>
                <a:r>
                  <a:rPr lang="es-ES">
                    <a:noFill/>
                  </a:rPr>
                  <a:t> </a:t>
                </a:r>
              </a:p>
            </p:txBody>
          </p:sp>
        </mc:Fallback>
      </mc:AlternateContent>
      <p:sp>
        <p:nvSpPr>
          <p:cNvPr id="46" name="Elipse 45">
            <a:extLst>
              <a:ext uri="{FF2B5EF4-FFF2-40B4-BE49-F238E27FC236}">
                <a16:creationId xmlns:a16="http://schemas.microsoft.com/office/drawing/2014/main" id="{09C6A9A0-BD4C-4879-457A-FD502D1B669B}"/>
              </a:ext>
            </a:extLst>
          </p:cNvPr>
          <p:cNvSpPr/>
          <p:nvPr/>
        </p:nvSpPr>
        <p:spPr>
          <a:xfrm>
            <a:off x="4326315" y="2463796"/>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b="1" dirty="0"/>
              <a:t>2</a:t>
            </a:r>
          </a:p>
        </p:txBody>
      </p:sp>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960ABE21-BE71-82CE-77D2-117F0F317333}"/>
                  </a:ext>
                </a:extLst>
              </p:cNvPr>
              <p:cNvSpPr txBox="1"/>
              <p:nvPr/>
            </p:nvSpPr>
            <p:spPr>
              <a:xfrm>
                <a:off x="-40583" y="5315137"/>
                <a:ext cx="2424545" cy="525528"/>
              </a:xfrm>
              <a:prstGeom prst="rect">
                <a:avLst/>
              </a:prstGeom>
              <a:noFill/>
            </p:spPr>
            <p:txBody>
              <a:bodyPr wrap="square">
                <a:spAutoFit/>
              </a:bodyPr>
              <a:lstStyle/>
              <a:p>
                <a:pPr lvl="1">
                  <a:lnSpc>
                    <a:spcPct val="150000"/>
                  </a:lnSpc>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 </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2</m:t>
                          </m:r>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a:rPr lang="es-ES" i="1">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dirty="0">
                  <a:solidFill>
                    <a:schemeClr val="accent1">
                      <a:lumMod val="50000"/>
                    </a:schemeClr>
                  </a:solidFill>
                </a:endParaRPr>
              </a:p>
            </p:txBody>
          </p:sp>
        </mc:Choice>
        <mc:Fallback xmlns="">
          <p:sp>
            <p:nvSpPr>
              <p:cNvPr id="30" name="CuadroTexto 29">
                <a:extLst>
                  <a:ext uri="{FF2B5EF4-FFF2-40B4-BE49-F238E27FC236}">
                    <a16:creationId xmlns:a16="http://schemas.microsoft.com/office/drawing/2014/main" id="{960ABE21-BE71-82CE-77D2-117F0F317333}"/>
                  </a:ext>
                </a:extLst>
              </p:cNvPr>
              <p:cNvSpPr txBox="1">
                <a:spLocks noRot="1" noChangeAspect="1" noMove="1" noResize="1" noEditPoints="1" noAdjustHandles="1" noChangeArrowheads="1" noChangeShapeType="1" noTextEdit="1"/>
              </p:cNvSpPr>
              <p:nvPr/>
            </p:nvSpPr>
            <p:spPr>
              <a:xfrm>
                <a:off x="-40583" y="5315137"/>
                <a:ext cx="2424545" cy="525528"/>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EF3DF338-BCB5-7B3F-06F3-8B8411A5E5F9}"/>
                  </a:ext>
                </a:extLst>
              </p:cNvPr>
              <p:cNvSpPr txBox="1"/>
              <p:nvPr/>
            </p:nvSpPr>
            <p:spPr>
              <a:xfrm>
                <a:off x="0" y="5964361"/>
                <a:ext cx="2327564" cy="525528"/>
              </a:xfrm>
              <a:prstGeom prst="rect">
                <a:avLst/>
              </a:prstGeom>
              <a:noFill/>
            </p:spPr>
            <p:txBody>
              <a:bodyPr wrap="square">
                <a:spAutoFit/>
              </a:bodyPr>
              <a:lstStyle/>
              <a:p>
                <a:pPr lvl="1">
                  <a:lnSpc>
                    <a:spcPct val="150000"/>
                  </a:lnSpc>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 </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a:rPr lang="es-ES" i="1">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dirty="0">
                  <a:solidFill>
                    <a:schemeClr val="accent1">
                      <a:lumMod val="50000"/>
                    </a:schemeClr>
                  </a:solidFill>
                </a:endParaRPr>
              </a:p>
            </p:txBody>
          </p:sp>
        </mc:Choice>
        <mc:Fallback xmlns="">
          <p:sp>
            <p:nvSpPr>
              <p:cNvPr id="32" name="CuadroTexto 31">
                <a:extLst>
                  <a:ext uri="{FF2B5EF4-FFF2-40B4-BE49-F238E27FC236}">
                    <a16:creationId xmlns:a16="http://schemas.microsoft.com/office/drawing/2014/main" id="{EF3DF338-BCB5-7B3F-06F3-8B8411A5E5F9}"/>
                  </a:ext>
                </a:extLst>
              </p:cNvPr>
              <p:cNvSpPr txBox="1">
                <a:spLocks noRot="1" noChangeAspect="1" noMove="1" noResize="1" noEditPoints="1" noAdjustHandles="1" noChangeArrowheads="1" noChangeShapeType="1" noTextEdit="1"/>
              </p:cNvSpPr>
              <p:nvPr/>
            </p:nvSpPr>
            <p:spPr>
              <a:xfrm>
                <a:off x="0" y="5964361"/>
                <a:ext cx="2327564" cy="525528"/>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3" name="CuadroTexto 72">
                <a:extLst>
                  <a:ext uri="{FF2B5EF4-FFF2-40B4-BE49-F238E27FC236}">
                    <a16:creationId xmlns:a16="http://schemas.microsoft.com/office/drawing/2014/main" id="{25ABFC62-21D0-36BD-326B-E08ED2594DC7}"/>
                  </a:ext>
                </a:extLst>
              </p:cNvPr>
              <p:cNvSpPr txBox="1"/>
              <p:nvPr/>
            </p:nvSpPr>
            <p:spPr>
              <a:xfrm>
                <a:off x="905545" y="2171107"/>
                <a:ext cx="1973140" cy="4152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𝒂</m:t>
                          </m:r>
                        </m:e>
                        <m:sup>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1"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d>
                        <m:d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𝒛</m:t>
                              </m:r>
                            </m:e>
                            <m:sup>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smtClean="0">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73" name="CuadroTexto 72">
                <a:extLst>
                  <a:ext uri="{FF2B5EF4-FFF2-40B4-BE49-F238E27FC236}">
                    <a16:creationId xmlns:a16="http://schemas.microsoft.com/office/drawing/2014/main" id="{25ABFC62-21D0-36BD-326B-E08ED2594DC7}"/>
                  </a:ext>
                </a:extLst>
              </p:cNvPr>
              <p:cNvSpPr txBox="1">
                <a:spLocks noRot="1" noChangeAspect="1" noMove="1" noResize="1" noEditPoints="1" noAdjustHandles="1" noChangeArrowheads="1" noChangeShapeType="1" noTextEdit="1"/>
              </p:cNvSpPr>
              <p:nvPr/>
            </p:nvSpPr>
            <p:spPr>
              <a:xfrm>
                <a:off x="905545" y="2171107"/>
                <a:ext cx="1973140" cy="415242"/>
              </a:xfrm>
              <a:prstGeom prst="rect">
                <a:avLst/>
              </a:prstGeom>
              <a:blipFill>
                <a:blip r:embed="rId15"/>
                <a:stretch>
                  <a:fillRect b="-1471"/>
                </a:stretch>
              </a:blipFill>
            </p:spPr>
            <p:txBody>
              <a:bodyPr/>
              <a:lstStyle/>
              <a:p>
                <a:r>
                  <a:rPr lang="es-ES">
                    <a:noFill/>
                  </a:rPr>
                  <a:t> </a:t>
                </a:r>
              </a:p>
            </p:txBody>
          </p:sp>
        </mc:Fallback>
      </mc:AlternateContent>
      <p:sp>
        <p:nvSpPr>
          <p:cNvPr id="76" name="CuadroTexto 75">
            <a:extLst>
              <a:ext uri="{FF2B5EF4-FFF2-40B4-BE49-F238E27FC236}">
                <a16:creationId xmlns:a16="http://schemas.microsoft.com/office/drawing/2014/main" id="{BAAE357F-8076-8D2C-8490-BE8CD0C03444}"/>
              </a:ext>
            </a:extLst>
          </p:cNvPr>
          <p:cNvSpPr txBox="1"/>
          <p:nvPr/>
        </p:nvSpPr>
        <p:spPr>
          <a:xfrm>
            <a:off x="259710" y="134869"/>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Caso </a:t>
            </a:r>
            <a:r>
              <a:rPr lang="en-US" sz="2000" b="1" dirty="0" err="1">
                <a:solidFill>
                  <a:schemeClr val="accent1">
                    <a:lumMod val="50000"/>
                  </a:schemeClr>
                </a:solidFill>
              </a:rPr>
              <a:t>más</a:t>
            </a:r>
            <a:r>
              <a:rPr lang="en-US" sz="2000" b="1" dirty="0">
                <a:solidFill>
                  <a:schemeClr val="accent1">
                    <a:lumMod val="50000"/>
                  </a:schemeClr>
                </a:solidFill>
              </a:rPr>
              <a:t> </a:t>
            </a:r>
            <a:r>
              <a:rPr lang="en-US" sz="2000" b="1" dirty="0" err="1">
                <a:solidFill>
                  <a:schemeClr val="accent1">
                    <a:lumMod val="50000"/>
                  </a:schemeClr>
                </a:solidFill>
              </a:rPr>
              <a:t>complejo</a:t>
            </a:r>
            <a:endParaRPr lang="en-US" sz="2000"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79" name="CuadroTexto 78">
                <a:extLst>
                  <a:ext uri="{FF2B5EF4-FFF2-40B4-BE49-F238E27FC236}">
                    <a16:creationId xmlns:a16="http://schemas.microsoft.com/office/drawing/2014/main" id="{BF1BC506-6A8A-AF7E-B906-2BBA867DC4CC}"/>
                  </a:ext>
                </a:extLst>
              </p:cNvPr>
              <p:cNvSpPr txBox="1"/>
              <p:nvPr/>
            </p:nvSpPr>
            <p:spPr>
              <a:xfrm>
                <a:off x="3346838" y="2201799"/>
                <a:ext cx="6116782" cy="6657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𝒛</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𝒂</m:t>
                              </m:r>
                            </m:e>
                            <m:sup>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𝒂</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𝒛</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oMath>
                  </m:oMathPara>
                </a14:m>
                <a:endParaRPr lang="es-ES" dirty="0"/>
              </a:p>
            </p:txBody>
          </p:sp>
        </mc:Choice>
        <mc:Fallback xmlns="">
          <p:sp>
            <p:nvSpPr>
              <p:cNvPr id="79" name="CuadroTexto 78">
                <a:extLst>
                  <a:ext uri="{FF2B5EF4-FFF2-40B4-BE49-F238E27FC236}">
                    <a16:creationId xmlns:a16="http://schemas.microsoft.com/office/drawing/2014/main" id="{BF1BC506-6A8A-AF7E-B906-2BBA867DC4CC}"/>
                  </a:ext>
                </a:extLst>
              </p:cNvPr>
              <p:cNvSpPr txBox="1">
                <a:spLocks noRot="1" noChangeAspect="1" noMove="1" noResize="1" noEditPoints="1" noAdjustHandles="1" noChangeArrowheads="1" noChangeShapeType="1" noTextEdit="1"/>
              </p:cNvSpPr>
              <p:nvPr/>
            </p:nvSpPr>
            <p:spPr>
              <a:xfrm>
                <a:off x="3346838" y="2201799"/>
                <a:ext cx="6116782" cy="665760"/>
              </a:xfrm>
              <a:prstGeom prst="rect">
                <a:avLst/>
              </a:prstGeom>
              <a:blipFill>
                <a:blip r:embed="rId16"/>
                <a:stretch>
                  <a:fillRect/>
                </a:stretch>
              </a:blipFill>
            </p:spPr>
            <p:txBody>
              <a:bodyPr/>
              <a:lstStyle/>
              <a:p>
                <a:r>
                  <a:rPr lang="es-ES">
                    <a:noFill/>
                  </a:rPr>
                  <a:t> </a:t>
                </a:r>
              </a:p>
            </p:txBody>
          </p:sp>
        </mc:Fallback>
      </mc:AlternateContent>
      <mc:AlternateContent xmlns:mc="http://schemas.openxmlformats.org/markup-compatibility/2006" xmlns:p14="http://schemas.microsoft.com/office/powerpoint/2010/main">
        <mc:Choice Requires="p14">
          <p:contentPart p14:bwMode="auto" r:id="rId17">
            <p14:nvContentPartPr>
              <p14:cNvPr id="4" name="Entrada de lápiz 3">
                <a:extLst>
                  <a:ext uri="{FF2B5EF4-FFF2-40B4-BE49-F238E27FC236}">
                    <a16:creationId xmlns:a16="http://schemas.microsoft.com/office/drawing/2014/main" id="{BC5E955E-BDDF-AC6D-E681-59145D597E55}"/>
                  </a:ext>
                </a:extLst>
              </p14:cNvPr>
              <p14:cNvContentPartPr/>
              <p14:nvPr/>
            </p14:nvContentPartPr>
            <p14:xfrm>
              <a:off x="8204204" y="2538839"/>
              <a:ext cx="30960" cy="1080"/>
            </p14:xfrm>
          </p:contentPart>
        </mc:Choice>
        <mc:Fallback xmlns="">
          <p:pic>
            <p:nvPicPr>
              <p:cNvPr id="4" name="Entrada de lápiz 3">
                <a:extLst>
                  <a:ext uri="{FF2B5EF4-FFF2-40B4-BE49-F238E27FC236}">
                    <a16:creationId xmlns:a16="http://schemas.microsoft.com/office/drawing/2014/main" id="{BC5E955E-BDDF-AC6D-E681-59145D597E55}"/>
                  </a:ext>
                </a:extLst>
              </p:cNvPr>
              <p:cNvPicPr/>
              <p:nvPr/>
            </p:nvPicPr>
            <p:blipFill>
              <a:blip r:embed="rId18"/>
              <a:stretch>
                <a:fillRect/>
              </a:stretch>
            </p:blipFill>
            <p:spPr>
              <a:xfrm>
                <a:off x="8198084" y="2532719"/>
                <a:ext cx="43200" cy="133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5" name="Entrada de lápiz 4">
                <a:extLst>
                  <a:ext uri="{FF2B5EF4-FFF2-40B4-BE49-F238E27FC236}">
                    <a16:creationId xmlns:a16="http://schemas.microsoft.com/office/drawing/2014/main" id="{099B9CDF-EC69-28B3-F81B-081D1AAD2123}"/>
                  </a:ext>
                </a:extLst>
              </p14:cNvPr>
              <p14:cNvContentPartPr/>
              <p14:nvPr/>
            </p14:nvContentPartPr>
            <p14:xfrm>
              <a:off x="8194844" y="2594639"/>
              <a:ext cx="46800" cy="3600"/>
            </p14:xfrm>
          </p:contentPart>
        </mc:Choice>
        <mc:Fallback xmlns="">
          <p:pic>
            <p:nvPicPr>
              <p:cNvPr id="5" name="Entrada de lápiz 4">
                <a:extLst>
                  <a:ext uri="{FF2B5EF4-FFF2-40B4-BE49-F238E27FC236}">
                    <a16:creationId xmlns:a16="http://schemas.microsoft.com/office/drawing/2014/main" id="{099B9CDF-EC69-28B3-F81B-081D1AAD2123}"/>
                  </a:ext>
                </a:extLst>
              </p:cNvPr>
              <p:cNvPicPr/>
              <p:nvPr/>
            </p:nvPicPr>
            <p:blipFill>
              <a:blip r:embed="rId20"/>
              <a:stretch>
                <a:fillRect/>
              </a:stretch>
            </p:blipFill>
            <p:spPr>
              <a:xfrm>
                <a:off x="8188724" y="2588519"/>
                <a:ext cx="5904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63" name="Entrada de lápiz 62">
                <a:extLst>
                  <a:ext uri="{FF2B5EF4-FFF2-40B4-BE49-F238E27FC236}">
                    <a16:creationId xmlns:a16="http://schemas.microsoft.com/office/drawing/2014/main" id="{18235657-9EC5-96BE-184C-EAA52F7750C4}"/>
                  </a:ext>
                </a:extLst>
              </p14:cNvPr>
              <p14:cNvContentPartPr/>
              <p14:nvPr/>
            </p14:nvContentPartPr>
            <p14:xfrm>
              <a:off x="8668244" y="3096479"/>
              <a:ext cx="68400" cy="6480"/>
            </p14:xfrm>
          </p:contentPart>
        </mc:Choice>
        <mc:Fallback xmlns="">
          <p:pic>
            <p:nvPicPr>
              <p:cNvPr id="63" name="Entrada de lápiz 62">
                <a:extLst>
                  <a:ext uri="{FF2B5EF4-FFF2-40B4-BE49-F238E27FC236}">
                    <a16:creationId xmlns:a16="http://schemas.microsoft.com/office/drawing/2014/main" id="{18235657-9EC5-96BE-184C-EAA52F7750C4}"/>
                  </a:ext>
                </a:extLst>
              </p:cNvPr>
              <p:cNvPicPr/>
              <p:nvPr/>
            </p:nvPicPr>
            <p:blipFill>
              <a:blip r:embed="rId22"/>
              <a:stretch>
                <a:fillRect/>
              </a:stretch>
            </p:blipFill>
            <p:spPr>
              <a:xfrm>
                <a:off x="8662124" y="3090359"/>
                <a:ext cx="80640" cy="18720"/>
              </a:xfrm>
              <a:prstGeom prst="rect">
                <a:avLst/>
              </a:prstGeom>
            </p:spPr>
          </p:pic>
        </mc:Fallback>
      </mc:AlternateContent>
      <p:grpSp>
        <p:nvGrpSpPr>
          <p:cNvPr id="98" name="Grupo 97">
            <a:extLst>
              <a:ext uri="{FF2B5EF4-FFF2-40B4-BE49-F238E27FC236}">
                <a16:creationId xmlns:a16="http://schemas.microsoft.com/office/drawing/2014/main" id="{C76890EC-094D-0498-9AF6-871780C8A560}"/>
              </a:ext>
            </a:extLst>
          </p:cNvPr>
          <p:cNvGrpSpPr/>
          <p:nvPr/>
        </p:nvGrpSpPr>
        <p:grpSpPr>
          <a:xfrm>
            <a:off x="7381244" y="3036359"/>
            <a:ext cx="361440" cy="970200"/>
            <a:chOff x="7381244" y="3036359"/>
            <a:chExt cx="361440" cy="970200"/>
          </a:xfrm>
        </p:grpSpPr>
        <mc:AlternateContent xmlns:mc="http://schemas.openxmlformats.org/markup-compatibility/2006" xmlns:p14="http://schemas.microsoft.com/office/powerpoint/2010/main">
          <mc:Choice Requires="p14">
            <p:contentPart p14:bwMode="auto" r:id="rId23">
              <p14:nvContentPartPr>
                <p14:cNvPr id="57" name="Entrada de lápiz 56">
                  <a:extLst>
                    <a:ext uri="{FF2B5EF4-FFF2-40B4-BE49-F238E27FC236}">
                      <a16:creationId xmlns:a16="http://schemas.microsoft.com/office/drawing/2014/main" id="{A1FE05C0-C9BA-7C89-00EE-D5DA76B0E4B8}"/>
                    </a:ext>
                  </a:extLst>
                </p14:cNvPr>
                <p14:cNvContentPartPr/>
                <p14:nvPr/>
              </p14:nvContentPartPr>
              <p14:xfrm>
                <a:off x="7390964" y="3153719"/>
                <a:ext cx="84600" cy="5400"/>
              </p14:xfrm>
            </p:contentPart>
          </mc:Choice>
          <mc:Fallback xmlns="">
            <p:pic>
              <p:nvPicPr>
                <p:cNvPr id="57" name="Entrada de lápiz 56">
                  <a:extLst>
                    <a:ext uri="{FF2B5EF4-FFF2-40B4-BE49-F238E27FC236}">
                      <a16:creationId xmlns:a16="http://schemas.microsoft.com/office/drawing/2014/main" id="{A1FE05C0-C9BA-7C89-00EE-D5DA76B0E4B8}"/>
                    </a:ext>
                  </a:extLst>
                </p:cNvPr>
                <p:cNvPicPr/>
                <p:nvPr/>
              </p:nvPicPr>
              <p:blipFill>
                <a:blip r:embed="rId24"/>
                <a:stretch>
                  <a:fillRect/>
                </a:stretch>
              </p:blipFill>
              <p:spPr>
                <a:xfrm>
                  <a:off x="7384844" y="3147599"/>
                  <a:ext cx="9684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58" name="Entrada de lápiz 57">
                  <a:extLst>
                    <a:ext uri="{FF2B5EF4-FFF2-40B4-BE49-F238E27FC236}">
                      <a16:creationId xmlns:a16="http://schemas.microsoft.com/office/drawing/2014/main" id="{A2710583-E637-C24F-607B-E4BEF200194D}"/>
                    </a:ext>
                  </a:extLst>
                </p14:cNvPr>
                <p14:cNvContentPartPr/>
                <p14:nvPr/>
              </p14:nvContentPartPr>
              <p14:xfrm>
                <a:off x="7381244" y="3154439"/>
                <a:ext cx="73440" cy="814680"/>
              </p14:xfrm>
            </p:contentPart>
          </mc:Choice>
          <mc:Fallback xmlns="">
            <p:pic>
              <p:nvPicPr>
                <p:cNvPr id="58" name="Entrada de lápiz 57">
                  <a:extLst>
                    <a:ext uri="{FF2B5EF4-FFF2-40B4-BE49-F238E27FC236}">
                      <a16:creationId xmlns:a16="http://schemas.microsoft.com/office/drawing/2014/main" id="{A2710583-E637-C24F-607B-E4BEF200194D}"/>
                    </a:ext>
                  </a:extLst>
                </p:cNvPr>
                <p:cNvPicPr/>
                <p:nvPr/>
              </p:nvPicPr>
              <p:blipFill>
                <a:blip r:embed="rId26"/>
                <a:stretch>
                  <a:fillRect/>
                </a:stretch>
              </p:blipFill>
              <p:spPr>
                <a:xfrm>
                  <a:off x="7375124" y="3148319"/>
                  <a:ext cx="85680" cy="8269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60" name="Entrada de lápiz 59">
                  <a:extLst>
                    <a:ext uri="{FF2B5EF4-FFF2-40B4-BE49-F238E27FC236}">
                      <a16:creationId xmlns:a16="http://schemas.microsoft.com/office/drawing/2014/main" id="{118A1B27-EE0C-1640-B2A3-ABDF47ADF7D3}"/>
                    </a:ext>
                  </a:extLst>
                </p14:cNvPr>
                <p14:cNvContentPartPr/>
                <p14:nvPr/>
              </p14:nvContentPartPr>
              <p14:xfrm>
                <a:off x="7445324" y="3960119"/>
                <a:ext cx="2160" cy="40320"/>
              </p14:xfrm>
            </p:contentPart>
          </mc:Choice>
          <mc:Fallback xmlns="">
            <p:pic>
              <p:nvPicPr>
                <p:cNvPr id="60" name="Entrada de lápiz 59">
                  <a:extLst>
                    <a:ext uri="{FF2B5EF4-FFF2-40B4-BE49-F238E27FC236}">
                      <a16:creationId xmlns:a16="http://schemas.microsoft.com/office/drawing/2014/main" id="{118A1B27-EE0C-1640-B2A3-ABDF47ADF7D3}"/>
                    </a:ext>
                  </a:extLst>
                </p:cNvPr>
                <p:cNvPicPr/>
                <p:nvPr/>
              </p:nvPicPr>
              <p:blipFill>
                <a:blip r:embed="rId28"/>
                <a:stretch>
                  <a:fillRect/>
                </a:stretch>
              </p:blipFill>
              <p:spPr>
                <a:xfrm>
                  <a:off x="7439204" y="3953999"/>
                  <a:ext cx="1440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61" name="Entrada de lápiz 60">
                  <a:extLst>
                    <a:ext uri="{FF2B5EF4-FFF2-40B4-BE49-F238E27FC236}">
                      <a16:creationId xmlns:a16="http://schemas.microsoft.com/office/drawing/2014/main" id="{4804895A-904A-3336-AE12-74744EC6F138}"/>
                    </a:ext>
                  </a:extLst>
                </p14:cNvPr>
                <p14:cNvContentPartPr/>
                <p14:nvPr/>
              </p14:nvContentPartPr>
              <p14:xfrm>
                <a:off x="7444964" y="3992159"/>
                <a:ext cx="153360" cy="14400"/>
              </p14:xfrm>
            </p:contentPart>
          </mc:Choice>
          <mc:Fallback xmlns="">
            <p:pic>
              <p:nvPicPr>
                <p:cNvPr id="61" name="Entrada de lápiz 60">
                  <a:extLst>
                    <a:ext uri="{FF2B5EF4-FFF2-40B4-BE49-F238E27FC236}">
                      <a16:creationId xmlns:a16="http://schemas.microsoft.com/office/drawing/2014/main" id="{4804895A-904A-3336-AE12-74744EC6F138}"/>
                    </a:ext>
                  </a:extLst>
                </p:cNvPr>
                <p:cNvPicPr/>
                <p:nvPr/>
              </p:nvPicPr>
              <p:blipFill>
                <a:blip r:embed="rId30"/>
                <a:stretch>
                  <a:fillRect/>
                </a:stretch>
              </p:blipFill>
              <p:spPr>
                <a:xfrm>
                  <a:off x="7438844" y="3986039"/>
                  <a:ext cx="16560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64" name="Entrada de lápiz 63">
                  <a:extLst>
                    <a:ext uri="{FF2B5EF4-FFF2-40B4-BE49-F238E27FC236}">
                      <a16:creationId xmlns:a16="http://schemas.microsoft.com/office/drawing/2014/main" id="{8793149A-DE5D-946A-D691-59176CA469CD}"/>
                    </a:ext>
                  </a:extLst>
                </p14:cNvPr>
                <p14:cNvContentPartPr/>
                <p14:nvPr/>
              </p14:nvContentPartPr>
              <p14:xfrm>
                <a:off x="7540724" y="3098639"/>
                <a:ext cx="52920" cy="77040"/>
              </p14:xfrm>
            </p:contentPart>
          </mc:Choice>
          <mc:Fallback xmlns="">
            <p:pic>
              <p:nvPicPr>
                <p:cNvPr id="64" name="Entrada de lápiz 63">
                  <a:extLst>
                    <a:ext uri="{FF2B5EF4-FFF2-40B4-BE49-F238E27FC236}">
                      <a16:creationId xmlns:a16="http://schemas.microsoft.com/office/drawing/2014/main" id="{8793149A-DE5D-946A-D691-59176CA469CD}"/>
                    </a:ext>
                  </a:extLst>
                </p:cNvPr>
                <p:cNvPicPr/>
                <p:nvPr/>
              </p:nvPicPr>
              <p:blipFill>
                <a:blip r:embed="rId32"/>
                <a:stretch>
                  <a:fillRect/>
                </a:stretch>
              </p:blipFill>
              <p:spPr>
                <a:xfrm>
                  <a:off x="7534604" y="3092519"/>
                  <a:ext cx="651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66" name="Entrada de lápiz 65">
                  <a:extLst>
                    <a:ext uri="{FF2B5EF4-FFF2-40B4-BE49-F238E27FC236}">
                      <a16:creationId xmlns:a16="http://schemas.microsoft.com/office/drawing/2014/main" id="{16C1CAFA-1298-3DB8-0896-024B1F975B8A}"/>
                    </a:ext>
                  </a:extLst>
                </p14:cNvPr>
                <p14:cNvContentPartPr/>
                <p14:nvPr/>
              </p14:nvContentPartPr>
              <p14:xfrm>
                <a:off x="7615604" y="3109079"/>
                <a:ext cx="52920" cy="55080"/>
              </p14:xfrm>
            </p:contentPart>
          </mc:Choice>
          <mc:Fallback xmlns="">
            <p:pic>
              <p:nvPicPr>
                <p:cNvPr id="66" name="Entrada de lápiz 65">
                  <a:extLst>
                    <a:ext uri="{FF2B5EF4-FFF2-40B4-BE49-F238E27FC236}">
                      <a16:creationId xmlns:a16="http://schemas.microsoft.com/office/drawing/2014/main" id="{16C1CAFA-1298-3DB8-0896-024B1F975B8A}"/>
                    </a:ext>
                  </a:extLst>
                </p:cNvPr>
                <p:cNvPicPr/>
                <p:nvPr/>
              </p:nvPicPr>
              <p:blipFill>
                <a:blip r:embed="rId34"/>
                <a:stretch>
                  <a:fillRect/>
                </a:stretch>
              </p:blipFill>
              <p:spPr>
                <a:xfrm>
                  <a:off x="7609484" y="3102959"/>
                  <a:ext cx="6516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68" name="Entrada de lápiz 67">
                  <a:extLst>
                    <a:ext uri="{FF2B5EF4-FFF2-40B4-BE49-F238E27FC236}">
                      <a16:creationId xmlns:a16="http://schemas.microsoft.com/office/drawing/2014/main" id="{9E35097A-19EE-5EF4-643D-343C463A0AC2}"/>
                    </a:ext>
                  </a:extLst>
                </p14:cNvPr>
                <p14:cNvContentPartPr/>
                <p14:nvPr/>
              </p14:nvContentPartPr>
              <p14:xfrm>
                <a:off x="7667084" y="3052559"/>
                <a:ext cx="15480" cy="3240"/>
              </p14:xfrm>
            </p:contentPart>
          </mc:Choice>
          <mc:Fallback xmlns="">
            <p:pic>
              <p:nvPicPr>
                <p:cNvPr id="68" name="Entrada de lápiz 67">
                  <a:extLst>
                    <a:ext uri="{FF2B5EF4-FFF2-40B4-BE49-F238E27FC236}">
                      <a16:creationId xmlns:a16="http://schemas.microsoft.com/office/drawing/2014/main" id="{9E35097A-19EE-5EF4-643D-343C463A0AC2}"/>
                    </a:ext>
                  </a:extLst>
                </p:cNvPr>
                <p:cNvPicPr/>
                <p:nvPr/>
              </p:nvPicPr>
              <p:blipFill>
                <a:blip r:embed="rId36"/>
                <a:stretch>
                  <a:fillRect/>
                </a:stretch>
              </p:blipFill>
              <p:spPr>
                <a:xfrm>
                  <a:off x="7660964" y="3046439"/>
                  <a:ext cx="27720" cy="154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69" name="Entrada de lápiz 68">
                  <a:extLst>
                    <a:ext uri="{FF2B5EF4-FFF2-40B4-BE49-F238E27FC236}">
                      <a16:creationId xmlns:a16="http://schemas.microsoft.com/office/drawing/2014/main" id="{C715DB21-145E-D529-FC48-38437E980004}"/>
                    </a:ext>
                  </a:extLst>
                </p14:cNvPr>
                <p14:cNvContentPartPr/>
                <p14:nvPr/>
              </p14:nvContentPartPr>
              <p14:xfrm>
                <a:off x="7659884" y="3053279"/>
                <a:ext cx="17640" cy="30600"/>
              </p14:xfrm>
            </p:contentPart>
          </mc:Choice>
          <mc:Fallback xmlns="">
            <p:pic>
              <p:nvPicPr>
                <p:cNvPr id="69" name="Entrada de lápiz 68">
                  <a:extLst>
                    <a:ext uri="{FF2B5EF4-FFF2-40B4-BE49-F238E27FC236}">
                      <a16:creationId xmlns:a16="http://schemas.microsoft.com/office/drawing/2014/main" id="{C715DB21-145E-D529-FC48-38437E980004}"/>
                    </a:ext>
                  </a:extLst>
                </p:cNvPr>
                <p:cNvPicPr/>
                <p:nvPr/>
              </p:nvPicPr>
              <p:blipFill>
                <a:blip r:embed="rId38"/>
                <a:stretch>
                  <a:fillRect/>
                </a:stretch>
              </p:blipFill>
              <p:spPr>
                <a:xfrm>
                  <a:off x="7653764" y="3047159"/>
                  <a:ext cx="2988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70" name="Entrada de lápiz 69">
                  <a:extLst>
                    <a:ext uri="{FF2B5EF4-FFF2-40B4-BE49-F238E27FC236}">
                      <a16:creationId xmlns:a16="http://schemas.microsoft.com/office/drawing/2014/main" id="{46CF9E0C-566C-6C9B-3D23-4E99EBB88238}"/>
                    </a:ext>
                  </a:extLst>
                </p14:cNvPr>
                <p14:cNvContentPartPr/>
                <p14:nvPr/>
              </p14:nvContentPartPr>
              <p14:xfrm>
                <a:off x="7691924" y="3050039"/>
                <a:ext cx="6840" cy="26280"/>
              </p14:xfrm>
            </p:contentPart>
          </mc:Choice>
          <mc:Fallback xmlns="">
            <p:pic>
              <p:nvPicPr>
                <p:cNvPr id="70" name="Entrada de lápiz 69">
                  <a:extLst>
                    <a:ext uri="{FF2B5EF4-FFF2-40B4-BE49-F238E27FC236}">
                      <a16:creationId xmlns:a16="http://schemas.microsoft.com/office/drawing/2014/main" id="{46CF9E0C-566C-6C9B-3D23-4E99EBB88238}"/>
                    </a:ext>
                  </a:extLst>
                </p:cNvPr>
                <p:cNvPicPr/>
                <p:nvPr/>
              </p:nvPicPr>
              <p:blipFill>
                <a:blip r:embed="rId40"/>
                <a:stretch>
                  <a:fillRect/>
                </a:stretch>
              </p:blipFill>
              <p:spPr>
                <a:xfrm>
                  <a:off x="7685804" y="3043919"/>
                  <a:ext cx="1908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71" name="Entrada de lápiz 70">
                  <a:extLst>
                    <a:ext uri="{FF2B5EF4-FFF2-40B4-BE49-F238E27FC236}">
                      <a16:creationId xmlns:a16="http://schemas.microsoft.com/office/drawing/2014/main" id="{3893DA64-84E3-3DDE-0963-15F5EBC863EB}"/>
                    </a:ext>
                  </a:extLst>
                </p14:cNvPr>
                <p14:cNvContentPartPr/>
                <p14:nvPr/>
              </p14:nvContentPartPr>
              <p14:xfrm>
                <a:off x="7715684" y="3036359"/>
                <a:ext cx="16920" cy="47160"/>
              </p14:xfrm>
            </p:contentPart>
          </mc:Choice>
          <mc:Fallback xmlns="">
            <p:pic>
              <p:nvPicPr>
                <p:cNvPr id="71" name="Entrada de lápiz 70">
                  <a:extLst>
                    <a:ext uri="{FF2B5EF4-FFF2-40B4-BE49-F238E27FC236}">
                      <a16:creationId xmlns:a16="http://schemas.microsoft.com/office/drawing/2014/main" id="{3893DA64-84E3-3DDE-0963-15F5EBC863EB}"/>
                    </a:ext>
                  </a:extLst>
                </p:cNvPr>
                <p:cNvPicPr/>
                <p:nvPr/>
              </p:nvPicPr>
              <p:blipFill>
                <a:blip r:embed="rId42"/>
                <a:stretch>
                  <a:fillRect/>
                </a:stretch>
              </p:blipFill>
              <p:spPr>
                <a:xfrm>
                  <a:off x="7709564" y="3030239"/>
                  <a:ext cx="2916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72" name="Entrada de lápiz 71">
                  <a:extLst>
                    <a:ext uri="{FF2B5EF4-FFF2-40B4-BE49-F238E27FC236}">
                      <a16:creationId xmlns:a16="http://schemas.microsoft.com/office/drawing/2014/main" id="{1D3ABE2A-4998-D106-FDF6-9DD9D25E04D5}"/>
                    </a:ext>
                  </a:extLst>
                </p14:cNvPr>
                <p14:cNvContentPartPr/>
                <p14:nvPr/>
              </p14:nvContentPartPr>
              <p14:xfrm>
                <a:off x="7697684" y="3141479"/>
                <a:ext cx="10800" cy="24480"/>
              </p14:xfrm>
            </p:contentPart>
          </mc:Choice>
          <mc:Fallback xmlns="">
            <p:pic>
              <p:nvPicPr>
                <p:cNvPr id="72" name="Entrada de lápiz 71">
                  <a:extLst>
                    <a:ext uri="{FF2B5EF4-FFF2-40B4-BE49-F238E27FC236}">
                      <a16:creationId xmlns:a16="http://schemas.microsoft.com/office/drawing/2014/main" id="{1D3ABE2A-4998-D106-FDF6-9DD9D25E04D5}"/>
                    </a:ext>
                  </a:extLst>
                </p:cNvPr>
                <p:cNvPicPr/>
                <p:nvPr/>
              </p:nvPicPr>
              <p:blipFill>
                <a:blip r:embed="rId44"/>
                <a:stretch>
                  <a:fillRect/>
                </a:stretch>
              </p:blipFill>
              <p:spPr>
                <a:xfrm>
                  <a:off x="7691564" y="3135359"/>
                  <a:ext cx="2304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74" name="Entrada de lápiz 73">
                  <a:extLst>
                    <a:ext uri="{FF2B5EF4-FFF2-40B4-BE49-F238E27FC236}">
                      <a16:creationId xmlns:a16="http://schemas.microsoft.com/office/drawing/2014/main" id="{732920EF-0A43-EECD-6081-9213C672B4EB}"/>
                    </a:ext>
                  </a:extLst>
                </p14:cNvPr>
                <p14:cNvContentPartPr/>
                <p14:nvPr/>
              </p14:nvContentPartPr>
              <p14:xfrm>
                <a:off x="7535684" y="3200519"/>
                <a:ext cx="207000" cy="7920"/>
              </p14:xfrm>
            </p:contentPart>
          </mc:Choice>
          <mc:Fallback xmlns="">
            <p:pic>
              <p:nvPicPr>
                <p:cNvPr id="74" name="Entrada de lápiz 73">
                  <a:extLst>
                    <a:ext uri="{FF2B5EF4-FFF2-40B4-BE49-F238E27FC236}">
                      <a16:creationId xmlns:a16="http://schemas.microsoft.com/office/drawing/2014/main" id="{732920EF-0A43-EECD-6081-9213C672B4EB}"/>
                    </a:ext>
                  </a:extLst>
                </p:cNvPr>
                <p:cNvPicPr/>
                <p:nvPr/>
              </p:nvPicPr>
              <p:blipFill>
                <a:blip r:embed="rId46"/>
                <a:stretch>
                  <a:fillRect/>
                </a:stretch>
              </p:blipFill>
              <p:spPr>
                <a:xfrm>
                  <a:off x="7529564" y="3194399"/>
                  <a:ext cx="21924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77" name="Entrada de lápiz 76">
                  <a:extLst>
                    <a:ext uri="{FF2B5EF4-FFF2-40B4-BE49-F238E27FC236}">
                      <a16:creationId xmlns:a16="http://schemas.microsoft.com/office/drawing/2014/main" id="{64EE34E2-4CD8-18DE-E7FC-D0CCB6E45419}"/>
                    </a:ext>
                  </a:extLst>
                </p14:cNvPr>
                <p14:cNvContentPartPr/>
                <p14:nvPr/>
              </p14:nvContentPartPr>
              <p14:xfrm>
                <a:off x="7537124" y="3237239"/>
                <a:ext cx="41760" cy="63000"/>
              </p14:xfrm>
            </p:contentPart>
          </mc:Choice>
          <mc:Fallback xmlns="">
            <p:pic>
              <p:nvPicPr>
                <p:cNvPr id="77" name="Entrada de lápiz 76">
                  <a:extLst>
                    <a:ext uri="{FF2B5EF4-FFF2-40B4-BE49-F238E27FC236}">
                      <a16:creationId xmlns:a16="http://schemas.microsoft.com/office/drawing/2014/main" id="{64EE34E2-4CD8-18DE-E7FC-D0CCB6E45419}"/>
                    </a:ext>
                  </a:extLst>
                </p:cNvPr>
                <p:cNvPicPr/>
                <p:nvPr/>
              </p:nvPicPr>
              <p:blipFill>
                <a:blip r:embed="rId48"/>
                <a:stretch>
                  <a:fillRect/>
                </a:stretch>
              </p:blipFill>
              <p:spPr>
                <a:xfrm>
                  <a:off x="7531004" y="3231119"/>
                  <a:ext cx="5400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78" name="Entrada de lápiz 77">
                  <a:extLst>
                    <a:ext uri="{FF2B5EF4-FFF2-40B4-BE49-F238E27FC236}">
                      <a16:creationId xmlns:a16="http://schemas.microsoft.com/office/drawing/2014/main" id="{AEC85525-56E4-8346-F812-3CD399741597}"/>
                    </a:ext>
                  </a:extLst>
                </p14:cNvPr>
                <p14:cNvContentPartPr/>
                <p14:nvPr/>
              </p14:nvContentPartPr>
              <p14:xfrm>
                <a:off x="7529564" y="3269999"/>
                <a:ext cx="39240" cy="14400"/>
              </p14:xfrm>
            </p:contentPart>
          </mc:Choice>
          <mc:Fallback xmlns="">
            <p:pic>
              <p:nvPicPr>
                <p:cNvPr id="78" name="Entrada de lápiz 77">
                  <a:extLst>
                    <a:ext uri="{FF2B5EF4-FFF2-40B4-BE49-F238E27FC236}">
                      <a16:creationId xmlns:a16="http://schemas.microsoft.com/office/drawing/2014/main" id="{AEC85525-56E4-8346-F812-3CD399741597}"/>
                    </a:ext>
                  </a:extLst>
                </p:cNvPr>
                <p:cNvPicPr/>
                <p:nvPr/>
              </p:nvPicPr>
              <p:blipFill>
                <a:blip r:embed="rId50"/>
                <a:stretch>
                  <a:fillRect/>
                </a:stretch>
              </p:blipFill>
              <p:spPr>
                <a:xfrm>
                  <a:off x="7523444" y="3263879"/>
                  <a:ext cx="5148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82" name="Entrada de lápiz 81">
                  <a:extLst>
                    <a:ext uri="{FF2B5EF4-FFF2-40B4-BE49-F238E27FC236}">
                      <a16:creationId xmlns:a16="http://schemas.microsoft.com/office/drawing/2014/main" id="{C7D2961B-40F3-77D1-00AF-FEC32A0F16A5}"/>
                    </a:ext>
                  </a:extLst>
                </p14:cNvPr>
                <p14:cNvContentPartPr/>
                <p14:nvPr/>
              </p14:nvContentPartPr>
              <p14:xfrm>
                <a:off x="7618844" y="3244439"/>
                <a:ext cx="38880" cy="61560"/>
              </p14:xfrm>
            </p:contentPart>
          </mc:Choice>
          <mc:Fallback xmlns="">
            <p:pic>
              <p:nvPicPr>
                <p:cNvPr id="82" name="Entrada de lápiz 81">
                  <a:extLst>
                    <a:ext uri="{FF2B5EF4-FFF2-40B4-BE49-F238E27FC236}">
                      <a16:creationId xmlns:a16="http://schemas.microsoft.com/office/drawing/2014/main" id="{C7D2961B-40F3-77D1-00AF-FEC32A0F16A5}"/>
                    </a:ext>
                  </a:extLst>
                </p:cNvPr>
                <p:cNvPicPr/>
                <p:nvPr/>
              </p:nvPicPr>
              <p:blipFill>
                <a:blip r:embed="rId52"/>
                <a:stretch>
                  <a:fillRect/>
                </a:stretch>
              </p:blipFill>
              <p:spPr>
                <a:xfrm>
                  <a:off x="7612724" y="3238319"/>
                  <a:ext cx="5112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83" name="Entrada de lápiz 82">
                  <a:extLst>
                    <a:ext uri="{FF2B5EF4-FFF2-40B4-BE49-F238E27FC236}">
                      <a16:creationId xmlns:a16="http://schemas.microsoft.com/office/drawing/2014/main" id="{FA20514A-2795-3F3B-3DE3-E93CE95E2F08}"/>
                    </a:ext>
                  </a:extLst>
                </p14:cNvPr>
                <p14:cNvContentPartPr/>
                <p14:nvPr/>
              </p14:nvContentPartPr>
              <p14:xfrm>
                <a:off x="7617404" y="3270359"/>
                <a:ext cx="25200" cy="3600"/>
              </p14:xfrm>
            </p:contentPart>
          </mc:Choice>
          <mc:Fallback xmlns="">
            <p:pic>
              <p:nvPicPr>
                <p:cNvPr id="83" name="Entrada de lápiz 82">
                  <a:extLst>
                    <a:ext uri="{FF2B5EF4-FFF2-40B4-BE49-F238E27FC236}">
                      <a16:creationId xmlns:a16="http://schemas.microsoft.com/office/drawing/2014/main" id="{FA20514A-2795-3F3B-3DE3-E93CE95E2F08}"/>
                    </a:ext>
                  </a:extLst>
                </p:cNvPr>
                <p:cNvPicPr/>
                <p:nvPr/>
              </p:nvPicPr>
              <p:blipFill>
                <a:blip r:embed="rId54"/>
                <a:stretch>
                  <a:fillRect/>
                </a:stretch>
              </p:blipFill>
              <p:spPr>
                <a:xfrm>
                  <a:off x="7611284" y="3264239"/>
                  <a:ext cx="3744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84" name="Entrada de lápiz 83">
                  <a:extLst>
                    <a:ext uri="{FF2B5EF4-FFF2-40B4-BE49-F238E27FC236}">
                      <a16:creationId xmlns:a16="http://schemas.microsoft.com/office/drawing/2014/main" id="{DEF51C38-5478-1E83-8A74-212A31CB9030}"/>
                    </a:ext>
                  </a:extLst>
                </p14:cNvPr>
                <p14:cNvContentPartPr/>
                <p14:nvPr/>
              </p14:nvContentPartPr>
              <p14:xfrm>
                <a:off x="7674284" y="3301319"/>
                <a:ext cx="2520" cy="12600"/>
              </p14:xfrm>
            </p:contentPart>
          </mc:Choice>
          <mc:Fallback xmlns="">
            <p:pic>
              <p:nvPicPr>
                <p:cNvPr id="84" name="Entrada de lápiz 83">
                  <a:extLst>
                    <a:ext uri="{FF2B5EF4-FFF2-40B4-BE49-F238E27FC236}">
                      <a16:creationId xmlns:a16="http://schemas.microsoft.com/office/drawing/2014/main" id="{DEF51C38-5478-1E83-8A74-212A31CB9030}"/>
                    </a:ext>
                  </a:extLst>
                </p:cNvPr>
                <p:cNvPicPr/>
                <p:nvPr/>
              </p:nvPicPr>
              <p:blipFill>
                <a:blip r:embed="rId56"/>
                <a:stretch>
                  <a:fillRect/>
                </a:stretch>
              </p:blipFill>
              <p:spPr>
                <a:xfrm>
                  <a:off x="7668164" y="3295199"/>
                  <a:ext cx="1476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86" name="Entrada de lápiz 85">
                  <a:extLst>
                    <a:ext uri="{FF2B5EF4-FFF2-40B4-BE49-F238E27FC236}">
                      <a16:creationId xmlns:a16="http://schemas.microsoft.com/office/drawing/2014/main" id="{87FBD4EE-9E7B-03C6-CA70-19F7F451A173}"/>
                    </a:ext>
                  </a:extLst>
                </p14:cNvPr>
                <p14:cNvContentPartPr/>
                <p14:nvPr/>
              </p14:nvContentPartPr>
              <p14:xfrm>
                <a:off x="7675724" y="3220319"/>
                <a:ext cx="19080" cy="2880"/>
              </p14:xfrm>
            </p:contentPart>
          </mc:Choice>
          <mc:Fallback xmlns="">
            <p:pic>
              <p:nvPicPr>
                <p:cNvPr id="86" name="Entrada de lápiz 85">
                  <a:extLst>
                    <a:ext uri="{FF2B5EF4-FFF2-40B4-BE49-F238E27FC236}">
                      <a16:creationId xmlns:a16="http://schemas.microsoft.com/office/drawing/2014/main" id="{87FBD4EE-9E7B-03C6-CA70-19F7F451A173}"/>
                    </a:ext>
                  </a:extLst>
                </p:cNvPr>
                <p:cNvPicPr/>
                <p:nvPr/>
              </p:nvPicPr>
              <p:blipFill>
                <a:blip r:embed="rId58"/>
                <a:stretch>
                  <a:fillRect/>
                </a:stretch>
              </p:blipFill>
              <p:spPr>
                <a:xfrm>
                  <a:off x="7669604" y="3214199"/>
                  <a:ext cx="31320" cy="151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87" name="Entrada de lápiz 86">
                  <a:extLst>
                    <a:ext uri="{FF2B5EF4-FFF2-40B4-BE49-F238E27FC236}">
                      <a16:creationId xmlns:a16="http://schemas.microsoft.com/office/drawing/2014/main" id="{3E1B1BB0-7641-A198-EB96-B3B0936159B9}"/>
                    </a:ext>
                  </a:extLst>
                </p14:cNvPr>
                <p14:cNvContentPartPr/>
                <p14:nvPr/>
              </p14:nvContentPartPr>
              <p14:xfrm>
                <a:off x="7674644" y="3223559"/>
                <a:ext cx="17640" cy="27360"/>
              </p14:xfrm>
            </p:contentPart>
          </mc:Choice>
          <mc:Fallback xmlns="">
            <p:pic>
              <p:nvPicPr>
                <p:cNvPr id="87" name="Entrada de lápiz 86">
                  <a:extLst>
                    <a:ext uri="{FF2B5EF4-FFF2-40B4-BE49-F238E27FC236}">
                      <a16:creationId xmlns:a16="http://schemas.microsoft.com/office/drawing/2014/main" id="{3E1B1BB0-7641-A198-EB96-B3B0936159B9}"/>
                    </a:ext>
                  </a:extLst>
                </p:cNvPr>
                <p:cNvPicPr/>
                <p:nvPr/>
              </p:nvPicPr>
              <p:blipFill>
                <a:blip r:embed="rId60"/>
                <a:stretch>
                  <a:fillRect/>
                </a:stretch>
              </p:blipFill>
              <p:spPr>
                <a:xfrm>
                  <a:off x="7668524" y="3217439"/>
                  <a:ext cx="2988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91" name="Entrada de lápiz 90">
                  <a:extLst>
                    <a:ext uri="{FF2B5EF4-FFF2-40B4-BE49-F238E27FC236}">
                      <a16:creationId xmlns:a16="http://schemas.microsoft.com/office/drawing/2014/main" id="{23B2CD73-5E49-D44B-8264-671ABC718A0B}"/>
                    </a:ext>
                  </a:extLst>
                </p14:cNvPr>
                <p14:cNvContentPartPr/>
                <p14:nvPr/>
              </p14:nvContentPartPr>
              <p14:xfrm>
                <a:off x="7707404" y="3227159"/>
                <a:ext cx="3960" cy="17280"/>
              </p14:xfrm>
            </p:contentPart>
          </mc:Choice>
          <mc:Fallback xmlns="">
            <p:pic>
              <p:nvPicPr>
                <p:cNvPr id="91" name="Entrada de lápiz 90">
                  <a:extLst>
                    <a:ext uri="{FF2B5EF4-FFF2-40B4-BE49-F238E27FC236}">
                      <a16:creationId xmlns:a16="http://schemas.microsoft.com/office/drawing/2014/main" id="{23B2CD73-5E49-D44B-8264-671ABC718A0B}"/>
                    </a:ext>
                  </a:extLst>
                </p:cNvPr>
                <p:cNvPicPr/>
                <p:nvPr/>
              </p:nvPicPr>
              <p:blipFill>
                <a:blip r:embed="rId62"/>
                <a:stretch>
                  <a:fillRect/>
                </a:stretch>
              </p:blipFill>
              <p:spPr>
                <a:xfrm>
                  <a:off x="7701284" y="3221039"/>
                  <a:ext cx="1620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94" name="Entrada de lápiz 93">
                  <a:extLst>
                    <a:ext uri="{FF2B5EF4-FFF2-40B4-BE49-F238E27FC236}">
                      <a16:creationId xmlns:a16="http://schemas.microsoft.com/office/drawing/2014/main" id="{9AAE4267-CBC3-AC1E-3E60-608473705F9C}"/>
                    </a:ext>
                  </a:extLst>
                </p14:cNvPr>
                <p14:cNvContentPartPr/>
                <p14:nvPr/>
              </p14:nvContentPartPr>
              <p14:xfrm>
                <a:off x="7722164" y="3221039"/>
                <a:ext cx="19800" cy="33480"/>
              </p14:xfrm>
            </p:contentPart>
          </mc:Choice>
          <mc:Fallback xmlns="">
            <p:pic>
              <p:nvPicPr>
                <p:cNvPr id="94" name="Entrada de lápiz 93">
                  <a:extLst>
                    <a:ext uri="{FF2B5EF4-FFF2-40B4-BE49-F238E27FC236}">
                      <a16:creationId xmlns:a16="http://schemas.microsoft.com/office/drawing/2014/main" id="{9AAE4267-CBC3-AC1E-3E60-608473705F9C}"/>
                    </a:ext>
                  </a:extLst>
                </p:cNvPr>
                <p:cNvPicPr/>
                <p:nvPr/>
              </p:nvPicPr>
              <p:blipFill>
                <a:blip r:embed="rId64"/>
                <a:stretch>
                  <a:fillRect/>
                </a:stretch>
              </p:blipFill>
              <p:spPr>
                <a:xfrm>
                  <a:off x="7716044" y="3214919"/>
                  <a:ext cx="32040" cy="45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5">
            <p14:nvContentPartPr>
              <p14:cNvPr id="103" name="Entrada de lápiz 102">
                <a:extLst>
                  <a:ext uri="{FF2B5EF4-FFF2-40B4-BE49-F238E27FC236}">
                    <a16:creationId xmlns:a16="http://schemas.microsoft.com/office/drawing/2014/main" id="{C7BB5D9D-49E5-D5F9-F868-6FD676178746}"/>
                  </a:ext>
                </a:extLst>
              </p14:cNvPr>
              <p14:cNvContentPartPr/>
              <p14:nvPr/>
            </p14:nvContentPartPr>
            <p14:xfrm>
              <a:off x="7916564" y="3134639"/>
              <a:ext cx="68400" cy="61560"/>
            </p14:xfrm>
          </p:contentPart>
        </mc:Choice>
        <mc:Fallback xmlns="">
          <p:pic>
            <p:nvPicPr>
              <p:cNvPr id="103" name="Entrada de lápiz 102">
                <a:extLst>
                  <a:ext uri="{FF2B5EF4-FFF2-40B4-BE49-F238E27FC236}">
                    <a16:creationId xmlns:a16="http://schemas.microsoft.com/office/drawing/2014/main" id="{C7BB5D9D-49E5-D5F9-F868-6FD676178746}"/>
                  </a:ext>
                </a:extLst>
              </p:cNvPr>
              <p:cNvPicPr/>
              <p:nvPr/>
            </p:nvPicPr>
            <p:blipFill>
              <a:blip r:embed="rId66"/>
              <a:stretch>
                <a:fillRect/>
              </a:stretch>
            </p:blipFill>
            <p:spPr>
              <a:xfrm>
                <a:off x="7910444" y="3128519"/>
                <a:ext cx="8064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06" name="Entrada de lápiz 105">
                <a:extLst>
                  <a:ext uri="{FF2B5EF4-FFF2-40B4-BE49-F238E27FC236}">
                    <a16:creationId xmlns:a16="http://schemas.microsoft.com/office/drawing/2014/main" id="{CC2B71B6-CF3D-76F7-E41D-4B57BB9D2238}"/>
                  </a:ext>
                </a:extLst>
              </p14:cNvPr>
              <p14:cNvContentPartPr/>
              <p14:nvPr/>
            </p14:nvContentPartPr>
            <p14:xfrm>
              <a:off x="7587884" y="3399239"/>
              <a:ext cx="80640" cy="88560"/>
            </p14:xfrm>
          </p:contentPart>
        </mc:Choice>
        <mc:Fallback xmlns="">
          <p:pic>
            <p:nvPicPr>
              <p:cNvPr id="106" name="Entrada de lápiz 105">
                <a:extLst>
                  <a:ext uri="{FF2B5EF4-FFF2-40B4-BE49-F238E27FC236}">
                    <a16:creationId xmlns:a16="http://schemas.microsoft.com/office/drawing/2014/main" id="{CC2B71B6-CF3D-76F7-E41D-4B57BB9D2238}"/>
                  </a:ext>
                </a:extLst>
              </p:cNvPr>
              <p:cNvPicPr/>
              <p:nvPr/>
            </p:nvPicPr>
            <p:blipFill>
              <a:blip r:embed="rId68"/>
              <a:stretch>
                <a:fillRect/>
              </a:stretch>
            </p:blipFill>
            <p:spPr>
              <a:xfrm>
                <a:off x="7581764" y="3393119"/>
                <a:ext cx="9288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07" name="Entrada de lápiz 106">
                <a:extLst>
                  <a:ext uri="{FF2B5EF4-FFF2-40B4-BE49-F238E27FC236}">
                    <a16:creationId xmlns:a16="http://schemas.microsoft.com/office/drawing/2014/main" id="{6F02B4CA-A32D-BA6B-D2BF-5972647D3F1B}"/>
                  </a:ext>
                </a:extLst>
              </p14:cNvPr>
              <p14:cNvContentPartPr/>
              <p14:nvPr/>
            </p14:nvContentPartPr>
            <p14:xfrm>
              <a:off x="7613444" y="3629639"/>
              <a:ext cx="69840" cy="83160"/>
            </p14:xfrm>
          </p:contentPart>
        </mc:Choice>
        <mc:Fallback xmlns="">
          <p:pic>
            <p:nvPicPr>
              <p:cNvPr id="107" name="Entrada de lápiz 106">
                <a:extLst>
                  <a:ext uri="{FF2B5EF4-FFF2-40B4-BE49-F238E27FC236}">
                    <a16:creationId xmlns:a16="http://schemas.microsoft.com/office/drawing/2014/main" id="{6F02B4CA-A32D-BA6B-D2BF-5972647D3F1B}"/>
                  </a:ext>
                </a:extLst>
              </p:cNvPr>
              <p:cNvPicPr/>
              <p:nvPr/>
            </p:nvPicPr>
            <p:blipFill>
              <a:blip r:embed="rId70"/>
              <a:stretch>
                <a:fillRect/>
              </a:stretch>
            </p:blipFill>
            <p:spPr>
              <a:xfrm>
                <a:off x="7607324" y="3623519"/>
                <a:ext cx="8208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08" name="Entrada de lápiz 107">
                <a:extLst>
                  <a:ext uri="{FF2B5EF4-FFF2-40B4-BE49-F238E27FC236}">
                    <a16:creationId xmlns:a16="http://schemas.microsoft.com/office/drawing/2014/main" id="{4E2E4A1A-FF05-77A4-EDCC-F0A7E2982822}"/>
                  </a:ext>
                </a:extLst>
              </p14:cNvPr>
              <p14:cNvContentPartPr/>
              <p14:nvPr/>
            </p14:nvContentPartPr>
            <p14:xfrm>
              <a:off x="7610564" y="3870839"/>
              <a:ext cx="83520" cy="70560"/>
            </p14:xfrm>
          </p:contentPart>
        </mc:Choice>
        <mc:Fallback xmlns="">
          <p:pic>
            <p:nvPicPr>
              <p:cNvPr id="108" name="Entrada de lápiz 107">
                <a:extLst>
                  <a:ext uri="{FF2B5EF4-FFF2-40B4-BE49-F238E27FC236}">
                    <a16:creationId xmlns:a16="http://schemas.microsoft.com/office/drawing/2014/main" id="{4E2E4A1A-FF05-77A4-EDCC-F0A7E2982822}"/>
                  </a:ext>
                </a:extLst>
              </p:cNvPr>
              <p:cNvPicPr/>
              <p:nvPr/>
            </p:nvPicPr>
            <p:blipFill>
              <a:blip r:embed="rId72"/>
              <a:stretch>
                <a:fillRect/>
              </a:stretch>
            </p:blipFill>
            <p:spPr>
              <a:xfrm>
                <a:off x="7604444" y="3864719"/>
                <a:ext cx="95760" cy="82800"/>
              </a:xfrm>
              <a:prstGeom prst="rect">
                <a:avLst/>
              </a:prstGeom>
            </p:spPr>
          </p:pic>
        </mc:Fallback>
      </mc:AlternateContent>
      <p:grpSp>
        <p:nvGrpSpPr>
          <p:cNvPr id="127" name="Grupo 126">
            <a:extLst>
              <a:ext uri="{FF2B5EF4-FFF2-40B4-BE49-F238E27FC236}">
                <a16:creationId xmlns:a16="http://schemas.microsoft.com/office/drawing/2014/main" id="{77E6940D-B41D-1F48-40C3-DCE507D5FBBD}"/>
              </a:ext>
            </a:extLst>
          </p:cNvPr>
          <p:cNvGrpSpPr/>
          <p:nvPr/>
        </p:nvGrpSpPr>
        <p:grpSpPr>
          <a:xfrm>
            <a:off x="7864004" y="3235079"/>
            <a:ext cx="239040" cy="300240"/>
            <a:chOff x="7864004" y="3235079"/>
            <a:chExt cx="239040" cy="300240"/>
          </a:xfrm>
        </p:grpSpPr>
        <mc:AlternateContent xmlns:mc="http://schemas.openxmlformats.org/markup-compatibility/2006" xmlns:p14="http://schemas.microsoft.com/office/powerpoint/2010/main">
          <mc:Choice Requires="p14">
            <p:contentPart p14:bwMode="auto" r:id="rId73">
              <p14:nvContentPartPr>
                <p14:cNvPr id="109" name="Entrada de lápiz 108">
                  <a:extLst>
                    <a:ext uri="{FF2B5EF4-FFF2-40B4-BE49-F238E27FC236}">
                      <a16:creationId xmlns:a16="http://schemas.microsoft.com/office/drawing/2014/main" id="{6D92F46C-3591-B8FB-C1EF-E0094148C23F}"/>
                    </a:ext>
                  </a:extLst>
                </p14:cNvPr>
                <p14:cNvContentPartPr/>
                <p14:nvPr/>
              </p14:nvContentPartPr>
              <p14:xfrm>
                <a:off x="7867244" y="3303119"/>
                <a:ext cx="48240" cy="63000"/>
              </p14:xfrm>
            </p:contentPart>
          </mc:Choice>
          <mc:Fallback xmlns="">
            <p:pic>
              <p:nvPicPr>
                <p:cNvPr id="109" name="Entrada de lápiz 108">
                  <a:extLst>
                    <a:ext uri="{FF2B5EF4-FFF2-40B4-BE49-F238E27FC236}">
                      <a16:creationId xmlns:a16="http://schemas.microsoft.com/office/drawing/2014/main" id="{6D92F46C-3591-B8FB-C1EF-E0094148C23F}"/>
                    </a:ext>
                  </a:extLst>
                </p:cNvPr>
                <p:cNvPicPr/>
                <p:nvPr/>
              </p:nvPicPr>
              <p:blipFill>
                <a:blip r:embed="rId74"/>
                <a:stretch>
                  <a:fillRect/>
                </a:stretch>
              </p:blipFill>
              <p:spPr>
                <a:xfrm>
                  <a:off x="7861124" y="3296999"/>
                  <a:ext cx="6048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10" name="Entrada de lápiz 109">
                  <a:extLst>
                    <a:ext uri="{FF2B5EF4-FFF2-40B4-BE49-F238E27FC236}">
                      <a16:creationId xmlns:a16="http://schemas.microsoft.com/office/drawing/2014/main" id="{EAFE5C5E-43F0-0CF5-879C-18869E9ED293}"/>
                    </a:ext>
                  </a:extLst>
                </p14:cNvPr>
                <p14:cNvContentPartPr/>
                <p14:nvPr/>
              </p14:nvContentPartPr>
              <p14:xfrm>
                <a:off x="7931684" y="3302399"/>
                <a:ext cx="55440" cy="56520"/>
              </p14:xfrm>
            </p:contentPart>
          </mc:Choice>
          <mc:Fallback xmlns="">
            <p:pic>
              <p:nvPicPr>
                <p:cNvPr id="110" name="Entrada de lápiz 109">
                  <a:extLst>
                    <a:ext uri="{FF2B5EF4-FFF2-40B4-BE49-F238E27FC236}">
                      <a16:creationId xmlns:a16="http://schemas.microsoft.com/office/drawing/2014/main" id="{EAFE5C5E-43F0-0CF5-879C-18869E9ED293}"/>
                    </a:ext>
                  </a:extLst>
                </p:cNvPr>
                <p:cNvPicPr/>
                <p:nvPr/>
              </p:nvPicPr>
              <p:blipFill>
                <a:blip r:embed="rId76"/>
                <a:stretch>
                  <a:fillRect/>
                </a:stretch>
              </p:blipFill>
              <p:spPr>
                <a:xfrm>
                  <a:off x="7925564" y="3296279"/>
                  <a:ext cx="6768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11" name="Entrada de lápiz 110">
                  <a:extLst>
                    <a:ext uri="{FF2B5EF4-FFF2-40B4-BE49-F238E27FC236}">
                      <a16:creationId xmlns:a16="http://schemas.microsoft.com/office/drawing/2014/main" id="{5A2DE970-5527-9B1C-E66F-10FA0657689D}"/>
                    </a:ext>
                  </a:extLst>
                </p14:cNvPr>
                <p14:cNvContentPartPr/>
                <p14:nvPr/>
              </p14:nvContentPartPr>
              <p14:xfrm>
                <a:off x="7979564" y="3253079"/>
                <a:ext cx="23760" cy="2880"/>
              </p14:xfrm>
            </p:contentPart>
          </mc:Choice>
          <mc:Fallback xmlns="">
            <p:pic>
              <p:nvPicPr>
                <p:cNvPr id="111" name="Entrada de lápiz 110">
                  <a:extLst>
                    <a:ext uri="{FF2B5EF4-FFF2-40B4-BE49-F238E27FC236}">
                      <a16:creationId xmlns:a16="http://schemas.microsoft.com/office/drawing/2014/main" id="{5A2DE970-5527-9B1C-E66F-10FA0657689D}"/>
                    </a:ext>
                  </a:extLst>
                </p:cNvPr>
                <p:cNvPicPr/>
                <p:nvPr/>
              </p:nvPicPr>
              <p:blipFill>
                <a:blip r:embed="rId78"/>
                <a:stretch>
                  <a:fillRect/>
                </a:stretch>
              </p:blipFill>
              <p:spPr>
                <a:xfrm>
                  <a:off x="7973444" y="3246959"/>
                  <a:ext cx="36000" cy="151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12" name="Entrada de lápiz 111">
                  <a:extLst>
                    <a:ext uri="{FF2B5EF4-FFF2-40B4-BE49-F238E27FC236}">
                      <a16:creationId xmlns:a16="http://schemas.microsoft.com/office/drawing/2014/main" id="{22E00B25-C07C-39A8-8C9C-5305D590FB48}"/>
                    </a:ext>
                  </a:extLst>
                </p14:cNvPr>
                <p14:cNvContentPartPr/>
                <p14:nvPr/>
              </p14:nvContentPartPr>
              <p14:xfrm>
                <a:off x="7980644" y="3255239"/>
                <a:ext cx="23040" cy="30240"/>
              </p14:xfrm>
            </p:contentPart>
          </mc:Choice>
          <mc:Fallback xmlns="">
            <p:pic>
              <p:nvPicPr>
                <p:cNvPr id="112" name="Entrada de lápiz 111">
                  <a:extLst>
                    <a:ext uri="{FF2B5EF4-FFF2-40B4-BE49-F238E27FC236}">
                      <a16:creationId xmlns:a16="http://schemas.microsoft.com/office/drawing/2014/main" id="{22E00B25-C07C-39A8-8C9C-5305D590FB48}"/>
                    </a:ext>
                  </a:extLst>
                </p:cNvPr>
                <p:cNvPicPr/>
                <p:nvPr/>
              </p:nvPicPr>
              <p:blipFill>
                <a:blip r:embed="rId80"/>
                <a:stretch>
                  <a:fillRect/>
                </a:stretch>
              </p:blipFill>
              <p:spPr>
                <a:xfrm>
                  <a:off x="7974524" y="3249119"/>
                  <a:ext cx="3528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13" name="Entrada de lápiz 112">
                  <a:extLst>
                    <a:ext uri="{FF2B5EF4-FFF2-40B4-BE49-F238E27FC236}">
                      <a16:creationId xmlns:a16="http://schemas.microsoft.com/office/drawing/2014/main" id="{CDB888FF-5082-A042-F177-7E4C0A50011A}"/>
                    </a:ext>
                  </a:extLst>
                </p14:cNvPr>
                <p14:cNvContentPartPr/>
                <p14:nvPr/>
              </p14:nvContentPartPr>
              <p14:xfrm>
                <a:off x="8012684" y="3250919"/>
                <a:ext cx="8280" cy="20160"/>
              </p14:xfrm>
            </p:contentPart>
          </mc:Choice>
          <mc:Fallback xmlns="">
            <p:pic>
              <p:nvPicPr>
                <p:cNvPr id="113" name="Entrada de lápiz 112">
                  <a:extLst>
                    <a:ext uri="{FF2B5EF4-FFF2-40B4-BE49-F238E27FC236}">
                      <a16:creationId xmlns:a16="http://schemas.microsoft.com/office/drawing/2014/main" id="{CDB888FF-5082-A042-F177-7E4C0A50011A}"/>
                    </a:ext>
                  </a:extLst>
                </p:cNvPr>
                <p:cNvPicPr/>
                <p:nvPr/>
              </p:nvPicPr>
              <p:blipFill>
                <a:blip r:embed="rId82"/>
                <a:stretch>
                  <a:fillRect/>
                </a:stretch>
              </p:blipFill>
              <p:spPr>
                <a:xfrm>
                  <a:off x="8006564" y="3244799"/>
                  <a:ext cx="2052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14" name="Entrada de lápiz 113">
                  <a:extLst>
                    <a:ext uri="{FF2B5EF4-FFF2-40B4-BE49-F238E27FC236}">
                      <a16:creationId xmlns:a16="http://schemas.microsoft.com/office/drawing/2014/main" id="{D75BB877-2967-514F-D06F-7E6400E0B656}"/>
                    </a:ext>
                  </a:extLst>
                </p14:cNvPr>
                <p14:cNvContentPartPr/>
                <p14:nvPr/>
              </p14:nvContentPartPr>
              <p14:xfrm>
                <a:off x="8034644" y="3235079"/>
                <a:ext cx="19800" cy="38520"/>
              </p14:xfrm>
            </p:contentPart>
          </mc:Choice>
          <mc:Fallback xmlns="">
            <p:pic>
              <p:nvPicPr>
                <p:cNvPr id="114" name="Entrada de lápiz 113">
                  <a:extLst>
                    <a:ext uri="{FF2B5EF4-FFF2-40B4-BE49-F238E27FC236}">
                      <a16:creationId xmlns:a16="http://schemas.microsoft.com/office/drawing/2014/main" id="{D75BB877-2967-514F-D06F-7E6400E0B656}"/>
                    </a:ext>
                  </a:extLst>
                </p:cNvPr>
                <p:cNvPicPr/>
                <p:nvPr/>
              </p:nvPicPr>
              <p:blipFill>
                <a:blip r:embed="rId84"/>
                <a:stretch>
                  <a:fillRect/>
                </a:stretch>
              </p:blipFill>
              <p:spPr>
                <a:xfrm>
                  <a:off x="8028524" y="3228959"/>
                  <a:ext cx="3204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15" name="Entrada de lápiz 114">
                  <a:extLst>
                    <a:ext uri="{FF2B5EF4-FFF2-40B4-BE49-F238E27FC236}">
                      <a16:creationId xmlns:a16="http://schemas.microsoft.com/office/drawing/2014/main" id="{5DFDB163-0991-D883-E6DE-5041A3FF8ADA}"/>
                    </a:ext>
                  </a:extLst>
                </p14:cNvPr>
                <p14:cNvContentPartPr/>
                <p14:nvPr/>
              </p14:nvContentPartPr>
              <p14:xfrm>
                <a:off x="8011604" y="3328319"/>
                <a:ext cx="20520" cy="45000"/>
              </p14:xfrm>
            </p:contentPart>
          </mc:Choice>
          <mc:Fallback xmlns="">
            <p:pic>
              <p:nvPicPr>
                <p:cNvPr id="115" name="Entrada de lápiz 114">
                  <a:extLst>
                    <a:ext uri="{FF2B5EF4-FFF2-40B4-BE49-F238E27FC236}">
                      <a16:creationId xmlns:a16="http://schemas.microsoft.com/office/drawing/2014/main" id="{5DFDB163-0991-D883-E6DE-5041A3FF8ADA}"/>
                    </a:ext>
                  </a:extLst>
                </p:cNvPr>
                <p:cNvPicPr/>
                <p:nvPr/>
              </p:nvPicPr>
              <p:blipFill>
                <a:blip r:embed="rId86"/>
                <a:stretch>
                  <a:fillRect/>
                </a:stretch>
              </p:blipFill>
              <p:spPr>
                <a:xfrm>
                  <a:off x="8005484" y="3322199"/>
                  <a:ext cx="3276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17" name="Entrada de lápiz 116">
                  <a:extLst>
                    <a:ext uri="{FF2B5EF4-FFF2-40B4-BE49-F238E27FC236}">
                      <a16:creationId xmlns:a16="http://schemas.microsoft.com/office/drawing/2014/main" id="{1881F53E-27D9-5480-77AD-94763CCDA85A}"/>
                    </a:ext>
                  </a:extLst>
                </p14:cNvPr>
                <p14:cNvContentPartPr/>
                <p14:nvPr/>
              </p14:nvContentPartPr>
              <p14:xfrm>
                <a:off x="7864004" y="3398879"/>
                <a:ext cx="239040" cy="21240"/>
              </p14:xfrm>
            </p:contentPart>
          </mc:Choice>
          <mc:Fallback xmlns="">
            <p:pic>
              <p:nvPicPr>
                <p:cNvPr id="117" name="Entrada de lápiz 116">
                  <a:extLst>
                    <a:ext uri="{FF2B5EF4-FFF2-40B4-BE49-F238E27FC236}">
                      <a16:creationId xmlns:a16="http://schemas.microsoft.com/office/drawing/2014/main" id="{1881F53E-27D9-5480-77AD-94763CCDA85A}"/>
                    </a:ext>
                  </a:extLst>
                </p:cNvPr>
                <p:cNvPicPr/>
                <p:nvPr/>
              </p:nvPicPr>
              <p:blipFill>
                <a:blip r:embed="rId88"/>
                <a:stretch>
                  <a:fillRect/>
                </a:stretch>
              </p:blipFill>
              <p:spPr>
                <a:xfrm>
                  <a:off x="7857884" y="3392759"/>
                  <a:ext cx="25128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18" name="Entrada de lápiz 117">
                  <a:extLst>
                    <a:ext uri="{FF2B5EF4-FFF2-40B4-BE49-F238E27FC236}">
                      <a16:creationId xmlns:a16="http://schemas.microsoft.com/office/drawing/2014/main" id="{75A82050-4D56-4561-0D33-11E75E86A2FC}"/>
                    </a:ext>
                  </a:extLst>
                </p14:cNvPr>
                <p14:cNvContentPartPr/>
                <p14:nvPr/>
              </p14:nvContentPartPr>
              <p14:xfrm>
                <a:off x="7879124" y="3447839"/>
                <a:ext cx="41760" cy="72000"/>
              </p14:xfrm>
            </p:contentPart>
          </mc:Choice>
          <mc:Fallback xmlns="">
            <p:pic>
              <p:nvPicPr>
                <p:cNvPr id="118" name="Entrada de lápiz 117">
                  <a:extLst>
                    <a:ext uri="{FF2B5EF4-FFF2-40B4-BE49-F238E27FC236}">
                      <a16:creationId xmlns:a16="http://schemas.microsoft.com/office/drawing/2014/main" id="{75A82050-4D56-4561-0D33-11E75E86A2FC}"/>
                    </a:ext>
                  </a:extLst>
                </p:cNvPr>
                <p:cNvPicPr/>
                <p:nvPr/>
              </p:nvPicPr>
              <p:blipFill>
                <a:blip r:embed="rId90"/>
                <a:stretch>
                  <a:fillRect/>
                </a:stretch>
              </p:blipFill>
              <p:spPr>
                <a:xfrm>
                  <a:off x="7873004" y="3441719"/>
                  <a:ext cx="5400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19" name="Entrada de lápiz 118">
                  <a:extLst>
                    <a:ext uri="{FF2B5EF4-FFF2-40B4-BE49-F238E27FC236}">
                      <a16:creationId xmlns:a16="http://schemas.microsoft.com/office/drawing/2014/main" id="{6BB95D5D-855C-0286-A204-81B037BA83E6}"/>
                    </a:ext>
                  </a:extLst>
                </p14:cNvPr>
                <p14:cNvContentPartPr/>
                <p14:nvPr/>
              </p14:nvContentPartPr>
              <p14:xfrm>
                <a:off x="7964444" y="3457199"/>
                <a:ext cx="50400" cy="54720"/>
              </p14:xfrm>
            </p:contentPart>
          </mc:Choice>
          <mc:Fallback xmlns="">
            <p:pic>
              <p:nvPicPr>
                <p:cNvPr id="119" name="Entrada de lápiz 118">
                  <a:extLst>
                    <a:ext uri="{FF2B5EF4-FFF2-40B4-BE49-F238E27FC236}">
                      <a16:creationId xmlns:a16="http://schemas.microsoft.com/office/drawing/2014/main" id="{6BB95D5D-855C-0286-A204-81B037BA83E6}"/>
                    </a:ext>
                  </a:extLst>
                </p:cNvPr>
                <p:cNvPicPr/>
                <p:nvPr/>
              </p:nvPicPr>
              <p:blipFill>
                <a:blip r:embed="rId92"/>
                <a:stretch>
                  <a:fillRect/>
                </a:stretch>
              </p:blipFill>
              <p:spPr>
                <a:xfrm>
                  <a:off x="7958324" y="3451079"/>
                  <a:ext cx="6264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20" name="Entrada de lápiz 119">
                  <a:extLst>
                    <a:ext uri="{FF2B5EF4-FFF2-40B4-BE49-F238E27FC236}">
                      <a16:creationId xmlns:a16="http://schemas.microsoft.com/office/drawing/2014/main" id="{019B4624-DE01-DC95-B984-F7698D663EE1}"/>
                    </a:ext>
                  </a:extLst>
                </p14:cNvPr>
                <p14:cNvContentPartPr/>
                <p14:nvPr/>
              </p14:nvContentPartPr>
              <p14:xfrm>
                <a:off x="7976684" y="3476999"/>
                <a:ext cx="16920" cy="720"/>
              </p14:xfrm>
            </p:contentPart>
          </mc:Choice>
          <mc:Fallback xmlns="">
            <p:pic>
              <p:nvPicPr>
                <p:cNvPr id="120" name="Entrada de lápiz 119">
                  <a:extLst>
                    <a:ext uri="{FF2B5EF4-FFF2-40B4-BE49-F238E27FC236}">
                      <a16:creationId xmlns:a16="http://schemas.microsoft.com/office/drawing/2014/main" id="{019B4624-DE01-DC95-B984-F7698D663EE1}"/>
                    </a:ext>
                  </a:extLst>
                </p:cNvPr>
                <p:cNvPicPr/>
                <p:nvPr/>
              </p:nvPicPr>
              <p:blipFill>
                <a:blip r:embed="rId94"/>
                <a:stretch>
                  <a:fillRect/>
                </a:stretch>
              </p:blipFill>
              <p:spPr>
                <a:xfrm>
                  <a:off x="7970564" y="3470879"/>
                  <a:ext cx="29160" cy="129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121" name="Entrada de lápiz 120">
                  <a:extLst>
                    <a:ext uri="{FF2B5EF4-FFF2-40B4-BE49-F238E27FC236}">
                      <a16:creationId xmlns:a16="http://schemas.microsoft.com/office/drawing/2014/main" id="{ABECCD01-A78F-9F4B-6783-B238C9B63FD2}"/>
                    </a:ext>
                  </a:extLst>
                </p14:cNvPr>
                <p14:cNvContentPartPr/>
                <p14:nvPr/>
              </p14:nvContentPartPr>
              <p14:xfrm>
                <a:off x="8022404" y="3420119"/>
                <a:ext cx="19080" cy="7200"/>
              </p14:xfrm>
            </p:contentPart>
          </mc:Choice>
          <mc:Fallback xmlns="">
            <p:pic>
              <p:nvPicPr>
                <p:cNvPr id="121" name="Entrada de lápiz 120">
                  <a:extLst>
                    <a:ext uri="{FF2B5EF4-FFF2-40B4-BE49-F238E27FC236}">
                      <a16:creationId xmlns:a16="http://schemas.microsoft.com/office/drawing/2014/main" id="{ABECCD01-A78F-9F4B-6783-B238C9B63FD2}"/>
                    </a:ext>
                  </a:extLst>
                </p:cNvPr>
                <p:cNvPicPr/>
                <p:nvPr/>
              </p:nvPicPr>
              <p:blipFill>
                <a:blip r:embed="rId96"/>
                <a:stretch>
                  <a:fillRect/>
                </a:stretch>
              </p:blipFill>
              <p:spPr>
                <a:xfrm>
                  <a:off x="8016284" y="3413999"/>
                  <a:ext cx="3132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22" name="Entrada de lápiz 121">
                  <a:extLst>
                    <a:ext uri="{FF2B5EF4-FFF2-40B4-BE49-F238E27FC236}">
                      <a16:creationId xmlns:a16="http://schemas.microsoft.com/office/drawing/2014/main" id="{F7576062-C2D1-CBC1-0277-4E5FD46C18D9}"/>
                    </a:ext>
                  </a:extLst>
                </p14:cNvPr>
                <p14:cNvContentPartPr/>
                <p14:nvPr/>
              </p14:nvContentPartPr>
              <p14:xfrm>
                <a:off x="8017364" y="3426599"/>
                <a:ext cx="20880" cy="29520"/>
              </p14:xfrm>
            </p:contentPart>
          </mc:Choice>
          <mc:Fallback xmlns="">
            <p:pic>
              <p:nvPicPr>
                <p:cNvPr id="122" name="Entrada de lápiz 121">
                  <a:extLst>
                    <a:ext uri="{FF2B5EF4-FFF2-40B4-BE49-F238E27FC236}">
                      <a16:creationId xmlns:a16="http://schemas.microsoft.com/office/drawing/2014/main" id="{F7576062-C2D1-CBC1-0277-4E5FD46C18D9}"/>
                    </a:ext>
                  </a:extLst>
                </p:cNvPr>
                <p:cNvPicPr/>
                <p:nvPr/>
              </p:nvPicPr>
              <p:blipFill>
                <a:blip r:embed="rId98"/>
                <a:stretch>
                  <a:fillRect/>
                </a:stretch>
              </p:blipFill>
              <p:spPr>
                <a:xfrm>
                  <a:off x="8011244" y="3420479"/>
                  <a:ext cx="3312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23" name="Entrada de lápiz 122">
                  <a:extLst>
                    <a:ext uri="{FF2B5EF4-FFF2-40B4-BE49-F238E27FC236}">
                      <a16:creationId xmlns:a16="http://schemas.microsoft.com/office/drawing/2014/main" id="{6944B418-F1E5-D2BC-ADFB-FDB7935B976B}"/>
                    </a:ext>
                  </a:extLst>
                </p14:cNvPr>
                <p14:cNvContentPartPr/>
                <p14:nvPr/>
              </p14:nvContentPartPr>
              <p14:xfrm>
                <a:off x="8056964" y="3424079"/>
                <a:ext cx="1800" cy="19440"/>
              </p14:xfrm>
            </p:contentPart>
          </mc:Choice>
          <mc:Fallback xmlns="">
            <p:pic>
              <p:nvPicPr>
                <p:cNvPr id="123" name="Entrada de lápiz 122">
                  <a:extLst>
                    <a:ext uri="{FF2B5EF4-FFF2-40B4-BE49-F238E27FC236}">
                      <a16:creationId xmlns:a16="http://schemas.microsoft.com/office/drawing/2014/main" id="{6944B418-F1E5-D2BC-ADFB-FDB7935B976B}"/>
                    </a:ext>
                  </a:extLst>
                </p:cNvPr>
                <p:cNvPicPr/>
                <p:nvPr/>
              </p:nvPicPr>
              <p:blipFill>
                <a:blip r:embed="rId100"/>
                <a:stretch>
                  <a:fillRect/>
                </a:stretch>
              </p:blipFill>
              <p:spPr>
                <a:xfrm>
                  <a:off x="8050844" y="3417959"/>
                  <a:ext cx="1404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24" name="Entrada de lápiz 123">
                  <a:extLst>
                    <a:ext uri="{FF2B5EF4-FFF2-40B4-BE49-F238E27FC236}">
                      <a16:creationId xmlns:a16="http://schemas.microsoft.com/office/drawing/2014/main" id="{B3AC5B05-B044-F93D-A49A-A7278DDAE3BC}"/>
                    </a:ext>
                  </a:extLst>
                </p14:cNvPr>
                <p14:cNvContentPartPr/>
                <p14:nvPr/>
              </p14:nvContentPartPr>
              <p14:xfrm>
                <a:off x="8068484" y="3416879"/>
                <a:ext cx="16920" cy="34200"/>
              </p14:xfrm>
            </p:contentPart>
          </mc:Choice>
          <mc:Fallback xmlns="">
            <p:pic>
              <p:nvPicPr>
                <p:cNvPr id="124" name="Entrada de lápiz 123">
                  <a:extLst>
                    <a:ext uri="{FF2B5EF4-FFF2-40B4-BE49-F238E27FC236}">
                      <a16:creationId xmlns:a16="http://schemas.microsoft.com/office/drawing/2014/main" id="{B3AC5B05-B044-F93D-A49A-A7278DDAE3BC}"/>
                    </a:ext>
                  </a:extLst>
                </p:cNvPr>
                <p:cNvPicPr/>
                <p:nvPr/>
              </p:nvPicPr>
              <p:blipFill>
                <a:blip r:embed="rId102"/>
                <a:stretch>
                  <a:fillRect/>
                </a:stretch>
              </p:blipFill>
              <p:spPr>
                <a:xfrm>
                  <a:off x="8062364" y="3410759"/>
                  <a:ext cx="2916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25" name="Entrada de lápiz 124">
                  <a:extLst>
                    <a:ext uri="{FF2B5EF4-FFF2-40B4-BE49-F238E27FC236}">
                      <a16:creationId xmlns:a16="http://schemas.microsoft.com/office/drawing/2014/main" id="{553B713C-E07C-8392-AAB6-903236A4D92A}"/>
                    </a:ext>
                  </a:extLst>
                </p14:cNvPr>
                <p14:cNvContentPartPr/>
                <p14:nvPr/>
              </p14:nvContentPartPr>
              <p14:xfrm>
                <a:off x="8045444" y="3503639"/>
                <a:ext cx="20520" cy="31680"/>
              </p14:xfrm>
            </p:contentPart>
          </mc:Choice>
          <mc:Fallback xmlns="">
            <p:pic>
              <p:nvPicPr>
                <p:cNvPr id="125" name="Entrada de lápiz 124">
                  <a:extLst>
                    <a:ext uri="{FF2B5EF4-FFF2-40B4-BE49-F238E27FC236}">
                      <a16:creationId xmlns:a16="http://schemas.microsoft.com/office/drawing/2014/main" id="{553B713C-E07C-8392-AAB6-903236A4D92A}"/>
                    </a:ext>
                  </a:extLst>
                </p:cNvPr>
                <p:cNvPicPr/>
                <p:nvPr/>
              </p:nvPicPr>
              <p:blipFill>
                <a:blip r:embed="rId104"/>
                <a:stretch>
                  <a:fillRect/>
                </a:stretch>
              </p:blipFill>
              <p:spPr>
                <a:xfrm>
                  <a:off x="8039324" y="3497519"/>
                  <a:ext cx="32760" cy="43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5">
            <p14:nvContentPartPr>
              <p14:cNvPr id="129" name="Entrada de lápiz 128">
                <a:extLst>
                  <a:ext uri="{FF2B5EF4-FFF2-40B4-BE49-F238E27FC236}">
                    <a16:creationId xmlns:a16="http://schemas.microsoft.com/office/drawing/2014/main" id="{A10E8689-2EB4-E3E4-39FA-AB5CFD0C1951}"/>
                  </a:ext>
                </a:extLst>
              </p14:cNvPr>
              <p14:cNvContentPartPr/>
              <p14:nvPr/>
            </p14:nvContentPartPr>
            <p14:xfrm>
              <a:off x="7928804" y="3619559"/>
              <a:ext cx="80640" cy="78840"/>
            </p14:xfrm>
          </p:contentPart>
        </mc:Choice>
        <mc:Fallback xmlns="">
          <p:pic>
            <p:nvPicPr>
              <p:cNvPr id="129" name="Entrada de lápiz 128">
                <a:extLst>
                  <a:ext uri="{FF2B5EF4-FFF2-40B4-BE49-F238E27FC236}">
                    <a16:creationId xmlns:a16="http://schemas.microsoft.com/office/drawing/2014/main" id="{A10E8689-2EB4-E3E4-39FA-AB5CFD0C1951}"/>
                  </a:ext>
                </a:extLst>
              </p:cNvPr>
              <p:cNvPicPr/>
              <p:nvPr/>
            </p:nvPicPr>
            <p:blipFill>
              <a:blip r:embed="rId106"/>
              <a:stretch>
                <a:fillRect/>
              </a:stretch>
            </p:blipFill>
            <p:spPr>
              <a:xfrm>
                <a:off x="7922684" y="3613439"/>
                <a:ext cx="9288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30" name="Entrada de lápiz 129">
                <a:extLst>
                  <a:ext uri="{FF2B5EF4-FFF2-40B4-BE49-F238E27FC236}">
                    <a16:creationId xmlns:a16="http://schemas.microsoft.com/office/drawing/2014/main" id="{64BD0CD9-EA4F-B7D5-BDC8-34DE07ED67AA}"/>
                  </a:ext>
                </a:extLst>
              </p14:cNvPr>
              <p14:cNvContentPartPr/>
              <p14:nvPr/>
            </p14:nvContentPartPr>
            <p14:xfrm>
              <a:off x="7931324" y="3844559"/>
              <a:ext cx="88560" cy="90360"/>
            </p14:xfrm>
          </p:contentPart>
        </mc:Choice>
        <mc:Fallback xmlns="">
          <p:pic>
            <p:nvPicPr>
              <p:cNvPr id="130" name="Entrada de lápiz 129">
                <a:extLst>
                  <a:ext uri="{FF2B5EF4-FFF2-40B4-BE49-F238E27FC236}">
                    <a16:creationId xmlns:a16="http://schemas.microsoft.com/office/drawing/2014/main" id="{64BD0CD9-EA4F-B7D5-BDC8-34DE07ED67AA}"/>
                  </a:ext>
                </a:extLst>
              </p:cNvPr>
              <p:cNvPicPr/>
              <p:nvPr/>
            </p:nvPicPr>
            <p:blipFill>
              <a:blip r:embed="rId108"/>
              <a:stretch>
                <a:fillRect/>
              </a:stretch>
            </p:blipFill>
            <p:spPr>
              <a:xfrm>
                <a:off x="7925204" y="3838439"/>
                <a:ext cx="100800" cy="102600"/>
              </a:xfrm>
              <a:prstGeom prst="rect">
                <a:avLst/>
              </a:prstGeom>
            </p:spPr>
          </p:pic>
        </mc:Fallback>
      </mc:AlternateContent>
      <p:grpSp>
        <p:nvGrpSpPr>
          <p:cNvPr id="171" name="Grupo 170">
            <a:extLst>
              <a:ext uri="{FF2B5EF4-FFF2-40B4-BE49-F238E27FC236}">
                <a16:creationId xmlns:a16="http://schemas.microsoft.com/office/drawing/2014/main" id="{43FD6E1E-F112-46F7-DF29-076FBAAA2282}"/>
              </a:ext>
            </a:extLst>
          </p:cNvPr>
          <p:cNvGrpSpPr/>
          <p:nvPr/>
        </p:nvGrpSpPr>
        <p:grpSpPr>
          <a:xfrm>
            <a:off x="8199884" y="3100799"/>
            <a:ext cx="551520" cy="895680"/>
            <a:chOff x="8199884" y="3100799"/>
            <a:chExt cx="551520" cy="895680"/>
          </a:xfrm>
        </p:grpSpPr>
        <mc:AlternateContent xmlns:mc="http://schemas.openxmlformats.org/markup-compatibility/2006" xmlns:p14="http://schemas.microsoft.com/office/powerpoint/2010/main">
          <mc:Choice Requires="p14">
            <p:contentPart p14:bwMode="auto" r:id="rId109">
              <p14:nvContentPartPr>
                <p14:cNvPr id="104" name="Entrada de lápiz 103">
                  <a:extLst>
                    <a:ext uri="{FF2B5EF4-FFF2-40B4-BE49-F238E27FC236}">
                      <a16:creationId xmlns:a16="http://schemas.microsoft.com/office/drawing/2014/main" id="{7F07F152-93FA-D64B-E4B0-77798586CFC4}"/>
                    </a:ext>
                  </a:extLst>
                </p14:cNvPr>
                <p14:cNvContentPartPr/>
                <p14:nvPr/>
              </p14:nvContentPartPr>
              <p14:xfrm>
                <a:off x="8236244" y="3121679"/>
                <a:ext cx="71640" cy="56160"/>
              </p14:xfrm>
            </p:contentPart>
          </mc:Choice>
          <mc:Fallback xmlns="">
            <p:pic>
              <p:nvPicPr>
                <p:cNvPr id="104" name="Entrada de lápiz 103">
                  <a:extLst>
                    <a:ext uri="{FF2B5EF4-FFF2-40B4-BE49-F238E27FC236}">
                      <a16:creationId xmlns:a16="http://schemas.microsoft.com/office/drawing/2014/main" id="{7F07F152-93FA-D64B-E4B0-77798586CFC4}"/>
                    </a:ext>
                  </a:extLst>
                </p:cNvPr>
                <p:cNvPicPr/>
                <p:nvPr/>
              </p:nvPicPr>
              <p:blipFill>
                <a:blip r:embed="rId110"/>
                <a:stretch>
                  <a:fillRect/>
                </a:stretch>
              </p:blipFill>
              <p:spPr>
                <a:xfrm>
                  <a:off x="8230124" y="3115559"/>
                  <a:ext cx="8388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05" name="Entrada de lápiz 104">
                  <a:extLst>
                    <a:ext uri="{FF2B5EF4-FFF2-40B4-BE49-F238E27FC236}">
                      <a16:creationId xmlns:a16="http://schemas.microsoft.com/office/drawing/2014/main" id="{46D920AD-AA44-8157-64FC-2502458E2B16}"/>
                    </a:ext>
                  </a:extLst>
                </p14:cNvPr>
                <p14:cNvContentPartPr/>
                <p14:nvPr/>
              </p14:nvContentPartPr>
              <p14:xfrm>
                <a:off x="8473484" y="3106559"/>
                <a:ext cx="78840" cy="65880"/>
              </p14:xfrm>
            </p:contentPart>
          </mc:Choice>
          <mc:Fallback xmlns="">
            <p:pic>
              <p:nvPicPr>
                <p:cNvPr id="105" name="Entrada de lápiz 104">
                  <a:extLst>
                    <a:ext uri="{FF2B5EF4-FFF2-40B4-BE49-F238E27FC236}">
                      <a16:creationId xmlns:a16="http://schemas.microsoft.com/office/drawing/2014/main" id="{46D920AD-AA44-8157-64FC-2502458E2B16}"/>
                    </a:ext>
                  </a:extLst>
                </p:cNvPr>
                <p:cNvPicPr/>
                <p:nvPr/>
              </p:nvPicPr>
              <p:blipFill>
                <a:blip r:embed="rId112"/>
                <a:stretch>
                  <a:fillRect/>
                </a:stretch>
              </p:blipFill>
              <p:spPr>
                <a:xfrm>
                  <a:off x="8467364" y="3100439"/>
                  <a:ext cx="9108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26" name="Entrada de lápiz 125">
                  <a:extLst>
                    <a:ext uri="{FF2B5EF4-FFF2-40B4-BE49-F238E27FC236}">
                      <a16:creationId xmlns:a16="http://schemas.microsoft.com/office/drawing/2014/main" id="{FE8F646D-46AA-54C1-7201-1D39388A897F}"/>
                    </a:ext>
                  </a:extLst>
                </p14:cNvPr>
                <p14:cNvContentPartPr/>
                <p14:nvPr/>
              </p14:nvContentPartPr>
              <p14:xfrm>
                <a:off x="8236244" y="3351719"/>
                <a:ext cx="79920" cy="73440"/>
              </p14:xfrm>
            </p:contentPart>
          </mc:Choice>
          <mc:Fallback xmlns="">
            <p:pic>
              <p:nvPicPr>
                <p:cNvPr id="126" name="Entrada de lápiz 125">
                  <a:extLst>
                    <a:ext uri="{FF2B5EF4-FFF2-40B4-BE49-F238E27FC236}">
                      <a16:creationId xmlns:a16="http://schemas.microsoft.com/office/drawing/2014/main" id="{FE8F646D-46AA-54C1-7201-1D39388A897F}"/>
                    </a:ext>
                  </a:extLst>
                </p:cNvPr>
                <p:cNvPicPr/>
                <p:nvPr/>
              </p:nvPicPr>
              <p:blipFill>
                <a:blip r:embed="rId114"/>
                <a:stretch>
                  <a:fillRect/>
                </a:stretch>
              </p:blipFill>
              <p:spPr>
                <a:xfrm>
                  <a:off x="8230124" y="3345599"/>
                  <a:ext cx="9216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28" name="Entrada de lápiz 127">
                  <a:extLst>
                    <a:ext uri="{FF2B5EF4-FFF2-40B4-BE49-F238E27FC236}">
                      <a16:creationId xmlns:a16="http://schemas.microsoft.com/office/drawing/2014/main" id="{2CB8D032-2684-63B6-B724-23C0F6141093}"/>
                    </a:ext>
                  </a:extLst>
                </p14:cNvPr>
                <p14:cNvContentPartPr/>
                <p14:nvPr/>
              </p14:nvContentPartPr>
              <p14:xfrm>
                <a:off x="8466644" y="3343079"/>
                <a:ext cx="87120" cy="77400"/>
              </p14:xfrm>
            </p:contentPart>
          </mc:Choice>
          <mc:Fallback xmlns="">
            <p:pic>
              <p:nvPicPr>
                <p:cNvPr id="128" name="Entrada de lápiz 127">
                  <a:extLst>
                    <a:ext uri="{FF2B5EF4-FFF2-40B4-BE49-F238E27FC236}">
                      <a16:creationId xmlns:a16="http://schemas.microsoft.com/office/drawing/2014/main" id="{2CB8D032-2684-63B6-B724-23C0F6141093}"/>
                    </a:ext>
                  </a:extLst>
                </p:cNvPr>
                <p:cNvPicPr/>
                <p:nvPr/>
              </p:nvPicPr>
              <p:blipFill>
                <a:blip r:embed="rId116"/>
                <a:stretch>
                  <a:fillRect/>
                </a:stretch>
              </p:blipFill>
              <p:spPr>
                <a:xfrm>
                  <a:off x="8460524" y="3336959"/>
                  <a:ext cx="9936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31" name="Entrada de lápiz 130">
                  <a:extLst>
                    <a:ext uri="{FF2B5EF4-FFF2-40B4-BE49-F238E27FC236}">
                      <a16:creationId xmlns:a16="http://schemas.microsoft.com/office/drawing/2014/main" id="{028F73B7-4E97-17E4-BEFD-FF1ADDD91796}"/>
                    </a:ext>
                  </a:extLst>
                </p14:cNvPr>
                <p14:cNvContentPartPr/>
                <p14:nvPr/>
              </p14:nvContentPartPr>
              <p14:xfrm>
                <a:off x="8207084" y="3532079"/>
                <a:ext cx="44640" cy="57600"/>
              </p14:xfrm>
            </p:contentPart>
          </mc:Choice>
          <mc:Fallback xmlns="">
            <p:pic>
              <p:nvPicPr>
                <p:cNvPr id="131" name="Entrada de lápiz 130">
                  <a:extLst>
                    <a:ext uri="{FF2B5EF4-FFF2-40B4-BE49-F238E27FC236}">
                      <a16:creationId xmlns:a16="http://schemas.microsoft.com/office/drawing/2014/main" id="{028F73B7-4E97-17E4-BEFD-FF1ADDD91796}"/>
                    </a:ext>
                  </a:extLst>
                </p:cNvPr>
                <p:cNvPicPr/>
                <p:nvPr/>
              </p:nvPicPr>
              <p:blipFill>
                <a:blip r:embed="rId118"/>
                <a:stretch>
                  <a:fillRect/>
                </a:stretch>
              </p:blipFill>
              <p:spPr>
                <a:xfrm>
                  <a:off x="8200964" y="3525959"/>
                  <a:ext cx="5688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32" name="Entrada de lápiz 131">
                  <a:extLst>
                    <a:ext uri="{FF2B5EF4-FFF2-40B4-BE49-F238E27FC236}">
                      <a16:creationId xmlns:a16="http://schemas.microsoft.com/office/drawing/2014/main" id="{3F74A805-81CB-9B19-1AA7-1B144C5A8397}"/>
                    </a:ext>
                  </a:extLst>
                </p14:cNvPr>
                <p14:cNvContentPartPr/>
                <p14:nvPr/>
              </p14:nvContentPartPr>
              <p14:xfrm>
                <a:off x="8261084" y="3536399"/>
                <a:ext cx="45360" cy="49320"/>
              </p14:xfrm>
            </p:contentPart>
          </mc:Choice>
          <mc:Fallback xmlns="">
            <p:pic>
              <p:nvPicPr>
                <p:cNvPr id="132" name="Entrada de lápiz 131">
                  <a:extLst>
                    <a:ext uri="{FF2B5EF4-FFF2-40B4-BE49-F238E27FC236}">
                      <a16:creationId xmlns:a16="http://schemas.microsoft.com/office/drawing/2014/main" id="{3F74A805-81CB-9B19-1AA7-1B144C5A8397}"/>
                    </a:ext>
                  </a:extLst>
                </p:cNvPr>
                <p:cNvPicPr/>
                <p:nvPr/>
              </p:nvPicPr>
              <p:blipFill>
                <a:blip r:embed="rId120"/>
                <a:stretch>
                  <a:fillRect/>
                </a:stretch>
              </p:blipFill>
              <p:spPr>
                <a:xfrm>
                  <a:off x="8254964" y="3530279"/>
                  <a:ext cx="5760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33" name="Entrada de lápiz 132">
                  <a:extLst>
                    <a:ext uri="{FF2B5EF4-FFF2-40B4-BE49-F238E27FC236}">
                      <a16:creationId xmlns:a16="http://schemas.microsoft.com/office/drawing/2014/main" id="{5B780098-4924-02FC-50AA-38CD9C8CE04C}"/>
                    </a:ext>
                  </a:extLst>
                </p14:cNvPr>
                <p14:cNvContentPartPr/>
                <p14:nvPr/>
              </p14:nvContentPartPr>
              <p14:xfrm>
                <a:off x="8303924" y="3495359"/>
                <a:ext cx="16920" cy="720"/>
              </p14:xfrm>
            </p:contentPart>
          </mc:Choice>
          <mc:Fallback xmlns="">
            <p:pic>
              <p:nvPicPr>
                <p:cNvPr id="133" name="Entrada de lápiz 132">
                  <a:extLst>
                    <a:ext uri="{FF2B5EF4-FFF2-40B4-BE49-F238E27FC236}">
                      <a16:creationId xmlns:a16="http://schemas.microsoft.com/office/drawing/2014/main" id="{5B780098-4924-02FC-50AA-38CD9C8CE04C}"/>
                    </a:ext>
                  </a:extLst>
                </p:cNvPr>
                <p:cNvPicPr/>
                <p:nvPr/>
              </p:nvPicPr>
              <p:blipFill>
                <a:blip r:embed="rId122"/>
                <a:stretch>
                  <a:fillRect/>
                </a:stretch>
              </p:blipFill>
              <p:spPr>
                <a:xfrm>
                  <a:off x="8297804" y="3489239"/>
                  <a:ext cx="29160" cy="1296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34" name="Entrada de lápiz 133">
                  <a:extLst>
                    <a:ext uri="{FF2B5EF4-FFF2-40B4-BE49-F238E27FC236}">
                      <a16:creationId xmlns:a16="http://schemas.microsoft.com/office/drawing/2014/main" id="{0A28B34B-9F4B-FEF2-5C01-A989B789694F}"/>
                    </a:ext>
                  </a:extLst>
                </p14:cNvPr>
                <p14:cNvContentPartPr/>
                <p14:nvPr/>
              </p14:nvContentPartPr>
              <p14:xfrm>
                <a:off x="8302844" y="3492839"/>
                <a:ext cx="21960" cy="31680"/>
              </p14:xfrm>
            </p:contentPart>
          </mc:Choice>
          <mc:Fallback xmlns="">
            <p:pic>
              <p:nvPicPr>
                <p:cNvPr id="134" name="Entrada de lápiz 133">
                  <a:extLst>
                    <a:ext uri="{FF2B5EF4-FFF2-40B4-BE49-F238E27FC236}">
                      <a16:creationId xmlns:a16="http://schemas.microsoft.com/office/drawing/2014/main" id="{0A28B34B-9F4B-FEF2-5C01-A989B789694F}"/>
                    </a:ext>
                  </a:extLst>
                </p:cNvPr>
                <p:cNvPicPr/>
                <p:nvPr/>
              </p:nvPicPr>
              <p:blipFill>
                <a:blip r:embed="rId124"/>
                <a:stretch>
                  <a:fillRect/>
                </a:stretch>
              </p:blipFill>
              <p:spPr>
                <a:xfrm>
                  <a:off x="8296724" y="3486719"/>
                  <a:ext cx="3420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35" name="Entrada de lápiz 134">
                  <a:extLst>
                    <a:ext uri="{FF2B5EF4-FFF2-40B4-BE49-F238E27FC236}">
                      <a16:creationId xmlns:a16="http://schemas.microsoft.com/office/drawing/2014/main" id="{297C45D4-DD1B-BEF1-9428-4880A12AF6D3}"/>
                    </a:ext>
                  </a:extLst>
                </p14:cNvPr>
                <p14:cNvContentPartPr/>
                <p14:nvPr/>
              </p14:nvContentPartPr>
              <p14:xfrm>
                <a:off x="8330564" y="3494999"/>
                <a:ext cx="8280" cy="23040"/>
              </p14:xfrm>
            </p:contentPart>
          </mc:Choice>
          <mc:Fallback xmlns="">
            <p:pic>
              <p:nvPicPr>
                <p:cNvPr id="135" name="Entrada de lápiz 134">
                  <a:extLst>
                    <a:ext uri="{FF2B5EF4-FFF2-40B4-BE49-F238E27FC236}">
                      <a16:creationId xmlns:a16="http://schemas.microsoft.com/office/drawing/2014/main" id="{297C45D4-DD1B-BEF1-9428-4880A12AF6D3}"/>
                    </a:ext>
                  </a:extLst>
                </p:cNvPr>
                <p:cNvPicPr/>
                <p:nvPr/>
              </p:nvPicPr>
              <p:blipFill>
                <a:blip r:embed="rId126"/>
                <a:stretch>
                  <a:fillRect/>
                </a:stretch>
              </p:blipFill>
              <p:spPr>
                <a:xfrm>
                  <a:off x="8324444" y="3488879"/>
                  <a:ext cx="2052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36" name="Entrada de lápiz 135">
                  <a:extLst>
                    <a:ext uri="{FF2B5EF4-FFF2-40B4-BE49-F238E27FC236}">
                      <a16:creationId xmlns:a16="http://schemas.microsoft.com/office/drawing/2014/main" id="{BAFC50E8-B429-B27E-0447-5CA73E3F5C76}"/>
                    </a:ext>
                  </a:extLst>
                </p14:cNvPr>
                <p14:cNvContentPartPr/>
                <p14:nvPr/>
              </p14:nvContentPartPr>
              <p14:xfrm>
                <a:off x="8347844" y="3485639"/>
                <a:ext cx="16560" cy="37080"/>
              </p14:xfrm>
            </p:contentPart>
          </mc:Choice>
          <mc:Fallback xmlns="">
            <p:pic>
              <p:nvPicPr>
                <p:cNvPr id="136" name="Entrada de lápiz 135">
                  <a:extLst>
                    <a:ext uri="{FF2B5EF4-FFF2-40B4-BE49-F238E27FC236}">
                      <a16:creationId xmlns:a16="http://schemas.microsoft.com/office/drawing/2014/main" id="{BAFC50E8-B429-B27E-0447-5CA73E3F5C76}"/>
                    </a:ext>
                  </a:extLst>
                </p:cNvPr>
                <p:cNvPicPr/>
                <p:nvPr/>
              </p:nvPicPr>
              <p:blipFill>
                <a:blip r:embed="rId128"/>
                <a:stretch>
                  <a:fillRect/>
                </a:stretch>
              </p:blipFill>
              <p:spPr>
                <a:xfrm>
                  <a:off x="8341724" y="3479519"/>
                  <a:ext cx="2880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38" name="Entrada de lápiz 137">
                  <a:extLst>
                    <a:ext uri="{FF2B5EF4-FFF2-40B4-BE49-F238E27FC236}">
                      <a16:creationId xmlns:a16="http://schemas.microsoft.com/office/drawing/2014/main" id="{8CB2D104-6A8D-57DD-05DA-DD488C0F1F2F}"/>
                    </a:ext>
                  </a:extLst>
                </p14:cNvPr>
                <p14:cNvContentPartPr/>
                <p14:nvPr/>
              </p14:nvContentPartPr>
              <p14:xfrm>
                <a:off x="8324084" y="3570959"/>
                <a:ext cx="25200" cy="29160"/>
              </p14:xfrm>
            </p:contentPart>
          </mc:Choice>
          <mc:Fallback xmlns="">
            <p:pic>
              <p:nvPicPr>
                <p:cNvPr id="138" name="Entrada de lápiz 137">
                  <a:extLst>
                    <a:ext uri="{FF2B5EF4-FFF2-40B4-BE49-F238E27FC236}">
                      <a16:creationId xmlns:a16="http://schemas.microsoft.com/office/drawing/2014/main" id="{8CB2D104-6A8D-57DD-05DA-DD488C0F1F2F}"/>
                    </a:ext>
                  </a:extLst>
                </p:cNvPr>
                <p:cNvPicPr/>
                <p:nvPr/>
              </p:nvPicPr>
              <p:blipFill>
                <a:blip r:embed="rId130"/>
                <a:stretch>
                  <a:fillRect/>
                </a:stretch>
              </p:blipFill>
              <p:spPr>
                <a:xfrm>
                  <a:off x="8317964" y="3564839"/>
                  <a:ext cx="3744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40" name="Entrada de lápiz 139">
                  <a:extLst>
                    <a:ext uri="{FF2B5EF4-FFF2-40B4-BE49-F238E27FC236}">
                      <a16:creationId xmlns:a16="http://schemas.microsoft.com/office/drawing/2014/main" id="{88D257F7-3ADE-E0B4-DD72-ED6A97151264}"/>
                    </a:ext>
                  </a:extLst>
                </p14:cNvPr>
                <p14:cNvContentPartPr/>
                <p14:nvPr/>
              </p14:nvContentPartPr>
              <p14:xfrm>
                <a:off x="8199884" y="3615959"/>
                <a:ext cx="216360" cy="7920"/>
              </p14:xfrm>
            </p:contentPart>
          </mc:Choice>
          <mc:Fallback xmlns="">
            <p:pic>
              <p:nvPicPr>
                <p:cNvPr id="140" name="Entrada de lápiz 139">
                  <a:extLst>
                    <a:ext uri="{FF2B5EF4-FFF2-40B4-BE49-F238E27FC236}">
                      <a16:creationId xmlns:a16="http://schemas.microsoft.com/office/drawing/2014/main" id="{88D257F7-3ADE-E0B4-DD72-ED6A97151264}"/>
                    </a:ext>
                  </a:extLst>
                </p:cNvPr>
                <p:cNvPicPr/>
                <p:nvPr/>
              </p:nvPicPr>
              <p:blipFill>
                <a:blip r:embed="rId132"/>
                <a:stretch>
                  <a:fillRect/>
                </a:stretch>
              </p:blipFill>
              <p:spPr>
                <a:xfrm>
                  <a:off x="8193764" y="3609839"/>
                  <a:ext cx="22860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41" name="Entrada de lápiz 140">
                  <a:extLst>
                    <a:ext uri="{FF2B5EF4-FFF2-40B4-BE49-F238E27FC236}">
                      <a16:creationId xmlns:a16="http://schemas.microsoft.com/office/drawing/2014/main" id="{8F2E0E75-7759-E0C6-D5B9-E28BA2D7AC3B}"/>
                    </a:ext>
                  </a:extLst>
                </p14:cNvPr>
                <p14:cNvContentPartPr/>
                <p14:nvPr/>
              </p14:nvContentPartPr>
              <p14:xfrm>
                <a:off x="8217164" y="3655919"/>
                <a:ext cx="39960" cy="49680"/>
              </p14:xfrm>
            </p:contentPart>
          </mc:Choice>
          <mc:Fallback xmlns="">
            <p:pic>
              <p:nvPicPr>
                <p:cNvPr id="141" name="Entrada de lápiz 140">
                  <a:extLst>
                    <a:ext uri="{FF2B5EF4-FFF2-40B4-BE49-F238E27FC236}">
                      <a16:creationId xmlns:a16="http://schemas.microsoft.com/office/drawing/2014/main" id="{8F2E0E75-7759-E0C6-D5B9-E28BA2D7AC3B}"/>
                    </a:ext>
                  </a:extLst>
                </p:cNvPr>
                <p:cNvPicPr/>
                <p:nvPr/>
              </p:nvPicPr>
              <p:blipFill>
                <a:blip r:embed="rId134"/>
                <a:stretch>
                  <a:fillRect/>
                </a:stretch>
              </p:blipFill>
              <p:spPr>
                <a:xfrm>
                  <a:off x="8211044" y="3649799"/>
                  <a:ext cx="5220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42" name="Entrada de lápiz 141">
                  <a:extLst>
                    <a:ext uri="{FF2B5EF4-FFF2-40B4-BE49-F238E27FC236}">
                      <a16:creationId xmlns:a16="http://schemas.microsoft.com/office/drawing/2014/main" id="{CE995859-A648-20D1-0A17-4D1AEF11F7F2}"/>
                    </a:ext>
                  </a:extLst>
                </p14:cNvPr>
                <p14:cNvContentPartPr/>
                <p14:nvPr/>
              </p14:nvContentPartPr>
              <p14:xfrm>
                <a:off x="8287004" y="3658079"/>
                <a:ext cx="32760" cy="40680"/>
              </p14:xfrm>
            </p:contentPart>
          </mc:Choice>
          <mc:Fallback xmlns="">
            <p:pic>
              <p:nvPicPr>
                <p:cNvPr id="142" name="Entrada de lápiz 141">
                  <a:extLst>
                    <a:ext uri="{FF2B5EF4-FFF2-40B4-BE49-F238E27FC236}">
                      <a16:creationId xmlns:a16="http://schemas.microsoft.com/office/drawing/2014/main" id="{CE995859-A648-20D1-0A17-4D1AEF11F7F2}"/>
                    </a:ext>
                  </a:extLst>
                </p:cNvPr>
                <p:cNvPicPr/>
                <p:nvPr/>
              </p:nvPicPr>
              <p:blipFill>
                <a:blip r:embed="rId136"/>
                <a:stretch>
                  <a:fillRect/>
                </a:stretch>
              </p:blipFill>
              <p:spPr>
                <a:xfrm>
                  <a:off x="8280884" y="3651959"/>
                  <a:ext cx="4500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43" name="Entrada de lápiz 142">
                  <a:extLst>
                    <a:ext uri="{FF2B5EF4-FFF2-40B4-BE49-F238E27FC236}">
                      <a16:creationId xmlns:a16="http://schemas.microsoft.com/office/drawing/2014/main" id="{2CC3F7EC-420D-A77D-6647-677F4277B860}"/>
                    </a:ext>
                  </a:extLst>
                </p14:cNvPr>
                <p14:cNvContentPartPr/>
                <p14:nvPr/>
              </p14:nvContentPartPr>
              <p14:xfrm>
                <a:off x="8286284" y="3677519"/>
                <a:ext cx="23040" cy="3600"/>
              </p14:xfrm>
            </p:contentPart>
          </mc:Choice>
          <mc:Fallback xmlns="">
            <p:pic>
              <p:nvPicPr>
                <p:cNvPr id="143" name="Entrada de lápiz 142">
                  <a:extLst>
                    <a:ext uri="{FF2B5EF4-FFF2-40B4-BE49-F238E27FC236}">
                      <a16:creationId xmlns:a16="http://schemas.microsoft.com/office/drawing/2014/main" id="{2CC3F7EC-420D-A77D-6647-677F4277B860}"/>
                    </a:ext>
                  </a:extLst>
                </p:cNvPr>
                <p:cNvPicPr/>
                <p:nvPr/>
              </p:nvPicPr>
              <p:blipFill>
                <a:blip r:embed="rId138"/>
                <a:stretch>
                  <a:fillRect/>
                </a:stretch>
              </p:blipFill>
              <p:spPr>
                <a:xfrm>
                  <a:off x="8280164" y="3671399"/>
                  <a:ext cx="3528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45" name="Entrada de lápiz 144">
                  <a:extLst>
                    <a:ext uri="{FF2B5EF4-FFF2-40B4-BE49-F238E27FC236}">
                      <a16:creationId xmlns:a16="http://schemas.microsoft.com/office/drawing/2014/main" id="{74B45694-1F42-4339-D46A-2F6C54E141BC}"/>
                    </a:ext>
                  </a:extLst>
                </p14:cNvPr>
                <p14:cNvContentPartPr/>
                <p14:nvPr/>
              </p14:nvContentPartPr>
              <p14:xfrm>
                <a:off x="8340644" y="3633599"/>
                <a:ext cx="5760" cy="18360"/>
              </p14:xfrm>
            </p:contentPart>
          </mc:Choice>
          <mc:Fallback xmlns="">
            <p:pic>
              <p:nvPicPr>
                <p:cNvPr id="145" name="Entrada de lápiz 144">
                  <a:extLst>
                    <a:ext uri="{FF2B5EF4-FFF2-40B4-BE49-F238E27FC236}">
                      <a16:creationId xmlns:a16="http://schemas.microsoft.com/office/drawing/2014/main" id="{74B45694-1F42-4339-D46A-2F6C54E141BC}"/>
                    </a:ext>
                  </a:extLst>
                </p:cNvPr>
                <p:cNvPicPr/>
                <p:nvPr/>
              </p:nvPicPr>
              <p:blipFill>
                <a:blip r:embed="rId140"/>
                <a:stretch>
                  <a:fillRect/>
                </a:stretch>
              </p:blipFill>
              <p:spPr>
                <a:xfrm>
                  <a:off x="8334524" y="3627479"/>
                  <a:ext cx="1800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46" name="Entrada de lápiz 145">
                  <a:extLst>
                    <a:ext uri="{FF2B5EF4-FFF2-40B4-BE49-F238E27FC236}">
                      <a16:creationId xmlns:a16="http://schemas.microsoft.com/office/drawing/2014/main" id="{262DB21F-D410-62E5-83F9-D576EC333D29}"/>
                    </a:ext>
                  </a:extLst>
                </p14:cNvPr>
                <p14:cNvContentPartPr/>
                <p14:nvPr/>
              </p14:nvContentPartPr>
              <p14:xfrm>
                <a:off x="8339924" y="3688319"/>
                <a:ext cx="25200" cy="29520"/>
              </p14:xfrm>
            </p:contentPart>
          </mc:Choice>
          <mc:Fallback xmlns="">
            <p:pic>
              <p:nvPicPr>
                <p:cNvPr id="146" name="Entrada de lápiz 145">
                  <a:extLst>
                    <a:ext uri="{FF2B5EF4-FFF2-40B4-BE49-F238E27FC236}">
                      <a16:creationId xmlns:a16="http://schemas.microsoft.com/office/drawing/2014/main" id="{262DB21F-D410-62E5-83F9-D576EC333D29}"/>
                    </a:ext>
                  </a:extLst>
                </p:cNvPr>
                <p:cNvPicPr/>
                <p:nvPr/>
              </p:nvPicPr>
              <p:blipFill>
                <a:blip r:embed="rId142"/>
                <a:stretch>
                  <a:fillRect/>
                </a:stretch>
              </p:blipFill>
              <p:spPr>
                <a:xfrm>
                  <a:off x="8333804" y="3682199"/>
                  <a:ext cx="3744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49" name="Entrada de lápiz 148">
                  <a:extLst>
                    <a:ext uri="{FF2B5EF4-FFF2-40B4-BE49-F238E27FC236}">
                      <a16:creationId xmlns:a16="http://schemas.microsoft.com/office/drawing/2014/main" id="{430BFA71-1887-8490-55FA-B32D4DB24C75}"/>
                    </a:ext>
                  </a:extLst>
                </p14:cNvPr>
                <p14:cNvContentPartPr/>
                <p14:nvPr/>
              </p14:nvContentPartPr>
              <p14:xfrm>
                <a:off x="8228324" y="3840959"/>
                <a:ext cx="77400" cy="64080"/>
              </p14:xfrm>
            </p:contentPart>
          </mc:Choice>
          <mc:Fallback xmlns="">
            <p:pic>
              <p:nvPicPr>
                <p:cNvPr id="149" name="Entrada de lápiz 148">
                  <a:extLst>
                    <a:ext uri="{FF2B5EF4-FFF2-40B4-BE49-F238E27FC236}">
                      <a16:creationId xmlns:a16="http://schemas.microsoft.com/office/drawing/2014/main" id="{430BFA71-1887-8490-55FA-B32D4DB24C75}"/>
                    </a:ext>
                  </a:extLst>
                </p:cNvPr>
                <p:cNvPicPr/>
                <p:nvPr/>
              </p:nvPicPr>
              <p:blipFill>
                <a:blip r:embed="rId144"/>
                <a:stretch>
                  <a:fillRect/>
                </a:stretch>
              </p:blipFill>
              <p:spPr>
                <a:xfrm>
                  <a:off x="8222204" y="3834839"/>
                  <a:ext cx="8964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48" name="Entrada de lápiz 147">
                  <a:extLst>
                    <a:ext uri="{FF2B5EF4-FFF2-40B4-BE49-F238E27FC236}">
                      <a16:creationId xmlns:a16="http://schemas.microsoft.com/office/drawing/2014/main" id="{561807BE-D960-13CE-38B2-63C598C004F9}"/>
                    </a:ext>
                  </a:extLst>
                </p14:cNvPr>
                <p14:cNvContentPartPr/>
                <p14:nvPr/>
              </p14:nvContentPartPr>
              <p14:xfrm>
                <a:off x="8484644" y="3573839"/>
                <a:ext cx="88560" cy="77040"/>
              </p14:xfrm>
            </p:contentPart>
          </mc:Choice>
          <mc:Fallback xmlns="">
            <p:pic>
              <p:nvPicPr>
                <p:cNvPr id="148" name="Entrada de lápiz 147">
                  <a:extLst>
                    <a:ext uri="{FF2B5EF4-FFF2-40B4-BE49-F238E27FC236}">
                      <a16:creationId xmlns:a16="http://schemas.microsoft.com/office/drawing/2014/main" id="{561807BE-D960-13CE-38B2-63C598C004F9}"/>
                    </a:ext>
                  </a:extLst>
                </p:cNvPr>
                <p:cNvPicPr/>
                <p:nvPr/>
              </p:nvPicPr>
              <p:blipFill>
                <a:blip r:embed="rId146"/>
                <a:stretch>
                  <a:fillRect/>
                </a:stretch>
              </p:blipFill>
              <p:spPr>
                <a:xfrm>
                  <a:off x="8478524" y="3567719"/>
                  <a:ext cx="10080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50" name="Entrada de lápiz 149">
                  <a:extLst>
                    <a:ext uri="{FF2B5EF4-FFF2-40B4-BE49-F238E27FC236}">
                      <a16:creationId xmlns:a16="http://schemas.microsoft.com/office/drawing/2014/main" id="{C632415D-9777-E85C-11F4-C2EC1F394745}"/>
                    </a:ext>
                  </a:extLst>
                </p14:cNvPr>
                <p14:cNvContentPartPr/>
                <p14:nvPr/>
              </p14:nvContentPartPr>
              <p14:xfrm>
                <a:off x="8472044" y="3742319"/>
                <a:ext cx="46800" cy="54360"/>
              </p14:xfrm>
            </p:contentPart>
          </mc:Choice>
          <mc:Fallback xmlns="">
            <p:pic>
              <p:nvPicPr>
                <p:cNvPr id="150" name="Entrada de lápiz 149">
                  <a:extLst>
                    <a:ext uri="{FF2B5EF4-FFF2-40B4-BE49-F238E27FC236}">
                      <a16:creationId xmlns:a16="http://schemas.microsoft.com/office/drawing/2014/main" id="{C632415D-9777-E85C-11F4-C2EC1F394745}"/>
                    </a:ext>
                  </a:extLst>
                </p:cNvPr>
                <p:cNvPicPr/>
                <p:nvPr/>
              </p:nvPicPr>
              <p:blipFill>
                <a:blip r:embed="rId148"/>
                <a:stretch>
                  <a:fillRect/>
                </a:stretch>
              </p:blipFill>
              <p:spPr>
                <a:xfrm>
                  <a:off x="8465924" y="3736199"/>
                  <a:ext cx="5904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51" name="Entrada de lápiz 150">
                  <a:extLst>
                    <a:ext uri="{FF2B5EF4-FFF2-40B4-BE49-F238E27FC236}">
                      <a16:creationId xmlns:a16="http://schemas.microsoft.com/office/drawing/2014/main" id="{8D23D4F5-1114-E733-BD77-1EA10FE08A40}"/>
                    </a:ext>
                  </a:extLst>
                </p14:cNvPr>
                <p14:cNvContentPartPr/>
                <p14:nvPr/>
              </p14:nvContentPartPr>
              <p14:xfrm>
                <a:off x="8535044" y="3730799"/>
                <a:ext cx="47880" cy="58680"/>
              </p14:xfrm>
            </p:contentPart>
          </mc:Choice>
          <mc:Fallback xmlns="">
            <p:pic>
              <p:nvPicPr>
                <p:cNvPr id="151" name="Entrada de lápiz 150">
                  <a:extLst>
                    <a:ext uri="{FF2B5EF4-FFF2-40B4-BE49-F238E27FC236}">
                      <a16:creationId xmlns:a16="http://schemas.microsoft.com/office/drawing/2014/main" id="{8D23D4F5-1114-E733-BD77-1EA10FE08A40}"/>
                    </a:ext>
                  </a:extLst>
                </p:cNvPr>
                <p:cNvPicPr/>
                <p:nvPr/>
              </p:nvPicPr>
              <p:blipFill>
                <a:blip r:embed="rId150"/>
                <a:stretch>
                  <a:fillRect/>
                </a:stretch>
              </p:blipFill>
              <p:spPr>
                <a:xfrm>
                  <a:off x="8528924" y="3724679"/>
                  <a:ext cx="6012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52" name="Entrada de lápiz 151">
                  <a:extLst>
                    <a:ext uri="{FF2B5EF4-FFF2-40B4-BE49-F238E27FC236}">
                      <a16:creationId xmlns:a16="http://schemas.microsoft.com/office/drawing/2014/main" id="{DD810B4C-1FA0-D1A1-0683-297D0A8BFE8F}"/>
                    </a:ext>
                  </a:extLst>
                </p14:cNvPr>
                <p14:cNvContentPartPr/>
                <p14:nvPr/>
              </p14:nvContentPartPr>
              <p14:xfrm>
                <a:off x="8599124" y="3699479"/>
                <a:ext cx="4320" cy="14040"/>
              </p14:xfrm>
            </p:contentPart>
          </mc:Choice>
          <mc:Fallback xmlns="">
            <p:pic>
              <p:nvPicPr>
                <p:cNvPr id="152" name="Entrada de lápiz 151">
                  <a:extLst>
                    <a:ext uri="{FF2B5EF4-FFF2-40B4-BE49-F238E27FC236}">
                      <a16:creationId xmlns:a16="http://schemas.microsoft.com/office/drawing/2014/main" id="{DD810B4C-1FA0-D1A1-0683-297D0A8BFE8F}"/>
                    </a:ext>
                  </a:extLst>
                </p:cNvPr>
                <p:cNvPicPr/>
                <p:nvPr/>
              </p:nvPicPr>
              <p:blipFill>
                <a:blip r:embed="rId152"/>
                <a:stretch>
                  <a:fillRect/>
                </a:stretch>
              </p:blipFill>
              <p:spPr>
                <a:xfrm>
                  <a:off x="8593004" y="3693359"/>
                  <a:ext cx="1656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54" name="Entrada de lápiz 153">
                  <a:extLst>
                    <a:ext uri="{FF2B5EF4-FFF2-40B4-BE49-F238E27FC236}">
                      <a16:creationId xmlns:a16="http://schemas.microsoft.com/office/drawing/2014/main" id="{4C5F73E3-F8D1-DCE5-B110-60CB125B1AEA}"/>
                    </a:ext>
                  </a:extLst>
                </p14:cNvPr>
                <p14:cNvContentPartPr/>
                <p14:nvPr/>
              </p14:nvContentPartPr>
              <p14:xfrm>
                <a:off x="8603444" y="3763559"/>
                <a:ext cx="9360" cy="13320"/>
              </p14:xfrm>
            </p:contentPart>
          </mc:Choice>
          <mc:Fallback xmlns="">
            <p:pic>
              <p:nvPicPr>
                <p:cNvPr id="154" name="Entrada de lápiz 153">
                  <a:extLst>
                    <a:ext uri="{FF2B5EF4-FFF2-40B4-BE49-F238E27FC236}">
                      <a16:creationId xmlns:a16="http://schemas.microsoft.com/office/drawing/2014/main" id="{4C5F73E3-F8D1-DCE5-B110-60CB125B1AEA}"/>
                    </a:ext>
                  </a:extLst>
                </p:cNvPr>
                <p:cNvPicPr/>
                <p:nvPr/>
              </p:nvPicPr>
              <p:blipFill>
                <a:blip r:embed="rId154"/>
                <a:stretch>
                  <a:fillRect/>
                </a:stretch>
              </p:blipFill>
              <p:spPr>
                <a:xfrm>
                  <a:off x="8597324" y="3757439"/>
                  <a:ext cx="2160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55" name="Entrada de lápiz 154">
                  <a:extLst>
                    <a:ext uri="{FF2B5EF4-FFF2-40B4-BE49-F238E27FC236}">
                      <a16:creationId xmlns:a16="http://schemas.microsoft.com/office/drawing/2014/main" id="{1A41C00E-27EA-F856-4F46-07594C49A0DD}"/>
                    </a:ext>
                  </a:extLst>
                </p14:cNvPr>
                <p14:cNvContentPartPr/>
                <p14:nvPr/>
              </p14:nvContentPartPr>
              <p14:xfrm>
                <a:off x="8620004" y="3765719"/>
                <a:ext cx="1440" cy="20160"/>
              </p14:xfrm>
            </p:contentPart>
          </mc:Choice>
          <mc:Fallback xmlns="">
            <p:pic>
              <p:nvPicPr>
                <p:cNvPr id="155" name="Entrada de lápiz 154">
                  <a:extLst>
                    <a:ext uri="{FF2B5EF4-FFF2-40B4-BE49-F238E27FC236}">
                      <a16:creationId xmlns:a16="http://schemas.microsoft.com/office/drawing/2014/main" id="{1A41C00E-27EA-F856-4F46-07594C49A0DD}"/>
                    </a:ext>
                  </a:extLst>
                </p:cNvPr>
                <p:cNvPicPr/>
                <p:nvPr/>
              </p:nvPicPr>
              <p:blipFill>
                <a:blip r:embed="rId156"/>
                <a:stretch>
                  <a:fillRect/>
                </a:stretch>
              </p:blipFill>
              <p:spPr>
                <a:xfrm>
                  <a:off x="8613884" y="3759599"/>
                  <a:ext cx="1368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56" name="Entrada de lápiz 155">
                  <a:extLst>
                    <a:ext uri="{FF2B5EF4-FFF2-40B4-BE49-F238E27FC236}">
                      <a16:creationId xmlns:a16="http://schemas.microsoft.com/office/drawing/2014/main" id="{D6087DE2-73AD-E441-0E8F-8EB7AD3AAE97}"/>
                    </a:ext>
                  </a:extLst>
                </p14:cNvPr>
                <p14:cNvContentPartPr/>
                <p14:nvPr/>
              </p14:nvContentPartPr>
              <p14:xfrm>
                <a:off x="8477444" y="3818639"/>
                <a:ext cx="191520" cy="10080"/>
              </p14:xfrm>
            </p:contentPart>
          </mc:Choice>
          <mc:Fallback xmlns="">
            <p:pic>
              <p:nvPicPr>
                <p:cNvPr id="156" name="Entrada de lápiz 155">
                  <a:extLst>
                    <a:ext uri="{FF2B5EF4-FFF2-40B4-BE49-F238E27FC236}">
                      <a16:creationId xmlns:a16="http://schemas.microsoft.com/office/drawing/2014/main" id="{D6087DE2-73AD-E441-0E8F-8EB7AD3AAE97}"/>
                    </a:ext>
                  </a:extLst>
                </p:cNvPr>
                <p:cNvPicPr/>
                <p:nvPr/>
              </p:nvPicPr>
              <p:blipFill>
                <a:blip r:embed="rId158"/>
                <a:stretch>
                  <a:fillRect/>
                </a:stretch>
              </p:blipFill>
              <p:spPr>
                <a:xfrm>
                  <a:off x="8471324" y="3812519"/>
                  <a:ext cx="20376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57" name="Entrada de lápiz 156">
                  <a:extLst>
                    <a:ext uri="{FF2B5EF4-FFF2-40B4-BE49-F238E27FC236}">
                      <a16:creationId xmlns:a16="http://schemas.microsoft.com/office/drawing/2014/main" id="{805AE58E-18EE-2FA6-A848-C5FE19612BAC}"/>
                    </a:ext>
                  </a:extLst>
                </p14:cNvPr>
                <p14:cNvContentPartPr/>
                <p14:nvPr/>
              </p14:nvContentPartPr>
              <p14:xfrm>
                <a:off x="8476004" y="3863279"/>
                <a:ext cx="45000" cy="56880"/>
              </p14:xfrm>
            </p:contentPart>
          </mc:Choice>
          <mc:Fallback xmlns="">
            <p:pic>
              <p:nvPicPr>
                <p:cNvPr id="157" name="Entrada de lápiz 156">
                  <a:extLst>
                    <a:ext uri="{FF2B5EF4-FFF2-40B4-BE49-F238E27FC236}">
                      <a16:creationId xmlns:a16="http://schemas.microsoft.com/office/drawing/2014/main" id="{805AE58E-18EE-2FA6-A848-C5FE19612BAC}"/>
                    </a:ext>
                  </a:extLst>
                </p:cNvPr>
                <p:cNvPicPr/>
                <p:nvPr/>
              </p:nvPicPr>
              <p:blipFill>
                <a:blip r:embed="rId160"/>
                <a:stretch>
                  <a:fillRect/>
                </a:stretch>
              </p:blipFill>
              <p:spPr>
                <a:xfrm>
                  <a:off x="8469884" y="3857159"/>
                  <a:ext cx="5724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58" name="Entrada de lápiz 157">
                  <a:extLst>
                    <a:ext uri="{FF2B5EF4-FFF2-40B4-BE49-F238E27FC236}">
                      <a16:creationId xmlns:a16="http://schemas.microsoft.com/office/drawing/2014/main" id="{9D675893-1AD3-2CA9-DC74-0A8B36FFBF19}"/>
                    </a:ext>
                  </a:extLst>
                </p14:cNvPr>
                <p14:cNvContentPartPr/>
                <p14:nvPr/>
              </p14:nvContentPartPr>
              <p14:xfrm>
                <a:off x="8554124" y="3865079"/>
                <a:ext cx="28800" cy="54720"/>
              </p14:xfrm>
            </p:contentPart>
          </mc:Choice>
          <mc:Fallback xmlns="">
            <p:pic>
              <p:nvPicPr>
                <p:cNvPr id="158" name="Entrada de lápiz 157">
                  <a:extLst>
                    <a:ext uri="{FF2B5EF4-FFF2-40B4-BE49-F238E27FC236}">
                      <a16:creationId xmlns:a16="http://schemas.microsoft.com/office/drawing/2014/main" id="{9D675893-1AD3-2CA9-DC74-0A8B36FFBF19}"/>
                    </a:ext>
                  </a:extLst>
                </p:cNvPr>
                <p:cNvPicPr/>
                <p:nvPr/>
              </p:nvPicPr>
              <p:blipFill>
                <a:blip r:embed="rId162"/>
                <a:stretch>
                  <a:fillRect/>
                </a:stretch>
              </p:blipFill>
              <p:spPr>
                <a:xfrm>
                  <a:off x="8548004" y="3858959"/>
                  <a:ext cx="4104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59" name="Entrada de lápiz 158">
                  <a:extLst>
                    <a:ext uri="{FF2B5EF4-FFF2-40B4-BE49-F238E27FC236}">
                      <a16:creationId xmlns:a16="http://schemas.microsoft.com/office/drawing/2014/main" id="{1205EBD1-D64D-3DCE-9704-1C887D073248}"/>
                    </a:ext>
                  </a:extLst>
                </p14:cNvPr>
                <p14:cNvContentPartPr/>
                <p14:nvPr/>
              </p14:nvContentPartPr>
              <p14:xfrm>
                <a:off x="8541524" y="3893879"/>
                <a:ext cx="25920" cy="2520"/>
              </p14:xfrm>
            </p:contentPart>
          </mc:Choice>
          <mc:Fallback xmlns="">
            <p:pic>
              <p:nvPicPr>
                <p:cNvPr id="159" name="Entrada de lápiz 158">
                  <a:extLst>
                    <a:ext uri="{FF2B5EF4-FFF2-40B4-BE49-F238E27FC236}">
                      <a16:creationId xmlns:a16="http://schemas.microsoft.com/office/drawing/2014/main" id="{1205EBD1-D64D-3DCE-9704-1C887D073248}"/>
                    </a:ext>
                  </a:extLst>
                </p:cNvPr>
                <p:cNvPicPr/>
                <p:nvPr/>
              </p:nvPicPr>
              <p:blipFill>
                <a:blip r:embed="rId164"/>
                <a:stretch>
                  <a:fillRect/>
                </a:stretch>
              </p:blipFill>
              <p:spPr>
                <a:xfrm>
                  <a:off x="8535404" y="3887759"/>
                  <a:ext cx="3816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61" name="Entrada de lápiz 160">
                  <a:extLst>
                    <a:ext uri="{FF2B5EF4-FFF2-40B4-BE49-F238E27FC236}">
                      <a16:creationId xmlns:a16="http://schemas.microsoft.com/office/drawing/2014/main" id="{D1413E14-39DF-CC8B-871D-A5D181814AC8}"/>
                    </a:ext>
                  </a:extLst>
                </p14:cNvPr>
                <p14:cNvContentPartPr/>
                <p14:nvPr/>
              </p14:nvContentPartPr>
              <p14:xfrm>
                <a:off x="8608844" y="3847079"/>
                <a:ext cx="4680" cy="19080"/>
              </p14:xfrm>
            </p:contentPart>
          </mc:Choice>
          <mc:Fallback xmlns="">
            <p:pic>
              <p:nvPicPr>
                <p:cNvPr id="161" name="Entrada de lápiz 160">
                  <a:extLst>
                    <a:ext uri="{FF2B5EF4-FFF2-40B4-BE49-F238E27FC236}">
                      <a16:creationId xmlns:a16="http://schemas.microsoft.com/office/drawing/2014/main" id="{D1413E14-39DF-CC8B-871D-A5D181814AC8}"/>
                    </a:ext>
                  </a:extLst>
                </p:cNvPr>
                <p:cNvPicPr/>
                <p:nvPr/>
              </p:nvPicPr>
              <p:blipFill>
                <a:blip r:embed="rId166"/>
                <a:stretch>
                  <a:fillRect/>
                </a:stretch>
              </p:blipFill>
              <p:spPr>
                <a:xfrm>
                  <a:off x="8602724" y="3840959"/>
                  <a:ext cx="1692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62" name="Entrada de lápiz 161">
                  <a:extLst>
                    <a:ext uri="{FF2B5EF4-FFF2-40B4-BE49-F238E27FC236}">
                      <a16:creationId xmlns:a16="http://schemas.microsoft.com/office/drawing/2014/main" id="{BE311A9B-9834-666E-8595-8D3653B567FA}"/>
                    </a:ext>
                  </a:extLst>
                </p14:cNvPr>
                <p14:cNvContentPartPr/>
                <p14:nvPr/>
              </p14:nvContentPartPr>
              <p14:xfrm>
                <a:off x="8605964" y="3905399"/>
                <a:ext cx="9360" cy="18000"/>
              </p14:xfrm>
            </p:contentPart>
          </mc:Choice>
          <mc:Fallback xmlns="">
            <p:pic>
              <p:nvPicPr>
                <p:cNvPr id="162" name="Entrada de lápiz 161">
                  <a:extLst>
                    <a:ext uri="{FF2B5EF4-FFF2-40B4-BE49-F238E27FC236}">
                      <a16:creationId xmlns:a16="http://schemas.microsoft.com/office/drawing/2014/main" id="{BE311A9B-9834-666E-8595-8D3653B567FA}"/>
                    </a:ext>
                  </a:extLst>
                </p:cNvPr>
                <p:cNvPicPr/>
                <p:nvPr/>
              </p:nvPicPr>
              <p:blipFill>
                <a:blip r:embed="rId168"/>
                <a:stretch>
                  <a:fillRect/>
                </a:stretch>
              </p:blipFill>
              <p:spPr>
                <a:xfrm>
                  <a:off x="8599844" y="3899279"/>
                  <a:ext cx="2160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63" name="Entrada de lápiz 162">
                  <a:extLst>
                    <a:ext uri="{FF2B5EF4-FFF2-40B4-BE49-F238E27FC236}">
                      <a16:creationId xmlns:a16="http://schemas.microsoft.com/office/drawing/2014/main" id="{7C89046E-04C0-BC64-6F36-C4873EDE41F8}"/>
                    </a:ext>
                  </a:extLst>
                </p14:cNvPr>
                <p14:cNvContentPartPr/>
                <p14:nvPr/>
              </p14:nvContentPartPr>
              <p14:xfrm>
                <a:off x="8618564" y="3914399"/>
                <a:ext cx="1080" cy="18000"/>
              </p14:xfrm>
            </p:contentPart>
          </mc:Choice>
          <mc:Fallback xmlns="">
            <p:pic>
              <p:nvPicPr>
                <p:cNvPr id="163" name="Entrada de lápiz 162">
                  <a:extLst>
                    <a:ext uri="{FF2B5EF4-FFF2-40B4-BE49-F238E27FC236}">
                      <a16:creationId xmlns:a16="http://schemas.microsoft.com/office/drawing/2014/main" id="{7C89046E-04C0-BC64-6F36-C4873EDE41F8}"/>
                    </a:ext>
                  </a:extLst>
                </p:cNvPr>
                <p:cNvPicPr/>
                <p:nvPr/>
              </p:nvPicPr>
              <p:blipFill>
                <a:blip r:embed="rId170"/>
                <a:stretch>
                  <a:fillRect/>
                </a:stretch>
              </p:blipFill>
              <p:spPr>
                <a:xfrm>
                  <a:off x="8612444" y="3908279"/>
                  <a:ext cx="1332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64" name="Entrada de lápiz 163">
                  <a:extLst>
                    <a:ext uri="{FF2B5EF4-FFF2-40B4-BE49-F238E27FC236}">
                      <a16:creationId xmlns:a16="http://schemas.microsoft.com/office/drawing/2014/main" id="{BE2BCEC8-4D90-8E4F-71A3-BD14BBDF9FEA}"/>
                    </a:ext>
                  </a:extLst>
                </p14:cNvPr>
                <p14:cNvContentPartPr/>
                <p14:nvPr/>
              </p14:nvContentPartPr>
              <p14:xfrm>
                <a:off x="8626484" y="3840599"/>
                <a:ext cx="10800" cy="24120"/>
              </p14:xfrm>
            </p:contentPart>
          </mc:Choice>
          <mc:Fallback xmlns="">
            <p:pic>
              <p:nvPicPr>
                <p:cNvPr id="164" name="Entrada de lápiz 163">
                  <a:extLst>
                    <a:ext uri="{FF2B5EF4-FFF2-40B4-BE49-F238E27FC236}">
                      <a16:creationId xmlns:a16="http://schemas.microsoft.com/office/drawing/2014/main" id="{BE2BCEC8-4D90-8E4F-71A3-BD14BBDF9FEA}"/>
                    </a:ext>
                  </a:extLst>
                </p:cNvPr>
                <p:cNvPicPr/>
                <p:nvPr/>
              </p:nvPicPr>
              <p:blipFill>
                <a:blip r:embed="rId172"/>
                <a:stretch>
                  <a:fillRect/>
                </a:stretch>
              </p:blipFill>
              <p:spPr>
                <a:xfrm>
                  <a:off x="8620364" y="3834479"/>
                  <a:ext cx="2304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65" name="Entrada de lápiz 164">
                  <a:extLst>
                    <a:ext uri="{FF2B5EF4-FFF2-40B4-BE49-F238E27FC236}">
                      <a16:creationId xmlns:a16="http://schemas.microsoft.com/office/drawing/2014/main" id="{6B8A5079-288F-2F95-89DA-2F6E34B075D5}"/>
                    </a:ext>
                  </a:extLst>
                </p14:cNvPr>
                <p14:cNvContentPartPr/>
                <p14:nvPr/>
              </p14:nvContentPartPr>
              <p14:xfrm>
                <a:off x="8589044" y="3839879"/>
                <a:ext cx="6840" cy="29880"/>
              </p14:xfrm>
            </p:contentPart>
          </mc:Choice>
          <mc:Fallback xmlns="">
            <p:pic>
              <p:nvPicPr>
                <p:cNvPr id="165" name="Entrada de lápiz 164">
                  <a:extLst>
                    <a:ext uri="{FF2B5EF4-FFF2-40B4-BE49-F238E27FC236}">
                      <a16:creationId xmlns:a16="http://schemas.microsoft.com/office/drawing/2014/main" id="{6B8A5079-288F-2F95-89DA-2F6E34B075D5}"/>
                    </a:ext>
                  </a:extLst>
                </p:cNvPr>
                <p:cNvPicPr/>
                <p:nvPr/>
              </p:nvPicPr>
              <p:blipFill>
                <a:blip r:embed="rId174"/>
                <a:stretch>
                  <a:fillRect/>
                </a:stretch>
              </p:blipFill>
              <p:spPr>
                <a:xfrm>
                  <a:off x="8582924" y="3833759"/>
                  <a:ext cx="1908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67" name="Entrada de lápiz 166">
                  <a:extLst>
                    <a:ext uri="{FF2B5EF4-FFF2-40B4-BE49-F238E27FC236}">
                      <a16:creationId xmlns:a16="http://schemas.microsoft.com/office/drawing/2014/main" id="{00DF2366-882C-E6BF-FA06-46F742FC6FA5}"/>
                    </a:ext>
                  </a:extLst>
                </p14:cNvPr>
                <p14:cNvContentPartPr/>
                <p14:nvPr/>
              </p14:nvContentPartPr>
              <p14:xfrm>
                <a:off x="8566004" y="3674279"/>
                <a:ext cx="16560" cy="40680"/>
              </p14:xfrm>
            </p:contentPart>
          </mc:Choice>
          <mc:Fallback xmlns="">
            <p:pic>
              <p:nvPicPr>
                <p:cNvPr id="167" name="Entrada de lápiz 166">
                  <a:extLst>
                    <a:ext uri="{FF2B5EF4-FFF2-40B4-BE49-F238E27FC236}">
                      <a16:creationId xmlns:a16="http://schemas.microsoft.com/office/drawing/2014/main" id="{00DF2366-882C-E6BF-FA06-46F742FC6FA5}"/>
                    </a:ext>
                  </a:extLst>
                </p:cNvPr>
                <p:cNvPicPr/>
                <p:nvPr/>
              </p:nvPicPr>
              <p:blipFill>
                <a:blip r:embed="rId176"/>
                <a:stretch>
                  <a:fillRect/>
                </a:stretch>
              </p:blipFill>
              <p:spPr>
                <a:xfrm>
                  <a:off x="8559884" y="3668159"/>
                  <a:ext cx="2880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68" name="Entrada de lápiz 167">
                  <a:extLst>
                    <a:ext uri="{FF2B5EF4-FFF2-40B4-BE49-F238E27FC236}">
                      <a16:creationId xmlns:a16="http://schemas.microsoft.com/office/drawing/2014/main" id="{C62D6F4B-7102-9D73-E162-FF3B979F9570}"/>
                    </a:ext>
                  </a:extLst>
                </p14:cNvPr>
                <p14:cNvContentPartPr/>
                <p14:nvPr/>
              </p14:nvContentPartPr>
              <p14:xfrm>
                <a:off x="8608844" y="3680039"/>
                <a:ext cx="16920" cy="24840"/>
              </p14:xfrm>
            </p:contentPart>
          </mc:Choice>
          <mc:Fallback xmlns="">
            <p:pic>
              <p:nvPicPr>
                <p:cNvPr id="168" name="Entrada de lápiz 167">
                  <a:extLst>
                    <a:ext uri="{FF2B5EF4-FFF2-40B4-BE49-F238E27FC236}">
                      <a16:creationId xmlns:a16="http://schemas.microsoft.com/office/drawing/2014/main" id="{C62D6F4B-7102-9D73-E162-FF3B979F9570}"/>
                    </a:ext>
                  </a:extLst>
                </p:cNvPr>
                <p:cNvPicPr/>
                <p:nvPr/>
              </p:nvPicPr>
              <p:blipFill>
                <a:blip r:embed="rId178"/>
                <a:stretch>
                  <a:fillRect/>
                </a:stretch>
              </p:blipFill>
              <p:spPr>
                <a:xfrm>
                  <a:off x="8602724" y="3673919"/>
                  <a:ext cx="2916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70" name="Entrada de lápiz 169">
                  <a:extLst>
                    <a:ext uri="{FF2B5EF4-FFF2-40B4-BE49-F238E27FC236}">
                      <a16:creationId xmlns:a16="http://schemas.microsoft.com/office/drawing/2014/main" id="{398AA60F-70F3-FEE1-C9C0-EC0C6C30EEF6}"/>
                    </a:ext>
                  </a:extLst>
                </p14:cNvPr>
                <p14:cNvContentPartPr/>
                <p14:nvPr/>
              </p14:nvContentPartPr>
              <p14:xfrm>
                <a:off x="8669324" y="3100799"/>
                <a:ext cx="82080" cy="895680"/>
              </p14:xfrm>
            </p:contentPart>
          </mc:Choice>
          <mc:Fallback xmlns="">
            <p:pic>
              <p:nvPicPr>
                <p:cNvPr id="170" name="Entrada de lápiz 169">
                  <a:extLst>
                    <a:ext uri="{FF2B5EF4-FFF2-40B4-BE49-F238E27FC236}">
                      <a16:creationId xmlns:a16="http://schemas.microsoft.com/office/drawing/2014/main" id="{398AA60F-70F3-FEE1-C9C0-EC0C6C30EEF6}"/>
                    </a:ext>
                  </a:extLst>
                </p:cNvPr>
                <p:cNvPicPr/>
                <p:nvPr/>
              </p:nvPicPr>
              <p:blipFill>
                <a:blip r:embed="rId180"/>
                <a:stretch>
                  <a:fillRect/>
                </a:stretch>
              </p:blipFill>
              <p:spPr>
                <a:xfrm>
                  <a:off x="8663204" y="3094679"/>
                  <a:ext cx="94320" cy="907920"/>
                </a:xfrm>
                <a:prstGeom prst="rect">
                  <a:avLst/>
                </a:prstGeom>
              </p:spPr>
            </p:pic>
          </mc:Fallback>
        </mc:AlternateContent>
      </p:grpSp>
      <p:grpSp>
        <p:nvGrpSpPr>
          <p:cNvPr id="182" name="Grupo 181">
            <a:extLst>
              <a:ext uri="{FF2B5EF4-FFF2-40B4-BE49-F238E27FC236}">
                <a16:creationId xmlns:a16="http://schemas.microsoft.com/office/drawing/2014/main" id="{D3909F07-8A16-290C-5308-92A46DD455B9}"/>
              </a:ext>
            </a:extLst>
          </p:cNvPr>
          <p:cNvGrpSpPr/>
          <p:nvPr/>
        </p:nvGrpSpPr>
        <p:grpSpPr>
          <a:xfrm>
            <a:off x="6979484" y="3453599"/>
            <a:ext cx="332280" cy="195120"/>
            <a:chOff x="6979484" y="3453599"/>
            <a:chExt cx="332280" cy="195120"/>
          </a:xfrm>
        </p:grpSpPr>
        <mc:AlternateContent xmlns:mc="http://schemas.openxmlformats.org/markup-compatibility/2006" xmlns:p14="http://schemas.microsoft.com/office/powerpoint/2010/main">
          <mc:Choice Requires="p14">
            <p:contentPart p14:bwMode="auto" r:id="rId181">
              <p14:nvContentPartPr>
                <p14:cNvPr id="172" name="Entrada de lápiz 171">
                  <a:extLst>
                    <a:ext uri="{FF2B5EF4-FFF2-40B4-BE49-F238E27FC236}">
                      <a16:creationId xmlns:a16="http://schemas.microsoft.com/office/drawing/2014/main" id="{E96095DD-4464-3AF4-115D-F64BC85E6AC1}"/>
                    </a:ext>
                  </a:extLst>
                </p14:cNvPr>
                <p14:cNvContentPartPr/>
                <p14:nvPr/>
              </p14:nvContentPartPr>
              <p14:xfrm>
                <a:off x="7259924" y="3465839"/>
                <a:ext cx="51840" cy="182880"/>
              </p14:xfrm>
            </p:contentPart>
          </mc:Choice>
          <mc:Fallback xmlns="">
            <p:pic>
              <p:nvPicPr>
                <p:cNvPr id="172" name="Entrada de lápiz 171">
                  <a:extLst>
                    <a:ext uri="{FF2B5EF4-FFF2-40B4-BE49-F238E27FC236}">
                      <a16:creationId xmlns:a16="http://schemas.microsoft.com/office/drawing/2014/main" id="{E96095DD-4464-3AF4-115D-F64BC85E6AC1}"/>
                    </a:ext>
                  </a:extLst>
                </p:cNvPr>
                <p:cNvPicPr/>
                <p:nvPr/>
              </p:nvPicPr>
              <p:blipFill>
                <a:blip r:embed="rId182"/>
                <a:stretch>
                  <a:fillRect/>
                </a:stretch>
              </p:blipFill>
              <p:spPr>
                <a:xfrm>
                  <a:off x="7253804" y="3459719"/>
                  <a:ext cx="6408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73" name="Entrada de lápiz 172">
                  <a:extLst>
                    <a:ext uri="{FF2B5EF4-FFF2-40B4-BE49-F238E27FC236}">
                      <a16:creationId xmlns:a16="http://schemas.microsoft.com/office/drawing/2014/main" id="{D8529CF9-89BF-13C3-4E26-6AB0A0E151A1}"/>
                    </a:ext>
                  </a:extLst>
                </p14:cNvPr>
                <p14:cNvContentPartPr/>
                <p14:nvPr/>
              </p14:nvContentPartPr>
              <p14:xfrm>
                <a:off x="6979484" y="3515519"/>
                <a:ext cx="82800" cy="92160"/>
              </p14:xfrm>
            </p:contentPart>
          </mc:Choice>
          <mc:Fallback xmlns="">
            <p:pic>
              <p:nvPicPr>
                <p:cNvPr id="173" name="Entrada de lápiz 172">
                  <a:extLst>
                    <a:ext uri="{FF2B5EF4-FFF2-40B4-BE49-F238E27FC236}">
                      <a16:creationId xmlns:a16="http://schemas.microsoft.com/office/drawing/2014/main" id="{D8529CF9-89BF-13C3-4E26-6AB0A0E151A1}"/>
                    </a:ext>
                  </a:extLst>
                </p:cNvPr>
                <p:cNvPicPr/>
                <p:nvPr/>
              </p:nvPicPr>
              <p:blipFill>
                <a:blip r:embed="rId184"/>
                <a:stretch>
                  <a:fillRect/>
                </a:stretch>
              </p:blipFill>
              <p:spPr>
                <a:xfrm>
                  <a:off x="6973364" y="3509399"/>
                  <a:ext cx="9504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74" name="Entrada de lápiz 173">
                  <a:extLst>
                    <a:ext uri="{FF2B5EF4-FFF2-40B4-BE49-F238E27FC236}">
                      <a16:creationId xmlns:a16="http://schemas.microsoft.com/office/drawing/2014/main" id="{2E23A47F-D190-3B29-03C3-BFE374ECA256}"/>
                    </a:ext>
                  </a:extLst>
                </p14:cNvPr>
                <p14:cNvContentPartPr/>
                <p14:nvPr/>
              </p14:nvContentPartPr>
              <p14:xfrm>
                <a:off x="7016204" y="3504359"/>
                <a:ext cx="83160" cy="84960"/>
              </p14:xfrm>
            </p:contentPart>
          </mc:Choice>
          <mc:Fallback xmlns="">
            <p:pic>
              <p:nvPicPr>
                <p:cNvPr id="174" name="Entrada de lápiz 173">
                  <a:extLst>
                    <a:ext uri="{FF2B5EF4-FFF2-40B4-BE49-F238E27FC236}">
                      <a16:creationId xmlns:a16="http://schemas.microsoft.com/office/drawing/2014/main" id="{2E23A47F-D190-3B29-03C3-BFE374ECA256}"/>
                    </a:ext>
                  </a:extLst>
                </p:cNvPr>
                <p:cNvPicPr/>
                <p:nvPr/>
              </p:nvPicPr>
              <p:blipFill>
                <a:blip r:embed="rId186"/>
                <a:stretch>
                  <a:fillRect/>
                </a:stretch>
              </p:blipFill>
              <p:spPr>
                <a:xfrm>
                  <a:off x="7010084" y="3498239"/>
                  <a:ext cx="9540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75" name="Entrada de lápiz 174">
                  <a:extLst>
                    <a:ext uri="{FF2B5EF4-FFF2-40B4-BE49-F238E27FC236}">
                      <a16:creationId xmlns:a16="http://schemas.microsoft.com/office/drawing/2014/main" id="{2C694865-83D6-5673-8AA2-8AC254DF2A89}"/>
                    </a:ext>
                  </a:extLst>
                </p14:cNvPr>
                <p14:cNvContentPartPr/>
                <p14:nvPr/>
              </p14:nvContentPartPr>
              <p14:xfrm>
                <a:off x="7128524" y="3470519"/>
                <a:ext cx="7560" cy="31680"/>
              </p14:xfrm>
            </p:contentPart>
          </mc:Choice>
          <mc:Fallback xmlns="">
            <p:pic>
              <p:nvPicPr>
                <p:cNvPr id="175" name="Entrada de lápiz 174">
                  <a:extLst>
                    <a:ext uri="{FF2B5EF4-FFF2-40B4-BE49-F238E27FC236}">
                      <a16:creationId xmlns:a16="http://schemas.microsoft.com/office/drawing/2014/main" id="{2C694865-83D6-5673-8AA2-8AC254DF2A89}"/>
                    </a:ext>
                  </a:extLst>
                </p:cNvPr>
                <p:cNvPicPr/>
                <p:nvPr/>
              </p:nvPicPr>
              <p:blipFill>
                <a:blip r:embed="rId188"/>
                <a:stretch>
                  <a:fillRect/>
                </a:stretch>
              </p:blipFill>
              <p:spPr>
                <a:xfrm>
                  <a:off x="7122404" y="3464399"/>
                  <a:ext cx="1980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76" name="Entrada de lápiz 175">
                  <a:extLst>
                    <a:ext uri="{FF2B5EF4-FFF2-40B4-BE49-F238E27FC236}">
                      <a16:creationId xmlns:a16="http://schemas.microsoft.com/office/drawing/2014/main" id="{825DBF36-E671-17EF-35A1-5A373039AA42}"/>
                    </a:ext>
                  </a:extLst>
                </p14:cNvPr>
                <p14:cNvContentPartPr/>
                <p14:nvPr/>
              </p14:nvContentPartPr>
              <p14:xfrm>
                <a:off x="7104404" y="3453599"/>
                <a:ext cx="18000" cy="1800"/>
              </p14:xfrm>
            </p:contentPart>
          </mc:Choice>
          <mc:Fallback xmlns="">
            <p:pic>
              <p:nvPicPr>
                <p:cNvPr id="176" name="Entrada de lápiz 175">
                  <a:extLst>
                    <a:ext uri="{FF2B5EF4-FFF2-40B4-BE49-F238E27FC236}">
                      <a16:creationId xmlns:a16="http://schemas.microsoft.com/office/drawing/2014/main" id="{825DBF36-E671-17EF-35A1-5A373039AA42}"/>
                    </a:ext>
                  </a:extLst>
                </p:cNvPr>
                <p:cNvPicPr/>
                <p:nvPr/>
              </p:nvPicPr>
              <p:blipFill>
                <a:blip r:embed="rId190"/>
                <a:stretch>
                  <a:fillRect/>
                </a:stretch>
              </p:blipFill>
              <p:spPr>
                <a:xfrm>
                  <a:off x="7098284" y="3447479"/>
                  <a:ext cx="3024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77" name="Entrada de lápiz 176">
                  <a:extLst>
                    <a:ext uri="{FF2B5EF4-FFF2-40B4-BE49-F238E27FC236}">
                      <a16:creationId xmlns:a16="http://schemas.microsoft.com/office/drawing/2014/main" id="{4FC9C59A-980A-CC12-7838-ACC4B95C4C78}"/>
                    </a:ext>
                  </a:extLst>
                </p14:cNvPr>
                <p14:cNvContentPartPr/>
                <p14:nvPr/>
              </p14:nvContentPartPr>
              <p14:xfrm>
                <a:off x="7098284" y="3456479"/>
                <a:ext cx="15120" cy="45360"/>
              </p14:xfrm>
            </p:contentPart>
          </mc:Choice>
          <mc:Fallback xmlns="">
            <p:pic>
              <p:nvPicPr>
                <p:cNvPr id="177" name="Entrada de lápiz 176">
                  <a:extLst>
                    <a:ext uri="{FF2B5EF4-FFF2-40B4-BE49-F238E27FC236}">
                      <a16:creationId xmlns:a16="http://schemas.microsoft.com/office/drawing/2014/main" id="{4FC9C59A-980A-CC12-7838-ACC4B95C4C78}"/>
                    </a:ext>
                  </a:extLst>
                </p:cNvPr>
                <p:cNvPicPr/>
                <p:nvPr/>
              </p:nvPicPr>
              <p:blipFill>
                <a:blip r:embed="rId192"/>
                <a:stretch>
                  <a:fillRect/>
                </a:stretch>
              </p:blipFill>
              <p:spPr>
                <a:xfrm>
                  <a:off x="7092164" y="3450359"/>
                  <a:ext cx="2736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78" name="Entrada de lápiz 177">
                  <a:extLst>
                    <a:ext uri="{FF2B5EF4-FFF2-40B4-BE49-F238E27FC236}">
                      <a16:creationId xmlns:a16="http://schemas.microsoft.com/office/drawing/2014/main" id="{F397B145-6D82-439E-64AE-B5BB7B370D8D}"/>
                    </a:ext>
                  </a:extLst>
                </p14:cNvPr>
                <p14:cNvContentPartPr/>
                <p14:nvPr/>
              </p14:nvContentPartPr>
              <p14:xfrm>
                <a:off x="7153004" y="3456479"/>
                <a:ext cx="9000" cy="50400"/>
              </p14:xfrm>
            </p:contentPart>
          </mc:Choice>
          <mc:Fallback xmlns="">
            <p:pic>
              <p:nvPicPr>
                <p:cNvPr id="178" name="Entrada de lápiz 177">
                  <a:extLst>
                    <a:ext uri="{FF2B5EF4-FFF2-40B4-BE49-F238E27FC236}">
                      <a16:creationId xmlns:a16="http://schemas.microsoft.com/office/drawing/2014/main" id="{F397B145-6D82-439E-64AE-B5BB7B370D8D}"/>
                    </a:ext>
                  </a:extLst>
                </p:cNvPr>
                <p:cNvPicPr/>
                <p:nvPr/>
              </p:nvPicPr>
              <p:blipFill>
                <a:blip r:embed="rId194"/>
                <a:stretch>
                  <a:fillRect/>
                </a:stretch>
              </p:blipFill>
              <p:spPr>
                <a:xfrm>
                  <a:off x="7146884" y="3450359"/>
                  <a:ext cx="2124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80" name="Entrada de lápiz 179">
                  <a:extLst>
                    <a:ext uri="{FF2B5EF4-FFF2-40B4-BE49-F238E27FC236}">
                      <a16:creationId xmlns:a16="http://schemas.microsoft.com/office/drawing/2014/main" id="{AFF30590-0E9E-05E4-1405-0E774D24F6C6}"/>
                    </a:ext>
                  </a:extLst>
                </p14:cNvPr>
                <p14:cNvContentPartPr/>
                <p14:nvPr/>
              </p14:nvContentPartPr>
              <p14:xfrm>
                <a:off x="7117724" y="3595079"/>
                <a:ext cx="16560" cy="24120"/>
              </p14:xfrm>
            </p:contentPart>
          </mc:Choice>
          <mc:Fallback xmlns="">
            <p:pic>
              <p:nvPicPr>
                <p:cNvPr id="180" name="Entrada de lápiz 179">
                  <a:extLst>
                    <a:ext uri="{FF2B5EF4-FFF2-40B4-BE49-F238E27FC236}">
                      <a16:creationId xmlns:a16="http://schemas.microsoft.com/office/drawing/2014/main" id="{AFF30590-0E9E-05E4-1405-0E774D24F6C6}"/>
                    </a:ext>
                  </a:extLst>
                </p:cNvPr>
                <p:cNvPicPr/>
                <p:nvPr/>
              </p:nvPicPr>
              <p:blipFill>
                <a:blip r:embed="rId196"/>
                <a:stretch>
                  <a:fillRect/>
                </a:stretch>
              </p:blipFill>
              <p:spPr>
                <a:xfrm>
                  <a:off x="7111604" y="3588959"/>
                  <a:ext cx="2880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81" name="Entrada de lápiz 180">
                  <a:extLst>
                    <a:ext uri="{FF2B5EF4-FFF2-40B4-BE49-F238E27FC236}">
                      <a16:creationId xmlns:a16="http://schemas.microsoft.com/office/drawing/2014/main" id="{91D109B0-3763-0D8D-023B-D4040BF9E6F9}"/>
                    </a:ext>
                  </a:extLst>
                </p14:cNvPr>
                <p14:cNvContentPartPr/>
                <p14:nvPr/>
              </p14:nvContentPartPr>
              <p14:xfrm>
                <a:off x="7138964" y="3605159"/>
                <a:ext cx="3960" cy="25920"/>
              </p14:xfrm>
            </p:contentPart>
          </mc:Choice>
          <mc:Fallback xmlns="">
            <p:pic>
              <p:nvPicPr>
                <p:cNvPr id="181" name="Entrada de lápiz 180">
                  <a:extLst>
                    <a:ext uri="{FF2B5EF4-FFF2-40B4-BE49-F238E27FC236}">
                      <a16:creationId xmlns:a16="http://schemas.microsoft.com/office/drawing/2014/main" id="{91D109B0-3763-0D8D-023B-D4040BF9E6F9}"/>
                    </a:ext>
                  </a:extLst>
                </p:cNvPr>
                <p:cNvPicPr/>
                <p:nvPr/>
              </p:nvPicPr>
              <p:blipFill>
                <a:blip r:embed="rId198"/>
                <a:stretch>
                  <a:fillRect/>
                </a:stretch>
              </p:blipFill>
              <p:spPr>
                <a:xfrm>
                  <a:off x="7132844" y="3599039"/>
                  <a:ext cx="16200" cy="38160"/>
                </a:xfrm>
                <a:prstGeom prst="rect">
                  <a:avLst/>
                </a:prstGeom>
              </p:spPr>
            </p:pic>
          </mc:Fallback>
        </mc:AlternateContent>
      </p:grpSp>
      <p:grpSp>
        <p:nvGrpSpPr>
          <p:cNvPr id="194" name="Grupo 193">
            <a:extLst>
              <a:ext uri="{FF2B5EF4-FFF2-40B4-BE49-F238E27FC236}">
                <a16:creationId xmlns:a16="http://schemas.microsoft.com/office/drawing/2014/main" id="{38F0B0FF-CFA9-149C-4C64-26522B54FC07}"/>
              </a:ext>
            </a:extLst>
          </p:cNvPr>
          <p:cNvGrpSpPr/>
          <p:nvPr/>
        </p:nvGrpSpPr>
        <p:grpSpPr>
          <a:xfrm>
            <a:off x="6613364" y="3468719"/>
            <a:ext cx="200520" cy="166320"/>
            <a:chOff x="6613364" y="3468719"/>
            <a:chExt cx="200520" cy="166320"/>
          </a:xfrm>
        </p:grpSpPr>
        <mc:AlternateContent xmlns:mc="http://schemas.openxmlformats.org/markup-compatibility/2006" xmlns:p14="http://schemas.microsoft.com/office/powerpoint/2010/main">
          <mc:Choice Requires="p14">
            <p:contentPart p14:bwMode="auto" r:id="rId199">
              <p14:nvContentPartPr>
                <p14:cNvPr id="185" name="Entrada de lápiz 184">
                  <a:extLst>
                    <a:ext uri="{FF2B5EF4-FFF2-40B4-BE49-F238E27FC236}">
                      <a16:creationId xmlns:a16="http://schemas.microsoft.com/office/drawing/2014/main" id="{FF971532-D82A-0FB3-0FDE-65907E6207AE}"/>
                    </a:ext>
                  </a:extLst>
                </p14:cNvPr>
                <p14:cNvContentPartPr/>
                <p14:nvPr/>
              </p14:nvContentPartPr>
              <p14:xfrm>
                <a:off x="6613364" y="3516959"/>
                <a:ext cx="49320" cy="90000"/>
              </p14:xfrm>
            </p:contentPart>
          </mc:Choice>
          <mc:Fallback xmlns="">
            <p:pic>
              <p:nvPicPr>
                <p:cNvPr id="185" name="Entrada de lápiz 184">
                  <a:extLst>
                    <a:ext uri="{FF2B5EF4-FFF2-40B4-BE49-F238E27FC236}">
                      <a16:creationId xmlns:a16="http://schemas.microsoft.com/office/drawing/2014/main" id="{FF971532-D82A-0FB3-0FDE-65907E6207AE}"/>
                    </a:ext>
                  </a:extLst>
                </p:cNvPr>
                <p:cNvPicPr/>
                <p:nvPr/>
              </p:nvPicPr>
              <p:blipFill>
                <a:blip r:embed="rId200"/>
                <a:stretch>
                  <a:fillRect/>
                </a:stretch>
              </p:blipFill>
              <p:spPr>
                <a:xfrm>
                  <a:off x="6607244" y="3510839"/>
                  <a:ext cx="6156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86" name="Entrada de lápiz 185">
                  <a:extLst>
                    <a:ext uri="{FF2B5EF4-FFF2-40B4-BE49-F238E27FC236}">
                      <a16:creationId xmlns:a16="http://schemas.microsoft.com/office/drawing/2014/main" id="{C087B3C2-9748-E9A5-B889-A900D064BF45}"/>
                    </a:ext>
                  </a:extLst>
                </p14:cNvPr>
                <p14:cNvContentPartPr/>
                <p14:nvPr/>
              </p14:nvContentPartPr>
              <p14:xfrm>
                <a:off x="6648284" y="3593279"/>
                <a:ext cx="22320" cy="38520"/>
              </p14:xfrm>
            </p:contentPart>
          </mc:Choice>
          <mc:Fallback xmlns="">
            <p:pic>
              <p:nvPicPr>
                <p:cNvPr id="186" name="Entrada de lápiz 185">
                  <a:extLst>
                    <a:ext uri="{FF2B5EF4-FFF2-40B4-BE49-F238E27FC236}">
                      <a16:creationId xmlns:a16="http://schemas.microsoft.com/office/drawing/2014/main" id="{C087B3C2-9748-E9A5-B889-A900D064BF45}"/>
                    </a:ext>
                  </a:extLst>
                </p:cNvPr>
                <p:cNvPicPr/>
                <p:nvPr/>
              </p:nvPicPr>
              <p:blipFill>
                <a:blip r:embed="rId202"/>
                <a:stretch>
                  <a:fillRect/>
                </a:stretch>
              </p:blipFill>
              <p:spPr>
                <a:xfrm>
                  <a:off x="6642164" y="3587159"/>
                  <a:ext cx="345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87" name="Entrada de lápiz 186">
                  <a:extLst>
                    <a:ext uri="{FF2B5EF4-FFF2-40B4-BE49-F238E27FC236}">
                      <a16:creationId xmlns:a16="http://schemas.microsoft.com/office/drawing/2014/main" id="{17936E4A-F321-AFC8-1246-2192795B2177}"/>
                    </a:ext>
                  </a:extLst>
                </p14:cNvPr>
                <p14:cNvContentPartPr/>
                <p14:nvPr/>
              </p14:nvContentPartPr>
              <p14:xfrm>
                <a:off x="6661244" y="3523439"/>
                <a:ext cx="50040" cy="98280"/>
              </p14:xfrm>
            </p:contentPart>
          </mc:Choice>
          <mc:Fallback xmlns="">
            <p:pic>
              <p:nvPicPr>
                <p:cNvPr id="187" name="Entrada de lápiz 186">
                  <a:extLst>
                    <a:ext uri="{FF2B5EF4-FFF2-40B4-BE49-F238E27FC236}">
                      <a16:creationId xmlns:a16="http://schemas.microsoft.com/office/drawing/2014/main" id="{17936E4A-F321-AFC8-1246-2192795B2177}"/>
                    </a:ext>
                  </a:extLst>
                </p:cNvPr>
                <p:cNvPicPr/>
                <p:nvPr/>
              </p:nvPicPr>
              <p:blipFill>
                <a:blip r:embed="rId204"/>
                <a:stretch>
                  <a:fillRect/>
                </a:stretch>
              </p:blipFill>
              <p:spPr>
                <a:xfrm>
                  <a:off x="6655124" y="3517319"/>
                  <a:ext cx="6228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88" name="Entrada de lápiz 187">
                  <a:extLst>
                    <a:ext uri="{FF2B5EF4-FFF2-40B4-BE49-F238E27FC236}">
                      <a16:creationId xmlns:a16="http://schemas.microsoft.com/office/drawing/2014/main" id="{F5D4BC91-DDF2-ADE3-DE16-AD5FFF36939C}"/>
                    </a:ext>
                  </a:extLst>
                </p14:cNvPr>
                <p14:cNvContentPartPr/>
                <p14:nvPr/>
              </p14:nvContentPartPr>
              <p14:xfrm>
                <a:off x="6670964" y="3519479"/>
                <a:ext cx="84960" cy="84960"/>
              </p14:xfrm>
            </p:contentPart>
          </mc:Choice>
          <mc:Fallback xmlns="">
            <p:pic>
              <p:nvPicPr>
                <p:cNvPr id="188" name="Entrada de lápiz 187">
                  <a:extLst>
                    <a:ext uri="{FF2B5EF4-FFF2-40B4-BE49-F238E27FC236}">
                      <a16:creationId xmlns:a16="http://schemas.microsoft.com/office/drawing/2014/main" id="{F5D4BC91-DDF2-ADE3-DE16-AD5FFF36939C}"/>
                    </a:ext>
                  </a:extLst>
                </p:cNvPr>
                <p:cNvPicPr/>
                <p:nvPr/>
              </p:nvPicPr>
              <p:blipFill>
                <a:blip r:embed="rId206"/>
                <a:stretch>
                  <a:fillRect/>
                </a:stretch>
              </p:blipFill>
              <p:spPr>
                <a:xfrm>
                  <a:off x="6664844" y="3513359"/>
                  <a:ext cx="9720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89" name="Entrada de lápiz 188">
                  <a:extLst>
                    <a:ext uri="{FF2B5EF4-FFF2-40B4-BE49-F238E27FC236}">
                      <a16:creationId xmlns:a16="http://schemas.microsoft.com/office/drawing/2014/main" id="{EC9639ED-6B16-392D-996B-CAF7D3D59F4D}"/>
                    </a:ext>
                  </a:extLst>
                </p14:cNvPr>
                <p14:cNvContentPartPr/>
                <p14:nvPr/>
              </p14:nvContentPartPr>
              <p14:xfrm>
                <a:off x="6781844" y="3480599"/>
                <a:ext cx="9000" cy="34200"/>
              </p14:xfrm>
            </p:contentPart>
          </mc:Choice>
          <mc:Fallback xmlns="">
            <p:pic>
              <p:nvPicPr>
                <p:cNvPr id="189" name="Entrada de lápiz 188">
                  <a:extLst>
                    <a:ext uri="{FF2B5EF4-FFF2-40B4-BE49-F238E27FC236}">
                      <a16:creationId xmlns:a16="http://schemas.microsoft.com/office/drawing/2014/main" id="{EC9639ED-6B16-392D-996B-CAF7D3D59F4D}"/>
                    </a:ext>
                  </a:extLst>
                </p:cNvPr>
                <p:cNvPicPr/>
                <p:nvPr/>
              </p:nvPicPr>
              <p:blipFill>
                <a:blip r:embed="rId208"/>
                <a:stretch>
                  <a:fillRect/>
                </a:stretch>
              </p:blipFill>
              <p:spPr>
                <a:xfrm>
                  <a:off x="6775724" y="3474479"/>
                  <a:ext cx="212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90" name="Entrada de lápiz 189">
                  <a:extLst>
                    <a:ext uri="{FF2B5EF4-FFF2-40B4-BE49-F238E27FC236}">
                      <a16:creationId xmlns:a16="http://schemas.microsoft.com/office/drawing/2014/main" id="{017DF3FB-BDAE-2BC7-DCA0-634D60DB6ED9}"/>
                    </a:ext>
                  </a:extLst>
                </p14:cNvPr>
                <p14:cNvContentPartPr/>
                <p14:nvPr/>
              </p14:nvContentPartPr>
              <p14:xfrm>
                <a:off x="6753404" y="3468719"/>
                <a:ext cx="9360" cy="3600"/>
              </p14:xfrm>
            </p:contentPart>
          </mc:Choice>
          <mc:Fallback xmlns="">
            <p:pic>
              <p:nvPicPr>
                <p:cNvPr id="190" name="Entrada de lápiz 189">
                  <a:extLst>
                    <a:ext uri="{FF2B5EF4-FFF2-40B4-BE49-F238E27FC236}">
                      <a16:creationId xmlns:a16="http://schemas.microsoft.com/office/drawing/2014/main" id="{017DF3FB-BDAE-2BC7-DCA0-634D60DB6ED9}"/>
                    </a:ext>
                  </a:extLst>
                </p:cNvPr>
                <p:cNvPicPr/>
                <p:nvPr/>
              </p:nvPicPr>
              <p:blipFill>
                <a:blip r:embed="rId210"/>
                <a:stretch>
                  <a:fillRect/>
                </a:stretch>
              </p:blipFill>
              <p:spPr>
                <a:xfrm>
                  <a:off x="6747284" y="3462599"/>
                  <a:ext cx="2160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91" name="Entrada de lápiz 190">
                  <a:extLst>
                    <a:ext uri="{FF2B5EF4-FFF2-40B4-BE49-F238E27FC236}">
                      <a16:creationId xmlns:a16="http://schemas.microsoft.com/office/drawing/2014/main" id="{709D642B-72F7-9979-7947-74E7FA599BB7}"/>
                    </a:ext>
                  </a:extLst>
                </p14:cNvPr>
                <p14:cNvContentPartPr/>
                <p14:nvPr/>
              </p14:nvContentPartPr>
              <p14:xfrm>
                <a:off x="6745844" y="3474479"/>
                <a:ext cx="21960" cy="49320"/>
              </p14:xfrm>
            </p:contentPart>
          </mc:Choice>
          <mc:Fallback xmlns="">
            <p:pic>
              <p:nvPicPr>
                <p:cNvPr id="191" name="Entrada de lápiz 190">
                  <a:extLst>
                    <a:ext uri="{FF2B5EF4-FFF2-40B4-BE49-F238E27FC236}">
                      <a16:creationId xmlns:a16="http://schemas.microsoft.com/office/drawing/2014/main" id="{709D642B-72F7-9979-7947-74E7FA599BB7}"/>
                    </a:ext>
                  </a:extLst>
                </p:cNvPr>
                <p:cNvPicPr/>
                <p:nvPr/>
              </p:nvPicPr>
              <p:blipFill>
                <a:blip r:embed="rId212"/>
                <a:stretch>
                  <a:fillRect/>
                </a:stretch>
              </p:blipFill>
              <p:spPr>
                <a:xfrm>
                  <a:off x="6739724" y="3468359"/>
                  <a:ext cx="3420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92" name="Entrada de lápiz 191">
                  <a:extLst>
                    <a:ext uri="{FF2B5EF4-FFF2-40B4-BE49-F238E27FC236}">
                      <a16:creationId xmlns:a16="http://schemas.microsoft.com/office/drawing/2014/main" id="{B309DBA8-40DA-8312-7D54-B4F77106A8FA}"/>
                    </a:ext>
                  </a:extLst>
                </p14:cNvPr>
                <p14:cNvContentPartPr/>
                <p14:nvPr/>
              </p14:nvContentPartPr>
              <p14:xfrm>
                <a:off x="6791924" y="3469439"/>
                <a:ext cx="21960" cy="48240"/>
              </p14:xfrm>
            </p:contentPart>
          </mc:Choice>
          <mc:Fallback xmlns="">
            <p:pic>
              <p:nvPicPr>
                <p:cNvPr id="192" name="Entrada de lápiz 191">
                  <a:extLst>
                    <a:ext uri="{FF2B5EF4-FFF2-40B4-BE49-F238E27FC236}">
                      <a16:creationId xmlns:a16="http://schemas.microsoft.com/office/drawing/2014/main" id="{B309DBA8-40DA-8312-7D54-B4F77106A8FA}"/>
                    </a:ext>
                  </a:extLst>
                </p:cNvPr>
                <p:cNvPicPr/>
                <p:nvPr/>
              </p:nvPicPr>
              <p:blipFill>
                <a:blip r:embed="rId214"/>
                <a:stretch>
                  <a:fillRect/>
                </a:stretch>
              </p:blipFill>
              <p:spPr>
                <a:xfrm>
                  <a:off x="6785804" y="3463319"/>
                  <a:ext cx="3420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93" name="Entrada de lápiz 192">
                  <a:extLst>
                    <a:ext uri="{FF2B5EF4-FFF2-40B4-BE49-F238E27FC236}">
                      <a16:creationId xmlns:a16="http://schemas.microsoft.com/office/drawing/2014/main" id="{ED955563-7B71-CF04-8BB1-7C0E66EB982E}"/>
                    </a:ext>
                  </a:extLst>
                </p14:cNvPr>
                <p14:cNvContentPartPr/>
                <p14:nvPr/>
              </p14:nvContentPartPr>
              <p14:xfrm>
                <a:off x="6765644" y="3589679"/>
                <a:ext cx="24840" cy="45360"/>
              </p14:xfrm>
            </p:contentPart>
          </mc:Choice>
          <mc:Fallback xmlns="">
            <p:pic>
              <p:nvPicPr>
                <p:cNvPr id="193" name="Entrada de lápiz 192">
                  <a:extLst>
                    <a:ext uri="{FF2B5EF4-FFF2-40B4-BE49-F238E27FC236}">
                      <a16:creationId xmlns:a16="http://schemas.microsoft.com/office/drawing/2014/main" id="{ED955563-7B71-CF04-8BB1-7C0E66EB982E}"/>
                    </a:ext>
                  </a:extLst>
                </p:cNvPr>
                <p:cNvPicPr/>
                <p:nvPr/>
              </p:nvPicPr>
              <p:blipFill>
                <a:blip r:embed="rId216"/>
                <a:stretch>
                  <a:fillRect/>
                </a:stretch>
              </p:blipFill>
              <p:spPr>
                <a:xfrm>
                  <a:off x="6759524" y="3583559"/>
                  <a:ext cx="37080" cy="57600"/>
                </a:xfrm>
                <a:prstGeom prst="rect">
                  <a:avLst/>
                </a:prstGeom>
              </p:spPr>
            </p:pic>
          </mc:Fallback>
        </mc:AlternateContent>
      </p:grpSp>
      <p:grpSp>
        <p:nvGrpSpPr>
          <p:cNvPr id="203" name="Grupo 202">
            <a:extLst>
              <a:ext uri="{FF2B5EF4-FFF2-40B4-BE49-F238E27FC236}">
                <a16:creationId xmlns:a16="http://schemas.microsoft.com/office/drawing/2014/main" id="{1EF9DEEB-D2D0-3DE2-3988-B361CCB089DF}"/>
              </a:ext>
            </a:extLst>
          </p:cNvPr>
          <p:cNvGrpSpPr/>
          <p:nvPr/>
        </p:nvGrpSpPr>
        <p:grpSpPr>
          <a:xfrm>
            <a:off x="6280004" y="3466559"/>
            <a:ext cx="203760" cy="166320"/>
            <a:chOff x="6280004" y="3466559"/>
            <a:chExt cx="203760" cy="166320"/>
          </a:xfrm>
        </p:grpSpPr>
        <mc:AlternateContent xmlns:mc="http://schemas.openxmlformats.org/markup-compatibility/2006" xmlns:p14="http://schemas.microsoft.com/office/powerpoint/2010/main">
          <mc:Choice Requires="p14">
            <p:contentPart p14:bwMode="auto" r:id="rId217">
              <p14:nvContentPartPr>
                <p14:cNvPr id="195" name="Entrada de lápiz 194">
                  <a:extLst>
                    <a:ext uri="{FF2B5EF4-FFF2-40B4-BE49-F238E27FC236}">
                      <a16:creationId xmlns:a16="http://schemas.microsoft.com/office/drawing/2014/main" id="{5D796E3F-5A8F-A614-C66D-177988165F23}"/>
                    </a:ext>
                  </a:extLst>
                </p14:cNvPr>
                <p14:cNvContentPartPr/>
                <p14:nvPr/>
              </p14:nvContentPartPr>
              <p14:xfrm>
                <a:off x="6280004" y="3523439"/>
                <a:ext cx="98280" cy="90000"/>
              </p14:xfrm>
            </p:contentPart>
          </mc:Choice>
          <mc:Fallback xmlns="">
            <p:pic>
              <p:nvPicPr>
                <p:cNvPr id="195" name="Entrada de lápiz 194">
                  <a:extLst>
                    <a:ext uri="{FF2B5EF4-FFF2-40B4-BE49-F238E27FC236}">
                      <a16:creationId xmlns:a16="http://schemas.microsoft.com/office/drawing/2014/main" id="{5D796E3F-5A8F-A614-C66D-177988165F23}"/>
                    </a:ext>
                  </a:extLst>
                </p:cNvPr>
                <p:cNvPicPr/>
                <p:nvPr/>
              </p:nvPicPr>
              <p:blipFill>
                <a:blip r:embed="rId218"/>
                <a:stretch>
                  <a:fillRect/>
                </a:stretch>
              </p:blipFill>
              <p:spPr>
                <a:xfrm>
                  <a:off x="6273884" y="3517319"/>
                  <a:ext cx="11052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96" name="Entrada de lápiz 195">
                  <a:extLst>
                    <a:ext uri="{FF2B5EF4-FFF2-40B4-BE49-F238E27FC236}">
                      <a16:creationId xmlns:a16="http://schemas.microsoft.com/office/drawing/2014/main" id="{DD63A1BB-8115-FBD4-264E-668D06DA1A25}"/>
                    </a:ext>
                  </a:extLst>
                </p14:cNvPr>
                <p14:cNvContentPartPr/>
                <p14:nvPr/>
              </p14:nvContentPartPr>
              <p14:xfrm>
                <a:off x="6337964" y="3511199"/>
                <a:ext cx="70200" cy="96840"/>
              </p14:xfrm>
            </p:contentPart>
          </mc:Choice>
          <mc:Fallback xmlns="">
            <p:pic>
              <p:nvPicPr>
                <p:cNvPr id="196" name="Entrada de lápiz 195">
                  <a:extLst>
                    <a:ext uri="{FF2B5EF4-FFF2-40B4-BE49-F238E27FC236}">
                      <a16:creationId xmlns:a16="http://schemas.microsoft.com/office/drawing/2014/main" id="{DD63A1BB-8115-FBD4-264E-668D06DA1A25}"/>
                    </a:ext>
                  </a:extLst>
                </p:cNvPr>
                <p:cNvPicPr/>
                <p:nvPr/>
              </p:nvPicPr>
              <p:blipFill>
                <a:blip r:embed="rId220"/>
                <a:stretch>
                  <a:fillRect/>
                </a:stretch>
              </p:blipFill>
              <p:spPr>
                <a:xfrm>
                  <a:off x="6331844" y="3505079"/>
                  <a:ext cx="8244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98" name="Entrada de lápiz 197">
                  <a:extLst>
                    <a:ext uri="{FF2B5EF4-FFF2-40B4-BE49-F238E27FC236}">
                      <a16:creationId xmlns:a16="http://schemas.microsoft.com/office/drawing/2014/main" id="{C90B3D92-5DE2-CAFA-1A03-9F2B3AB55C76}"/>
                    </a:ext>
                  </a:extLst>
                </p14:cNvPr>
                <p14:cNvContentPartPr/>
                <p14:nvPr/>
              </p14:nvContentPartPr>
              <p14:xfrm>
                <a:off x="6413564" y="3601919"/>
                <a:ext cx="20880" cy="30960"/>
              </p14:xfrm>
            </p:contentPart>
          </mc:Choice>
          <mc:Fallback xmlns="">
            <p:pic>
              <p:nvPicPr>
                <p:cNvPr id="198" name="Entrada de lápiz 197">
                  <a:extLst>
                    <a:ext uri="{FF2B5EF4-FFF2-40B4-BE49-F238E27FC236}">
                      <a16:creationId xmlns:a16="http://schemas.microsoft.com/office/drawing/2014/main" id="{C90B3D92-5DE2-CAFA-1A03-9F2B3AB55C76}"/>
                    </a:ext>
                  </a:extLst>
                </p:cNvPr>
                <p:cNvPicPr/>
                <p:nvPr/>
              </p:nvPicPr>
              <p:blipFill>
                <a:blip r:embed="rId222"/>
                <a:stretch>
                  <a:fillRect/>
                </a:stretch>
              </p:blipFill>
              <p:spPr>
                <a:xfrm>
                  <a:off x="6407444" y="3595799"/>
                  <a:ext cx="3312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99" name="Entrada de lápiz 198">
                  <a:extLst>
                    <a:ext uri="{FF2B5EF4-FFF2-40B4-BE49-F238E27FC236}">
                      <a16:creationId xmlns:a16="http://schemas.microsoft.com/office/drawing/2014/main" id="{7FDAD291-2881-C298-688E-7F7B7B74D9AD}"/>
                    </a:ext>
                  </a:extLst>
                </p14:cNvPr>
                <p14:cNvContentPartPr/>
                <p14:nvPr/>
              </p14:nvContentPartPr>
              <p14:xfrm>
                <a:off x="6430484" y="3473399"/>
                <a:ext cx="17640" cy="4320"/>
              </p14:xfrm>
            </p:contentPart>
          </mc:Choice>
          <mc:Fallback xmlns="">
            <p:pic>
              <p:nvPicPr>
                <p:cNvPr id="199" name="Entrada de lápiz 198">
                  <a:extLst>
                    <a:ext uri="{FF2B5EF4-FFF2-40B4-BE49-F238E27FC236}">
                      <a16:creationId xmlns:a16="http://schemas.microsoft.com/office/drawing/2014/main" id="{7FDAD291-2881-C298-688E-7F7B7B74D9AD}"/>
                    </a:ext>
                  </a:extLst>
                </p:cNvPr>
                <p:cNvPicPr/>
                <p:nvPr/>
              </p:nvPicPr>
              <p:blipFill>
                <a:blip r:embed="rId224"/>
                <a:stretch>
                  <a:fillRect/>
                </a:stretch>
              </p:blipFill>
              <p:spPr>
                <a:xfrm>
                  <a:off x="6424364" y="3467279"/>
                  <a:ext cx="2988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200" name="Entrada de lápiz 199">
                  <a:extLst>
                    <a:ext uri="{FF2B5EF4-FFF2-40B4-BE49-F238E27FC236}">
                      <a16:creationId xmlns:a16="http://schemas.microsoft.com/office/drawing/2014/main" id="{BD113D3D-3146-6016-0525-AA1869A14EBB}"/>
                    </a:ext>
                  </a:extLst>
                </p14:cNvPr>
                <p14:cNvContentPartPr/>
                <p14:nvPr/>
              </p14:nvContentPartPr>
              <p14:xfrm>
                <a:off x="6424364" y="3474119"/>
                <a:ext cx="18000" cy="42840"/>
              </p14:xfrm>
            </p:contentPart>
          </mc:Choice>
          <mc:Fallback xmlns="">
            <p:pic>
              <p:nvPicPr>
                <p:cNvPr id="200" name="Entrada de lápiz 199">
                  <a:extLst>
                    <a:ext uri="{FF2B5EF4-FFF2-40B4-BE49-F238E27FC236}">
                      <a16:creationId xmlns:a16="http://schemas.microsoft.com/office/drawing/2014/main" id="{BD113D3D-3146-6016-0525-AA1869A14EBB}"/>
                    </a:ext>
                  </a:extLst>
                </p:cNvPr>
                <p:cNvPicPr/>
                <p:nvPr/>
              </p:nvPicPr>
              <p:blipFill>
                <a:blip r:embed="rId226"/>
                <a:stretch>
                  <a:fillRect/>
                </a:stretch>
              </p:blipFill>
              <p:spPr>
                <a:xfrm>
                  <a:off x="6418244" y="3467999"/>
                  <a:ext cx="3024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201" name="Entrada de lápiz 200">
                  <a:extLst>
                    <a:ext uri="{FF2B5EF4-FFF2-40B4-BE49-F238E27FC236}">
                      <a16:creationId xmlns:a16="http://schemas.microsoft.com/office/drawing/2014/main" id="{984D200C-3F04-1E17-7EC8-3C6818784185}"/>
                    </a:ext>
                  </a:extLst>
                </p14:cNvPr>
                <p14:cNvContentPartPr/>
                <p14:nvPr/>
              </p14:nvContentPartPr>
              <p14:xfrm>
                <a:off x="6452084" y="3487079"/>
                <a:ext cx="5760" cy="21960"/>
              </p14:xfrm>
            </p:contentPart>
          </mc:Choice>
          <mc:Fallback xmlns="">
            <p:pic>
              <p:nvPicPr>
                <p:cNvPr id="201" name="Entrada de lápiz 200">
                  <a:extLst>
                    <a:ext uri="{FF2B5EF4-FFF2-40B4-BE49-F238E27FC236}">
                      <a16:creationId xmlns:a16="http://schemas.microsoft.com/office/drawing/2014/main" id="{984D200C-3F04-1E17-7EC8-3C6818784185}"/>
                    </a:ext>
                  </a:extLst>
                </p:cNvPr>
                <p:cNvPicPr/>
                <p:nvPr/>
              </p:nvPicPr>
              <p:blipFill>
                <a:blip r:embed="rId228"/>
                <a:stretch>
                  <a:fillRect/>
                </a:stretch>
              </p:blipFill>
              <p:spPr>
                <a:xfrm>
                  <a:off x="6445964" y="3480959"/>
                  <a:ext cx="1800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202" name="Entrada de lápiz 201">
                  <a:extLst>
                    <a:ext uri="{FF2B5EF4-FFF2-40B4-BE49-F238E27FC236}">
                      <a16:creationId xmlns:a16="http://schemas.microsoft.com/office/drawing/2014/main" id="{3B33A117-3834-063E-19AF-CB0D3201F18A}"/>
                    </a:ext>
                  </a:extLst>
                </p14:cNvPr>
                <p14:cNvContentPartPr/>
                <p14:nvPr/>
              </p14:nvContentPartPr>
              <p14:xfrm>
                <a:off x="6470804" y="3466559"/>
                <a:ext cx="12960" cy="48240"/>
              </p14:xfrm>
            </p:contentPart>
          </mc:Choice>
          <mc:Fallback xmlns="">
            <p:pic>
              <p:nvPicPr>
                <p:cNvPr id="202" name="Entrada de lápiz 201">
                  <a:extLst>
                    <a:ext uri="{FF2B5EF4-FFF2-40B4-BE49-F238E27FC236}">
                      <a16:creationId xmlns:a16="http://schemas.microsoft.com/office/drawing/2014/main" id="{3B33A117-3834-063E-19AF-CB0D3201F18A}"/>
                    </a:ext>
                  </a:extLst>
                </p:cNvPr>
                <p:cNvPicPr/>
                <p:nvPr/>
              </p:nvPicPr>
              <p:blipFill>
                <a:blip r:embed="rId230"/>
                <a:stretch>
                  <a:fillRect/>
                </a:stretch>
              </p:blipFill>
              <p:spPr>
                <a:xfrm>
                  <a:off x="6464684" y="3460439"/>
                  <a:ext cx="25200" cy="60480"/>
                </a:xfrm>
                <a:prstGeom prst="rect">
                  <a:avLst/>
                </a:prstGeom>
              </p:spPr>
            </p:pic>
          </mc:Fallback>
        </mc:AlternateContent>
      </p:grpSp>
      <p:grpSp>
        <p:nvGrpSpPr>
          <p:cNvPr id="213" name="Grupo 212">
            <a:extLst>
              <a:ext uri="{FF2B5EF4-FFF2-40B4-BE49-F238E27FC236}">
                <a16:creationId xmlns:a16="http://schemas.microsoft.com/office/drawing/2014/main" id="{1162090F-F5FD-84E9-8F0F-1C174504B1CF}"/>
              </a:ext>
            </a:extLst>
          </p:cNvPr>
          <p:cNvGrpSpPr/>
          <p:nvPr/>
        </p:nvGrpSpPr>
        <p:grpSpPr>
          <a:xfrm>
            <a:off x="5862764" y="3467999"/>
            <a:ext cx="264960" cy="187200"/>
            <a:chOff x="5862764" y="3467999"/>
            <a:chExt cx="264960" cy="187200"/>
          </a:xfrm>
        </p:grpSpPr>
        <mc:AlternateContent xmlns:mc="http://schemas.openxmlformats.org/markup-compatibility/2006" xmlns:p14="http://schemas.microsoft.com/office/powerpoint/2010/main">
          <mc:Choice Requires="p14">
            <p:contentPart p14:bwMode="auto" r:id="rId231">
              <p14:nvContentPartPr>
                <p14:cNvPr id="204" name="Entrada de lápiz 203">
                  <a:extLst>
                    <a:ext uri="{FF2B5EF4-FFF2-40B4-BE49-F238E27FC236}">
                      <a16:creationId xmlns:a16="http://schemas.microsoft.com/office/drawing/2014/main" id="{2F97C088-28DD-9129-A155-98FE31D62B4B}"/>
                    </a:ext>
                  </a:extLst>
                </p14:cNvPr>
                <p14:cNvContentPartPr/>
                <p14:nvPr/>
              </p14:nvContentPartPr>
              <p14:xfrm>
                <a:off x="5929004" y="3529559"/>
                <a:ext cx="78120" cy="85320"/>
              </p14:xfrm>
            </p:contentPart>
          </mc:Choice>
          <mc:Fallback xmlns="">
            <p:pic>
              <p:nvPicPr>
                <p:cNvPr id="204" name="Entrada de lápiz 203">
                  <a:extLst>
                    <a:ext uri="{FF2B5EF4-FFF2-40B4-BE49-F238E27FC236}">
                      <a16:creationId xmlns:a16="http://schemas.microsoft.com/office/drawing/2014/main" id="{2F97C088-28DD-9129-A155-98FE31D62B4B}"/>
                    </a:ext>
                  </a:extLst>
                </p:cNvPr>
                <p:cNvPicPr/>
                <p:nvPr/>
              </p:nvPicPr>
              <p:blipFill>
                <a:blip r:embed="rId232"/>
                <a:stretch>
                  <a:fillRect/>
                </a:stretch>
              </p:blipFill>
              <p:spPr>
                <a:xfrm>
                  <a:off x="5922884" y="3523439"/>
                  <a:ext cx="9036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205" name="Entrada de lápiz 204">
                  <a:extLst>
                    <a:ext uri="{FF2B5EF4-FFF2-40B4-BE49-F238E27FC236}">
                      <a16:creationId xmlns:a16="http://schemas.microsoft.com/office/drawing/2014/main" id="{93AA9F43-1688-B619-7274-FF8E7A954210}"/>
                    </a:ext>
                  </a:extLst>
                </p14:cNvPr>
                <p14:cNvContentPartPr/>
                <p14:nvPr/>
              </p14:nvContentPartPr>
              <p14:xfrm>
                <a:off x="5980844" y="3511919"/>
                <a:ext cx="65160" cy="97920"/>
              </p14:xfrm>
            </p:contentPart>
          </mc:Choice>
          <mc:Fallback xmlns="">
            <p:pic>
              <p:nvPicPr>
                <p:cNvPr id="205" name="Entrada de lápiz 204">
                  <a:extLst>
                    <a:ext uri="{FF2B5EF4-FFF2-40B4-BE49-F238E27FC236}">
                      <a16:creationId xmlns:a16="http://schemas.microsoft.com/office/drawing/2014/main" id="{93AA9F43-1688-B619-7274-FF8E7A954210}"/>
                    </a:ext>
                  </a:extLst>
                </p:cNvPr>
                <p:cNvPicPr/>
                <p:nvPr/>
              </p:nvPicPr>
              <p:blipFill>
                <a:blip r:embed="rId234"/>
                <a:stretch>
                  <a:fillRect/>
                </a:stretch>
              </p:blipFill>
              <p:spPr>
                <a:xfrm>
                  <a:off x="5974724" y="3505799"/>
                  <a:ext cx="7740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207" name="Entrada de lápiz 206">
                  <a:extLst>
                    <a:ext uri="{FF2B5EF4-FFF2-40B4-BE49-F238E27FC236}">
                      <a16:creationId xmlns:a16="http://schemas.microsoft.com/office/drawing/2014/main" id="{5C9EEAE0-47C2-0693-C242-FDC17848AF18}"/>
                    </a:ext>
                  </a:extLst>
                </p14:cNvPr>
                <p14:cNvContentPartPr/>
                <p14:nvPr/>
              </p14:nvContentPartPr>
              <p14:xfrm>
                <a:off x="6089924" y="3492479"/>
                <a:ext cx="4320" cy="20160"/>
              </p14:xfrm>
            </p:contentPart>
          </mc:Choice>
          <mc:Fallback xmlns="">
            <p:pic>
              <p:nvPicPr>
                <p:cNvPr id="207" name="Entrada de lápiz 206">
                  <a:extLst>
                    <a:ext uri="{FF2B5EF4-FFF2-40B4-BE49-F238E27FC236}">
                      <a16:creationId xmlns:a16="http://schemas.microsoft.com/office/drawing/2014/main" id="{5C9EEAE0-47C2-0693-C242-FDC17848AF18}"/>
                    </a:ext>
                  </a:extLst>
                </p:cNvPr>
                <p:cNvPicPr/>
                <p:nvPr/>
              </p:nvPicPr>
              <p:blipFill>
                <a:blip r:embed="rId236"/>
                <a:stretch>
                  <a:fillRect/>
                </a:stretch>
              </p:blipFill>
              <p:spPr>
                <a:xfrm>
                  <a:off x="6083804" y="3486359"/>
                  <a:ext cx="1656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208" name="Entrada de lápiz 207">
                  <a:extLst>
                    <a:ext uri="{FF2B5EF4-FFF2-40B4-BE49-F238E27FC236}">
                      <a16:creationId xmlns:a16="http://schemas.microsoft.com/office/drawing/2014/main" id="{764A8837-E5DD-51D2-8AB3-4FDF29E63BF6}"/>
                    </a:ext>
                  </a:extLst>
                </p14:cNvPr>
                <p14:cNvContentPartPr/>
                <p14:nvPr/>
              </p14:nvContentPartPr>
              <p14:xfrm>
                <a:off x="6061844" y="3467999"/>
                <a:ext cx="16920" cy="3960"/>
              </p14:xfrm>
            </p:contentPart>
          </mc:Choice>
          <mc:Fallback xmlns="">
            <p:pic>
              <p:nvPicPr>
                <p:cNvPr id="208" name="Entrada de lápiz 207">
                  <a:extLst>
                    <a:ext uri="{FF2B5EF4-FFF2-40B4-BE49-F238E27FC236}">
                      <a16:creationId xmlns:a16="http://schemas.microsoft.com/office/drawing/2014/main" id="{764A8837-E5DD-51D2-8AB3-4FDF29E63BF6}"/>
                    </a:ext>
                  </a:extLst>
                </p:cNvPr>
                <p:cNvPicPr/>
                <p:nvPr/>
              </p:nvPicPr>
              <p:blipFill>
                <a:blip r:embed="rId238"/>
                <a:stretch>
                  <a:fillRect/>
                </a:stretch>
              </p:blipFill>
              <p:spPr>
                <a:xfrm>
                  <a:off x="6055724" y="3461879"/>
                  <a:ext cx="29160" cy="1620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209" name="Entrada de lápiz 208">
                  <a:extLst>
                    <a:ext uri="{FF2B5EF4-FFF2-40B4-BE49-F238E27FC236}">
                      <a16:creationId xmlns:a16="http://schemas.microsoft.com/office/drawing/2014/main" id="{80A34159-6982-33A6-3434-D67B94CB5E22}"/>
                    </a:ext>
                  </a:extLst>
                </p14:cNvPr>
                <p14:cNvContentPartPr/>
                <p14:nvPr/>
              </p14:nvContentPartPr>
              <p14:xfrm>
                <a:off x="6054284" y="3472319"/>
                <a:ext cx="27000" cy="54720"/>
              </p14:xfrm>
            </p:contentPart>
          </mc:Choice>
          <mc:Fallback xmlns="">
            <p:pic>
              <p:nvPicPr>
                <p:cNvPr id="209" name="Entrada de lápiz 208">
                  <a:extLst>
                    <a:ext uri="{FF2B5EF4-FFF2-40B4-BE49-F238E27FC236}">
                      <a16:creationId xmlns:a16="http://schemas.microsoft.com/office/drawing/2014/main" id="{80A34159-6982-33A6-3434-D67B94CB5E22}"/>
                    </a:ext>
                  </a:extLst>
                </p:cNvPr>
                <p:cNvPicPr/>
                <p:nvPr/>
              </p:nvPicPr>
              <p:blipFill>
                <a:blip r:embed="rId240"/>
                <a:stretch>
                  <a:fillRect/>
                </a:stretch>
              </p:blipFill>
              <p:spPr>
                <a:xfrm>
                  <a:off x="6048164" y="3466199"/>
                  <a:ext cx="3924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210" name="Entrada de lápiz 209">
                  <a:extLst>
                    <a:ext uri="{FF2B5EF4-FFF2-40B4-BE49-F238E27FC236}">
                      <a16:creationId xmlns:a16="http://schemas.microsoft.com/office/drawing/2014/main" id="{54C0A890-E7A4-4257-A75C-A9E5718A02B1}"/>
                    </a:ext>
                  </a:extLst>
                </p14:cNvPr>
                <p14:cNvContentPartPr/>
                <p14:nvPr/>
              </p14:nvContentPartPr>
              <p14:xfrm>
                <a:off x="6112244" y="3468719"/>
                <a:ext cx="15480" cy="31320"/>
              </p14:xfrm>
            </p:contentPart>
          </mc:Choice>
          <mc:Fallback xmlns="">
            <p:pic>
              <p:nvPicPr>
                <p:cNvPr id="210" name="Entrada de lápiz 209">
                  <a:extLst>
                    <a:ext uri="{FF2B5EF4-FFF2-40B4-BE49-F238E27FC236}">
                      <a16:creationId xmlns:a16="http://schemas.microsoft.com/office/drawing/2014/main" id="{54C0A890-E7A4-4257-A75C-A9E5718A02B1}"/>
                    </a:ext>
                  </a:extLst>
                </p:cNvPr>
                <p:cNvPicPr/>
                <p:nvPr/>
              </p:nvPicPr>
              <p:blipFill>
                <a:blip r:embed="rId242"/>
                <a:stretch>
                  <a:fillRect/>
                </a:stretch>
              </p:blipFill>
              <p:spPr>
                <a:xfrm>
                  <a:off x="6106124" y="3462599"/>
                  <a:ext cx="2772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211" name="Entrada de lápiz 210">
                  <a:extLst>
                    <a:ext uri="{FF2B5EF4-FFF2-40B4-BE49-F238E27FC236}">
                      <a16:creationId xmlns:a16="http://schemas.microsoft.com/office/drawing/2014/main" id="{E630A20A-20CF-DFB9-715D-4F1AD5455C7A}"/>
                    </a:ext>
                  </a:extLst>
                </p14:cNvPr>
                <p14:cNvContentPartPr/>
                <p14:nvPr/>
              </p14:nvContentPartPr>
              <p14:xfrm>
                <a:off x="6087044" y="3605519"/>
                <a:ext cx="6120" cy="25560"/>
              </p14:xfrm>
            </p:contentPart>
          </mc:Choice>
          <mc:Fallback xmlns="">
            <p:pic>
              <p:nvPicPr>
                <p:cNvPr id="211" name="Entrada de lápiz 210">
                  <a:extLst>
                    <a:ext uri="{FF2B5EF4-FFF2-40B4-BE49-F238E27FC236}">
                      <a16:creationId xmlns:a16="http://schemas.microsoft.com/office/drawing/2014/main" id="{E630A20A-20CF-DFB9-715D-4F1AD5455C7A}"/>
                    </a:ext>
                  </a:extLst>
                </p:cNvPr>
                <p:cNvPicPr/>
                <p:nvPr/>
              </p:nvPicPr>
              <p:blipFill>
                <a:blip r:embed="rId244"/>
                <a:stretch>
                  <a:fillRect/>
                </a:stretch>
              </p:blipFill>
              <p:spPr>
                <a:xfrm>
                  <a:off x="6080924" y="3599399"/>
                  <a:ext cx="183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212" name="Entrada de lápiz 211">
                  <a:extLst>
                    <a:ext uri="{FF2B5EF4-FFF2-40B4-BE49-F238E27FC236}">
                      <a16:creationId xmlns:a16="http://schemas.microsoft.com/office/drawing/2014/main" id="{9379410C-2738-2A0C-BA36-7E695AAF5FDE}"/>
                    </a:ext>
                  </a:extLst>
                </p14:cNvPr>
                <p14:cNvContentPartPr/>
                <p14:nvPr/>
              </p14:nvContentPartPr>
              <p14:xfrm>
                <a:off x="5862764" y="3482039"/>
                <a:ext cx="78840" cy="173160"/>
              </p14:xfrm>
            </p:contentPart>
          </mc:Choice>
          <mc:Fallback xmlns="">
            <p:pic>
              <p:nvPicPr>
                <p:cNvPr id="212" name="Entrada de lápiz 211">
                  <a:extLst>
                    <a:ext uri="{FF2B5EF4-FFF2-40B4-BE49-F238E27FC236}">
                      <a16:creationId xmlns:a16="http://schemas.microsoft.com/office/drawing/2014/main" id="{9379410C-2738-2A0C-BA36-7E695AAF5FDE}"/>
                    </a:ext>
                  </a:extLst>
                </p:cNvPr>
                <p:cNvPicPr/>
                <p:nvPr/>
              </p:nvPicPr>
              <p:blipFill>
                <a:blip r:embed="rId246"/>
                <a:stretch>
                  <a:fillRect/>
                </a:stretch>
              </p:blipFill>
              <p:spPr>
                <a:xfrm>
                  <a:off x="5856644" y="3475919"/>
                  <a:ext cx="91080" cy="185400"/>
                </a:xfrm>
                <a:prstGeom prst="rect">
                  <a:avLst/>
                </a:prstGeom>
              </p:spPr>
            </p:pic>
          </mc:Fallback>
        </mc:AlternateContent>
      </p:grpSp>
      <p:grpSp>
        <p:nvGrpSpPr>
          <p:cNvPr id="220" name="Grupo 219">
            <a:extLst>
              <a:ext uri="{FF2B5EF4-FFF2-40B4-BE49-F238E27FC236}">
                <a16:creationId xmlns:a16="http://schemas.microsoft.com/office/drawing/2014/main" id="{D942926E-A278-6FBF-D8DB-6D834BD30AB8}"/>
              </a:ext>
            </a:extLst>
          </p:cNvPr>
          <p:cNvGrpSpPr/>
          <p:nvPr/>
        </p:nvGrpSpPr>
        <p:grpSpPr>
          <a:xfrm>
            <a:off x="5440844" y="3436679"/>
            <a:ext cx="200520" cy="202680"/>
            <a:chOff x="5440844" y="3436679"/>
            <a:chExt cx="200520" cy="202680"/>
          </a:xfrm>
        </p:grpSpPr>
        <mc:AlternateContent xmlns:mc="http://schemas.openxmlformats.org/markup-compatibility/2006" xmlns:p14="http://schemas.microsoft.com/office/powerpoint/2010/main">
          <mc:Choice Requires="p14">
            <p:contentPart p14:bwMode="auto" r:id="rId247">
              <p14:nvContentPartPr>
                <p14:cNvPr id="214" name="Entrada de lápiz 213">
                  <a:extLst>
                    <a:ext uri="{FF2B5EF4-FFF2-40B4-BE49-F238E27FC236}">
                      <a16:creationId xmlns:a16="http://schemas.microsoft.com/office/drawing/2014/main" id="{8BAE71FF-93D6-CA95-D615-524EDE06199E}"/>
                    </a:ext>
                  </a:extLst>
                </p14:cNvPr>
                <p14:cNvContentPartPr/>
                <p14:nvPr/>
              </p14:nvContentPartPr>
              <p14:xfrm>
                <a:off x="5440844" y="3484919"/>
                <a:ext cx="87480" cy="154440"/>
              </p14:xfrm>
            </p:contentPart>
          </mc:Choice>
          <mc:Fallback xmlns="">
            <p:pic>
              <p:nvPicPr>
                <p:cNvPr id="214" name="Entrada de lápiz 213">
                  <a:extLst>
                    <a:ext uri="{FF2B5EF4-FFF2-40B4-BE49-F238E27FC236}">
                      <a16:creationId xmlns:a16="http://schemas.microsoft.com/office/drawing/2014/main" id="{8BAE71FF-93D6-CA95-D615-524EDE06199E}"/>
                    </a:ext>
                  </a:extLst>
                </p:cNvPr>
                <p:cNvPicPr/>
                <p:nvPr/>
              </p:nvPicPr>
              <p:blipFill>
                <a:blip r:embed="rId248"/>
                <a:stretch>
                  <a:fillRect/>
                </a:stretch>
              </p:blipFill>
              <p:spPr>
                <a:xfrm>
                  <a:off x="5434724" y="3478799"/>
                  <a:ext cx="9972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215" name="Entrada de lápiz 214">
                  <a:extLst>
                    <a:ext uri="{FF2B5EF4-FFF2-40B4-BE49-F238E27FC236}">
                      <a16:creationId xmlns:a16="http://schemas.microsoft.com/office/drawing/2014/main" id="{9BE3EDC4-1367-931D-C188-24335E70E017}"/>
                    </a:ext>
                  </a:extLst>
                </p14:cNvPr>
                <p14:cNvContentPartPr/>
                <p14:nvPr/>
              </p14:nvContentPartPr>
              <p14:xfrm>
                <a:off x="5551004" y="3442079"/>
                <a:ext cx="19440" cy="2880"/>
              </p14:xfrm>
            </p:contentPart>
          </mc:Choice>
          <mc:Fallback xmlns="">
            <p:pic>
              <p:nvPicPr>
                <p:cNvPr id="215" name="Entrada de lápiz 214">
                  <a:extLst>
                    <a:ext uri="{FF2B5EF4-FFF2-40B4-BE49-F238E27FC236}">
                      <a16:creationId xmlns:a16="http://schemas.microsoft.com/office/drawing/2014/main" id="{9BE3EDC4-1367-931D-C188-24335E70E017}"/>
                    </a:ext>
                  </a:extLst>
                </p:cNvPr>
                <p:cNvPicPr/>
                <p:nvPr/>
              </p:nvPicPr>
              <p:blipFill>
                <a:blip r:embed="rId250"/>
                <a:stretch>
                  <a:fillRect/>
                </a:stretch>
              </p:blipFill>
              <p:spPr>
                <a:xfrm>
                  <a:off x="5544884" y="3435959"/>
                  <a:ext cx="31680" cy="1512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216" name="Entrada de lápiz 215">
                  <a:extLst>
                    <a:ext uri="{FF2B5EF4-FFF2-40B4-BE49-F238E27FC236}">
                      <a16:creationId xmlns:a16="http://schemas.microsoft.com/office/drawing/2014/main" id="{891E2AB2-726C-B61B-4338-2E06AB16AA15}"/>
                    </a:ext>
                  </a:extLst>
                </p14:cNvPr>
                <p14:cNvContentPartPr/>
                <p14:nvPr/>
              </p14:nvContentPartPr>
              <p14:xfrm>
                <a:off x="5538404" y="3447479"/>
                <a:ext cx="24120" cy="41040"/>
              </p14:xfrm>
            </p:contentPart>
          </mc:Choice>
          <mc:Fallback xmlns="">
            <p:pic>
              <p:nvPicPr>
                <p:cNvPr id="216" name="Entrada de lápiz 215">
                  <a:extLst>
                    <a:ext uri="{FF2B5EF4-FFF2-40B4-BE49-F238E27FC236}">
                      <a16:creationId xmlns:a16="http://schemas.microsoft.com/office/drawing/2014/main" id="{891E2AB2-726C-B61B-4338-2E06AB16AA15}"/>
                    </a:ext>
                  </a:extLst>
                </p:cNvPr>
                <p:cNvPicPr/>
                <p:nvPr/>
              </p:nvPicPr>
              <p:blipFill>
                <a:blip r:embed="rId252"/>
                <a:stretch>
                  <a:fillRect/>
                </a:stretch>
              </p:blipFill>
              <p:spPr>
                <a:xfrm>
                  <a:off x="5532284" y="3441359"/>
                  <a:ext cx="3636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218" name="Entrada de lápiz 217">
                  <a:extLst>
                    <a:ext uri="{FF2B5EF4-FFF2-40B4-BE49-F238E27FC236}">
                      <a16:creationId xmlns:a16="http://schemas.microsoft.com/office/drawing/2014/main" id="{861935A4-8EF4-F76E-05B8-AEB706CBDA02}"/>
                    </a:ext>
                  </a:extLst>
                </p14:cNvPr>
                <p14:cNvContentPartPr/>
                <p14:nvPr/>
              </p14:nvContentPartPr>
              <p14:xfrm>
                <a:off x="5584844" y="3440999"/>
                <a:ext cx="16920" cy="38520"/>
              </p14:xfrm>
            </p:contentPart>
          </mc:Choice>
          <mc:Fallback xmlns="">
            <p:pic>
              <p:nvPicPr>
                <p:cNvPr id="218" name="Entrada de lápiz 217">
                  <a:extLst>
                    <a:ext uri="{FF2B5EF4-FFF2-40B4-BE49-F238E27FC236}">
                      <a16:creationId xmlns:a16="http://schemas.microsoft.com/office/drawing/2014/main" id="{861935A4-8EF4-F76E-05B8-AEB706CBDA02}"/>
                    </a:ext>
                  </a:extLst>
                </p:cNvPr>
                <p:cNvPicPr/>
                <p:nvPr/>
              </p:nvPicPr>
              <p:blipFill>
                <a:blip r:embed="rId254"/>
                <a:stretch>
                  <a:fillRect/>
                </a:stretch>
              </p:blipFill>
              <p:spPr>
                <a:xfrm>
                  <a:off x="5578724" y="3434879"/>
                  <a:ext cx="291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219" name="Entrada de lápiz 218">
                  <a:extLst>
                    <a:ext uri="{FF2B5EF4-FFF2-40B4-BE49-F238E27FC236}">
                      <a16:creationId xmlns:a16="http://schemas.microsoft.com/office/drawing/2014/main" id="{ABC10691-9DFB-470E-8DBB-5D34BE8945CA}"/>
                    </a:ext>
                  </a:extLst>
                </p14:cNvPr>
                <p14:cNvContentPartPr/>
                <p14:nvPr/>
              </p14:nvContentPartPr>
              <p14:xfrm>
                <a:off x="5617964" y="3436679"/>
                <a:ext cx="23400" cy="46800"/>
              </p14:xfrm>
            </p:contentPart>
          </mc:Choice>
          <mc:Fallback xmlns="">
            <p:pic>
              <p:nvPicPr>
                <p:cNvPr id="219" name="Entrada de lápiz 218">
                  <a:extLst>
                    <a:ext uri="{FF2B5EF4-FFF2-40B4-BE49-F238E27FC236}">
                      <a16:creationId xmlns:a16="http://schemas.microsoft.com/office/drawing/2014/main" id="{ABC10691-9DFB-470E-8DBB-5D34BE8945CA}"/>
                    </a:ext>
                  </a:extLst>
                </p:cNvPr>
                <p:cNvPicPr/>
                <p:nvPr/>
              </p:nvPicPr>
              <p:blipFill>
                <a:blip r:embed="rId256"/>
                <a:stretch>
                  <a:fillRect/>
                </a:stretch>
              </p:blipFill>
              <p:spPr>
                <a:xfrm>
                  <a:off x="5611844" y="3430559"/>
                  <a:ext cx="35640" cy="59040"/>
                </a:xfrm>
                <a:prstGeom prst="rect">
                  <a:avLst/>
                </a:prstGeom>
              </p:spPr>
            </p:pic>
          </mc:Fallback>
        </mc:AlternateContent>
      </p:grpSp>
      <p:grpSp>
        <p:nvGrpSpPr>
          <p:cNvPr id="232" name="Grupo 231">
            <a:extLst>
              <a:ext uri="{FF2B5EF4-FFF2-40B4-BE49-F238E27FC236}">
                <a16:creationId xmlns:a16="http://schemas.microsoft.com/office/drawing/2014/main" id="{FA128CAF-6438-155F-1E9C-E46BFCF38D39}"/>
              </a:ext>
            </a:extLst>
          </p:cNvPr>
          <p:cNvGrpSpPr/>
          <p:nvPr/>
        </p:nvGrpSpPr>
        <p:grpSpPr>
          <a:xfrm>
            <a:off x="5415284" y="3199439"/>
            <a:ext cx="299880" cy="138600"/>
            <a:chOff x="5415284" y="3199439"/>
            <a:chExt cx="299880" cy="138600"/>
          </a:xfrm>
        </p:grpSpPr>
        <mc:AlternateContent xmlns:mc="http://schemas.openxmlformats.org/markup-compatibility/2006" xmlns:p14="http://schemas.microsoft.com/office/powerpoint/2010/main">
          <mc:Choice Requires="p14">
            <p:contentPart p14:bwMode="auto" r:id="rId257">
              <p14:nvContentPartPr>
                <p14:cNvPr id="225" name="Entrada de lápiz 224">
                  <a:extLst>
                    <a:ext uri="{FF2B5EF4-FFF2-40B4-BE49-F238E27FC236}">
                      <a16:creationId xmlns:a16="http://schemas.microsoft.com/office/drawing/2014/main" id="{CFA7C670-E5E7-1850-D227-327A5B2E9DE5}"/>
                    </a:ext>
                  </a:extLst>
                </p14:cNvPr>
                <p14:cNvContentPartPr/>
                <p14:nvPr/>
              </p14:nvContentPartPr>
              <p14:xfrm>
                <a:off x="5471804" y="3212399"/>
                <a:ext cx="52560" cy="98280"/>
              </p14:xfrm>
            </p:contentPart>
          </mc:Choice>
          <mc:Fallback xmlns="">
            <p:pic>
              <p:nvPicPr>
                <p:cNvPr id="225" name="Entrada de lápiz 224">
                  <a:extLst>
                    <a:ext uri="{FF2B5EF4-FFF2-40B4-BE49-F238E27FC236}">
                      <a16:creationId xmlns:a16="http://schemas.microsoft.com/office/drawing/2014/main" id="{CFA7C670-E5E7-1850-D227-327A5B2E9DE5}"/>
                    </a:ext>
                  </a:extLst>
                </p:cNvPr>
                <p:cNvPicPr/>
                <p:nvPr/>
              </p:nvPicPr>
              <p:blipFill>
                <a:blip r:embed="rId258"/>
                <a:stretch>
                  <a:fillRect/>
                </a:stretch>
              </p:blipFill>
              <p:spPr>
                <a:xfrm>
                  <a:off x="5465684" y="3206279"/>
                  <a:ext cx="6480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226" name="Entrada de lápiz 225">
                  <a:extLst>
                    <a:ext uri="{FF2B5EF4-FFF2-40B4-BE49-F238E27FC236}">
                      <a16:creationId xmlns:a16="http://schemas.microsoft.com/office/drawing/2014/main" id="{87C24ABB-CECD-BD13-C93B-83BFD94E3BE5}"/>
                    </a:ext>
                  </a:extLst>
                </p14:cNvPr>
                <p14:cNvContentPartPr/>
                <p14:nvPr/>
              </p14:nvContentPartPr>
              <p14:xfrm>
                <a:off x="5545244" y="3250559"/>
                <a:ext cx="47160" cy="47880"/>
              </p14:xfrm>
            </p:contentPart>
          </mc:Choice>
          <mc:Fallback xmlns="">
            <p:pic>
              <p:nvPicPr>
                <p:cNvPr id="226" name="Entrada de lápiz 225">
                  <a:extLst>
                    <a:ext uri="{FF2B5EF4-FFF2-40B4-BE49-F238E27FC236}">
                      <a16:creationId xmlns:a16="http://schemas.microsoft.com/office/drawing/2014/main" id="{87C24ABB-CECD-BD13-C93B-83BFD94E3BE5}"/>
                    </a:ext>
                  </a:extLst>
                </p:cNvPr>
                <p:cNvPicPr/>
                <p:nvPr/>
              </p:nvPicPr>
              <p:blipFill>
                <a:blip r:embed="rId260"/>
                <a:stretch>
                  <a:fillRect/>
                </a:stretch>
              </p:blipFill>
              <p:spPr>
                <a:xfrm>
                  <a:off x="5539124" y="3244439"/>
                  <a:ext cx="5940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227" name="Entrada de lápiz 226">
                  <a:extLst>
                    <a:ext uri="{FF2B5EF4-FFF2-40B4-BE49-F238E27FC236}">
                      <a16:creationId xmlns:a16="http://schemas.microsoft.com/office/drawing/2014/main" id="{74687898-80EC-0778-FDC5-69257BA7C348}"/>
                    </a:ext>
                  </a:extLst>
                </p14:cNvPr>
                <p14:cNvContentPartPr/>
                <p14:nvPr/>
              </p14:nvContentPartPr>
              <p14:xfrm>
                <a:off x="5552444" y="3246959"/>
                <a:ext cx="37080" cy="53640"/>
              </p14:xfrm>
            </p:contentPart>
          </mc:Choice>
          <mc:Fallback xmlns="">
            <p:pic>
              <p:nvPicPr>
                <p:cNvPr id="227" name="Entrada de lápiz 226">
                  <a:extLst>
                    <a:ext uri="{FF2B5EF4-FFF2-40B4-BE49-F238E27FC236}">
                      <a16:creationId xmlns:a16="http://schemas.microsoft.com/office/drawing/2014/main" id="{74687898-80EC-0778-FDC5-69257BA7C348}"/>
                    </a:ext>
                  </a:extLst>
                </p:cNvPr>
                <p:cNvPicPr/>
                <p:nvPr/>
              </p:nvPicPr>
              <p:blipFill>
                <a:blip r:embed="rId262"/>
                <a:stretch>
                  <a:fillRect/>
                </a:stretch>
              </p:blipFill>
              <p:spPr>
                <a:xfrm>
                  <a:off x="5546324" y="3240839"/>
                  <a:ext cx="4932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228" name="Entrada de lápiz 227">
                  <a:extLst>
                    <a:ext uri="{FF2B5EF4-FFF2-40B4-BE49-F238E27FC236}">
                      <a16:creationId xmlns:a16="http://schemas.microsoft.com/office/drawing/2014/main" id="{518569F8-869D-A499-4A0F-F9C88EE7E0C1}"/>
                    </a:ext>
                  </a:extLst>
                </p14:cNvPr>
                <p14:cNvContentPartPr/>
                <p14:nvPr/>
              </p14:nvContentPartPr>
              <p14:xfrm>
                <a:off x="5605004" y="3204479"/>
                <a:ext cx="43200" cy="97920"/>
              </p14:xfrm>
            </p:contentPart>
          </mc:Choice>
          <mc:Fallback xmlns="">
            <p:pic>
              <p:nvPicPr>
                <p:cNvPr id="228" name="Entrada de lápiz 227">
                  <a:extLst>
                    <a:ext uri="{FF2B5EF4-FFF2-40B4-BE49-F238E27FC236}">
                      <a16:creationId xmlns:a16="http://schemas.microsoft.com/office/drawing/2014/main" id="{518569F8-869D-A499-4A0F-F9C88EE7E0C1}"/>
                    </a:ext>
                  </a:extLst>
                </p:cNvPr>
                <p:cNvPicPr/>
                <p:nvPr/>
              </p:nvPicPr>
              <p:blipFill>
                <a:blip r:embed="rId264"/>
                <a:stretch>
                  <a:fillRect/>
                </a:stretch>
              </p:blipFill>
              <p:spPr>
                <a:xfrm>
                  <a:off x="5598884" y="3198359"/>
                  <a:ext cx="5544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230" name="Entrada de lápiz 229">
                  <a:extLst>
                    <a:ext uri="{FF2B5EF4-FFF2-40B4-BE49-F238E27FC236}">
                      <a16:creationId xmlns:a16="http://schemas.microsoft.com/office/drawing/2014/main" id="{E1D149A3-D8B6-6FC2-9445-E4E7872DE9C8}"/>
                    </a:ext>
                  </a:extLst>
                </p14:cNvPr>
                <p14:cNvContentPartPr/>
                <p14:nvPr/>
              </p14:nvContentPartPr>
              <p14:xfrm>
                <a:off x="5672324" y="3207719"/>
                <a:ext cx="42840" cy="110520"/>
              </p14:xfrm>
            </p:contentPart>
          </mc:Choice>
          <mc:Fallback xmlns="">
            <p:pic>
              <p:nvPicPr>
                <p:cNvPr id="230" name="Entrada de lápiz 229">
                  <a:extLst>
                    <a:ext uri="{FF2B5EF4-FFF2-40B4-BE49-F238E27FC236}">
                      <a16:creationId xmlns:a16="http://schemas.microsoft.com/office/drawing/2014/main" id="{E1D149A3-D8B6-6FC2-9445-E4E7872DE9C8}"/>
                    </a:ext>
                  </a:extLst>
                </p:cNvPr>
                <p:cNvPicPr/>
                <p:nvPr/>
              </p:nvPicPr>
              <p:blipFill>
                <a:blip r:embed="rId266"/>
                <a:stretch>
                  <a:fillRect/>
                </a:stretch>
              </p:blipFill>
              <p:spPr>
                <a:xfrm>
                  <a:off x="5666204" y="3201599"/>
                  <a:ext cx="5508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231" name="Entrada de lápiz 230">
                  <a:extLst>
                    <a:ext uri="{FF2B5EF4-FFF2-40B4-BE49-F238E27FC236}">
                      <a16:creationId xmlns:a16="http://schemas.microsoft.com/office/drawing/2014/main" id="{BC244427-D4B8-AEB8-3223-449FF48B4849}"/>
                    </a:ext>
                  </a:extLst>
                </p14:cNvPr>
                <p14:cNvContentPartPr/>
                <p14:nvPr/>
              </p14:nvContentPartPr>
              <p14:xfrm>
                <a:off x="5415284" y="3199439"/>
                <a:ext cx="52920" cy="138600"/>
              </p14:xfrm>
            </p:contentPart>
          </mc:Choice>
          <mc:Fallback xmlns="">
            <p:pic>
              <p:nvPicPr>
                <p:cNvPr id="231" name="Entrada de lápiz 230">
                  <a:extLst>
                    <a:ext uri="{FF2B5EF4-FFF2-40B4-BE49-F238E27FC236}">
                      <a16:creationId xmlns:a16="http://schemas.microsoft.com/office/drawing/2014/main" id="{BC244427-D4B8-AEB8-3223-449FF48B4849}"/>
                    </a:ext>
                  </a:extLst>
                </p:cNvPr>
                <p:cNvPicPr/>
                <p:nvPr/>
              </p:nvPicPr>
              <p:blipFill>
                <a:blip r:embed="rId268"/>
                <a:stretch>
                  <a:fillRect/>
                </a:stretch>
              </p:blipFill>
              <p:spPr>
                <a:xfrm>
                  <a:off x="5409164" y="3193319"/>
                  <a:ext cx="65160" cy="150840"/>
                </a:xfrm>
                <a:prstGeom prst="rect">
                  <a:avLst/>
                </a:prstGeom>
              </p:spPr>
            </p:pic>
          </mc:Fallback>
        </mc:AlternateContent>
      </p:grpSp>
      <p:grpSp>
        <p:nvGrpSpPr>
          <p:cNvPr id="241" name="Grupo 240">
            <a:extLst>
              <a:ext uri="{FF2B5EF4-FFF2-40B4-BE49-F238E27FC236}">
                <a16:creationId xmlns:a16="http://schemas.microsoft.com/office/drawing/2014/main" id="{0B612EEE-A4E0-CFC4-0FEC-D4A48D88479D}"/>
              </a:ext>
            </a:extLst>
          </p:cNvPr>
          <p:cNvGrpSpPr/>
          <p:nvPr/>
        </p:nvGrpSpPr>
        <p:grpSpPr>
          <a:xfrm>
            <a:off x="6049604" y="3210959"/>
            <a:ext cx="407520" cy="111600"/>
            <a:chOff x="6049604" y="3210959"/>
            <a:chExt cx="407520" cy="111600"/>
          </a:xfrm>
        </p:grpSpPr>
        <mc:AlternateContent xmlns:mc="http://schemas.openxmlformats.org/markup-compatibility/2006" xmlns:p14="http://schemas.microsoft.com/office/powerpoint/2010/main">
          <mc:Choice Requires="p14">
            <p:contentPart p14:bwMode="auto" r:id="rId269">
              <p14:nvContentPartPr>
                <p14:cNvPr id="233" name="Entrada de lápiz 232">
                  <a:extLst>
                    <a:ext uri="{FF2B5EF4-FFF2-40B4-BE49-F238E27FC236}">
                      <a16:creationId xmlns:a16="http://schemas.microsoft.com/office/drawing/2014/main" id="{C36001A0-BDFB-F117-7EC6-81AB9AE36F27}"/>
                    </a:ext>
                  </a:extLst>
                </p14:cNvPr>
                <p14:cNvContentPartPr/>
                <p14:nvPr/>
              </p14:nvContentPartPr>
              <p14:xfrm>
                <a:off x="6064004" y="3216359"/>
                <a:ext cx="57240" cy="4320"/>
              </p14:xfrm>
            </p:contentPart>
          </mc:Choice>
          <mc:Fallback xmlns="">
            <p:pic>
              <p:nvPicPr>
                <p:cNvPr id="233" name="Entrada de lápiz 232">
                  <a:extLst>
                    <a:ext uri="{FF2B5EF4-FFF2-40B4-BE49-F238E27FC236}">
                      <a16:creationId xmlns:a16="http://schemas.microsoft.com/office/drawing/2014/main" id="{C36001A0-BDFB-F117-7EC6-81AB9AE36F27}"/>
                    </a:ext>
                  </a:extLst>
                </p:cNvPr>
                <p:cNvPicPr/>
                <p:nvPr/>
              </p:nvPicPr>
              <p:blipFill>
                <a:blip r:embed="rId270"/>
                <a:stretch>
                  <a:fillRect/>
                </a:stretch>
              </p:blipFill>
              <p:spPr>
                <a:xfrm>
                  <a:off x="6057884" y="3210239"/>
                  <a:ext cx="6948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234" name="Entrada de lápiz 233">
                  <a:extLst>
                    <a:ext uri="{FF2B5EF4-FFF2-40B4-BE49-F238E27FC236}">
                      <a16:creationId xmlns:a16="http://schemas.microsoft.com/office/drawing/2014/main" id="{2148BBC6-0A2B-C7AF-1B59-63820074EEDF}"/>
                    </a:ext>
                  </a:extLst>
                </p14:cNvPr>
                <p14:cNvContentPartPr/>
                <p14:nvPr/>
              </p14:nvContentPartPr>
              <p14:xfrm>
                <a:off x="6049604" y="3223919"/>
                <a:ext cx="59400" cy="81720"/>
              </p14:xfrm>
            </p:contentPart>
          </mc:Choice>
          <mc:Fallback xmlns="">
            <p:pic>
              <p:nvPicPr>
                <p:cNvPr id="234" name="Entrada de lápiz 233">
                  <a:extLst>
                    <a:ext uri="{FF2B5EF4-FFF2-40B4-BE49-F238E27FC236}">
                      <a16:creationId xmlns:a16="http://schemas.microsoft.com/office/drawing/2014/main" id="{2148BBC6-0A2B-C7AF-1B59-63820074EEDF}"/>
                    </a:ext>
                  </a:extLst>
                </p:cNvPr>
                <p:cNvPicPr/>
                <p:nvPr/>
              </p:nvPicPr>
              <p:blipFill>
                <a:blip r:embed="rId272"/>
                <a:stretch>
                  <a:fillRect/>
                </a:stretch>
              </p:blipFill>
              <p:spPr>
                <a:xfrm>
                  <a:off x="6043484" y="3217799"/>
                  <a:ext cx="7164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235" name="Entrada de lápiz 234">
                  <a:extLst>
                    <a:ext uri="{FF2B5EF4-FFF2-40B4-BE49-F238E27FC236}">
                      <a16:creationId xmlns:a16="http://schemas.microsoft.com/office/drawing/2014/main" id="{9A66C74E-3844-7941-D094-6B68A82B23CF}"/>
                    </a:ext>
                  </a:extLst>
                </p14:cNvPr>
                <p14:cNvContentPartPr/>
                <p14:nvPr/>
              </p14:nvContentPartPr>
              <p14:xfrm>
                <a:off x="6147524" y="3220319"/>
                <a:ext cx="47520" cy="73080"/>
              </p14:xfrm>
            </p:contentPart>
          </mc:Choice>
          <mc:Fallback xmlns="">
            <p:pic>
              <p:nvPicPr>
                <p:cNvPr id="235" name="Entrada de lápiz 234">
                  <a:extLst>
                    <a:ext uri="{FF2B5EF4-FFF2-40B4-BE49-F238E27FC236}">
                      <a16:creationId xmlns:a16="http://schemas.microsoft.com/office/drawing/2014/main" id="{9A66C74E-3844-7941-D094-6B68A82B23CF}"/>
                    </a:ext>
                  </a:extLst>
                </p:cNvPr>
                <p:cNvPicPr/>
                <p:nvPr/>
              </p:nvPicPr>
              <p:blipFill>
                <a:blip r:embed="rId274"/>
                <a:stretch>
                  <a:fillRect/>
                </a:stretch>
              </p:blipFill>
              <p:spPr>
                <a:xfrm>
                  <a:off x="6141404" y="3214199"/>
                  <a:ext cx="5976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236" name="Entrada de lápiz 235">
                  <a:extLst>
                    <a:ext uri="{FF2B5EF4-FFF2-40B4-BE49-F238E27FC236}">
                      <a16:creationId xmlns:a16="http://schemas.microsoft.com/office/drawing/2014/main" id="{008B4AC7-5A40-457C-636E-5F754ED14828}"/>
                    </a:ext>
                  </a:extLst>
                </p14:cNvPr>
                <p14:cNvContentPartPr/>
                <p14:nvPr/>
              </p14:nvContentPartPr>
              <p14:xfrm>
                <a:off x="6235004" y="3239759"/>
                <a:ext cx="43560" cy="47880"/>
              </p14:xfrm>
            </p:contentPart>
          </mc:Choice>
          <mc:Fallback xmlns="">
            <p:pic>
              <p:nvPicPr>
                <p:cNvPr id="236" name="Entrada de lápiz 235">
                  <a:extLst>
                    <a:ext uri="{FF2B5EF4-FFF2-40B4-BE49-F238E27FC236}">
                      <a16:creationId xmlns:a16="http://schemas.microsoft.com/office/drawing/2014/main" id="{008B4AC7-5A40-457C-636E-5F754ED14828}"/>
                    </a:ext>
                  </a:extLst>
                </p:cNvPr>
                <p:cNvPicPr/>
                <p:nvPr/>
              </p:nvPicPr>
              <p:blipFill>
                <a:blip r:embed="rId276"/>
                <a:stretch>
                  <a:fillRect/>
                </a:stretch>
              </p:blipFill>
              <p:spPr>
                <a:xfrm>
                  <a:off x="6228884" y="3233639"/>
                  <a:ext cx="5580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237" name="Entrada de lápiz 236">
                  <a:extLst>
                    <a:ext uri="{FF2B5EF4-FFF2-40B4-BE49-F238E27FC236}">
                      <a16:creationId xmlns:a16="http://schemas.microsoft.com/office/drawing/2014/main" id="{11D0892A-9024-8148-B4A3-F8349BD1AFF2}"/>
                    </a:ext>
                  </a:extLst>
                </p14:cNvPr>
                <p14:cNvContentPartPr/>
                <p14:nvPr/>
              </p14:nvContentPartPr>
              <p14:xfrm>
                <a:off x="6229964" y="3242639"/>
                <a:ext cx="44280" cy="61920"/>
              </p14:xfrm>
            </p:contentPart>
          </mc:Choice>
          <mc:Fallback xmlns="">
            <p:pic>
              <p:nvPicPr>
                <p:cNvPr id="237" name="Entrada de lápiz 236">
                  <a:extLst>
                    <a:ext uri="{FF2B5EF4-FFF2-40B4-BE49-F238E27FC236}">
                      <a16:creationId xmlns:a16="http://schemas.microsoft.com/office/drawing/2014/main" id="{11D0892A-9024-8148-B4A3-F8349BD1AFF2}"/>
                    </a:ext>
                  </a:extLst>
                </p:cNvPr>
                <p:cNvPicPr/>
                <p:nvPr/>
              </p:nvPicPr>
              <p:blipFill>
                <a:blip r:embed="rId278"/>
                <a:stretch>
                  <a:fillRect/>
                </a:stretch>
              </p:blipFill>
              <p:spPr>
                <a:xfrm>
                  <a:off x="6223844" y="3236519"/>
                  <a:ext cx="5652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238" name="Entrada de lápiz 237">
                  <a:extLst>
                    <a:ext uri="{FF2B5EF4-FFF2-40B4-BE49-F238E27FC236}">
                      <a16:creationId xmlns:a16="http://schemas.microsoft.com/office/drawing/2014/main" id="{8DDAD075-BF25-8A30-84B7-F34221F80AF3}"/>
                    </a:ext>
                  </a:extLst>
                </p14:cNvPr>
                <p14:cNvContentPartPr/>
                <p14:nvPr/>
              </p14:nvContentPartPr>
              <p14:xfrm>
                <a:off x="6322484" y="3228239"/>
                <a:ext cx="32040" cy="42480"/>
              </p14:xfrm>
            </p:contentPart>
          </mc:Choice>
          <mc:Fallback xmlns="">
            <p:pic>
              <p:nvPicPr>
                <p:cNvPr id="238" name="Entrada de lápiz 237">
                  <a:extLst>
                    <a:ext uri="{FF2B5EF4-FFF2-40B4-BE49-F238E27FC236}">
                      <a16:creationId xmlns:a16="http://schemas.microsoft.com/office/drawing/2014/main" id="{8DDAD075-BF25-8A30-84B7-F34221F80AF3}"/>
                    </a:ext>
                  </a:extLst>
                </p:cNvPr>
                <p:cNvPicPr/>
                <p:nvPr/>
              </p:nvPicPr>
              <p:blipFill>
                <a:blip r:embed="rId280"/>
                <a:stretch>
                  <a:fillRect/>
                </a:stretch>
              </p:blipFill>
              <p:spPr>
                <a:xfrm>
                  <a:off x="6316364" y="3222119"/>
                  <a:ext cx="4428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239" name="Entrada de lápiz 238">
                  <a:extLst>
                    <a:ext uri="{FF2B5EF4-FFF2-40B4-BE49-F238E27FC236}">
                      <a16:creationId xmlns:a16="http://schemas.microsoft.com/office/drawing/2014/main" id="{1F3FF3FC-9616-7D03-0294-942B58083116}"/>
                    </a:ext>
                  </a:extLst>
                </p14:cNvPr>
                <p14:cNvContentPartPr/>
                <p14:nvPr/>
              </p14:nvContentPartPr>
              <p14:xfrm>
                <a:off x="6372524" y="3231839"/>
                <a:ext cx="5040" cy="59040"/>
              </p14:xfrm>
            </p:contentPart>
          </mc:Choice>
          <mc:Fallback xmlns="">
            <p:pic>
              <p:nvPicPr>
                <p:cNvPr id="239" name="Entrada de lápiz 238">
                  <a:extLst>
                    <a:ext uri="{FF2B5EF4-FFF2-40B4-BE49-F238E27FC236}">
                      <a16:creationId xmlns:a16="http://schemas.microsoft.com/office/drawing/2014/main" id="{1F3FF3FC-9616-7D03-0294-942B58083116}"/>
                    </a:ext>
                  </a:extLst>
                </p:cNvPr>
                <p:cNvPicPr/>
                <p:nvPr/>
              </p:nvPicPr>
              <p:blipFill>
                <a:blip r:embed="rId282"/>
                <a:stretch>
                  <a:fillRect/>
                </a:stretch>
              </p:blipFill>
              <p:spPr>
                <a:xfrm>
                  <a:off x="6366404" y="3225719"/>
                  <a:ext cx="1728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240" name="Entrada de lápiz 239">
                  <a:extLst>
                    <a:ext uri="{FF2B5EF4-FFF2-40B4-BE49-F238E27FC236}">
                      <a16:creationId xmlns:a16="http://schemas.microsoft.com/office/drawing/2014/main" id="{6896A8B8-7A00-0945-F390-73ACDD7CE855}"/>
                    </a:ext>
                  </a:extLst>
                </p14:cNvPr>
                <p14:cNvContentPartPr/>
                <p14:nvPr/>
              </p14:nvContentPartPr>
              <p14:xfrm>
                <a:off x="6406364" y="3210959"/>
                <a:ext cx="50760" cy="111600"/>
              </p14:xfrm>
            </p:contentPart>
          </mc:Choice>
          <mc:Fallback xmlns="">
            <p:pic>
              <p:nvPicPr>
                <p:cNvPr id="240" name="Entrada de lápiz 239">
                  <a:extLst>
                    <a:ext uri="{FF2B5EF4-FFF2-40B4-BE49-F238E27FC236}">
                      <a16:creationId xmlns:a16="http://schemas.microsoft.com/office/drawing/2014/main" id="{6896A8B8-7A00-0945-F390-73ACDD7CE855}"/>
                    </a:ext>
                  </a:extLst>
                </p:cNvPr>
                <p:cNvPicPr/>
                <p:nvPr/>
              </p:nvPicPr>
              <p:blipFill>
                <a:blip r:embed="rId284"/>
                <a:stretch>
                  <a:fillRect/>
                </a:stretch>
              </p:blipFill>
              <p:spPr>
                <a:xfrm>
                  <a:off x="6400244" y="3204839"/>
                  <a:ext cx="63000" cy="123840"/>
                </a:xfrm>
                <a:prstGeom prst="rect">
                  <a:avLst/>
                </a:prstGeom>
              </p:spPr>
            </p:pic>
          </mc:Fallback>
        </mc:AlternateContent>
      </p:grpSp>
      <p:grpSp>
        <p:nvGrpSpPr>
          <p:cNvPr id="251" name="Grupo 250">
            <a:extLst>
              <a:ext uri="{FF2B5EF4-FFF2-40B4-BE49-F238E27FC236}">
                <a16:creationId xmlns:a16="http://schemas.microsoft.com/office/drawing/2014/main" id="{2E2B8A70-A2F3-AB58-CDA7-63C3782B8AC0}"/>
              </a:ext>
            </a:extLst>
          </p:cNvPr>
          <p:cNvGrpSpPr/>
          <p:nvPr/>
        </p:nvGrpSpPr>
        <p:grpSpPr>
          <a:xfrm>
            <a:off x="7884884" y="2898479"/>
            <a:ext cx="345240" cy="111240"/>
            <a:chOff x="7884884" y="2898479"/>
            <a:chExt cx="345240" cy="111240"/>
          </a:xfrm>
        </p:grpSpPr>
        <mc:AlternateContent xmlns:mc="http://schemas.openxmlformats.org/markup-compatibility/2006" xmlns:p14="http://schemas.microsoft.com/office/powerpoint/2010/main">
          <mc:Choice Requires="p14">
            <p:contentPart p14:bwMode="auto" r:id="rId285">
              <p14:nvContentPartPr>
                <p14:cNvPr id="242" name="Entrada de lápiz 241">
                  <a:extLst>
                    <a:ext uri="{FF2B5EF4-FFF2-40B4-BE49-F238E27FC236}">
                      <a16:creationId xmlns:a16="http://schemas.microsoft.com/office/drawing/2014/main" id="{1089D44F-699A-BD84-CC44-D4F19FE008F0}"/>
                    </a:ext>
                  </a:extLst>
                </p14:cNvPr>
                <p14:cNvContentPartPr/>
                <p14:nvPr/>
              </p14:nvContentPartPr>
              <p14:xfrm>
                <a:off x="7887404" y="2917919"/>
                <a:ext cx="54000" cy="6480"/>
              </p14:xfrm>
            </p:contentPart>
          </mc:Choice>
          <mc:Fallback xmlns="">
            <p:pic>
              <p:nvPicPr>
                <p:cNvPr id="242" name="Entrada de lápiz 241">
                  <a:extLst>
                    <a:ext uri="{FF2B5EF4-FFF2-40B4-BE49-F238E27FC236}">
                      <a16:creationId xmlns:a16="http://schemas.microsoft.com/office/drawing/2014/main" id="{1089D44F-699A-BD84-CC44-D4F19FE008F0}"/>
                    </a:ext>
                  </a:extLst>
                </p:cNvPr>
                <p:cNvPicPr/>
                <p:nvPr/>
              </p:nvPicPr>
              <p:blipFill>
                <a:blip r:embed="rId286"/>
                <a:stretch>
                  <a:fillRect/>
                </a:stretch>
              </p:blipFill>
              <p:spPr>
                <a:xfrm>
                  <a:off x="7881284" y="2911799"/>
                  <a:ext cx="6624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243" name="Entrada de lápiz 242">
                  <a:extLst>
                    <a:ext uri="{FF2B5EF4-FFF2-40B4-BE49-F238E27FC236}">
                      <a16:creationId xmlns:a16="http://schemas.microsoft.com/office/drawing/2014/main" id="{278F9F1C-E0CD-A283-6F5D-DD5B2079B4A1}"/>
                    </a:ext>
                  </a:extLst>
                </p14:cNvPr>
                <p14:cNvContentPartPr/>
                <p14:nvPr/>
              </p14:nvContentPartPr>
              <p14:xfrm>
                <a:off x="7884884" y="2922239"/>
                <a:ext cx="51480" cy="79200"/>
              </p14:xfrm>
            </p:contentPart>
          </mc:Choice>
          <mc:Fallback xmlns="">
            <p:pic>
              <p:nvPicPr>
                <p:cNvPr id="243" name="Entrada de lápiz 242">
                  <a:extLst>
                    <a:ext uri="{FF2B5EF4-FFF2-40B4-BE49-F238E27FC236}">
                      <a16:creationId xmlns:a16="http://schemas.microsoft.com/office/drawing/2014/main" id="{278F9F1C-E0CD-A283-6F5D-DD5B2079B4A1}"/>
                    </a:ext>
                  </a:extLst>
                </p:cNvPr>
                <p:cNvPicPr/>
                <p:nvPr/>
              </p:nvPicPr>
              <p:blipFill>
                <a:blip r:embed="rId288"/>
                <a:stretch>
                  <a:fillRect/>
                </a:stretch>
              </p:blipFill>
              <p:spPr>
                <a:xfrm>
                  <a:off x="7878764" y="2916119"/>
                  <a:ext cx="6372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244" name="Entrada de lápiz 243">
                  <a:extLst>
                    <a:ext uri="{FF2B5EF4-FFF2-40B4-BE49-F238E27FC236}">
                      <a16:creationId xmlns:a16="http://schemas.microsoft.com/office/drawing/2014/main" id="{B9E6AD8A-EC35-6E6F-FE48-2D5B01A8D3BF}"/>
                    </a:ext>
                  </a:extLst>
                </p14:cNvPr>
                <p14:cNvContentPartPr/>
                <p14:nvPr/>
              </p14:nvContentPartPr>
              <p14:xfrm>
                <a:off x="7968404" y="2930879"/>
                <a:ext cx="17280" cy="39240"/>
              </p14:xfrm>
            </p:contentPart>
          </mc:Choice>
          <mc:Fallback xmlns="">
            <p:pic>
              <p:nvPicPr>
                <p:cNvPr id="244" name="Entrada de lápiz 243">
                  <a:extLst>
                    <a:ext uri="{FF2B5EF4-FFF2-40B4-BE49-F238E27FC236}">
                      <a16:creationId xmlns:a16="http://schemas.microsoft.com/office/drawing/2014/main" id="{B9E6AD8A-EC35-6E6F-FE48-2D5B01A8D3BF}"/>
                    </a:ext>
                  </a:extLst>
                </p:cNvPr>
                <p:cNvPicPr/>
                <p:nvPr/>
              </p:nvPicPr>
              <p:blipFill>
                <a:blip r:embed="rId290"/>
                <a:stretch>
                  <a:fillRect/>
                </a:stretch>
              </p:blipFill>
              <p:spPr>
                <a:xfrm>
                  <a:off x="7962284" y="2924759"/>
                  <a:ext cx="2952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245" name="Entrada de lápiz 244">
                  <a:extLst>
                    <a:ext uri="{FF2B5EF4-FFF2-40B4-BE49-F238E27FC236}">
                      <a16:creationId xmlns:a16="http://schemas.microsoft.com/office/drawing/2014/main" id="{505C8FBA-32B5-0BD1-B04A-8C8BEAD155E4}"/>
                    </a:ext>
                  </a:extLst>
                </p14:cNvPr>
                <p14:cNvContentPartPr/>
                <p14:nvPr/>
              </p14:nvContentPartPr>
              <p14:xfrm>
                <a:off x="7995044" y="2938799"/>
                <a:ext cx="7560" cy="51840"/>
              </p14:xfrm>
            </p:contentPart>
          </mc:Choice>
          <mc:Fallback xmlns="">
            <p:pic>
              <p:nvPicPr>
                <p:cNvPr id="245" name="Entrada de lápiz 244">
                  <a:extLst>
                    <a:ext uri="{FF2B5EF4-FFF2-40B4-BE49-F238E27FC236}">
                      <a16:creationId xmlns:a16="http://schemas.microsoft.com/office/drawing/2014/main" id="{505C8FBA-32B5-0BD1-B04A-8C8BEAD155E4}"/>
                    </a:ext>
                  </a:extLst>
                </p:cNvPr>
                <p:cNvPicPr/>
                <p:nvPr/>
              </p:nvPicPr>
              <p:blipFill>
                <a:blip r:embed="rId292"/>
                <a:stretch>
                  <a:fillRect/>
                </a:stretch>
              </p:blipFill>
              <p:spPr>
                <a:xfrm>
                  <a:off x="7988924" y="2932679"/>
                  <a:ext cx="1980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246" name="Entrada de lápiz 245">
                  <a:extLst>
                    <a:ext uri="{FF2B5EF4-FFF2-40B4-BE49-F238E27FC236}">
                      <a16:creationId xmlns:a16="http://schemas.microsoft.com/office/drawing/2014/main" id="{0FAD81EC-7A2E-F657-C78B-6F7A967916A6}"/>
                    </a:ext>
                  </a:extLst>
                </p14:cNvPr>
                <p14:cNvContentPartPr/>
                <p14:nvPr/>
              </p14:nvContentPartPr>
              <p14:xfrm>
                <a:off x="8033924" y="2934479"/>
                <a:ext cx="41760" cy="47880"/>
              </p14:xfrm>
            </p:contentPart>
          </mc:Choice>
          <mc:Fallback xmlns="">
            <p:pic>
              <p:nvPicPr>
                <p:cNvPr id="246" name="Entrada de lápiz 245">
                  <a:extLst>
                    <a:ext uri="{FF2B5EF4-FFF2-40B4-BE49-F238E27FC236}">
                      <a16:creationId xmlns:a16="http://schemas.microsoft.com/office/drawing/2014/main" id="{0FAD81EC-7A2E-F657-C78B-6F7A967916A6}"/>
                    </a:ext>
                  </a:extLst>
                </p:cNvPr>
                <p:cNvPicPr/>
                <p:nvPr/>
              </p:nvPicPr>
              <p:blipFill>
                <a:blip r:embed="rId294"/>
                <a:stretch>
                  <a:fillRect/>
                </a:stretch>
              </p:blipFill>
              <p:spPr>
                <a:xfrm>
                  <a:off x="8027804" y="2928359"/>
                  <a:ext cx="5400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247" name="Entrada de lápiz 246">
                  <a:extLst>
                    <a:ext uri="{FF2B5EF4-FFF2-40B4-BE49-F238E27FC236}">
                      <a16:creationId xmlns:a16="http://schemas.microsoft.com/office/drawing/2014/main" id="{56364BCA-5031-9887-C9A9-DDB53DBBB893}"/>
                    </a:ext>
                  </a:extLst>
                </p14:cNvPr>
                <p14:cNvContentPartPr/>
                <p14:nvPr/>
              </p14:nvContentPartPr>
              <p14:xfrm>
                <a:off x="8045804" y="2929439"/>
                <a:ext cx="30960" cy="54720"/>
              </p14:xfrm>
            </p:contentPart>
          </mc:Choice>
          <mc:Fallback xmlns="">
            <p:pic>
              <p:nvPicPr>
                <p:cNvPr id="247" name="Entrada de lápiz 246">
                  <a:extLst>
                    <a:ext uri="{FF2B5EF4-FFF2-40B4-BE49-F238E27FC236}">
                      <a16:creationId xmlns:a16="http://schemas.microsoft.com/office/drawing/2014/main" id="{56364BCA-5031-9887-C9A9-DDB53DBBB893}"/>
                    </a:ext>
                  </a:extLst>
                </p:cNvPr>
                <p:cNvPicPr/>
                <p:nvPr/>
              </p:nvPicPr>
              <p:blipFill>
                <a:blip r:embed="rId296"/>
                <a:stretch>
                  <a:fillRect/>
                </a:stretch>
              </p:blipFill>
              <p:spPr>
                <a:xfrm>
                  <a:off x="8039684" y="2923319"/>
                  <a:ext cx="4320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248" name="Entrada de lápiz 247">
                  <a:extLst>
                    <a:ext uri="{FF2B5EF4-FFF2-40B4-BE49-F238E27FC236}">
                      <a16:creationId xmlns:a16="http://schemas.microsoft.com/office/drawing/2014/main" id="{79954CB7-904F-2CBC-DFA4-2978D709B2F5}"/>
                    </a:ext>
                  </a:extLst>
                </p14:cNvPr>
                <p14:cNvContentPartPr/>
                <p14:nvPr/>
              </p14:nvContentPartPr>
              <p14:xfrm>
                <a:off x="8116004" y="2913239"/>
                <a:ext cx="23760" cy="40320"/>
              </p14:xfrm>
            </p:contentPart>
          </mc:Choice>
          <mc:Fallback xmlns="">
            <p:pic>
              <p:nvPicPr>
                <p:cNvPr id="248" name="Entrada de lápiz 247">
                  <a:extLst>
                    <a:ext uri="{FF2B5EF4-FFF2-40B4-BE49-F238E27FC236}">
                      <a16:creationId xmlns:a16="http://schemas.microsoft.com/office/drawing/2014/main" id="{79954CB7-904F-2CBC-DFA4-2978D709B2F5}"/>
                    </a:ext>
                  </a:extLst>
                </p:cNvPr>
                <p:cNvPicPr/>
                <p:nvPr/>
              </p:nvPicPr>
              <p:blipFill>
                <a:blip r:embed="rId298"/>
                <a:stretch>
                  <a:fillRect/>
                </a:stretch>
              </p:blipFill>
              <p:spPr>
                <a:xfrm>
                  <a:off x="8109884" y="2907119"/>
                  <a:ext cx="3600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249" name="Entrada de lápiz 248">
                  <a:extLst>
                    <a:ext uri="{FF2B5EF4-FFF2-40B4-BE49-F238E27FC236}">
                      <a16:creationId xmlns:a16="http://schemas.microsoft.com/office/drawing/2014/main" id="{29EAC25D-2F43-7F27-DF1B-4D240DFBE0C5}"/>
                    </a:ext>
                  </a:extLst>
                </p14:cNvPr>
                <p14:cNvContentPartPr/>
                <p14:nvPr/>
              </p14:nvContentPartPr>
              <p14:xfrm>
                <a:off x="8151644" y="2922239"/>
                <a:ext cx="3960" cy="66960"/>
              </p14:xfrm>
            </p:contentPart>
          </mc:Choice>
          <mc:Fallback xmlns="">
            <p:pic>
              <p:nvPicPr>
                <p:cNvPr id="249" name="Entrada de lápiz 248">
                  <a:extLst>
                    <a:ext uri="{FF2B5EF4-FFF2-40B4-BE49-F238E27FC236}">
                      <a16:creationId xmlns:a16="http://schemas.microsoft.com/office/drawing/2014/main" id="{29EAC25D-2F43-7F27-DF1B-4D240DFBE0C5}"/>
                    </a:ext>
                  </a:extLst>
                </p:cNvPr>
                <p:cNvPicPr/>
                <p:nvPr/>
              </p:nvPicPr>
              <p:blipFill>
                <a:blip r:embed="rId300"/>
                <a:stretch>
                  <a:fillRect/>
                </a:stretch>
              </p:blipFill>
              <p:spPr>
                <a:xfrm>
                  <a:off x="8145524" y="2916119"/>
                  <a:ext cx="1620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250" name="Entrada de lápiz 249">
                  <a:extLst>
                    <a:ext uri="{FF2B5EF4-FFF2-40B4-BE49-F238E27FC236}">
                      <a16:creationId xmlns:a16="http://schemas.microsoft.com/office/drawing/2014/main" id="{9D62A553-3098-AD09-08BD-2885140A80D6}"/>
                    </a:ext>
                  </a:extLst>
                </p14:cNvPr>
                <p14:cNvContentPartPr/>
                <p14:nvPr/>
              </p14:nvContentPartPr>
              <p14:xfrm>
                <a:off x="8191964" y="2898479"/>
                <a:ext cx="38160" cy="111240"/>
              </p14:xfrm>
            </p:contentPart>
          </mc:Choice>
          <mc:Fallback xmlns="">
            <p:pic>
              <p:nvPicPr>
                <p:cNvPr id="250" name="Entrada de lápiz 249">
                  <a:extLst>
                    <a:ext uri="{FF2B5EF4-FFF2-40B4-BE49-F238E27FC236}">
                      <a16:creationId xmlns:a16="http://schemas.microsoft.com/office/drawing/2014/main" id="{9D62A553-3098-AD09-08BD-2885140A80D6}"/>
                    </a:ext>
                  </a:extLst>
                </p:cNvPr>
                <p:cNvPicPr/>
                <p:nvPr/>
              </p:nvPicPr>
              <p:blipFill>
                <a:blip r:embed="rId302"/>
                <a:stretch>
                  <a:fillRect/>
                </a:stretch>
              </p:blipFill>
              <p:spPr>
                <a:xfrm>
                  <a:off x="8185844" y="2892359"/>
                  <a:ext cx="50400" cy="123480"/>
                </a:xfrm>
                <a:prstGeom prst="rect">
                  <a:avLst/>
                </a:prstGeom>
              </p:spPr>
            </p:pic>
          </mc:Fallback>
        </mc:AlternateContent>
      </p:grpSp>
      <p:grpSp>
        <p:nvGrpSpPr>
          <p:cNvPr id="257" name="Grupo 256">
            <a:extLst>
              <a:ext uri="{FF2B5EF4-FFF2-40B4-BE49-F238E27FC236}">
                <a16:creationId xmlns:a16="http://schemas.microsoft.com/office/drawing/2014/main" id="{2330CD7F-BC04-497B-EF4F-54E869B127B9}"/>
              </a:ext>
            </a:extLst>
          </p:cNvPr>
          <p:cNvGrpSpPr/>
          <p:nvPr/>
        </p:nvGrpSpPr>
        <p:grpSpPr>
          <a:xfrm>
            <a:off x="5248604" y="3582119"/>
            <a:ext cx="45720" cy="54360"/>
            <a:chOff x="5248604" y="3582119"/>
            <a:chExt cx="45720" cy="54360"/>
          </a:xfrm>
        </p:grpSpPr>
        <mc:AlternateContent xmlns:mc="http://schemas.openxmlformats.org/markup-compatibility/2006" xmlns:p14="http://schemas.microsoft.com/office/powerpoint/2010/main">
          <mc:Choice Requires="p14">
            <p:contentPart p14:bwMode="auto" r:id="rId303">
              <p14:nvContentPartPr>
                <p14:cNvPr id="255" name="Entrada de lápiz 254">
                  <a:extLst>
                    <a:ext uri="{FF2B5EF4-FFF2-40B4-BE49-F238E27FC236}">
                      <a16:creationId xmlns:a16="http://schemas.microsoft.com/office/drawing/2014/main" id="{291731F4-5AB4-ABE9-BC04-D1254C8BABDF}"/>
                    </a:ext>
                  </a:extLst>
                </p14:cNvPr>
                <p14:cNvContentPartPr/>
                <p14:nvPr/>
              </p14:nvContentPartPr>
              <p14:xfrm>
                <a:off x="5254724" y="3582119"/>
                <a:ext cx="39600" cy="7920"/>
              </p14:xfrm>
            </p:contentPart>
          </mc:Choice>
          <mc:Fallback xmlns="">
            <p:pic>
              <p:nvPicPr>
                <p:cNvPr id="255" name="Entrada de lápiz 254">
                  <a:extLst>
                    <a:ext uri="{FF2B5EF4-FFF2-40B4-BE49-F238E27FC236}">
                      <a16:creationId xmlns:a16="http://schemas.microsoft.com/office/drawing/2014/main" id="{291731F4-5AB4-ABE9-BC04-D1254C8BABDF}"/>
                    </a:ext>
                  </a:extLst>
                </p:cNvPr>
                <p:cNvPicPr/>
                <p:nvPr/>
              </p:nvPicPr>
              <p:blipFill>
                <a:blip r:embed="rId304"/>
                <a:stretch>
                  <a:fillRect/>
                </a:stretch>
              </p:blipFill>
              <p:spPr>
                <a:xfrm>
                  <a:off x="5248604" y="3575999"/>
                  <a:ext cx="5184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256" name="Entrada de lápiz 255">
                  <a:extLst>
                    <a:ext uri="{FF2B5EF4-FFF2-40B4-BE49-F238E27FC236}">
                      <a16:creationId xmlns:a16="http://schemas.microsoft.com/office/drawing/2014/main" id="{AFA5003C-2A22-9B49-E3EA-F5D03810F8BE}"/>
                    </a:ext>
                  </a:extLst>
                </p14:cNvPr>
                <p14:cNvContentPartPr/>
                <p14:nvPr/>
              </p14:nvContentPartPr>
              <p14:xfrm>
                <a:off x="5248604" y="3628199"/>
                <a:ext cx="30240" cy="8280"/>
              </p14:xfrm>
            </p:contentPart>
          </mc:Choice>
          <mc:Fallback xmlns="">
            <p:pic>
              <p:nvPicPr>
                <p:cNvPr id="256" name="Entrada de lápiz 255">
                  <a:extLst>
                    <a:ext uri="{FF2B5EF4-FFF2-40B4-BE49-F238E27FC236}">
                      <a16:creationId xmlns:a16="http://schemas.microsoft.com/office/drawing/2014/main" id="{AFA5003C-2A22-9B49-E3EA-F5D03810F8BE}"/>
                    </a:ext>
                  </a:extLst>
                </p:cNvPr>
                <p:cNvPicPr/>
                <p:nvPr/>
              </p:nvPicPr>
              <p:blipFill>
                <a:blip r:embed="rId306"/>
                <a:stretch>
                  <a:fillRect/>
                </a:stretch>
              </p:blipFill>
              <p:spPr>
                <a:xfrm>
                  <a:off x="5242484" y="3622079"/>
                  <a:ext cx="42480" cy="20520"/>
                </a:xfrm>
                <a:prstGeom prst="rect">
                  <a:avLst/>
                </a:prstGeom>
              </p:spPr>
            </p:pic>
          </mc:Fallback>
        </mc:AlternateContent>
      </p:grpSp>
      <p:grpSp>
        <p:nvGrpSpPr>
          <p:cNvPr id="300" name="Grupo 299">
            <a:extLst>
              <a:ext uri="{FF2B5EF4-FFF2-40B4-BE49-F238E27FC236}">
                <a16:creationId xmlns:a16="http://schemas.microsoft.com/office/drawing/2014/main" id="{57F5AF69-37C6-924C-9AEB-28F9925A1369}"/>
              </a:ext>
            </a:extLst>
          </p:cNvPr>
          <p:cNvGrpSpPr/>
          <p:nvPr/>
        </p:nvGrpSpPr>
        <p:grpSpPr>
          <a:xfrm>
            <a:off x="8785964" y="3261290"/>
            <a:ext cx="979711" cy="425880"/>
            <a:chOff x="8785964" y="3261290"/>
            <a:chExt cx="979711" cy="425880"/>
          </a:xfrm>
        </p:grpSpPr>
        <mc:AlternateContent xmlns:mc="http://schemas.openxmlformats.org/markup-compatibility/2006" xmlns:p14="http://schemas.microsoft.com/office/powerpoint/2010/main">
          <mc:Choice Requires="p14">
            <p:contentPart p14:bwMode="auto" r:id="rId307">
              <p14:nvContentPartPr>
                <p14:cNvPr id="252" name="Entrada de lápiz 251">
                  <a:extLst>
                    <a:ext uri="{FF2B5EF4-FFF2-40B4-BE49-F238E27FC236}">
                      <a16:creationId xmlns:a16="http://schemas.microsoft.com/office/drawing/2014/main" id="{4B0CCE94-6075-B88A-EC1C-143EC06291CE}"/>
                    </a:ext>
                  </a:extLst>
                </p14:cNvPr>
                <p14:cNvContentPartPr/>
                <p14:nvPr/>
              </p14:nvContentPartPr>
              <p14:xfrm>
                <a:off x="8789924" y="3502199"/>
                <a:ext cx="42120" cy="3600"/>
              </p14:xfrm>
            </p:contentPart>
          </mc:Choice>
          <mc:Fallback xmlns="">
            <p:pic>
              <p:nvPicPr>
                <p:cNvPr id="252" name="Entrada de lápiz 251">
                  <a:extLst>
                    <a:ext uri="{FF2B5EF4-FFF2-40B4-BE49-F238E27FC236}">
                      <a16:creationId xmlns:a16="http://schemas.microsoft.com/office/drawing/2014/main" id="{4B0CCE94-6075-B88A-EC1C-143EC06291CE}"/>
                    </a:ext>
                  </a:extLst>
                </p:cNvPr>
                <p:cNvPicPr/>
                <p:nvPr/>
              </p:nvPicPr>
              <p:blipFill>
                <a:blip r:embed="rId308"/>
                <a:stretch>
                  <a:fillRect/>
                </a:stretch>
              </p:blipFill>
              <p:spPr>
                <a:xfrm>
                  <a:off x="8783804" y="3496079"/>
                  <a:ext cx="5436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253" name="Entrada de lápiz 252">
                  <a:extLst>
                    <a:ext uri="{FF2B5EF4-FFF2-40B4-BE49-F238E27FC236}">
                      <a16:creationId xmlns:a16="http://schemas.microsoft.com/office/drawing/2014/main" id="{5FE143C0-FC4C-2D5D-E3B1-958DEFEF83CC}"/>
                    </a:ext>
                  </a:extLst>
                </p14:cNvPr>
                <p14:cNvContentPartPr/>
                <p14:nvPr/>
              </p14:nvContentPartPr>
              <p14:xfrm>
                <a:off x="8785964" y="3549719"/>
                <a:ext cx="29520" cy="3960"/>
              </p14:xfrm>
            </p:contentPart>
          </mc:Choice>
          <mc:Fallback xmlns="">
            <p:pic>
              <p:nvPicPr>
                <p:cNvPr id="253" name="Entrada de lápiz 252">
                  <a:extLst>
                    <a:ext uri="{FF2B5EF4-FFF2-40B4-BE49-F238E27FC236}">
                      <a16:creationId xmlns:a16="http://schemas.microsoft.com/office/drawing/2014/main" id="{5FE143C0-FC4C-2D5D-E3B1-958DEFEF83CC}"/>
                    </a:ext>
                  </a:extLst>
                </p:cNvPr>
                <p:cNvPicPr/>
                <p:nvPr/>
              </p:nvPicPr>
              <p:blipFill>
                <a:blip r:embed="rId310"/>
                <a:stretch>
                  <a:fillRect/>
                </a:stretch>
              </p:blipFill>
              <p:spPr>
                <a:xfrm>
                  <a:off x="8779844" y="3543599"/>
                  <a:ext cx="41760" cy="1620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264" name="Entrada de lápiz 263">
                  <a:extLst>
                    <a:ext uri="{FF2B5EF4-FFF2-40B4-BE49-F238E27FC236}">
                      <a16:creationId xmlns:a16="http://schemas.microsoft.com/office/drawing/2014/main" id="{42359297-DE00-716A-B2F5-294CB80BE6EB}"/>
                    </a:ext>
                  </a:extLst>
                </p14:cNvPr>
                <p14:cNvContentPartPr/>
                <p14:nvPr/>
              </p14:nvContentPartPr>
              <p14:xfrm>
                <a:off x="8901315" y="3398810"/>
                <a:ext cx="55800" cy="149760"/>
              </p14:xfrm>
            </p:contentPart>
          </mc:Choice>
          <mc:Fallback xmlns="">
            <p:pic>
              <p:nvPicPr>
                <p:cNvPr id="264" name="Entrada de lápiz 263">
                  <a:extLst>
                    <a:ext uri="{FF2B5EF4-FFF2-40B4-BE49-F238E27FC236}">
                      <a16:creationId xmlns:a16="http://schemas.microsoft.com/office/drawing/2014/main" id="{42359297-DE00-716A-B2F5-294CB80BE6EB}"/>
                    </a:ext>
                  </a:extLst>
                </p:cNvPr>
                <p:cNvPicPr/>
                <p:nvPr/>
              </p:nvPicPr>
              <p:blipFill>
                <a:blip r:embed="rId312"/>
                <a:stretch>
                  <a:fillRect/>
                </a:stretch>
              </p:blipFill>
              <p:spPr>
                <a:xfrm>
                  <a:off x="8895195" y="3392690"/>
                  <a:ext cx="6804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266" name="Entrada de lápiz 265">
                  <a:extLst>
                    <a:ext uri="{FF2B5EF4-FFF2-40B4-BE49-F238E27FC236}">
                      <a16:creationId xmlns:a16="http://schemas.microsoft.com/office/drawing/2014/main" id="{45FFD202-E315-BDF7-E699-479FD463F34D}"/>
                    </a:ext>
                  </a:extLst>
                </p14:cNvPr>
                <p14:cNvContentPartPr/>
                <p14:nvPr/>
              </p14:nvContentPartPr>
              <p14:xfrm>
                <a:off x="8983755" y="3364250"/>
                <a:ext cx="25200" cy="40680"/>
              </p14:xfrm>
            </p:contentPart>
          </mc:Choice>
          <mc:Fallback xmlns="">
            <p:pic>
              <p:nvPicPr>
                <p:cNvPr id="266" name="Entrada de lápiz 265">
                  <a:extLst>
                    <a:ext uri="{FF2B5EF4-FFF2-40B4-BE49-F238E27FC236}">
                      <a16:creationId xmlns:a16="http://schemas.microsoft.com/office/drawing/2014/main" id="{45FFD202-E315-BDF7-E699-479FD463F34D}"/>
                    </a:ext>
                  </a:extLst>
                </p:cNvPr>
                <p:cNvPicPr/>
                <p:nvPr/>
              </p:nvPicPr>
              <p:blipFill>
                <a:blip r:embed="rId314"/>
                <a:stretch>
                  <a:fillRect/>
                </a:stretch>
              </p:blipFill>
              <p:spPr>
                <a:xfrm>
                  <a:off x="8977635" y="3358130"/>
                  <a:ext cx="3744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267" name="Entrada de lápiz 266">
                  <a:extLst>
                    <a:ext uri="{FF2B5EF4-FFF2-40B4-BE49-F238E27FC236}">
                      <a16:creationId xmlns:a16="http://schemas.microsoft.com/office/drawing/2014/main" id="{56E4D1E5-7E33-2C52-A9B2-36A5BBAAC27D}"/>
                    </a:ext>
                  </a:extLst>
                </p14:cNvPr>
                <p14:cNvContentPartPr/>
                <p14:nvPr/>
              </p14:nvContentPartPr>
              <p14:xfrm>
                <a:off x="9031275" y="3345890"/>
                <a:ext cx="29160" cy="59040"/>
              </p14:xfrm>
            </p:contentPart>
          </mc:Choice>
          <mc:Fallback xmlns="">
            <p:pic>
              <p:nvPicPr>
                <p:cNvPr id="267" name="Entrada de lápiz 266">
                  <a:extLst>
                    <a:ext uri="{FF2B5EF4-FFF2-40B4-BE49-F238E27FC236}">
                      <a16:creationId xmlns:a16="http://schemas.microsoft.com/office/drawing/2014/main" id="{56E4D1E5-7E33-2C52-A9B2-36A5BBAAC27D}"/>
                    </a:ext>
                  </a:extLst>
                </p:cNvPr>
                <p:cNvPicPr/>
                <p:nvPr/>
              </p:nvPicPr>
              <p:blipFill>
                <a:blip r:embed="rId316"/>
                <a:stretch>
                  <a:fillRect/>
                </a:stretch>
              </p:blipFill>
              <p:spPr>
                <a:xfrm>
                  <a:off x="9025155" y="3339770"/>
                  <a:ext cx="4140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268" name="Entrada de lápiz 267">
                  <a:extLst>
                    <a:ext uri="{FF2B5EF4-FFF2-40B4-BE49-F238E27FC236}">
                      <a16:creationId xmlns:a16="http://schemas.microsoft.com/office/drawing/2014/main" id="{37134653-B485-D141-8C6B-DEC01408930B}"/>
                    </a:ext>
                  </a:extLst>
                </p14:cNvPr>
                <p14:cNvContentPartPr/>
                <p14:nvPr/>
              </p14:nvContentPartPr>
              <p14:xfrm>
                <a:off x="8958915" y="3339050"/>
                <a:ext cx="21960" cy="73080"/>
              </p14:xfrm>
            </p:contentPart>
          </mc:Choice>
          <mc:Fallback xmlns="">
            <p:pic>
              <p:nvPicPr>
                <p:cNvPr id="268" name="Entrada de lápiz 267">
                  <a:extLst>
                    <a:ext uri="{FF2B5EF4-FFF2-40B4-BE49-F238E27FC236}">
                      <a16:creationId xmlns:a16="http://schemas.microsoft.com/office/drawing/2014/main" id="{37134653-B485-D141-8C6B-DEC01408930B}"/>
                    </a:ext>
                  </a:extLst>
                </p:cNvPr>
                <p:cNvPicPr/>
                <p:nvPr/>
              </p:nvPicPr>
              <p:blipFill>
                <a:blip r:embed="rId318"/>
                <a:stretch>
                  <a:fillRect/>
                </a:stretch>
              </p:blipFill>
              <p:spPr>
                <a:xfrm>
                  <a:off x="8952795" y="3332930"/>
                  <a:ext cx="3420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270" name="Entrada de lápiz 269">
                  <a:extLst>
                    <a:ext uri="{FF2B5EF4-FFF2-40B4-BE49-F238E27FC236}">
                      <a16:creationId xmlns:a16="http://schemas.microsoft.com/office/drawing/2014/main" id="{2D1069B6-985A-1941-321B-EE815710CB39}"/>
                    </a:ext>
                  </a:extLst>
                </p14:cNvPr>
                <p14:cNvContentPartPr/>
                <p14:nvPr/>
              </p14:nvContentPartPr>
              <p14:xfrm>
                <a:off x="9132435" y="3348770"/>
                <a:ext cx="41400" cy="6480"/>
              </p14:xfrm>
            </p:contentPart>
          </mc:Choice>
          <mc:Fallback xmlns="">
            <p:pic>
              <p:nvPicPr>
                <p:cNvPr id="270" name="Entrada de lápiz 269">
                  <a:extLst>
                    <a:ext uri="{FF2B5EF4-FFF2-40B4-BE49-F238E27FC236}">
                      <a16:creationId xmlns:a16="http://schemas.microsoft.com/office/drawing/2014/main" id="{2D1069B6-985A-1941-321B-EE815710CB39}"/>
                    </a:ext>
                  </a:extLst>
                </p:cNvPr>
                <p:cNvPicPr/>
                <p:nvPr/>
              </p:nvPicPr>
              <p:blipFill>
                <a:blip r:embed="rId320"/>
                <a:stretch>
                  <a:fillRect/>
                </a:stretch>
              </p:blipFill>
              <p:spPr>
                <a:xfrm>
                  <a:off x="9126315" y="3342650"/>
                  <a:ext cx="5364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271" name="Entrada de lápiz 270">
                  <a:extLst>
                    <a:ext uri="{FF2B5EF4-FFF2-40B4-BE49-F238E27FC236}">
                      <a16:creationId xmlns:a16="http://schemas.microsoft.com/office/drawing/2014/main" id="{1E40FDD2-B177-B506-73CA-E2DBA3578131}"/>
                    </a:ext>
                  </a:extLst>
                </p14:cNvPr>
                <p14:cNvContentPartPr/>
                <p14:nvPr/>
              </p14:nvContentPartPr>
              <p14:xfrm>
                <a:off x="9125955" y="3357050"/>
                <a:ext cx="104760" cy="330120"/>
              </p14:xfrm>
            </p:contentPart>
          </mc:Choice>
          <mc:Fallback xmlns="">
            <p:pic>
              <p:nvPicPr>
                <p:cNvPr id="271" name="Entrada de lápiz 270">
                  <a:extLst>
                    <a:ext uri="{FF2B5EF4-FFF2-40B4-BE49-F238E27FC236}">
                      <a16:creationId xmlns:a16="http://schemas.microsoft.com/office/drawing/2014/main" id="{1E40FDD2-B177-B506-73CA-E2DBA3578131}"/>
                    </a:ext>
                  </a:extLst>
                </p:cNvPr>
                <p:cNvPicPr/>
                <p:nvPr/>
              </p:nvPicPr>
              <p:blipFill>
                <a:blip r:embed="rId322"/>
                <a:stretch>
                  <a:fillRect/>
                </a:stretch>
              </p:blipFill>
              <p:spPr>
                <a:xfrm>
                  <a:off x="9119835" y="3350930"/>
                  <a:ext cx="117000" cy="34236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273" name="Entrada de lápiz 272">
                  <a:extLst>
                    <a:ext uri="{FF2B5EF4-FFF2-40B4-BE49-F238E27FC236}">
                      <a16:creationId xmlns:a16="http://schemas.microsoft.com/office/drawing/2014/main" id="{09CE21F1-1ECF-EDE0-8662-D3DAAE46E0B6}"/>
                    </a:ext>
                  </a:extLst>
                </p14:cNvPr>
                <p14:cNvContentPartPr/>
                <p14:nvPr/>
              </p14:nvContentPartPr>
              <p14:xfrm>
                <a:off x="9204075" y="3459650"/>
                <a:ext cx="84240" cy="77760"/>
              </p14:xfrm>
            </p:contentPart>
          </mc:Choice>
          <mc:Fallback xmlns="">
            <p:pic>
              <p:nvPicPr>
                <p:cNvPr id="273" name="Entrada de lápiz 272">
                  <a:extLst>
                    <a:ext uri="{FF2B5EF4-FFF2-40B4-BE49-F238E27FC236}">
                      <a16:creationId xmlns:a16="http://schemas.microsoft.com/office/drawing/2014/main" id="{09CE21F1-1ECF-EDE0-8662-D3DAAE46E0B6}"/>
                    </a:ext>
                  </a:extLst>
                </p:cNvPr>
                <p:cNvPicPr/>
                <p:nvPr/>
              </p:nvPicPr>
              <p:blipFill>
                <a:blip r:embed="rId324"/>
                <a:stretch>
                  <a:fillRect/>
                </a:stretch>
              </p:blipFill>
              <p:spPr>
                <a:xfrm>
                  <a:off x="9197955" y="3453530"/>
                  <a:ext cx="9648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274" name="Entrada de lápiz 273">
                  <a:extLst>
                    <a:ext uri="{FF2B5EF4-FFF2-40B4-BE49-F238E27FC236}">
                      <a16:creationId xmlns:a16="http://schemas.microsoft.com/office/drawing/2014/main" id="{92F9408A-621B-FB66-0CE7-BC939D8D66FB}"/>
                    </a:ext>
                  </a:extLst>
                </p14:cNvPr>
                <p14:cNvContentPartPr/>
                <p14:nvPr/>
              </p14:nvContentPartPr>
              <p14:xfrm>
                <a:off x="9246915" y="3443090"/>
                <a:ext cx="88920" cy="97560"/>
              </p14:xfrm>
            </p:contentPart>
          </mc:Choice>
          <mc:Fallback xmlns="">
            <p:pic>
              <p:nvPicPr>
                <p:cNvPr id="274" name="Entrada de lápiz 273">
                  <a:extLst>
                    <a:ext uri="{FF2B5EF4-FFF2-40B4-BE49-F238E27FC236}">
                      <a16:creationId xmlns:a16="http://schemas.microsoft.com/office/drawing/2014/main" id="{92F9408A-621B-FB66-0CE7-BC939D8D66FB}"/>
                    </a:ext>
                  </a:extLst>
                </p:cNvPr>
                <p:cNvPicPr/>
                <p:nvPr/>
              </p:nvPicPr>
              <p:blipFill>
                <a:blip r:embed="rId326"/>
                <a:stretch>
                  <a:fillRect/>
                </a:stretch>
              </p:blipFill>
              <p:spPr>
                <a:xfrm>
                  <a:off x="9240795" y="3436970"/>
                  <a:ext cx="10116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275" name="Entrada de lápiz 274">
                  <a:extLst>
                    <a:ext uri="{FF2B5EF4-FFF2-40B4-BE49-F238E27FC236}">
                      <a16:creationId xmlns:a16="http://schemas.microsoft.com/office/drawing/2014/main" id="{004ACE35-9ADF-3127-253B-2D895C76D9D8}"/>
                    </a:ext>
                  </a:extLst>
                </p14:cNvPr>
                <p14:cNvContentPartPr/>
                <p14:nvPr/>
              </p14:nvContentPartPr>
              <p14:xfrm>
                <a:off x="9362835" y="3403130"/>
                <a:ext cx="9720" cy="25200"/>
              </p14:xfrm>
            </p:contentPart>
          </mc:Choice>
          <mc:Fallback xmlns="">
            <p:pic>
              <p:nvPicPr>
                <p:cNvPr id="275" name="Entrada de lápiz 274">
                  <a:extLst>
                    <a:ext uri="{FF2B5EF4-FFF2-40B4-BE49-F238E27FC236}">
                      <a16:creationId xmlns:a16="http://schemas.microsoft.com/office/drawing/2014/main" id="{004ACE35-9ADF-3127-253B-2D895C76D9D8}"/>
                    </a:ext>
                  </a:extLst>
                </p:cNvPr>
                <p:cNvPicPr/>
                <p:nvPr/>
              </p:nvPicPr>
              <p:blipFill>
                <a:blip r:embed="rId328"/>
                <a:stretch>
                  <a:fillRect/>
                </a:stretch>
              </p:blipFill>
              <p:spPr>
                <a:xfrm>
                  <a:off x="9356715" y="3397010"/>
                  <a:ext cx="2196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276" name="Entrada de lápiz 275">
                  <a:extLst>
                    <a:ext uri="{FF2B5EF4-FFF2-40B4-BE49-F238E27FC236}">
                      <a16:creationId xmlns:a16="http://schemas.microsoft.com/office/drawing/2014/main" id="{C03C82E0-49EE-EB75-AC6F-D88B6842FAA6}"/>
                    </a:ext>
                  </a:extLst>
                </p14:cNvPr>
                <p14:cNvContentPartPr/>
                <p14:nvPr/>
              </p14:nvContentPartPr>
              <p14:xfrm>
                <a:off x="9336195" y="3379370"/>
                <a:ext cx="18720" cy="2520"/>
              </p14:xfrm>
            </p:contentPart>
          </mc:Choice>
          <mc:Fallback xmlns="">
            <p:pic>
              <p:nvPicPr>
                <p:cNvPr id="276" name="Entrada de lápiz 275">
                  <a:extLst>
                    <a:ext uri="{FF2B5EF4-FFF2-40B4-BE49-F238E27FC236}">
                      <a16:creationId xmlns:a16="http://schemas.microsoft.com/office/drawing/2014/main" id="{C03C82E0-49EE-EB75-AC6F-D88B6842FAA6}"/>
                    </a:ext>
                  </a:extLst>
                </p:cNvPr>
                <p:cNvPicPr/>
                <p:nvPr/>
              </p:nvPicPr>
              <p:blipFill>
                <a:blip r:embed="rId330"/>
                <a:stretch>
                  <a:fillRect/>
                </a:stretch>
              </p:blipFill>
              <p:spPr>
                <a:xfrm>
                  <a:off x="9330075" y="3373250"/>
                  <a:ext cx="3096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77" name="Entrada de lápiz 276">
                  <a:extLst>
                    <a:ext uri="{FF2B5EF4-FFF2-40B4-BE49-F238E27FC236}">
                      <a16:creationId xmlns:a16="http://schemas.microsoft.com/office/drawing/2014/main" id="{D5138D54-60AD-C0EB-1EF2-B6CDC9948765}"/>
                    </a:ext>
                  </a:extLst>
                </p14:cNvPr>
                <p14:cNvContentPartPr/>
                <p14:nvPr/>
              </p14:nvContentPartPr>
              <p14:xfrm>
                <a:off x="9332955" y="3386210"/>
                <a:ext cx="18360" cy="46800"/>
              </p14:xfrm>
            </p:contentPart>
          </mc:Choice>
          <mc:Fallback xmlns="">
            <p:pic>
              <p:nvPicPr>
                <p:cNvPr id="277" name="Entrada de lápiz 276">
                  <a:extLst>
                    <a:ext uri="{FF2B5EF4-FFF2-40B4-BE49-F238E27FC236}">
                      <a16:creationId xmlns:a16="http://schemas.microsoft.com/office/drawing/2014/main" id="{D5138D54-60AD-C0EB-1EF2-B6CDC9948765}"/>
                    </a:ext>
                  </a:extLst>
                </p:cNvPr>
                <p:cNvPicPr/>
                <p:nvPr/>
              </p:nvPicPr>
              <p:blipFill>
                <a:blip r:embed="rId332"/>
                <a:stretch>
                  <a:fillRect/>
                </a:stretch>
              </p:blipFill>
              <p:spPr>
                <a:xfrm>
                  <a:off x="9326835" y="3380090"/>
                  <a:ext cx="3060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78" name="Entrada de lápiz 277">
                  <a:extLst>
                    <a:ext uri="{FF2B5EF4-FFF2-40B4-BE49-F238E27FC236}">
                      <a16:creationId xmlns:a16="http://schemas.microsoft.com/office/drawing/2014/main" id="{DCD2270D-79BC-9DC3-64A2-F48BE53F729E}"/>
                    </a:ext>
                  </a:extLst>
                </p14:cNvPr>
                <p14:cNvContentPartPr/>
                <p14:nvPr/>
              </p14:nvContentPartPr>
              <p14:xfrm>
                <a:off x="9385155" y="3384410"/>
                <a:ext cx="24480" cy="45720"/>
              </p14:xfrm>
            </p:contentPart>
          </mc:Choice>
          <mc:Fallback xmlns="">
            <p:pic>
              <p:nvPicPr>
                <p:cNvPr id="278" name="Entrada de lápiz 277">
                  <a:extLst>
                    <a:ext uri="{FF2B5EF4-FFF2-40B4-BE49-F238E27FC236}">
                      <a16:creationId xmlns:a16="http://schemas.microsoft.com/office/drawing/2014/main" id="{DCD2270D-79BC-9DC3-64A2-F48BE53F729E}"/>
                    </a:ext>
                  </a:extLst>
                </p:cNvPr>
                <p:cNvPicPr/>
                <p:nvPr/>
              </p:nvPicPr>
              <p:blipFill>
                <a:blip r:embed="rId334"/>
                <a:stretch>
                  <a:fillRect/>
                </a:stretch>
              </p:blipFill>
              <p:spPr>
                <a:xfrm>
                  <a:off x="9379035" y="3378290"/>
                  <a:ext cx="3672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79" name="Entrada de lápiz 278">
                  <a:extLst>
                    <a:ext uri="{FF2B5EF4-FFF2-40B4-BE49-F238E27FC236}">
                      <a16:creationId xmlns:a16="http://schemas.microsoft.com/office/drawing/2014/main" id="{E57A2868-67CE-26CF-AA7D-E37BAF5AA6AD}"/>
                    </a:ext>
                  </a:extLst>
                </p14:cNvPr>
                <p14:cNvContentPartPr/>
                <p14:nvPr/>
              </p14:nvContentPartPr>
              <p14:xfrm>
                <a:off x="9353475" y="3517250"/>
                <a:ext cx="25560" cy="44640"/>
              </p14:xfrm>
            </p:contentPart>
          </mc:Choice>
          <mc:Fallback xmlns="">
            <p:pic>
              <p:nvPicPr>
                <p:cNvPr id="279" name="Entrada de lápiz 278">
                  <a:extLst>
                    <a:ext uri="{FF2B5EF4-FFF2-40B4-BE49-F238E27FC236}">
                      <a16:creationId xmlns:a16="http://schemas.microsoft.com/office/drawing/2014/main" id="{E57A2868-67CE-26CF-AA7D-E37BAF5AA6AD}"/>
                    </a:ext>
                  </a:extLst>
                </p:cNvPr>
                <p:cNvPicPr/>
                <p:nvPr/>
              </p:nvPicPr>
              <p:blipFill>
                <a:blip r:embed="rId336"/>
                <a:stretch>
                  <a:fillRect/>
                </a:stretch>
              </p:blipFill>
              <p:spPr>
                <a:xfrm>
                  <a:off x="9347355" y="3511130"/>
                  <a:ext cx="3780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81" name="Entrada de lápiz 280">
                  <a:extLst>
                    <a:ext uri="{FF2B5EF4-FFF2-40B4-BE49-F238E27FC236}">
                      <a16:creationId xmlns:a16="http://schemas.microsoft.com/office/drawing/2014/main" id="{9B230609-9280-C4EA-D673-02C2B3AE174A}"/>
                    </a:ext>
                  </a:extLst>
                </p14:cNvPr>
                <p14:cNvContentPartPr/>
                <p14:nvPr/>
              </p14:nvContentPartPr>
              <p14:xfrm>
                <a:off x="9419355" y="3489890"/>
                <a:ext cx="360" cy="360"/>
              </p14:xfrm>
            </p:contentPart>
          </mc:Choice>
          <mc:Fallback xmlns="">
            <p:pic>
              <p:nvPicPr>
                <p:cNvPr id="281" name="Entrada de lápiz 280">
                  <a:extLst>
                    <a:ext uri="{FF2B5EF4-FFF2-40B4-BE49-F238E27FC236}">
                      <a16:creationId xmlns:a16="http://schemas.microsoft.com/office/drawing/2014/main" id="{9B230609-9280-C4EA-D673-02C2B3AE174A}"/>
                    </a:ext>
                  </a:extLst>
                </p:cNvPr>
                <p:cNvPicPr/>
                <p:nvPr/>
              </p:nvPicPr>
              <p:blipFill>
                <a:blip r:embed="rId338"/>
                <a:stretch>
                  <a:fillRect/>
                </a:stretch>
              </p:blipFill>
              <p:spPr>
                <a:xfrm>
                  <a:off x="9413235" y="348377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82" name="Entrada de lápiz 281">
                  <a:extLst>
                    <a:ext uri="{FF2B5EF4-FFF2-40B4-BE49-F238E27FC236}">
                      <a16:creationId xmlns:a16="http://schemas.microsoft.com/office/drawing/2014/main" id="{4C43E8BC-EF53-3607-6A35-38BD92692311}"/>
                    </a:ext>
                  </a:extLst>
                </p14:cNvPr>
                <p14:cNvContentPartPr/>
                <p14:nvPr/>
              </p14:nvContentPartPr>
              <p14:xfrm>
                <a:off x="9511515" y="3317450"/>
                <a:ext cx="61920" cy="89280"/>
              </p14:xfrm>
            </p:contentPart>
          </mc:Choice>
          <mc:Fallback xmlns="">
            <p:pic>
              <p:nvPicPr>
                <p:cNvPr id="282" name="Entrada de lápiz 281">
                  <a:extLst>
                    <a:ext uri="{FF2B5EF4-FFF2-40B4-BE49-F238E27FC236}">
                      <a16:creationId xmlns:a16="http://schemas.microsoft.com/office/drawing/2014/main" id="{4C43E8BC-EF53-3607-6A35-38BD92692311}"/>
                    </a:ext>
                  </a:extLst>
                </p:cNvPr>
                <p:cNvPicPr/>
                <p:nvPr/>
              </p:nvPicPr>
              <p:blipFill>
                <a:blip r:embed="rId340"/>
                <a:stretch>
                  <a:fillRect/>
                </a:stretch>
              </p:blipFill>
              <p:spPr>
                <a:xfrm>
                  <a:off x="9505395" y="3311330"/>
                  <a:ext cx="7416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83" name="Entrada de lápiz 282">
                  <a:extLst>
                    <a:ext uri="{FF2B5EF4-FFF2-40B4-BE49-F238E27FC236}">
                      <a16:creationId xmlns:a16="http://schemas.microsoft.com/office/drawing/2014/main" id="{837BCDF4-6F6B-465F-52EC-CA2A8AB4CB22}"/>
                    </a:ext>
                  </a:extLst>
                </p14:cNvPr>
                <p14:cNvContentPartPr/>
                <p14:nvPr/>
              </p14:nvContentPartPr>
              <p14:xfrm>
                <a:off x="9598635" y="3327890"/>
                <a:ext cx="64080" cy="64800"/>
              </p14:xfrm>
            </p:contentPart>
          </mc:Choice>
          <mc:Fallback xmlns="">
            <p:pic>
              <p:nvPicPr>
                <p:cNvPr id="283" name="Entrada de lápiz 282">
                  <a:extLst>
                    <a:ext uri="{FF2B5EF4-FFF2-40B4-BE49-F238E27FC236}">
                      <a16:creationId xmlns:a16="http://schemas.microsoft.com/office/drawing/2014/main" id="{837BCDF4-6F6B-465F-52EC-CA2A8AB4CB22}"/>
                    </a:ext>
                  </a:extLst>
                </p:cNvPr>
                <p:cNvPicPr/>
                <p:nvPr/>
              </p:nvPicPr>
              <p:blipFill>
                <a:blip r:embed="rId342"/>
                <a:stretch>
                  <a:fillRect/>
                </a:stretch>
              </p:blipFill>
              <p:spPr>
                <a:xfrm>
                  <a:off x="9592515" y="3321770"/>
                  <a:ext cx="7632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284" name="Entrada de lápiz 283">
                  <a:extLst>
                    <a:ext uri="{FF2B5EF4-FFF2-40B4-BE49-F238E27FC236}">
                      <a16:creationId xmlns:a16="http://schemas.microsoft.com/office/drawing/2014/main" id="{9B94F3C9-0200-CE82-55C4-8E2C5BEC83CD}"/>
                    </a:ext>
                  </a:extLst>
                </p14:cNvPr>
                <p14:cNvContentPartPr/>
                <p14:nvPr/>
              </p14:nvContentPartPr>
              <p14:xfrm>
                <a:off x="9656235" y="3274610"/>
                <a:ext cx="30240" cy="10080"/>
              </p14:xfrm>
            </p:contentPart>
          </mc:Choice>
          <mc:Fallback xmlns="">
            <p:pic>
              <p:nvPicPr>
                <p:cNvPr id="284" name="Entrada de lápiz 283">
                  <a:extLst>
                    <a:ext uri="{FF2B5EF4-FFF2-40B4-BE49-F238E27FC236}">
                      <a16:creationId xmlns:a16="http://schemas.microsoft.com/office/drawing/2014/main" id="{9B94F3C9-0200-CE82-55C4-8E2C5BEC83CD}"/>
                    </a:ext>
                  </a:extLst>
                </p:cNvPr>
                <p:cNvPicPr/>
                <p:nvPr/>
              </p:nvPicPr>
              <p:blipFill>
                <a:blip r:embed="rId344"/>
                <a:stretch>
                  <a:fillRect/>
                </a:stretch>
              </p:blipFill>
              <p:spPr>
                <a:xfrm>
                  <a:off x="9650115" y="3268490"/>
                  <a:ext cx="4248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85" name="Entrada de lápiz 284">
                  <a:extLst>
                    <a:ext uri="{FF2B5EF4-FFF2-40B4-BE49-F238E27FC236}">
                      <a16:creationId xmlns:a16="http://schemas.microsoft.com/office/drawing/2014/main" id="{EBB043AE-80D2-3172-A9AD-729FEBB80159}"/>
                    </a:ext>
                  </a:extLst>
                </p14:cNvPr>
                <p14:cNvContentPartPr/>
                <p14:nvPr/>
              </p14:nvContentPartPr>
              <p14:xfrm>
                <a:off x="9660555" y="3276770"/>
                <a:ext cx="27360" cy="35280"/>
              </p14:xfrm>
            </p:contentPart>
          </mc:Choice>
          <mc:Fallback xmlns="">
            <p:pic>
              <p:nvPicPr>
                <p:cNvPr id="285" name="Entrada de lápiz 284">
                  <a:extLst>
                    <a:ext uri="{FF2B5EF4-FFF2-40B4-BE49-F238E27FC236}">
                      <a16:creationId xmlns:a16="http://schemas.microsoft.com/office/drawing/2014/main" id="{EBB043AE-80D2-3172-A9AD-729FEBB80159}"/>
                    </a:ext>
                  </a:extLst>
                </p:cNvPr>
                <p:cNvPicPr/>
                <p:nvPr/>
              </p:nvPicPr>
              <p:blipFill>
                <a:blip r:embed="rId346"/>
                <a:stretch>
                  <a:fillRect/>
                </a:stretch>
              </p:blipFill>
              <p:spPr>
                <a:xfrm>
                  <a:off x="9654435" y="3270650"/>
                  <a:ext cx="3960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86" name="Entrada de lápiz 285">
                  <a:extLst>
                    <a:ext uri="{FF2B5EF4-FFF2-40B4-BE49-F238E27FC236}">
                      <a16:creationId xmlns:a16="http://schemas.microsoft.com/office/drawing/2014/main" id="{F56EBC52-4B5E-8D31-9C04-921BDE6BDA0A}"/>
                    </a:ext>
                  </a:extLst>
                </p14:cNvPr>
                <p14:cNvContentPartPr/>
                <p14:nvPr/>
              </p14:nvContentPartPr>
              <p14:xfrm>
                <a:off x="9703755" y="3275690"/>
                <a:ext cx="6480" cy="18720"/>
              </p14:xfrm>
            </p:contentPart>
          </mc:Choice>
          <mc:Fallback xmlns="">
            <p:pic>
              <p:nvPicPr>
                <p:cNvPr id="286" name="Entrada de lápiz 285">
                  <a:extLst>
                    <a:ext uri="{FF2B5EF4-FFF2-40B4-BE49-F238E27FC236}">
                      <a16:creationId xmlns:a16="http://schemas.microsoft.com/office/drawing/2014/main" id="{F56EBC52-4B5E-8D31-9C04-921BDE6BDA0A}"/>
                    </a:ext>
                  </a:extLst>
                </p:cNvPr>
                <p:cNvPicPr/>
                <p:nvPr/>
              </p:nvPicPr>
              <p:blipFill>
                <a:blip r:embed="rId348"/>
                <a:stretch>
                  <a:fillRect/>
                </a:stretch>
              </p:blipFill>
              <p:spPr>
                <a:xfrm>
                  <a:off x="9697635" y="3269570"/>
                  <a:ext cx="187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87" name="Entrada de lápiz 286">
                  <a:extLst>
                    <a:ext uri="{FF2B5EF4-FFF2-40B4-BE49-F238E27FC236}">
                      <a16:creationId xmlns:a16="http://schemas.microsoft.com/office/drawing/2014/main" id="{630BEA97-492D-FB2B-BA5D-23C2F5A1EAB2}"/>
                    </a:ext>
                  </a:extLst>
                </p14:cNvPr>
                <p14:cNvContentPartPr/>
                <p14:nvPr/>
              </p14:nvContentPartPr>
              <p14:xfrm>
                <a:off x="9723915" y="3261290"/>
                <a:ext cx="19440" cy="47160"/>
              </p14:xfrm>
            </p:contentPart>
          </mc:Choice>
          <mc:Fallback xmlns="">
            <p:pic>
              <p:nvPicPr>
                <p:cNvPr id="287" name="Entrada de lápiz 286">
                  <a:extLst>
                    <a:ext uri="{FF2B5EF4-FFF2-40B4-BE49-F238E27FC236}">
                      <a16:creationId xmlns:a16="http://schemas.microsoft.com/office/drawing/2014/main" id="{630BEA97-492D-FB2B-BA5D-23C2F5A1EAB2}"/>
                    </a:ext>
                  </a:extLst>
                </p:cNvPr>
                <p:cNvPicPr/>
                <p:nvPr/>
              </p:nvPicPr>
              <p:blipFill>
                <a:blip r:embed="rId350"/>
                <a:stretch>
                  <a:fillRect/>
                </a:stretch>
              </p:blipFill>
              <p:spPr>
                <a:xfrm>
                  <a:off x="9717795" y="3255170"/>
                  <a:ext cx="3168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288" name="Entrada de lápiz 287">
                  <a:extLst>
                    <a:ext uri="{FF2B5EF4-FFF2-40B4-BE49-F238E27FC236}">
                      <a16:creationId xmlns:a16="http://schemas.microsoft.com/office/drawing/2014/main" id="{8FD0D457-FE2B-FE2C-ED3F-BDB5E4BDF56D}"/>
                    </a:ext>
                  </a:extLst>
                </p14:cNvPr>
                <p14:cNvContentPartPr/>
                <p14:nvPr/>
              </p14:nvContentPartPr>
              <p14:xfrm>
                <a:off x="9697995" y="3368210"/>
                <a:ext cx="7200" cy="23400"/>
              </p14:xfrm>
            </p:contentPart>
          </mc:Choice>
          <mc:Fallback xmlns="">
            <p:pic>
              <p:nvPicPr>
                <p:cNvPr id="288" name="Entrada de lápiz 287">
                  <a:extLst>
                    <a:ext uri="{FF2B5EF4-FFF2-40B4-BE49-F238E27FC236}">
                      <a16:creationId xmlns:a16="http://schemas.microsoft.com/office/drawing/2014/main" id="{8FD0D457-FE2B-FE2C-ED3F-BDB5E4BDF56D}"/>
                    </a:ext>
                  </a:extLst>
                </p:cNvPr>
                <p:cNvPicPr/>
                <p:nvPr/>
              </p:nvPicPr>
              <p:blipFill>
                <a:blip r:embed="rId352"/>
                <a:stretch>
                  <a:fillRect/>
                </a:stretch>
              </p:blipFill>
              <p:spPr>
                <a:xfrm>
                  <a:off x="9691875" y="3362090"/>
                  <a:ext cx="1944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289" name="Entrada de lápiz 288">
                  <a:extLst>
                    <a:ext uri="{FF2B5EF4-FFF2-40B4-BE49-F238E27FC236}">
                      <a16:creationId xmlns:a16="http://schemas.microsoft.com/office/drawing/2014/main" id="{C0951604-0B52-76A9-537B-3F82941F8DA0}"/>
                    </a:ext>
                  </a:extLst>
                </p14:cNvPr>
                <p14:cNvContentPartPr/>
                <p14:nvPr/>
              </p14:nvContentPartPr>
              <p14:xfrm>
                <a:off x="9520155" y="3467570"/>
                <a:ext cx="243000" cy="11160"/>
              </p14:xfrm>
            </p:contentPart>
          </mc:Choice>
          <mc:Fallback xmlns="">
            <p:pic>
              <p:nvPicPr>
                <p:cNvPr id="289" name="Entrada de lápiz 288">
                  <a:extLst>
                    <a:ext uri="{FF2B5EF4-FFF2-40B4-BE49-F238E27FC236}">
                      <a16:creationId xmlns:a16="http://schemas.microsoft.com/office/drawing/2014/main" id="{C0951604-0B52-76A9-537B-3F82941F8DA0}"/>
                    </a:ext>
                  </a:extLst>
                </p:cNvPr>
                <p:cNvPicPr/>
                <p:nvPr/>
              </p:nvPicPr>
              <p:blipFill>
                <a:blip r:embed="rId354"/>
                <a:stretch>
                  <a:fillRect/>
                </a:stretch>
              </p:blipFill>
              <p:spPr>
                <a:xfrm>
                  <a:off x="9514035" y="3461450"/>
                  <a:ext cx="25524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90" name="Entrada de lápiz 289">
                  <a:extLst>
                    <a:ext uri="{FF2B5EF4-FFF2-40B4-BE49-F238E27FC236}">
                      <a16:creationId xmlns:a16="http://schemas.microsoft.com/office/drawing/2014/main" id="{00C624F5-8620-03FF-4A35-259E01CE88F7}"/>
                    </a:ext>
                  </a:extLst>
                </p14:cNvPr>
                <p14:cNvContentPartPr/>
                <p14:nvPr/>
              </p14:nvContentPartPr>
              <p14:xfrm>
                <a:off x="9523755" y="3532010"/>
                <a:ext cx="53280" cy="70920"/>
              </p14:xfrm>
            </p:contentPart>
          </mc:Choice>
          <mc:Fallback xmlns="">
            <p:pic>
              <p:nvPicPr>
                <p:cNvPr id="290" name="Entrada de lápiz 289">
                  <a:extLst>
                    <a:ext uri="{FF2B5EF4-FFF2-40B4-BE49-F238E27FC236}">
                      <a16:creationId xmlns:a16="http://schemas.microsoft.com/office/drawing/2014/main" id="{00C624F5-8620-03FF-4A35-259E01CE88F7}"/>
                    </a:ext>
                  </a:extLst>
                </p:cNvPr>
                <p:cNvPicPr/>
                <p:nvPr/>
              </p:nvPicPr>
              <p:blipFill>
                <a:blip r:embed="rId356"/>
                <a:stretch>
                  <a:fillRect/>
                </a:stretch>
              </p:blipFill>
              <p:spPr>
                <a:xfrm>
                  <a:off x="9517635" y="3525890"/>
                  <a:ext cx="6552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91" name="Entrada de lápiz 290">
                  <a:extLst>
                    <a:ext uri="{FF2B5EF4-FFF2-40B4-BE49-F238E27FC236}">
                      <a16:creationId xmlns:a16="http://schemas.microsoft.com/office/drawing/2014/main" id="{63D1D210-1510-33D3-7903-92256D529940}"/>
                    </a:ext>
                  </a:extLst>
                </p14:cNvPr>
                <p14:cNvContentPartPr/>
                <p14:nvPr/>
              </p14:nvContentPartPr>
              <p14:xfrm>
                <a:off x="9622395" y="3530930"/>
                <a:ext cx="62280" cy="61920"/>
              </p14:xfrm>
            </p:contentPart>
          </mc:Choice>
          <mc:Fallback xmlns="">
            <p:pic>
              <p:nvPicPr>
                <p:cNvPr id="291" name="Entrada de lápiz 290">
                  <a:extLst>
                    <a:ext uri="{FF2B5EF4-FFF2-40B4-BE49-F238E27FC236}">
                      <a16:creationId xmlns:a16="http://schemas.microsoft.com/office/drawing/2014/main" id="{63D1D210-1510-33D3-7903-92256D529940}"/>
                    </a:ext>
                  </a:extLst>
                </p:cNvPr>
                <p:cNvPicPr/>
                <p:nvPr/>
              </p:nvPicPr>
              <p:blipFill>
                <a:blip r:embed="rId358"/>
                <a:stretch>
                  <a:fillRect/>
                </a:stretch>
              </p:blipFill>
              <p:spPr>
                <a:xfrm>
                  <a:off x="9616275" y="3524810"/>
                  <a:ext cx="7452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292" name="Entrada de lápiz 291">
                  <a:extLst>
                    <a:ext uri="{FF2B5EF4-FFF2-40B4-BE49-F238E27FC236}">
                      <a16:creationId xmlns:a16="http://schemas.microsoft.com/office/drawing/2014/main" id="{363640CC-A5FE-FC21-21E0-17E60AC49487}"/>
                    </a:ext>
                  </a:extLst>
                </p14:cNvPr>
                <p14:cNvContentPartPr/>
                <p14:nvPr/>
              </p14:nvContentPartPr>
              <p14:xfrm>
                <a:off x="9626355" y="3563690"/>
                <a:ext cx="17280" cy="2520"/>
              </p14:xfrm>
            </p:contentPart>
          </mc:Choice>
          <mc:Fallback xmlns="">
            <p:pic>
              <p:nvPicPr>
                <p:cNvPr id="292" name="Entrada de lápiz 291">
                  <a:extLst>
                    <a:ext uri="{FF2B5EF4-FFF2-40B4-BE49-F238E27FC236}">
                      <a16:creationId xmlns:a16="http://schemas.microsoft.com/office/drawing/2014/main" id="{363640CC-A5FE-FC21-21E0-17E60AC49487}"/>
                    </a:ext>
                  </a:extLst>
                </p:cNvPr>
                <p:cNvPicPr/>
                <p:nvPr/>
              </p:nvPicPr>
              <p:blipFill>
                <a:blip r:embed="rId360"/>
                <a:stretch>
                  <a:fillRect/>
                </a:stretch>
              </p:blipFill>
              <p:spPr>
                <a:xfrm>
                  <a:off x="9620235" y="3557570"/>
                  <a:ext cx="2952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293" name="Entrada de lápiz 292">
                  <a:extLst>
                    <a:ext uri="{FF2B5EF4-FFF2-40B4-BE49-F238E27FC236}">
                      <a16:creationId xmlns:a16="http://schemas.microsoft.com/office/drawing/2014/main" id="{5226A7B1-6DD2-23D0-A25D-D6C1FA3C7E0C}"/>
                    </a:ext>
                  </a:extLst>
                </p14:cNvPr>
                <p14:cNvContentPartPr/>
                <p14:nvPr/>
              </p14:nvContentPartPr>
              <p14:xfrm>
                <a:off x="9683595" y="3497450"/>
                <a:ext cx="26640" cy="7560"/>
              </p14:xfrm>
            </p:contentPart>
          </mc:Choice>
          <mc:Fallback xmlns="">
            <p:pic>
              <p:nvPicPr>
                <p:cNvPr id="293" name="Entrada de lápiz 292">
                  <a:extLst>
                    <a:ext uri="{FF2B5EF4-FFF2-40B4-BE49-F238E27FC236}">
                      <a16:creationId xmlns:a16="http://schemas.microsoft.com/office/drawing/2014/main" id="{5226A7B1-6DD2-23D0-A25D-D6C1FA3C7E0C}"/>
                    </a:ext>
                  </a:extLst>
                </p:cNvPr>
                <p:cNvPicPr/>
                <p:nvPr/>
              </p:nvPicPr>
              <p:blipFill>
                <a:blip r:embed="rId362"/>
                <a:stretch>
                  <a:fillRect/>
                </a:stretch>
              </p:blipFill>
              <p:spPr>
                <a:xfrm>
                  <a:off x="9677475" y="3491330"/>
                  <a:ext cx="3888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294" name="Entrada de lápiz 293">
                  <a:extLst>
                    <a:ext uri="{FF2B5EF4-FFF2-40B4-BE49-F238E27FC236}">
                      <a16:creationId xmlns:a16="http://schemas.microsoft.com/office/drawing/2014/main" id="{288596DA-62A5-7A35-5C81-C840D41CE706}"/>
                    </a:ext>
                  </a:extLst>
                </p14:cNvPr>
                <p14:cNvContentPartPr/>
                <p14:nvPr/>
              </p14:nvContentPartPr>
              <p14:xfrm>
                <a:off x="9691155" y="3499610"/>
                <a:ext cx="16560" cy="28080"/>
              </p14:xfrm>
            </p:contentPart>
          </mc:Choice>
          <mc:Fallback xmlns="">
            <p:pic>
              <p:nvPicPr>
                <p:cNvPr id="294" name="Entrada de lápiz 293">
                  <a:extLst>
                    <a:ext uri="{FF2B5EF4-FFF2-40B4-BE49-F238E27FC236}">
                      <a16:creationId xmlns:a16="http://schemas.microsoft.com/office/drawing/2014/main" id="{288596DA-62A5-7A35-5C81-C840D41CE706}"/>
                    </a:ext>
                  </a:extLst>
                </p:cNvPr>
                <p:cNvPicPr/>
                <p:nvPr/>
              </p:nvPicPr>
              <p:blipFill>
                <a:blip r:embed="rId364"/>
                <a:stretch>
                  <a:fillRect/>
                </a:stretch>
              </p:blipFill>
              <p:spPr>
                <a:xfrm>
                  <a:off x="9685035" y="3493490"/>
                  <a:ext cx="2880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295" name="Entrada de lápiz 294">
                  <a:extLst>
                    <a:ext uri="{FF2B5EF4-FFF2-40B4-BE49-F238E27FC236}">
                      <a16:creationId xmlns:a16="http://schemas.microsoft.com/office/drawing/2014/main" id="{C0FDECE2-1603-A8F6-2DD1-9CFADFB07E49}"/>
                    </a:ext>
                  </a:extLst>
                </p14:cNvPr>
                <p14:cNvContentPartPr/>
                <p14:nvPr/>
              </p14:nvContentPartPr>
              <p14:xfrm>
                <a:off x="9719955" y="3498530"/>
                <a:ext cx="8640" cy="19080"/>
              </p14:xfrm>
            </p:contentPart>
          </mc:Choice>
          <mc:Fallback xmlns="">
            <p:pic>
              <p:nvPicPr>
                <p:cNvPr id="295" name="Entrada de lápiz 294">
                  <a:extLst>
                    <a:ext uri="{FF2B5EF4-FFF2-40B4-BE49-F238E27FC236}">
                      <a16:creationId xmlns:a16="http://schemas.microsoft.com/office/drawing/2014/main" id="{C0FDECE2-1603-A8F6-2DD1-9CFADFB07E49}"/>
                    </a:ext>
                  </a:extLst>
                </p:cNvPr>
                <p:cNvPicPr/>
                <p:nvPr/>
              </p:nvPicPr>
              <p:blipFill>
                <a:blip r:embed="rId366"/>
                <a:stretch>
                  <a:fillRect/>
                </a:stretch>
              </p:blipFill>
              <p:spPr>
                <a:xfrm>
                  <a:off x="9713835" y="3492410"/>
                  <a:ext cx="2088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296" name="Entrada de lápiz 295">
                  <a:extLst>
                    <a:ext uri="{FF2B5EF4-FFF2-40B4-BE49-F238E27FC236}">
                      <a16:creationId xmlns:a16="http://schemas.microsoft.com/office/drawing/2014/main" id="{07CF1430-01DF-945B-1C40-0751EED36978}"/>
                    </a:ext>
                  </a:extLst>
                </p14:cNvPr>
                <p14:cNvContentPartPr/>
                <p14:nvPr/>
              </p14:nvContentPartPr>
              <p14:xfrm>
                <a:off x="9740475" y="3484490"/>
                <a:ext cx="25200" cy="40320"/>
              </p14:xfrm>
            </p:contentPart>
          </mc:Choice>
          <mc:Fallback xmlns="">
            <p:pic>
              <p:nvPicPr>
                <p:cNvPr id="296" name="Entrada de lápiz 295">
                  <a:extLst>
                    <a:ext uri="{FF2B5EF4-FFF2-40B4-BE49-F238E27FC236}">
                      <a16:creationId xmlns:a16="http://schemas.microsoft.com/office/drawing/2014/main" id="{07CF1430-01DF-945B-1C40-0751EED36978}"/>
                    </a:ext>
                  </a:extLst>
                </p:cNvPr>
                <p:cNvPicPr/>
                <p:nvPr/>
              </p:nvPicPr>
              <p:blipFill>
                <a:blip r:embed="rId368"/>
                <a:stretch>
                  <a:fillRect/>
                </a:stretch>
              </p:blipFill>
              <p:spPr>
                <a:xfrm>
                  <a:off x="9734355" y="3478370"/>
                  <a:ext cx="3744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297" name="Entrada de lápiz 296">
                  <a:extLst>
                    <a:ext uri="{FF2B5EF4-FFF2-40B4-BE49-F238E27FC236}">
                      <a16:creationId xmlns:a16="http://schemas.microsoft.com/office/drawing/2014/main" id="{C5D53E08-67DA-D596-3766-1B7E3399CC65}"/>
                    </a:ext>
                  </a:extLst>
                </p14:cNvPr>
                <p14:cNvContentPartPr/>
                <p14:nvPr/>
              </p14:nvContentPartPr>
              <p14:xfrm>
                <a:off x="9714555" y="3589970"/>
                <a:ext cx="6120" cy="30240"/>
              </p14:xfrm>
            </p:contentPart>
          </mc:Choice>
          <mc:Fallback xmlns="">
            <p:pic>
              <p:nvPicPr>
                <p:cNvPr id="297" name="Entrada de lápiz 296">
                  <a:extLst>
                    <a:ext uri="{FF2B5EF4-FFF2-40B4-BE49-F238E27FC236}">
                      <a16:creationId xmlns:a16="http://schemas.microsoft.com/office/drawing/2014/main" id="{C5D53E08-67DA-D596-3766-1B7E3399CC65}"/>
                    </a:ext>
                  </a:extLst>
                </p:cNvPr>
                <p:cNvPicPr/>
                <p:nvPr/>
              </p:nvPicPr>
              <p:blipFill>
                <a:blip r:embed="rId370"/>
                <a:stretch>
                  <a:fillRect/>
                </a:stretch>
              </p:blipFill>
              <p:spPr>
                <a:xfrm>
                  <a:off x="9708435" y="3583850"/>
                  <a:ext cx="18360" cy="42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71">
            <p14:nvContentPartPr>
              <p14:cNvPr id="301" name="Entrada de lápiz 300">
                <a:extLst>
                  <a:ext uri="{FF2B5EF4-FFF2-40B4-BE49-F238E27FC236}">
                    <a16:creationId xmlns:a16="http://schemas.microsoft.com/office/drawing/2014/main" id="{1FC763C2-E4D1-3923-A897-FF02D4BFDC55}"/>
                  </a:ext>
                </a:extLst>
              </p14:cNvPr>
              <p14:cNvContentPartPr/>
              <p14:nvPr/>
            </p14:nvContentPartPr>
            <p14:xfrm>
              <a:off x="9870142" y="3469199"/>
              <a:ext cx="7560" cy="27720"/>
            </p14:xfrm>
          </p:contentPart>
        </mc:Choice>
        <mc:Fallback xmlns="">
          <p:pic>
            <p:nvPicPr>
              <p:cNvPr id="301" name="Entrada de lápiz 300">
                <a:extLst>
                  <a:ext uri="{FF2B5EF4-FFF2-40B4-BE49-F238E27FC236}">
                    <a16:creationId xmlns:a16="http://schemas.microsoft.com/office/drawing/2014/main" id="{1FC763C2-E4D1-3923-A897-FF02D4BFDC55}"/>
                  </a:ext>
                </a:extLst>
              </p:cNvPr>
              <p:cNvPicPr/>
              <p:nvPr/>
            </p:nvPicPr>
            <p:blipFill>
              <a:blip r:embed="rId372"/>
              <a:stretch>
                <a:fillRect/>
              </a:stretch>
            </p:blipFill>
            <p:spPr>
              <a:xfrm>
                <a:off x="9864022" y="3463079"/>
                <a:ext cx="19800" cy="39960"/>
              </a:xfrm>
              <a:prstGeom prst="rect">
                <a:avLst/>
              </a:prstGeom>
            </p:spPr>
          </p:pic>
        </mc:Fallback>
      </mc:AlternateContent>
      <p:grpSp>
        <p:nvGrpSpPr>
          <p:cNvPr id="307" name="Grupo 306">
            <a:extLst>
              <a:ext uri="{FF2B5EF4-FFF2-40B4-BE49-F238E27FC236}">
                <a16:creationId xmlns:a16="http://schemas.microsoft.com/office/drawing/2014/main" id="{E1783BFE-A6A8-4A6C-A1DF-0CCEF73F28C6}"/>
              </a:ext>
            </a:extLst>
          </p:cNvPr>
          <p:cNvGrpSpPr/>
          <p:nvPr/>
        </p:nvGrpSpPr>
        <p:grpSpPr>
          <a:xfrm>
            <a:off x="10048342" y="3454079"/>
            <a:ext cx="221400" cy="17640"/>
            <a:chOff x="10048342" y="3454079"/>
            <a:chExt cx="221400" cy="17640"/>
          </a:xfrm>
        </p:grpSpPr>
        <mc:AlternateContent xmlns:mc="http://schemas.openxmlformats.org/markup-compatibility/2006" xmlns:p14="http://schemas.microsoft.com/office/powerpoint/2010/main">
          <mc:Choice Requires="p14">
            <p:contentPart p14:bwMode="auto" r:id="rId373">
              <p14:nvContentPartPr>
                <p14:cNvPr id="302" name="Entrada de lápiz 301">
                  <a:extLst>
                    <a:ext uri="{FF2B5EF4-FFF2-40B4-BE49-F238E27FC236}">
                      <a16:creationId xmlns:a16="http://schemas.microsoft.com/office/drawing/2014/main" id="{FA4CF4FE-8200-E095-0317-30803CAD04CE}"/>
                    </a:ext>
                  </a:extLst>
                </p14:cNvPr>
                <p14:cNvContentPartPr/>
                <p14:nvPr/>
              </p14:nvContentPartPr>
              <p14:xfrm>
                <a:off x="10048342" y="3470639"/>
                <a:ext cx="2520" cy="1080"/>
              </p14:xfrm>
            </p:contentPart>
          </mc:Choice>
          <mc:Fallback xmlns="">
            <p:pic>
              <p:nvPicPr>
                <p:cNvPr id="302" name="Entrada de lápiz 301">
                  <a:extLst>
                    <a:ext uri="{FF2B5EF4-FFF2-40B4-BE49-F238E27FC236}">
                      <a16:creationId xmlns:a16="http://schemas.microsoft.com/office/drawing/2014/main" id="{FA4CF4FE-8200-E095-0317-30803CAD04CE}"/>
                    </a:ext>
                  </a:extLst>
                </p:cNvPr>
                <p:cNvPicPr/>
                <p:nvPr/>
              </p:nvPicPr>
              <p:blipFill>
                <a:blip r:embed="rId374"/>
                <a:stretch>
                  <a:fillRect/>
                </a:stretch>
              </p:blipFill>
              <p:spPr>
                <a:xfrm>
                  <a:off x="10042222" y="3464519"/>
                  <a:ext cx="14760" cy="1332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303" name="Entrada de lápiz 302">
                  <a:extLst>
                    <a:ext uri="{FF2B5EF4-FFF2-40B4-BE49-F238E27FC236}">
                      <a16:creationId xmlns:a16="http://schemas.microsoft.com/office/drawing/2014/main" id="{89EA4EF9-9456-5542-0618-F9B874282DB8}"/>
                    </a:ext>
                  </a:extLst>
                </p14:cNvPr>
                <p14:cNvContentPartPr/>
                <p14:nvPr/>
              </p14:nvContentPartPr>
              <p14:xfrm>
                <a:off x="10122502" y="3468119"/>
                <a:ext cx="1080" cy="1080"/>
              </p14:xfrm>
            </p:contentPart>
          </mc:Choice>
          <mc:Fallback xmlns="">
            <p:pic>
              <p:nvPicPr>
                <p:cNvPr id="303" name="Entrada de lápiz 302">
                  <a:extLst>
                    <a:ext uri="{FF2B5EF4-FFF2-40B4-BE49-F238E27FC236}">
                      <a16:creationId xmlns:a16="http://schemas.microsoft.com/office/drawing/2014/main" id="{89EA4EF9-9456-5542-0618-F9B874282DB8}"/>
                    </a:ext>
                  </a:extLst>
                </p:cNvPr>
                <p:cNvPicPr/>
                <p:nvPr/>
              </p:nvPicPr>
              <p:blipFill>
                <a:blip r:embed="rId374"/>
                <a:stretch>
                  <a:fillRect/>
                </a:stretch>
              </p:blipFill>
              <p:spPr>
                <a:xfrm>
                  <a:off x="10116382" y="3461999"/>
                  <a:ext cx="13320" cy="1332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304" name="Entrada de lápiz 303">
                  <a:extLst>
                    <a:ext uri="{FF2B5EF4-FFF2-40B4-BE49-F238E27FC236}">
                      <a16:creationId xmlns:a16="http://schemas.microsoft.com/office/drawing/2014/main" id="{F21A8A97-67D6-4E2F-144F-666601465711}"/>
                    </a:ext>
                  </a:extLst>
                </p14:cNvPr>
                <p14:cNvContentPartPr/>
                <p14:nvPr/>
              </p14:nvContentPartPr>
              <p14:xfrm>
                <a:off x="10200982" y="3458399"/>
                <a:ext cx="360" cy="360"/>
              </p14:xfrm>
            </p:contentPart>
          </mc:Choice>
          <mc:Fallback xmlns="">
            <p:pic>
              <p:nvPicPr>
                <p:cNvPr id="304" name="Entrada de lápiz 303">
                  <a:extLst>
                    <a:ext uri="{FF2B5EF4-FFF2-40B4-BE49-F238E27FC236}">
                      <a16:creationId xmlns:a16="http://schemas.microsoft.com/office/drawing/2014/main" id="{F21A8A97-67D6-4E2F-144F-666601465711}"/>
                    </a:ext>
                  </a:extLst>
                </p:cNvPr>
                <p:cNvPicPr/>
                <p:nvPr/>
              </p:nvPicPr>
              <p:blipFill>
                <a:blip r:embed="rId338"/>
                <a:stretch>
                  <a:fillRect/>
                </a:stretch>
              </p:blipFill>
              <p:spPr>
                <a:xfrm>
                  <a:off x="10194862" y="3452279"/>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305" name="Entrada de lápiz 304">
                  <a:extLst>
                    <a:ext uri="{FF2B5EF4-FFF2-40B4-BE49-F238E27FC236}">
                      <a16:creationId xmlns:a16="http://schemas.microsoft.com/office/drawing/2014/main" id="{6D0AB5A0-0D07-8C20-86DE-F5DE42BACAB0}"/>
                    </a:ext>
                  </a:extLst>
                </p14:cNvPr>
                <p14:cNvContentPartPr/>
                <p14:nvPr/>
              </p14:nvContentPartPr>
              <p14:xfrm>
                <a:off x="10269382" y="3454079"/>
                <a:ext cx="360" cy="360"/>
              </p14:xfrm>
            </p:contentPart>
          </mc:Choice>
          <mc:Fallback xmlns="">
            <p:pic>
              <p:nvPicPr>
                <p:cNvPr id="305" name="Entrada de lápiz 304">
                  <a:extLst>
                    <a:ext uri="{FF2B5EF4-FFF2-40B4-BE49-F238E27FC236}">
                      <a16:creationId xmlns:a16="http://schemas.microsoft.com/office/drawing/2014/main" id="{6D0AB5A0-0D07-8C20-86DE-F5DE42BACAB0}"/>
                    </a:ext>
                  </a:extLst>
                </p:cNvPr>
                <p:cNvPicPr/>
                <p:nvPr/>
              </p:nvPicPr>
              <p:blipFill>
                <a:blip r:embed="rId338"/>
                <a:stretch>
                  <a:fillRect/>
                </a:stretch>
              </p:blipFill>
              <p:spPr>
                <a:xfrm>
                  <a:off x="10263262" y="3447959"/>
                  <a:ext cx="12600" cy="12600"/>
                </a:xfrm>
                <a:prstGeom prst="rect">
                  <a:avLst/>
                </a:prstGeom>
              </p:spPr>
            </p:pic>
          </mc:Fallback>
        </mc:AlternateContent>
      </p:grpSp>
      <p:grpSp>
        <p:nvGrpSpPr>
          <p:cNvPr id="316" name="Grupo 315">
            <a:extLst>
              <a:ext uri="{FF2B5EF4-FFF2-40B4-BE49-F238E27FC236}">
                <a16:creationId xmlns:a16="http://schemas.microsoft.com/office/drawing/2014/main" id="{3CE24C92-DFF3-B161-81A3-105664F09F50}"/>
              </a:ext>
            </a:extLst>
          </p:cNvPr>
          <p:cNvGrpSpPr/>
          <p:nvPr/>
        </p:nvGrpSpPr>
        <p:grpSpPr>
          <a:xfrm>
            <a:off x="10367662" y="3290639"/>
            <a:ext cx="340560" cy="206640"/>
            <a:chOff x="10367662" y="3290639"/>
            <a:chExt cx="340560" cy="206640"/>
          </a:xfrm>
        </p:grpSpPr>
        <mc:AlternateContent xmlns:mc="http://schemas.openxmlformats.org/markup-compatibility/2006" xmlns:p14="http://schemas.microsoft.com/office/powerpoint/2010/main">
          <mc:Choice Requires="p14">
            <p:contentPart p14:bwMode="auto" r:id="rId378">
              <p14:nvContentPartPr>
                <p14:cNvPr id="306" name="Entrada de lápiz 305">
                  <a:extLst>
                    <a:ext uri="{FF2B5EF4-FFF2-40B4-BE49-F238E27FC236}">
                      <a16:creationId xmlns:a16="http://schemas.microsoft.com/office/drawing/2014/main" id="{DC949D9C-3158-81DD-4C78-E37BE79F697B}"/>
                    </a:ext>
                  </a:extLst>
                </p14:cNvPr>
                <p14:cNvContentPartPr/>
                <p14:nvPr/>
              </p14:nvContentPartPr>
              <p14:xfrm>
                <a:off x="10367662" y="3464519"/>
                <a:ext cx="20160" cy="32760"/>
              </p14:xfrm>
            </p:contentPart>
          </mc:Choice>
          <mc:Fallback xmlns="">
            <p:pic>
              <p:nvPicPr>
                <p:cNvPr id="306" name="Entrada de lápiz 305">
                  <a:extLst>
                    <a:ext uri="{FF2B5EF4-FFF2-40B4-BE49-F238E27FC236}">
                      <a16:creationId xmlns:a16="http://schemas.microsoft.com/office/drawing/2014/main" id="{DC949D9C-3158-81DD-4C78-E37BE79F697B}"/>
                    </a:ext>
                  </a:extLst>
                </p:cNvPr>
                <p:cNvPicPr/>
                <p:nvPr/>
              </p:nvPicPr>
              <p:blipFill>
                <a:blip r:embed="rId379"/>
                <a:stretch>
                  <a:fillRect/>
                </a:stretch>
              </p:blipFill>
              <p:spPr>
                <a:xfrm>
                  <a:off x="10361542" y="3458399"/>
                  <a:ext cx="3240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308" name="Entrada de lápiz 307">
                  <a:extLst>
                    <a:ext uri="{FF2B5EF4-FFF2-40B4-BE49-F238E27FC236}">
                      <a16:creationId xmlns:a16="http://schemas.microsoft.com/office/drawing/2014/main" id="{8AA907FA-71AF-4C36-FB8B-4FB1AD24AD52}"/>
                    </a:ext>
                  </a:extLst>
                </p14:cNvPr>
                <p14:cNvContentPartPr/>
                <p14:nvPr/>
              </p14:nvContentPartPr>
              <p14:xfrm>
                <a:off x="10435342" y="3365519"/>
                <a:ext cx="98640" cy="100800"/>
              </p14:xfrm>
            </p:contentPart>
          </mc:Choice>
          <mc:Fallback xmlns="">
            <p:pic>
              <p:nvPicPr>
                <p:cNvPr id="308" name="Entrada de lápiz 307">
                  <a:extLst>
                    <a:ext uri="{FF2B5EF4-FFF2-40B4-BE49-F238E27FC236}">
                      <a16:creationId xmlns:a16="http://schemas.microsoft.com/office/drawing/2014/main" id="{8AA907FA-71AF-4C36-FB8B-4FB1AD24AD52}"/>
                    </a:ext>
                  </a:extLst>
                </p:cNvPr>
                <p:cNvPicPr/>
                <p:nvPr/>
              </p:nvPicPr>
              <p:blipFill>
                <a:blip r:embed="rId381"/>
                <a:stretch>
                  <a:fillRect/>
                </a:stretch>
              </p:blipFill>
              <p:spPr>
                <a:xfrm>
                  <a:off x="10429222" y="3359399"/>
                  <a:ext cx="1108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309" name="Entrada de lápiz 308">
                  <a:extLst>
                    <a:ext uri="{FF2B5EF4-FFF2-40B4-BE49-F238E27FC236}">
                      <a16:creationId xmlns:a16="http://schemas.microsoft.com/office/drawing/2014/main" id="{9C58F712-6F89-E3F6-B06C-D6BCD0D988FD}"/>
                    </a:ext>
                  </a:extLst>
                </p14:cNvPr>
                <p14:cNvContentPartPr/>
                <p14:nvPr/>
              </p14:nvContentPartPr>
              <p14:xfrm>
                <a:off x="10482142" y="3375959"/>
                <a:ext cx="99000" cy="84240"/>
              </p14:xfrm>
            </p:contentPart>
          </mc:Choice>
          <mc:Fallback xmlns="">
            <p:pic>
              <p:nvPicPr>
                <p:cNvPr id="309" name="Entrada de lápiz 308">
                  <a:extLst>
                    <a:ext uri="{FF2B5EF4-FFF2-40B4-BE49-F238E27FC236}">
                      <a16:creationId xmlns:a16="http://schemas.microsoft.com/office/drawing/2014/main" id="{9C58F712-6F89-E3F6-B06C-D6BCD0D988FD}"/>
                    </a:ext>
                  </a:extLst>
                </p:cNvPr>
                <p:cNvPicPr/>
                <p:nvPr/>
              </p:nvPicPr>
              <p:blipFill>
                <a:blip r:embed="rId383"/>
                <a:stretch>
                  <a:fillRect/>
                </a:stretch>
              </p:blipFill>
              <p:spPr>
                <a:xfrm>
                  <a:off x="10476022" y="3369839"/>
                  <a:ext cx="11124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310" name="Entrada de lápiz 309">
                  <a:extLst>
                    <a:ext uri="{FF2B5EF4-FFF2-40B4-BE49-F238E27FC236}">
                      <a16:creationId xmlns:a16="http://schemas.microsoft.com/office/drawing/2014/main" id="{EC359A8A-8193-9289-940B-723DA599217E}"/>
                    </a:ext>
                  </a:extLst>
                </p14:cNvPr>
                <p14:cNvContentPartPr/>
                <p14:nvPr/>
              </p14:nvContentPartPr>
              <p14:xfrm>
                <a:off x="10606342" y="3308639"/>
                <a:ext cx="22320" cy="3600"/>
              </p14:xfrm>
            </p:contentPart>
          </mc:Choice>
          <mc:Fallback xmlns="">
            <p:pic>
              <p:nvPicPr>
                <p:cNvPr id="310" name="Entrada de lápiz 309">
                  <a:extLst>
                    <a:ext uri="{FF2B5EF4-FFF2-40B4-BE49-F238E27FC236}">
                      <a16:creationId xmlns:a16="http://schemas.microsoft.com/office/drawing/2014/main" id="{EC359A8A-8193-9289-940B-723DA599217E}"/>
                    </a:ext>
                  </a:extLst>
                </p:cNvPr>
                <p:cNvPicPr/>
                <p:nvPr/>
              </p:nvPicPr>
              <p:blipFill>
                <a:blip r:embed="rId385"/>
                <a:stretch>
                  <a:fillRect/>
                </a:stretch>
              </p:blipFill>
              <p:spPr>
                <a:xfrm>
                  <a:off x="10600222" y="3302519"/>
                  <a:ext cx="3456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311" name="Entrada de lápiz 310">
                  <a:extLst>
                    <a:ext uri="{FF2B5EF4-FFF2-40B4-BE49-F238E27FC236}">
                      <a16:creationId xmlns:a16="http://schemas.microsoft.com/office/drawing/2014/main" id="{A32BCEB5-D64D-8AFA-0138-6B9F5C3E784C}"/>
                    </a:ext>
                  </a:extLst>
                </p14:cNvPr>
                <p14:cNvContentPartPr/>
                <p14:nvPr/>
              </p14:nvContentPartPr>
              <p14:xfrm>
                <a:off x="10610662" y="3306119"/>
                <a:ext cx="27000" cy="49320"/>
              </p14:xfrm>
            </p:contentPart>
          </mc:Choice>
          <mc:Fallback xmlns="">
            <p:pic>
              <p:nvPicPr>
                <p:cNvPr id="311" name="Entrada de lápiz 310">
                  <a:extLst>
                    <a:ext uri="{FF2B5EF4-FFF2-40B4-BE49-F238E27FC236}">
                      <a16:creationId xmlns:a16="http://schemas.microsoft.com/office/drawing/2014/main" id="{A32BCEB5-D64D-8AFA-0138-6B9F5C3E784C}"/>
                    </a:ext>
                  </a:extLst>
                </p:cNvPr>
                <p:cNvPicPr/>
                <p:nvPr/>
              </p:nvPicPr>
              <p:blipFill>
                <a:blip r:embed="rId387"/>
                <a:stretch>
                  <a:fillRect/>
                </a:stretch>
              </p:blipFill>
              <p:spPr>
                <a:xfrm>
                  <a:off x="10604542" y="3299999"/>
                  <a:ext cx="3924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388">
              <p14:nvContentPartPr>
                <p14:cNvPr id="312" name="Entrada de lápiz 311">
                  <a:extLst>
                    <a:ext uri="{FF2B5EF4-FFF2-40B4-BE49-F238E27FC236}">
                      <a16:creationId xmlns:a16="http://schemas.microsoft.com/office/drawing/2014/main" id="{CFBB6975-0686-8357-09CD-06400649C4E3}"/>
                    </a:ext>
                  </a:extLst>
                </p14:cNvPr>
                <p14:cNvContentPartPr/>
                <p14:nvPr/>
              </p14:nvContentPartPr>
              <p14:xfrm>
                <a:off x="10655662" y="3310079"/>
                <a:ext cx="6480" cy="27360"/>
              </p14:xfrm>
            </p:contentPart>
          </mc:Choice>
          <mc:Fallback xmlns="">
            <p:pic>
              <p:nvPicPr>
                <p:cNvPr id="312" name="Entrada de lápiz 311">
                  <a:extLst>
                    <a:ext uri="{FF2B5EF4-FFF2-40B4-BE49-F238E27FC236}">
                      <a16:creationId xmlns:a16="http://schemas.microsoft.com/office/drawing/2014/main" id="{CFBB6975-0686-8357-09CD-06400649C4E3}"/>
                    </a:ext>
                  </a:extLst>
                </p:cNvPr>
                <p:cNvPicPr/>
                <p:nvPr/>
              </p:nvPicPr>
              <p:blipFill>
                <a:blip r:embed="rId389"/>
                <a:stretch>
                  <a:fillRect/>
                </a:stretch>
              </p:blipFill>
              <p:spPr>
                <a:xfrm>
                  <a:off x="10649542" y="3303959"/>
                  <a:ext cx="1872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390">
              <p14:nvContentPartPr>
                <p14:cNvPr id="313" name="Entrada de lápiz 312">
                  <a:extLst>
                    <a:ext uri="{FF2B5EF4-FFF2-40B4-BE49-F238E27FC236}">
                      <a16:creationId xmlns:a16="http://schemas.microsoft.com/office/drawing/2014/main" id="{8F7EB141-2330-0B89-6C81-50D058031AD8}"/>
                    </a:ext>
                  </a:extLst>
                </p14:cNvPr>
                <p14:cNvContentPartPr/>
                <p14:nvPr/>
              </p14:nvContentPartPr>
              <p14:xfrm>
                <a:off x="10680142" y="3290639"/>
                <a:ext cx="28080" cy="62280"/>
              </p14:xfrm>
            </p:contentPart>
          </mc:Choice>
          <mc:Fallback xmlns="">
            <p:pic>
              <p:nvPicPr>
                <p:cNvPr id="313" name="Entrada de lápiz 312">
                  <a:extLst>
                    <a:ext uri="{FF2B5EF4-FFF2-40B4-BE49-F238E27FC236}">
                      <a16:creationId xmlns:a16="http://schemas.microsoft.com/office/drawing/2014/main" id="{8F7EB141-2330-0B89-6C81-50D058031AD8}"/>
                    </a:ext>
                  </a:extLst>
                </p:cNvPr>
                <p:cNvPicPr/>
                <p:nvPr/>
              </p:nvPicPr>
              <p:blipFill>
                <a:blip r:embed="rId391"/>
                <a:stretch>
                  <a:fillRect/>
                </a:stretch>
              </p:blipFill>
              <p:spPr>
                <a:xfrm>
                  <a:off x="10674022" y="3284519"/>
                  <a:ext cx="4032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314" name="Entrada de lápiz 313">
                  <a:extLst>
                    <a:ext uri="{FF2B5EF4-FFF2-40B4-BE49-F238E27FC236}">
                      <a16:creationId xmlns:a16="http://schemas.microsoft.com/office/drawing/2014/main" id="{1114B54C-7192-87EB-2E57-BB437CB11EED}"/>
                    </a:ext>
                  </a:extLst>
                </p14:cNvPr>
                <p14:cNvContentPartPr/>
                <p14:nvPr/>
              </p14:nvContentPartPr>
              <p14:xfrm>
                <a:off x="10626862" y="3450479"/>
                <a:ext cx="18000" cy="23040"/>
              </p14:xfrm>
            </p:contentPart>
          </mc:Choice>
          <mc:Fallback xmlns="">
            <p:pic>
              <p:nvPicPr>
                <p:cNvPr id="314" name="Entrada de lápiz 313">
                  <a:extLst>
                    <a:ext uri="{FF2B5EF4-FFF2-40B4-BE49-F238E27FC236}">
                      <a16:creationId xmlns:a16="http://schemas.microsoft.com/office/drawing/2014/main" id="{1114B54C-7192-87EB-2E57-BB437CB11EED}"/>
                    </a:ext>
                  </a:extLst>
                </p:cNvPr>
                <p:cNvPicPr/>
                <p:nvPr/>
              </p:nvPicPr>
              <p:blipFill>
                <a:blip r:embed="rId393"/>
                <a:stretch>
                  <a:fillRect/>
                </a:stretch>
              </p:blipFill>
              <p:spPr>
                <a:xfrm>
                  <a:off x="10620742" y="3444359"/>
                  <a:ext cx="3024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315" name="Entrada de lápiz 314">
                  <a:extLst>
                    <a:ext uri="{FF2B5EF4-FFF2-40B4-BE49-F238E27FC236}">
                      <a16:creationId xmlns:a16="http://schemas.microsoft.com/office/drawing/2014/main" id="{2678D191-58FA-4F3A-26DA-B5B1FF5257E8}"/>
                    </a:ext>
                  </a:extLst>
                </p14:cNvPr>
                <p14:cNvContentPartPr/>
                <p14:nvPr/>
              </p14:nvContentPartPr>
              <p14:xfrm>
                <a:off x="10653862" y="3460199"/>
                <a:ext cx="3960" cy="34920"/>
              </p14:xfrm>
            </p:contentPart>
          </mc:Choice>
          <mc:Fallback xmlns="">
            <p:pic>
              <p:nvPicPr>
                <p:cNvPr id="315" name="Entrada de lápiz 314">
                  <a:extLst>
                    <a:ext uri="{FF2B5EF4-FFF2-40B4-BE49-F238E27FC236}">
                      <a16:creationId xmlns:a16="http://schemas.microsoft.com/office/drawing/2014/main" id="{2678D191-58FA-4F3A-26DA-B5B1FF5257E8}"/>
                    </a:ext>
                  </a:extLst>
                </p:cNvPr>
                <p:cNvPicPr/>
                <p:nvPr/>
              </p:nvPicPr>
              <p:blipFill>
                <a:blip r:embed="rId395"/>
                <a:stretch>
                  <a:fillRect/>
                </a:stretch>
              </p:blipFill>
              <p:spPr>
                <a:xfrm>
                  <a:off x="10647742" y="3454079"/>
                  <a:ext cx="16200" cy="47160"/>
                </a:xfrm>
                <a:prstGeom prst="rect">
                  <a:avLst/>
                </a:prstGeom>
              </p:spPr>
            </p:pic>
          </mc:Fallback>
        </mc:AlternateContent>
      </p:grpSp>
      <p:grpSp>
        <p:nvGrpSpPr>
          <p:cNvPr id="343" name="Grupo 342">
            <a:extLst>
              <a:ext uri="{FF2B5EF4-FFF2-40B4-BE49-F238E27FC236}">
                <a16:creationId xmlns:a16="http://schemas.microsoft.com/office/drawing/2014/main" id="{6F0F11AE-174A-96BD-A3CE-AB8E09A2E1E2}"/>
              </a:ext>
            </a:extLst>
          </p:cNvPr>
          <p:cNvGrpSpPr/>
          <p:nvPr/>
        </p:nvGrpSpPr>
        <p:grpSpPr>
          <a:xfrm>
            <a:off x="10801822" y="3157439"/>
            <a:ext cx="473760" cy="442800"/>
            <a:chOff x="10801822" y="3157439"/>
            <a:chExt cx="473760" cy="442800"/>
          </a:xfrm>
        </p:grpSpPr>
        <mc:AlternateContent xmlns:mc="http://schemas.openxmlformats.org/markup-compatibility/2006" xmlns:p14="http://schemas.microsoft.com/office/powerpoint/2010/main">
          <mc:Choice Requires="p14">
            <p:contentPart p14:bwMode="auto" r:id="rId396">
              <p14:nvContentPartPr>
                <p14:cNvPr id="317" name="Entrada de lápiz 316">
                  <a:extLst>
                    <a:ext uri="{FF2B5EF4-FFF2-40B4-BE49-F238E27FC236}">
                      <a16:creationId xmlns:a16="http://schemas.microsoft.com/office/drawing/2014/main" id="{A3ADC7EB-EE0D-55FB-D828-0AF25FE94819}"/>
                    </a:ext>
                  </a:extLst>
                </p14:cNvPr>
                <p14:cNvContentPartPr/>
                <p14:nvPr/>
              </p14:nvContentPartPr>
              <p14:xfrm>
                <a:off x="10821622" y="3229439"/>
                <a:ext cx="91080" cy="101520"/>
              </p14:xfrm>
            </p:contentPart>
          </mc:Choice>
          <mc:Fallback xmlns="">
            <p:pic>
              <p:nvPicPr>
                <p:cNvPr id="317" name="Entrada de lápiz 316">
                  <a:extLst>
                    <a:ext uri="{FF2B5EF4-FFF2-40B4-BE49-F238E27FC236}">
                      <a16:creationId xmlns:a16="http://schemas.microsoft.com/office/drawing/2014/main" id="{A3ADC7EB-EE0D-55FB-D828-0AF25FE94819}"/>
                    </a:ext>
                  </a:extLst>
                </p:cNvPr>
                <p:cNvPicPr/>
                <p:nvPr/>
              </p:nvPicPr>
              <p:blipFill>
                <a:blip r:embed="rId397"/>
                <a:stretch>
                  <a:fillRect/>
                </a:stretch>
              </p:blipFill>
              <p:spPr>
                <a:xfrm>
                  <a:off x="10815502" y="3223319"/>
                  <a:ext cx="10332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398">
              <p14:nvContentPartPr>
                <p14:cNvPr id="318" name="Entrada de lápiz 317">
                  <a:extLst>
                    <a:ext uri="{FF2B5EF4-FFF2-40B4-BE49-F238E27FC236}">
                      <a16:creationId xmlns:a16="http://schemas.microsoft.com/office/drawing/2014/main" id="{A7A46EFA-6150-8ABC-BC23-056DF12D728D}"/>
                    </a:ext>
                  </a:extLst>
                </p14:cNvPr>
                <p14:cNvContentPartPr/>
                <p14:nvPr/>
              </p14:nvContentPartPr>
              <p14:xfrm>
                <a:off x="10937902" y="3230519"/>
                <a:ext cx="86400" cy="83160"/>
              </p14:xfrm>
            </p:contentPart>
          </mc:Choice>
          <mc:Fallback xmlns="">
            <p:pic>
              <p:nvPicPr>
                <p:cNvPr id="318" name="Entrada de lápiz 317">
                  <a:extLst>
                    <a:ext uri="{FF2B5EF4-FFF2-40B4-BE49-F238E27FC236}">
                      <a16:creationId xmlns:a16="http://schemas.microsoft.com/office/drawing/2014/main" id="{A7A46EFA-6150-8ABC-BC23-056DF12D728D}"/>
                    </a:ext>
                  </a:extLst>
                </p:cNvPr>
                <p:cNvPicPr/>
                <p:nvPr/>
              </p:nvPicPr>
              <p:blipFill>
                <a:blip r:embed="rId399"/>
                <a:stretch>
                  <a:fillRect/>
                </a:stretch>
              </p:blipFill>
              <p:spPr>
                <a:xfrm>
                  <a:off x="10931782" y="3224399"/>
                  <a:ext cx="9864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400">
              <p14:nvContentPartPr>
                <p14:cNvPr id="319" name="Entrada de lápiz 318">
                  <a:extLst>
                    <a:ext uri="{FF2B5EF4-FFF2-40B4-BE49-F238E27FC236}">
                      <a16:creationId xmlns:a16="http://schemas.microsoft.com/office/drawing/2014/main" id="{183332D7-835A-2C6F-A9EB-E196BC705057}"/>
                    </a:ext>
                  </a:extLst>
                </p14:cNvPr>
                <p14:cNvContentPartPr/>
                <p14:nvPr/>
              </p14:nvContentPartPr>
              <p14:xfrm>
                <a:off x="11022862" y="3163919"/>
                <a:ext cx="24120" cy="7920"/>
              </p14:xfrm>
            </p:contentPart>
          </mc:Choice>
          <mc:Fallback xmlns="">
            <p:pic>
              <p:nvPicPr>
                <p:cNvPr id="319" name="Entrada de lápiz 318">
                  <a:extLst>
                    <a:ext uri="{FF2B5EF4-FFF2-40B4-BE49-F238E27FC236}">
                      <a16:creationId xmlns:a16="http://schemas.microsoft.com/office/drawing/2014/main" id="{183332D7-835A-2C6F-A9EB-E196BC705057}"/>
                    </a:ext>
                  </a:extLst>
                </p:cNvPr>
                <p:cNvPicPr/>
                <p:nvPr/>
              </p:nvPicPr>
              <p:blipFill>
                <a:blip r:embed="rId401"/>
                <a:stretch>
                  <a:fillRect/>
                </a:stretch>
              </p:blipFill>
              <p:spPr>
                <a:xfrm>
                  <a:off x="11016742" y="3157799"/>
                  <a:ext cx="3636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402">
              <p14:nvContentPartPr>
                <p14:cNvPr id="320" name="Entrada de lápiz 319">
                  <a:extLst>
                    <a:ext uri="{FF2B5EF4-FFF2-40B4-BE49-F238E27FC236}">
                      <a16:creationId xmlns:a16="http://schemas.microsoft.com/office/drawing/2014/main" id="{1991C820-BB09-280C-3ED1-73BC688051C8}"/>
                    </a:ext>
                  </a:extLst>
                </p14:cNvPr>
                <p14:cNvContentPartPr/>
                <p14:nvPr/>
              </p14:nvContentPartPr>
              <p14:xfrm>
                <a:off x="11020702" y="3172559"/>
                <a:ext cx="33840" cy="37080"/>
              </p14:xfrm>
            </p:contentPart>
          </mc:Choice>
          <mc:Fallback xmlns="">
            <p:pic>
              <p:nvPicPr>
                <p:cNvPr id="320" name="Entrada de lápiz 319">
                  <a:extLst>
                    <a:ext uri="{FF2B5EF4-FFF2-40B4-BE49-F238E27FC236}">
                      <a16:creationId xmlns:a16="http://schemas.microsoft.com/office/drawing/2014/main" id="{1991C820-BB09-280C-3ED1-73BC688051C8}"/>
                    </a:ext>
                  </a:extLst>
                </p:cNvPr>
                <p:cNvPicPr/>
                <p:nvPr/>
              </p:nvPicPr>
              <p:blipFill>
                <a:blip r:embed="rId403"/>
                <a:stretch>
                  <a:fillRect/>
                </a:stretch>
              </p:blipFill>
              <p:spPr>
                <a:xfrm>
                  <a:off x="11014582" y="3166439"/>
                  <a:ext cx="4608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404">
              <p14:nvContentPartPr>
                <p14:cNvPr id="321" name="Entrada de lápiz 320">
                  <a:extLst>
                    <a:ext uri="{FF2B5EF4-FFF2-40B4-BE49-F238E27FC236}">
                      <a16:creationId xmlns:a16="http://schemas.microsoft.com/office/drawing/2014/main" id="{CB3D7FA9-CD4B-38FF-016F-C694356D6A47}"/>
                    </a:ext>
                  </a:extLst>
                </p14:cNvPr>
                <p14:cNvContentPartPr/>
                <p14:nvPr/>
              </p14:nvContentPartPr>
              <p14:xfrm>
                <a:off x="11066782" y="3171119"/>
                <a:ext cx="6480" cy="25560"/>
              </p14:xfrm>
            </p:contentPart>
          </mc:Choice>
          <mc:Fallback xmlns="">
            <p:pic>
              <p:nvPicPr>
                <p:cNvPr id="321" name="Entrada de lápiz 320">
                  <a:extLst>
                    <a:ext uri="{FF2B5EF4-FFF2-40B4-BE49-F238E27FC236}">
                      <a16:creationId xmlns:a16="http://schemas.microsoft.com/office/drawing/2014/main" id="{CB3D7FA9-CD4B-38FF-016F-C694356D6A47}"/>
                    </a:ext>
                  </a:extLst>
                </p:cNvPr>
                <p:cNvPicPr/>
                <p:nvPr/>
              </p:nvPicPr>
              <p:blipFill>
                <a:blip r:embed="rId405"/>
                <a:stretch>
                  <a:fillRect/>
                </a:stretch>
              </p:blipFill>
              <p:spPr>
                <a:xfrm>
                  <a:off x="11060662" y="3164999"/>
                  <a:ext cx="1872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406">
              <p14:nvContentPartPr>
                <p14:cNvPr id="322" name="Entrada de lápiz 321">
                  <a:extLst>
                    <a:ext uri="{FF2B5EF4-FFF2-40B4-BE49-F238E27FC236}">
                      <a16:creationId xmlns:a16="http://schemas.microsoft.com/office/drawing/2014/main" id="{9A515078-F1B3-613F-C4C4-59DC9C0A73F0}"/>
                    </a:ext>
                  </a:extLst>
                </p14:cNvPr>
                <p14:cNvContentPartPr/>
                <p14:nvPr/>
              </p14:nvContentPartPr>
              <p14:xfrm>
                <a:off x="11086582" y="3157439"/>
                <a:ext cx="36000" cy="48240"/>
              </p14:xfrm>
            </p:contentPart>
          </mc:Choice>
          <mc:Fallback xmlns="">
            <p:pic>
              <p:nvPicPr>
                <p:cNvPr id="322" name="Entrada de lápiz 321">
                  <a:extLst>
                    <a:ext uri="{FF2B5EF4-FFF2-40B4-BE49-F238E27FC236}">
                      <a16:creationId xmlns:a16="http://schemas.microsoft.com/office/drawing/2014/main" id="{9A515078-F1B3-613F-C4C4-59DC9C0A73F0}"/>
                    </a:ext>
                  </a:extLst>
                </p:cNvPr>
                <p:cNvPicPr/>
                <p:nvPr/>
              </p:nvPicPr>
              <p:blipFill>
                <a:blip r:embed="rId407"/>
                <a:stretch>
                  <a:fillRect/>
                </a:stretch>
              </p:blipFill>
              <p:spPr>
                <a:xfrm>
                  <a:off x="11080462" y="3151319"/>
                  <a:ext cx="4824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408">
              <p14:nvContentPartPr>
                <p14:cNvPr id="323" name="Entrada de lápiz 322">
                  <a:extLst>
                    <a:ext uri="{FF2B5EF4-FFF2-40B4-BE49-F238E27FC236}">
                      <a16:creationId xmlns:a16="http://schemas.microsoft.com/office/drawing/2014/main" id="{D672D794-C2C1-BFE3-274C-F3D8A505F19F}"/>
                    </a:ext>
                  </a:extLst>
                </p14:cNvPr>
                <p14:cNvContentPartPr/>
                <p14:nvPr/>
              </p14:nvContentPartPr>
              <p14:xfrm>
                <a:off x="11059942" y="3289559"/>
                <a:ext cx="12960" cy="21600"/>
              </p14:xfrm>
            </p:contentPart>
          </mc:Choice>
          <mc:Fallback xmlns="">
            <p:pic>
              <p:nvPicPr>
                <p:cNvPr id="323" name="Entrada de lápiz 322">
                  <a:extLst>
                    <a:ext uri="{FF2B5EF4-FFF2-40B4-BE49-F238E27FC236}">
                      <a16:creationId xmlns:a16="http://schemas.microsoft.com/office/drawing/2014/main" id="{D672D794-C2C1-BFE3-274C-F3D8A505F19F}"/>
                    </a:ext>
                  </a:extLst>
                </p:cNvPr>
                <p:cNvPicPr/>
                <p:nvPr/>
              </p:nvPicPr>
              <p:blipFill>
                <a:blip r:embed="rId409"/>
                <a:stretch>
                  <a:fillRect/>
                </a:stretch>
              </p:blipFill>
              <p:spPr>
                <a:xfrm>
                  <a:off x="11053822" y="3283439"/>
                  <a:ext cx="2520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410">
              <p14:nvContentPartPr>
                <p14:cNvPr id="324" name="Entrada de lápiz 323">
                  <a:extLst>
                    <a:ext uri="{FF2B5EF4-FFF2-40B4-BE49-F238E27FC236}">
                      <a16:creationId xmlns:a16="http://schemas.microsoft.com/office/drawing/2014/main" id="{18433C49-43D3-E116-D6E8-83DB66F21051}"/>
                    </a:ext>
                  </a:extLst>
                </p14:cNvPr>
                <p14:cNvContentPartPr/>
                <p14:nvPr/>
              </p14:nvContentPartPr>
              <p14:xfrm>
                <a:off x="11082982" y="3292799"/>
                <a:ext cx="2520" cy="29160"/>
              </p14:xfrm>
            </p:contentPart>
          </mc:Choice>
          <mc:Fallback xmlns="">
            <p:pic>
              <p:nvPicPr>
                <p:cNvPr id="324" name="Entrada de lápiz 323">
                  <a:extLst>
                    <a:ext uri="{FF2B5EF4-FFF2-40B4-BE49-F238E27FC236}">
                      <a16:creationId xmlns:a16="http://schemas.microsoft.com/office/drawing/2014/main" id="{18433C49-43D3-E116-D6E8-83DB66F21051}"/>
                    </a:ext>
                  </a:extLst>
                </p:cNvPr>
                <p:cNvPicPr/>
                <p:nvPr/>
              </p:nvPicPr>
              <p:blipFill>
                <a:blip r:embed="rId411"/>
                <a:stretch>
                  <a:fillRect/>
                </a:stretch>
              </p:blipFill>
              <p:spPr>
                <a:xfrm>
                  <a:off x="11076862" y="3286679"/>
                  <a:ext cx="1476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412">
              <p14:nvContentPartPr>
                <p14:cNvPr id="325" name="Entrada de lápiz 324">
                  <a:extLst>
                    <a:ext uri="{FF2B5EF4-FFF2-40B4-BE49-F238E27FC236}">
                      <a16:creationId xmlns:a16="http://schemas.microsoft.com/office/drawing/2014/main" id="{5577562C-7CE5-F131-3267-110ECC862B05}"/>
                    </a:ext>
                  </a:extLst>
                </p14:cNvPr>
                <p14:cNvContentPartPr/>
                <p14:nvPr/>
              </p14:nvContentPartPr>
              <p14:xfrm>
                <a:off x="10801822" y="3413039"/>
                <a:ext cx="351720" cy="23040"/>
              </p14:xfrm>
            </p:contentPart>
          </mc:Choice>
          <mc:Fallback xmlns="">
            <p:pic>
              <p:nvPicPr>
                <p:cNvPr id="325" name="Entrada de lápiz 324">
                  <a:extLst>
                    <a:ext uri="{FF2B5EF4-FFF2-40B4-BE49-F238E27FC236}">
                      <a16:creationId xmlns:a16="http://schemas.microsoft.com/office/drawing/2014/main" id="{5577562C-7CE5-F131-3267-110ECC862B05}"/>
                    </a:ext>
                  </a:extLst>
                </p:cNvPr>
                <p:cNvPicPr/>
                <p:nvPr/>
              </p:nvPicPr>
              <p:blipFill>
                <a:blip r:embed="rId413"/>
                <a:stretch>
                  <a:fillRect/>
                </a:stretch>
              </p:blipFill>
              <p:spPr>
                <a:xfrm>
                  <a:off x="10795702" y="3406919"/>
                  <a:ext cx="36396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414">
              <p14:nvContentPartPr>
                <p14:cNvPr id="326" name="Entrada de lápiz 325">
                  <a:extLst>
                    <a:ext uri="{FF2B5EF4-FFF2-40B4-BE49-F238E27FC236}">
                      <a16:creationId xmlns:a16="http://schemas.microsoft.com/office/drawing/2014/main" id="{925BB08D-A6F4-FA3A-F091-50B9D3CA09BA}"/>
                    </a:ext>
                  </a:extLst>
                </p14:cNvPr>
                <p14:cNvContentPartPr/>
                <p14:nvPr/>
              </p14:nvContentPartPr>
              <p14:xfrm>
                <a:off x="10846822" y="3500159"/>
                <a:ext cx="62280" cy="78480"/>
              </p14:xfrm>
            </p:contentPart>
          </mc:Choice>
          <mc:Fallback xmlns="">
            <p:pic>
              <p:nvPicPr>
                <p:cNvPr id="326" name="Entrada de lápiz 325">
                  <a:extLst>
                    <a:ext uri="{FF2B5EF4-FFF2-40B4-BE49-F238E27FC236}">
                      <a16:creationId xmlns:a16="http://schemas.microsoft.com/office/drawing/2014/main" id="{925BB08D-A6F4-FA3A-F091-50B9D3CA09BA}"/>
                    </a:ext>
                  </a:extLst>
                </p:cNvPr>
                <p:cNvPicPr/>
                <p:nvPr/>
              </p:nvPicPr>
              <p:blipFill>
                <a:blip r:embed="rId415"/>
                <a:stretch>
                  <a:fillRect/>
                </a:stretch>
              </p:blipFill>
              <p:spPr>
                <a:xfrm>
                  <a:off x="10840702" y="3494039"/>
                  <a:ext cx="7452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416">
              <p14:nvContentPartPr>
                <p14:cNvPr id="330" name="Entrada de lápiz 329">
                  <a:extLst>
                    <a:ext uri="{FF2B5EF4-FFF2-40B4-BE49-F238E27FC236}">
                      <a16:creationId xmlns:a16="http://schemas.microsoft.com/office/drawing/2014/main" id="{BFB73CB5-7B8F-C82C-84CE-067D329EBAC5}"/>
                    </a:ext>
                  </a:extLst>
                </p14:cNvPr>
                <p14:cNvContentPartPr/>
                <p14:nvPr/>
              </p14:nvContentPartPr>
              <p14:xfrm>
                <a:off x="10963822" y="3494399"/>
                <a:ext cx="62640" cy="81000"/>
              </p14:xfrm>
            </p:contentPart>
          </mc:Choice>
          <mc:Fallback xmlns="">
            <p:pic>
              <p:nvPicPr>
                <p:cNvPr id="330" name="Entrada de lápiz 329">
                  <a:extLst>
                    <a:ext uri="{FF2B5EF4-FFF2-40B4-BE49-F238E27FC236}">
                      <a16:creationId xmlns:a16="http://schemas.microsoft.com/office/drawing/2014/main" id="{BFB73CB5-7B8F-C82C-84CE-067D329EBAC5}"/>
                    </a:ext>
                  </a:extLst>
                </p:cNvPr>
                <p:cNvPicPr/>
                <p:nvPr/>
              </p:nvPicPr>
              <p:blipFill>
                <a:blip r:embed="rId417"/>
                <a:stretch>
                  <a:fillRect/>
                </a:stretch>
              </p:blipFill>
              <p:spPr>
                <a:xfrm>
                  <a:off x="10957702" y="3488279"/>
                  <a:ext cx="7488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418">
              <p14:nvContentPartPr>
                <p14:cNvPr id="331" name="Entrada de lápiz 330">
                  <a:extLst>
                    <a:ext uri="{FF2B5EF4-FFF2-40B4-BE49-F238E27FC236}">
                      <a16:creationId xmlns:a16="http://schemas.microsoft.com/office/drawing/2014/main" id="{3D43C47C-06E6-8DE5-63E1-4770881C6E38}"/>
                    </a:ext>
                  </a:extLst>
                </p14:cNvPr>
                <p14:cNvContentPartPr/>
                <p14:nvPr/>
              </p14:nvContentPartPr>
              <p14:xfrm>
                <a:off x="10964542" y="3535799"/>
                <a:ext cx="33480" cy="2520"/>
              </p14:xfrm>
            </p:contentPart>
          </mc:Choice>
          <mc:Fallback xmlns="">
            <p:pic>
              <p:nvPicPr>
                <p:cNvPr id="331" name="Entrada de lápiz 330">
                  <a:extLst>
                    <a:ext uri="{FF2B5EF4-FFF2-40B4-BE49-F238E27FC236}">
                      <a16:creationId xmlns:a16="http://schemas.microsoft.com/office/drawing/2014/main" id="{3D43C47C-06E6-8DE5-63E1-4770881C6E38}"/>
                    </a:ext>
                  </a:extLst>
                </p:cNvPr>
                <p:cNvPicPr/>
                <p:nvPr/>
              </p:nvPicPr>
              <p:blipFill>
                <a:blip r:embed="rId419"/>
                <a:stretch>
                  <a:fillRect/>
                </a:stretch>
              </p:blipFill>
              <p:spPr>
                <a:xfrm>
                  <a:off x="10958422" y="3529679"/>
                  <a:ext cx="4572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420">
              <p14:nvContentPartPr>
                <p14:cNvPr id="333" name="Entrada de lápiz 332">
                  <a:extLst>
                    <a:ext uri="{FF2B5EF4-FFF2-40B4-BE49-F238E27FC236}">
                      <a16:creationId xmlns:a16="http://schemas.microsoft.com/office/drawing/2014/main" id="{62D4708B-02B8-5073-2FC5-9DB5D9CDDF32}"/>
                    </a:ext>
                  </a:extLst>
                </p14:cNvPr>
                <p14:cNvContentPartPr/>
                <p14:nvPr/>
              </p14:nvContentPartPr>
              <p14:xfrm>
                <a:off x="11054902" y="3568559"/>
                <a:ext cx="3240" cy="31680"/>
              </p14:xfrm>
            </p:contentPart>
          </mc:Choice>
          <mc:Fallback xmlns="">
            <p:pic>
              <p:nvPicPr>
                <p:cNvPr id="333" name="Entrada de lápiz 332">
                  <a:extLst>
                    <a:ext uri="{FF2B5EF4-FFF2-40B4-BE49-F238E27FC236}">
                      <a16:creationId xmlns:a16="http://schemas.microsoft.com/office/drawing/2014/main" id="{62D4708B-02B8-5073-2FC5-9DB5D9CDDF32}"/>
                    </a:ext>
                  </a:extLst>
                </p:cNvPr>
                <p:cNvPicPr/>
                <p:nvPr/>
              </p:nvPicPr>
              <p:blipFill>
                <a:blip r:embed="rId421"/>
                <a:stretch>
                  <a:fillRect/>
                </a:stretch>
              </p:blipFill>
              <p:spPr>
                <a:xfrm>
                  <a:off x="11048782" y="3562439"/>
                  <a:ext cx="1548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422">
              <p14:nvContentPartPr>
                <p14:cNvPr id="335" name="Entrada de lápiz 334">
                  <a:extLst>
                    <a:ext uri="{FF2B5EF4-FFF2-40B4-BE49-F238E27FC236}">
                      <a16:creationId xmlns:a16="http://schemas.microsoft.com/office/drawing/2014/main" id="{F5142401-9DB5-0C4C-0980-D0C9F5D5BBED}"/>
                    </a:ext>
                  </a:extLst>
                </p14:cNvPr>
                <p14:cNvContentPartPr/>
                <p14:nvPr/>
              </p14:nvContentPartPr>
              <p14:xfrm>
                <a:off x="11023222" y="3553799"/>
                <a:ext cx="20160" cy="28080"/>
              </p14:xfrm>
            </p:contentPart>
          </mc:Choice>
          <mc:Fallback xmlns="">
            <p:pic>
              <p:nvPicPr>
                <p:cNvPr id="335" name="Entrada de lápiz 334">
                  <a:extLst>
                    <a:ext uri="{FF2B5EF4-FFF2-40B4-BE49-F238E27FC236}">
                      <a16:creationId xmlns:a16="http://schemas.microsoft.com/office/drawing/2014/main" id="{F5142401-9DB5-0C4C-0980-D0C9F5D5BBED}"/>
                    </a:ext>
                  </a:extLst>
                </p:cNvPr>
                <p:cNvPicPr/>
                <p:nvPr/>
              </p:nvPicPr>
              <p:blipFill>
                <a:blip r:embed="rId423"/>
                <a:stretch>
                  <a:fillRect/>
                </a:stretch>
              </p:blipFill>
              <p:spPr>
                <a:xfrm>
                  <a:off x="11017102" y="3547679"/>
                  <a:ext cx="3240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424">
              <p14:nvContentPartPr>
                <p14:cNvPr id="336" name="Entrada de lápiz 335">
                  <a:extLst>
                    <a:ext uri="{FF2B5EF4-FFF2-40B4-BE49-F238E27FC236}">
                      <a16:creationId xmlns:a16="http://schemas.microsoft.com/office/drawing/2014/main" id="{2AFF88E4-C8B1-8989-4DE6-F3BB50C3B816}"/>
                    </a:ext>
                  </a:extLst>
                </p14:cNvPr>
                <p14:cNvContentPartPr/>
                <p14:nvPr/>
              </p14:nvContentPartPr>
              <p14:xfrm>
                <a:off x="11048782" y="3560639"/>
                <a:ext cx="4680" cy="34200"/>
              </p14:xfrm>
            </p:contentPart>
          </mc:Choice>
          <mc:Fallback xmlns="">
            <p:pic>
              <p:nvPicPr>
                <p:cNvPr id="336" name="Entrada de lápiz 335">
                  <a:extLst>
                    <a:ext uri="{FF2B5EF4-FFF2-40B4-BE49-F238E27FC236}">
                      <a16:creationId xmlns:a16="http://schemas.microsoft.com/office/drawing/2014/main" id="{2AFF88E4-C8B1-8989-4DE6-F3BB50C3B816}"/>
                    </a:ext>
                  </a:extLst>
                </p:cNvPr>
                <p:cNvPicPr/>
                <p:nvPr/>
              </p:nvPicPr>
              <p:blipFill>
                <a:blip r:embed="rId425"/>
                <a:stretch>
                  <a:fillRect/>
                </a:stretch>
              </p:blipFill>
              <p:spPr>
                <a:xfrm>
                  <a:off x="11042662" y="3554519"/>
                  <a:ext cx="1692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426">
              <p14:nvContentPartPr>
                <p14:cNvPr id="338" name="Entrada de lápiz 337">
                  <a:extLst>
                    <a:ext uri="{FF2B5EF4-FFF2-40B4-BE49-F238E27FC236}">
                      <a16:creationId xmlns:a16="http://schemas.microsoft.com/office/drawing/2014/main" id="{FC0F9853-FFBE-3DDC-EC70-73B8CA1CE80C}"/>
                    </a:ext>
                  </a:extLst>
                </p14:cNvPr>
                <p14:cNvContentPartPr/>
                <p14:nvPr/>
              </p14:nvContentPartPr>
              <p14:xfrm>
                <a:off x="11062822" y="3456239"/>
                <a:ext cx="7560" cy="21600"/>
              </p14:xfrm>
            </p:contentPart>
          </mc:Choice>
          <mc:Fallback xmlns="">
            <p:pic>
              <p:nvPicPr>
                <p:cNvPr id="338" name="Entrada de lápiz 337">
                  <a:extLst>
                    <a:ext uri="{FF2B5EF4-FFF2-40B4-BE49-F238E27FC236}">
                      <a16:creationId xmlns:a16="http://schemas.microsoft.com/office/drawing/2014/main" id="{FC0F9853-FFBE-3DDC-EC70-73B8CA1CE80C}"/>
                    </a:ext>
                  </a:extLst>
                </p:cNvPr>
                <p:cNvPicPr/>
                <p:nvPr/>
              </p:nvPicPr>
              <p:blipFill>
                <a:blip r:embed="rId427"/>
                <a:stretch>
                  <a:fillRect/>
                </a:stretch>
              </p:blipFill>
              <p:spPr>
                <a:xfrm>
                  <a:off x="11056702" y="3450119"/>
                  <a:ext cx="1980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428">
              <p14:nvContentPartPr>
                <p14:cNvPr id="339" name="Entrada de lápiz 338">
                  <a:extLst>
                    <a:ext uri="{FF2B5EF4-FFF2-40B4-BE49-F238E27FC236}">
                      <a16:creationId xmlns:a16="http://schemas.microsoft.com/office/drawing/2014/main" id="{AEA3D01F-83E2-F7EC-4ECB-CF307E0D8213}"/>
                    </a:ext>
                  </a:extLst>
                </p14:cNvPr>
                <p14:cNvContentPartPr/>
                <p14:nvPr/>
              </p14:nvContentPartPr>
              <p14:xfrm>
                <a:off x="11034382" y="3444719"/>
                <a:ext cx="19800" cy="1800"/>
              </p14:xfrm>
            </p:contentPart>
          </mc:Choice>
          <mc:Fallback xmlns="">
            <p:pic>
              <p:nvPicPr>
                <p:cNvPr id="339" name="Entrada de lápiz 338">
                  <a:extLst>
                    <a:ext uri="{FF2B5EF4-FFF2-40B4-BE49-F238E27FC236}">
                      <a16:creationId xmlns:a16="http://schemas.microsoft.com/office/drawing/2014/main" id="{AEA3D01F-83E2-F7EC-4ECB-CF307E0D8213}"/>
                    </a:ext>
                  </a:extLst>
                </p:cNvPr>
                <p:cNvPicPr/>
                <p:nvPr/>
              </p:nvPicPr>
              <p:blipFill>
                <a:blip r:embed="rId429"/>
                <a:stretch>
                  <a:fillRect/>
                </a:stretch>
              </p:blipFill>
              <p:spPr>
                <a:xfrm>
                  <a:off x="11028262" y="3438599"/>
                  <a:ext cx="3204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430">
              <p14:nvContentPartPr>
                <p14:cNvPr id="340" name="Entrada de lápiz 339">
                  <a:extLst>
                    <a:ext uri="{FF2B5EF4-FFF2-40B4-BE49-F238E27FC236}">
                      <a16:creationId xmlns:a16="http://schemas.microsoft.com/office/drawing/2014/main" id="{9E8CCE64-88B5-BBE3-DF0B-5BD37E826ECB}"/>
                    </a:ext>
                  </a:extLst>
                </p14:cNvPr>
                <p14:cNvContentPartPr/>
                <p14:nvPr/>
              </p14:nvContentPartPr>
              <p14:xfrm>
                <a:off x="11031502" y="3452279"/>
                <a:ext cx="23760" cy="40680"/>
              </p14:xfrm>
            </p:contentPart>
          </mc:Choice>
          <mc:Fallback xmlns="">
            <p:pic>
              <p:nvPicPr>
                <p:cNvPr id="340" name="Entrada de lápiz 339">
                  <a:extLst>
                    <a:ext uri="{FF2B5EF4-FFF2-40B4-BE49-F238E27FC236}">
                      <a16:creationId xmlns:a16="http://schemas.microsoft.com/office/drawing/2014/main" id="{9E8CCE64-88B5-BBE3-DF0B-5BD37E826ECB}"/>
                    </a:ext>
                  </a:extLst>
                </p:cNvPr>
                <p:cNvPicPr/>
                <p:nvPr/>
              </p:nvPicPr>
              <p:blipFill>
                <a:blip r:embed="rId431"/>
                <a:stretch>
                  <a:fillRect/>
                </a:stretch>
              </p:blipFill>
              <p:spPr>
                <a:xfrm>
                  <a:off x="11025382" y="3446159"/>
                  <a:ext cx="3600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432">
              <p14:nvContentPartPr>
                <p14:cNvPr id="341" name="Entrada de lápiz 340">
                  <a:extLst>
                    <a:ext uri="{FF2B5EF4-FFF2-40B4-BE49-F238E27FC236}">
                      <a16:creationId xmlns:a16="http://schemas.microsoft.com/office/drawing/2014/main" id="{FFBB5350-E157-A234-1CE4-2D0E1D959210}"/>
                    </a:ext>
                  </a:extLst>
                </p14:cNvPr>
                <p14:cNvContentPartPr/>
                <p14:nvPr/>
              </p14:nvContentPartPr>
              <p14:xfrm>
                <a:off x="11085142" y="3442919"/>
                <a:ext cx="29880" cy="43560"/>
              </p14:xfrm>
            </p:contentPart>
          </mc:Choice>
          <mc:Fallback xmlns="">
            <p:pic>
              <p:nvPicPr>
                <p:cNvPr id="341" name="Entrada de lápiz 340">
                  <a:extLst>
                    <a:ext uri="{FF2B5EF4-FFF2-40B4-BE49-F238E27FC236}">
                      <a16:creationId xmlns:a16="http://schemas.microsoft.com/office/drawing/2014/main" id="{FFBB5350-E157-A234-1CE4-2D0E1D959210}"/>
                    </a:ext>
                  </a:extLst>
                </p:cNvPr>
                <p:cNvPicPr/>
                <p:nvPr/>
              </p:nvPicPr>
              <p:blipFill>
                <a:blip r:embed="rId433"/>
                <a:stretch>
                  <a:fillRect/>
                </a:stretch>
              </p:blipFill>
              <p:spPr>
                <a:xfrm>
                  <a:off x="11079022" y="3436799"/>
                  <a:ext cx="4212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434">
              <p14:nvContentPartPr>
                <p14:cNvPr id="342" name="Entrada de lápiz 341">
                  <a:extLst>
                    <a:ext uri="{FF2B5EF4-FFF2-40B4-BE49-F238E27FC236}">
                      <a16:creationId xmlns:a16="http://schemas.microsoft.com/office/drawing/2014/main" id="{81D29B41-7364-AF60-C7B1-3E8D3D1E82F2}"/>
                    </a:ext>
                  </a:extLst>
                </p14:cNvPr>
                <p14:cNvContentPartPr/>
                <p14:nvPr/>
              </p14:nvContentPartPr>
              <p14:xfrm>
                <a:off x="11217982" y="3269039"/>
                <a:ext cx="57600" cy="314280"/>
              </p14:xfrm>
            </p:contentPart>
          </mc:Choice>
          <mc:Fallback xmlns="">
            <p:pic>
              <p:nvPicPr>
                <p:cNvPr id="342" name="Entrada de lápiz 341">
                  <a:extLst>
                    <a:ext uri="{FF2B5EF4-FFF2-40B4-BE49-F238E27FC236}">
                      <a16:creationId xmlns:a16="http://schemas.microsoft.com/office/drawing/2014/main" id="{81D29B41-7364-AF60-C7B1-3E8D3D1E82F2}"/>
                    </a:ext>
                  </a:extLst>
                </p:cNvPr>
                <p:cNvPicPr/>
                <p:nvPr/>
              </p:nvPicPr>
              <p:blipFill>
                <a:blip r:embed="rId435"/>
                <a:stretch>
                  <a:fillRect/>
                </a:stretch>
              </p:blipFill>
              <p:spPr>
                <a:xfrm>
                  <a:off x="11211862" y="3262919"/>
                  <a:ext cx="69840" cy="326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36">
            <p14:nvContentPartPr>
              <p14:cNvPr id="344" name="Entrada de lápiz 343">
                <a:extLst>
                  <a:ext uri="{FF2B5EF4-FFF2-40B4-BE49-F238E27FC236}">
                    <a16:creationId xmlns:a16="http://schemas.microsoft.com/office/drawing/2014/main" id="{F9DFA84C-19C2-25D8-D90A-FC4BC58A3A4A}"/>
                  </a:ext>
                </a:extLst>
              </p14:cNvPr>
              <p14:cNvContentPartPr/>
              <p14:nvPr/>
            </p14:nvContentPartPr>
            <p14:xfrm>
              <a:off x="5399906" y="3700096"/>
              <a:ext cx="1953360" cy="169200"/>
            </p14:xfrm>
          </p:contentPart>
        </mc:Choice>
        <mc:Fallback xmlns="">
          <p:pic>
            <p:nvPicPr>
              <p:cNvPr id="344" name="Entrada de lápiz 343">
                <a:extLst>
                  <a:ext uri="{FF2B5EF4-FFF2-40B4-BE49-F238E27FC236}">
                    <a16:creationId xmlns:a16="http://schemas.microsoft.com/office/drawing/2014/main" id="{F9DFA84C-19C2-25D8-D90A-FC4BC58A3A4A}"/>
                  </a:ext>
                </a:extLst>
              </p:cNvPr>
              <p:cNvPicPr/>
              <p:nvPr/>
            </p:nvPicPr>
            <p:blipFill>
              <a:blip r:embed="rId437"/>
              <a:stretch>
                <a:fillRect/>
              </a:stretch>
            </p:blipFill>
            <p:spPr>
              <a:xfrm>
                <a:off x="5393786" y="3693976"/>
                <a:ext cx="1965600" cy="181440"/>
              </a:xfrm>
              <a:prstGeom prst="rect">
                <a:avLst/>
              </a:prstGeom>
            </p:spPr>
          </p:pic>
        </mc:Fallback>
      </mc:AlternateContent>
      <p:grpSp>
        <p:nvGrpSpPr>
          <p:cNvPr id="367" name="Grupo 366">
            <a:extLst>
              <a:ext uri="{FF2B5EF4-FFF2-40B4-BE49-F238E27FC236}">
                <a16:creationId xmlns:a16="http://schemas.microsoft.com/office/drawing/2014/main" id="{5115629A-4B4B-93DD-217F-8B0B6B68A56E}"/>
              </a:ext>
            </a:extLst>
          </p:cNvPr>
          <p:cNvGrpSpPr/>
          <p:nvPr/>
        </p:nvGrpSpPr>
        <p:grpSpPr>
          <a:xfrm>
            <a:off x="5792666" y="3882616"/>
            <a:ext cx="889560" cy="351360"/>
            <a:chOff x="5792666" y="3882616"/>
            <a:chExt cx="889560" cy="351360"/>
          </a:xfrm>
        </p:grpSpPr>
        <mc:AlternateContent xmlns:mc="http://schemas.openxmlformats.org/markup-compatibility/2006" xmlns:p14="http://schemas.microsoft.com/office/powerpoint/2010/main">
          <mc:Choice Requires="p14">
            <p:contentPart p14:bwMode="auto" r:id="rId438">
              <p14:nvContentPartPr>
                <p14:cNvPr id="345" name="Entrada de lápiz 344">
                  <a:extLst>
                    <a:ext uri="{FF2B5EF4-FFF2-40B4-BE49-F238E27FC236}">
                      <a16:creationId xmlns:a16="http://schemas.microsoft.com/office/drawing/2014/main" id="{2249CBF4-3EA6-3AB2-FCB8-65513DFF9E09}"/>
                    </a:ext>
                  </a:extLst>
                </p14:cNvPr>
                <p14:cNvContentPartPr/>
                <p14:nvPr/>
              </p14:nvContentPartPr>
              <p14:xfrm>
                <a:off x="5853506" y="4058656"/>
                <a:ext cx="117720" cy="123840"/>
              </p14:xfrm>
            </p:contentPart>
          </mc:Choice>
          <mc:Fallback xmlns="">
            <p:pic>
              <p:nvPicPr>
                <p:cNvPr id="345" name="Entrada de lápiz 344">
                  <a:extLst>
                    <a:ext uri="{FF2B5EF4-FFF2-40B4-BE49-F238E27FC236}">
                      <a16:creationId xmlns:a16="http://schemas.microsoft.com/office/drawing/2014/main" id="{2249CBF4-3EA6-3AB2-FCB8-65513DFF9E09}"/>
                    </a:ext>
                  </a:extLst>
                </p:cNvPr>
                <p:cNvPicPr/>
                <p:nvPr/>
              </p:nvPicPr>
              <p:blipFill>
                <a:blip r:embed="rId439"/>
                <a:stretch>
                  <a:fillRect/>
                </a:stretch>
              </p:blipFill>
              <p:spPr>
                <a:xfrm>
                  <a:off x="5847386" y="4052536"/>
                  <a:ext cx="12996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440">
              <p14:nvContentPartPr>
                <p14:cNvPr id="346" name="Entrada de lápiz 345">
                  <a:extLst>
                    <a:ext uri="{FF2B5EF4-FFF2-40B4-BE49-F238E27FC236}">
                      <a16:creationId xmlns:a16="http://schemas.microsoft.com/office/drawing/2014/main" id="{087645A8-9723-63D9-944B-9FF404ACF170}"/>
                    </a:ext>
                  </a:extLst>
                </p14:cNvPr>
                <p14:cNvContentPartPr/>
                <p14:nvPr/>
              </p14:nvContentPartPr>
              <p14:xfrm>
                <a:off x="5911826" y="4063696"/>
                <a:ext cx="106920" cy="106920"/>
              </p14:xfrm>
            </p:contentPart>
          </mc:Choice>
          <mc:Fallback xmlns="">
            <p:pic>
              <p:nvPicPr>
                <p:cNvPr id="346" name="Entrada de lápiz 345">
                  <a:extLst>
                    <a:ext uri="{FF2B5EF4-FFF2-40B4-BE49-F238E27FC236}">
                      <a16:creationId xmlns:a16="http://schemas.microsoft.com/office/drawing/2014/main" id="{087645A8-9723-63D9-944B-9FF404ACF170}"/>
                    </a:ext>
                  </a:extLst>
                </p:cNvPr>
                <p:cNvPicPr/>
                <p:nvPr/>
              </p:nvPicPr>
              <p:blipFill>
                <a:blip r:embed="rId441"/>
                <a:stretch>
                  <a:fillRect/>
                </a:stretch>
              </p:blipFill>
              <p:spPr>
                <a:xfrm>
                  <a:off x="5905706" y="4057576"/>
                  <a:ext cx="11916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442">
              <p14:nvContentPartPr>
                <p14:cNvPr id="348" name="Entrada de lápiz 347">
                  <a:extLst>
                    <a:ext uri="{FF2B5EF4-FFF2-40B4-BE49-F238E27FC236}">
                      <a16:creationId xmlns:a16="http://schemas.microsoft.com/office/drawing/2014/main" id="{891B7D7B-EC6A-F898-C9DF-D699B2484AE4}"/>
                    </a:ext>
                  </a:extLst>
                </p14:cNvPr>
                <p14:cNvContentPartPr/>
                <p14:nvPr/>
              </p14:nvContentPartPr>
              <p14:xfrm>
                <a:off x="6047546" y="4007896"/>
                <a:ext cx="43200" cy="3600"/>
              </p14:xfrm>
            </p:contentPart>
          </mc:Choice>
          <mc:Fallback xmlns="">
            <p:pic>
              <p:nvPicPr>
                <p:cNvPr id="348" name="Entrada de lápiz 347">
                  <a:extLst>
                    <a:ext uri="{FF2B5EF4-FFF2-40B4-BE49-F238E27FC236}">
                      <a16:creationId xmlns:a16="http://schemas.microsoft.com/office/drawing/2014/main" id="{891B7D7B-EC6A-F898-C9DF-D699B2484AE4}"/>
                    </a:ext>
                  </a:extLst>
                </p:cNvPr>
                <p:cNvPicPr/>
                <p:nvPr/>
              </p:nvPicPr>
              <p:blipFill>
                <a:blip r:embed="rId443"/>
                <a:stretch>
                  <a:fillRect/>
                </a:stretch>
              </p:blipFill>
              <p:spPr>
                <a:xfrm>
                  <a:off x="6041426" y="4001776"/>
                  <a:ext cx="5544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444">
              <p14:nvContentPartPr>
                <p14:cNvPr id="349" name="Entrada de lápiz 348">
                  <a:extLst>
                    <a:ext uri="{FF2B5EF4-FFF2-40B4-BE49-F238E27FC236}">
                      <a16:creationId xmlns:a16="http://schemas.microsoft.com/office/drawing/2014/main" id="{1C433030-00B2-A136-5B22-F15475CE970E}"/>
                    </a:ext>
                  </a:extLst>
                </p14:cNvPr>
                <p14:cNvContentPartPr/>
                <p14:nvPr/>
              </p14:nvContentPartPr>
              <p14:xfrm>
                <a:off x="6055466" y="4007896"/>
                <a:ext cx="32040" cy="50040"/>
              </p14:xfrm>
            </p:contentPart>
          </mc:Choice>
          <mc:Fallback xmlns="">
            <p:pic>
              <p:nvPicPr>
                <p:cNvPr id="349" name="Entrada de lápiz 348">
                  <a:extLst>
                    <a:ext uri="{FF2B5EF4-FFF2-40B4-BE49-F238E27FC236}">
                      <a16:creationId xmlns:a16="http://schemas.microsoft.com/office/drawing/2014/main" id="{1C433030-00B2-A136-5B22-F15475CE970E}"/>
                    </a:ext>
                  </a:extLst>
                </p:cNvPr>
                <p:cNvPicPr/>
                <p:nvPr/>
              </p:nvPicPr>
              <p:blipFill>
                <a:blip r:embed="rId445"/>
                <a:stretch>
                  <a:fillRect/>
                </a:stretch>
              </p:blipFill>
              <p:spPr>
                <a:xfrm>
                  <a:off x="6049346" y="4001776"/>
                  <a:ext cx="4428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446">
              <p14:nvContentPartPr>
                <p14:cNvPr id="351" name="Entrada de lápiz 350">
                  <a:extLst>
                    <a:ext uri="{FF2B5EF4-FFF2-40B4-BE49-F238E27FC236}">
                      <a16:creationId xmlns:a16="http://schemas.microsoft.com/office/drawing/2014/main" id="{BCED88F4-5405-3FE4-0D9B-CA91D2720119}"/>
                    </a:ext>
                  </a:extLst>
                </p14:cNvPr>
                <p14:cNvContentPartPr/>
                <p14:nvPr/>
              </p14:nvContentPartPr>
              <p14:xfrm>
                <a:off x="6115946" y="4014736"/>
                <a:ext cx="6480" cy="32040"/>
              </p14:xfrm>
            </p:contentPart>
          </mc:Choice>
          <mc:Fallback xmlns="">
            <p:pic>
              <p:nvPicPr>
                <p:cNvPr id="351" name="Entrada de lápiz 350">
                  <a:extLst>
                    <a:ext uri="{FF2B5EF4-FFF2-40B4-BE49-F238E27FC236}">
                      <a16:creationId xmlns:a16="http://schemas.microsoft.com/office/drawing/2014/main" id="{BCED88F4-5405-3FE4-0D9B-CA91D2720119}"/>
                    </a:ext>
                  </a:extLst>
                </p:cNvPr>
                <p:cNvPicPr/>
                <p:nvPr/>
              </p:nvPicPr>
              <p:blipFill>
                <a:blip r:embed="rId447"/>
                <a:stretch>
                  <a:fillRect/>
                </a:stretch>
              </p:blipFill>
              <p:spPr>
                <a:xfrm>
                  <a:off x="6109826" y="4008616"/>
                  <a:ext cx="1872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448">
              <p14:nvContentPartPr>
                <p14:cNvPr id="352" name="Entrada de lápiz 351">
                  <a:extLst>
                    <a:ext uri="{FF2B5EF4-FFF2-40B4-BE49-F238E27FC236}">
                      <a16:creationId xmlns:a16="http://schemas.microsoft.com/office/drawing/2014/main" id="{4FD630CF-512E-DEBB-C576-CD2455E1F5DA}"/>
                    </a:ext>
                  </a:extLst>
                </p14:cNvPr>
                <p14:cNvContentPartPr/>
                <p14:nvPr/>
              </p14:nvContentPartPr>
              <p14:xfrm>
                <a:off x="6139706" y="3994576"/>
                <a:ext cx="25200" cy="64440"/>
              </p14:xfrm>
            </p:contentPart>
          </mc:Choice>
          <mc:Fallback xmlns="">
            <p:pic>
              <p:nvPicPr>
                <p:cNvPr id="352" name="Entrada de lápiz 351">
                  <a:extLst>
                    <a:ext uri="{FF2B5EF4-FFF2-40B4-BE49-F238E27FC236}">
                      <a16:creationId xmlns:a16="http://schemas.microsoft.com/office/drawing/2014/main" id="{4FD630CF-512E-DEBB-C576-CD2455E1F5DA}"/>
                    </a:ext>
                  </a:extLst>
                </p:cNvPr>
                <p:cNvPicPr/>
                <p:nvPr/>
              </p:nvPicPr>
              <p:blipFill>
                <a:blip r:embed="rId449"/>
                <a:stretch>
                  <a:fillRect/>
                </a:stretch>
              </p:blipFill>
              <p:spPr>
                <a:xfrm>
                  <a:off x="6133586" y="3988456"/>
                  <a:ext cx="3744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450">
              <p14:nvContentPartPr>
                <p14:cNvPr id="353" name="Entrada de lápiz 352">
                  <a:extLst>
                    <a:ext uri="{FF2B5EF4-FFF2-40B4-BE49-F238E27FC236}">
                      <a16:creationId xmlns:a16="http://schemas.microsoft.com/office/drawing/2014/main" id="{71B69513-B7EC-048B-8CDC-42FAAD26B5D4}"/>
                    </a:ext>
                  </a:extLst>
                </p14:cNvPr>
                <p14:cNvContentPartPr/>
                <p14:nvPr/>
              </p14:nvContentPartPr>
              <p14:xfrm>
                <a:off x="6133586" y="3993496"/>
                <a:ext cx="22680" cy="2160"/>
              </p14:xfrm>
            </p:contentPart>
          </mc:Choice>
          <mc:Fallback xmlns="">
            <p:pic>
              <p:nvPicPr>
                <p:cNvPr id="353" name="Entrada de lápiz 352">
                  <a:extLst>
                    <a:ext uri="{FF2B5EF4-FFF2-40B4-BE49-F238E27FC236}">
                      <a16:creationId xmlns:a16="http://schemas.microsoft.com/office/drawing/2014/main" id="{71B69513-B7EC-048B-8CDC-42FAAD26B5D4}"/>
                    </a:ext>
                  </a:extLst>
                </p:cNvPr>
                <p:cNvPicPr/>
                <p:nvPr/>
              </p:nvPicPr>
              <p:blipFill>
                <a:blip r:embed="rId58"/>
                <a:stretch>
                  <a:fillRect/>
                </a:stretch>
              </p:blipFill>
              <p:spPr>
                <a:xfrm>
                  <a:off x="6127466" y="3987376"/>
                  <a:ext cx="34920" cy="14400"/>
                </a:xfrm>
                <a:prstGeom prst="rect">
                  <a:avLst/>
                </a:prstGeom>
              </p:spPr>
            </p:pic>
          </mc:Fallback>
        </mc:AlternateContent>
        <mc:AlternateContent xmlns:mc="http://schemas.openxmlformats.org/markup-compatibility/2006" xmlns:p14="http://schemas.microsoft.com/office/powerpoint/2010/main">
          <mc:Choice Requires="p14">
            <p:contentPart p14:bwMode="auto" r:id="rId451">
              <p14:nvContentPartPr>
                <p14:cNvPr id="355" name="Entrada de lápiz 354">
                  <a:extLst>
                    <a:ext uri="{FF2B5EF4-FFF2-40B4-BE49-F238E27FC236}">
                      <a16:creationId xmlns:a16="http://schemas.microsoft.com/office/drawing/2014/main" id="{2F026EFD-5D97-C332-180F-002C477ADB29}"/>
                    </a:ext>
                  </a:extLst>
                </p14:cNvPr>
                <p14:cNvContentPartPr/>
                <p14:nvPr/>
              </p14:nvContentPartPr>
              <p14:xfrm>
                <a:off x="5792666" y="3965776"/>
                <a:ext cx="68400" cy="268200"/>
              </p14:xfrm>
            </p:contentPart>
          </mc:Choice>
          <mc:Fallback xmlns="">
            <p:pic>
              <p:nvPicPr>
                <p:cNvPr id="355" name="Entrada de lápiz 354">
                  <a:extLst>
                    <a:ext uri="{FF2B5EF4-FFF2-40B4-BE49-F238E27FC236}">
                      <a16:creationId xmlns:a16="http://schemas.microsoft.com/office/drawing/2014/main" id="{2F026EFD-5D97-C332-180F-002C477ADB29}"/>
                    </a:ext>
                  </a:extLst>
                </p:cNvPr>
                <p:cNvPicPr/>
                <p:nvPr/>
              </p:nvPicPr>
              <p:blipFill>
                <a:blip r:embed="rId452"/>
                <a:stretch>
                  <a:fillRect/>
                </a:stretch>
              </p:blipFill>
              <p:spPr>
                <a:xfrm>
                  <a:off x="5786546" y="3959656"/>
                  <a:ext cx="8064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453">
              <p14:nvContentPartPr>
                <p14:cNvPr id="356" name="Entrada de lápiz 355">
                  <a:extLst>
                    <a:ext uri="{FF2B5EF4-FFF2-40B4-BE49-F238E27FC236}">
                      <a16:creationId xmlns:a16="http://schemas.microsoft.com/office/drawing/2014/main" id="{6F9CDA11-6E68-E608-29A8-04D739C6CF5E}"/>
                    </a:ext>
                  </a:extLst>
                </p14:cNvPr>
                <p14:cNvContentPartPr/>
                <p14:nvPr/>
              </p14:nvContentPartPr>
              <p14:xfrm>
                <a:off x="6188306" y="3945616"/>
                <a:ext cx="47160" cy="272880"/>
              </p14:xfrm>
            </p:contentPart>
          </mc:Choice>
          <mc:Fallback xmlns="">
            <p:pic>
              <p:nvPicPr>
                <p:cNvPr id="356" name="Entrada de lápiz 355">
                  <a:extLst>
                    <a:ext uri="{FF2B5EF4-FFF2-40B4-BE49-F238E27FC236}">
                      <a16:creationId xmlns:a16="http://schemas.microsoft.com/office/drawing/2014/main" id="{6F9CDA11-6E68-E608-29A8-04D739C6CF5E}"/>
                    </a:ext>
                  </a:extLst>
                </p:cNvPr>
                <p:cNvPicPr/>
                <p:nvPr/>
              </p:nvPicPr>
              <p:blipFill>
                <a:blip r:embed="rId454"/>
                <a:stretch>
                  <a:fillRect/>
                </a:stretch>
              </p:blipFill>
              <p:spPr>
                <a:xfrm>
                  <a:off x="6182186" y="3939496"/>
                  <a:ext cx="5940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455">
              <p14:nvContentPartPr>
                <p14:cNvPr id="357" name="Entrada de lápiz 356">
                  <a:extLst>
                    <a:ext uri="{FF2B5EF4-FFF2-40B4-BE49-F238E27FC236}">
                      <a16:creationId xmlns:a16="http://schemas.microsoft.com/office/drawing/2014/main" id="{B4B19EAF-804E-2208-B004-5F644812655B}"/>
                    </a:ext>
                  </a:extLst>
                </p14:cNvPr>
                <p14:cNvContentPartPr/>
                <p14:nvPr/>
              </p14:nvContentPartPr>
              <p14:xfrm>
                <a:off x="6272906" y="3925096"/>
                <a:ext cx="11880" cy="41400"/>
              </p14:xfrm>
            </p:contentPart>
          </mc:Choice>
          <mc:Fallback xmlns="">
            <p:pic>
              <p:nvPicPr>
                <p:cNvPr id="357" name="Entrada de lápiz 356">
                  <a:extLst>
                    <a:ext uri="{FF2B5EF4-FFF2-40B4-BE49-F238E27FC236}">
                      <a16:creationId xmlns:a16="http://schemas.microsoft.com/office/drawing/2014/main" id="{B4B19EAF-804E-2208-B004-5F644812655B}"/>
                    </a:ext>
                  </a:extLst>
                </p:cNvPr>
                <p:cNvPicPr/>
                <p:nvPr/>
              </p:nvPicPr>
              <p:blipFill>
                <a:blip r:embed="rId456"/>
                <a:stretch>
                  <a:fillRect/>
                </a:stretch>
              </p:blipFill>
              <p:spPr>
                <a:xfrm>
                  <a:off x="6266786" y="3918976"/>
                  <a:ext cx="2412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457">
              <p14:nvContentPartPr>
                <p14:cNvPr id="358" name="Entrada de lápiz 357">
                  <a:extLst>
                    <a:ext uri="{FF2B5EF4-FFF2-40B4-BE49-F238E27FC236}">
                      <a16:creationId xmlns:a16="http://schemas.microsoft.com/office/drawing/2014/main" id="{CDFD7D3E-7031-A8EA-2604-BD8C67D20651}"/>
                    </a:ext>
                  </a:extLst>
                </p14:cNvPr>
                <p14:cNvContentPartPr/>
                <p14:nvPr/>
              </p14:nvContentPartPr>
              <p14:xfrm>
                <a:off x="6217466" y="3916096"/>
                <a:ext cx="94680" cy="6480"/>
              </p14:xfrm>
            </p:contentPart>
          </mc:Choice>
          <mc:Fallback xmlns="">
            <p:pic>
              <p:nvPicPr>
                <p:cNvPr id="358" name="Entrada de lápiz 357">
                  <a:extLst>
                    <a:ext uri="{FF2B5EF4-FFF2-40B4-BE49-F238E27FC236}">
                      <a16:creationId xmlns:a16="http://schemas.microsoft.com/office/drawing/2014/main" id="{CDFD7D3E-7031-A8EA-2604-BD8C67D20651}"/>
                    </a:ext>
                  </a:extLst>
                </p:cNvPr>
                <p:cNvPicPr/>
                <p:nvPr/>
              </p:nvPicPr>
              <p:blipFill>
                <a:blip r:embed="rId458"/>
                <a:stretch>
                  <a:fillRect/>
                </a:stretch>
              </p:blipFill>
              <p:spPr>
                <a:xfrm>
                  <a:off x="6211346" y="3909976"/>
                  <a:ext cx="10692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459">
              <p14:nvContentPartPr>
                <p14:cNvPr id="360" name="Entrada de lápiz 359">
                  <a:extLst>
                    <a:ext uri="{FF2B5EF4-FFF2-40B4-BE49-F238E27FC236}">
                      <a16:creationId xmlns:a16="http://schemas.microsoft.com/office/drawing/2014/main" id="{D8BEAD67-944D-1BBD-1889-FC2B9F39E355}"/>
                    </a:ext>
                  </a:extLst>
                </p14:cNvPr>
                <p14:cNvContentPartPr/>
                <p14:nvPr/>
              </p14:nvContentPartPr>
              <p14:xfrm>
                <a:off x="6323306" y="4095016"/>
                <a:ext cx="1440" cy="720"/>
              </p14:xfrm>
            </p:contentPart>
          </mc:Choice>
          <mc:Fallback xmlns="">
            <p:pic>
              <p:nvPicPr>
                <p:cNvPr id="360" name="Entrada de lápiz 359">
                  <a:extLst>
                    <a:ext uri="{FF2B5EF4-FFF2-40B4-BE49-F238E27FC236}">
                      <a16:creationId xmlns:a16="http://schemas.microsoft.com/office/drawing/2014/main" id="{D8BEAD67-944D-1BBD-1889-FC2B9F39E355}"/>
                    </a:ext>
                  </a:extLst>
                </p:cNvPr>
                <p:cNvPicPr/>
                <p:nvPr/>
              </p:nvPicPr>
              <p:blipFill>
                <a:blip r:embed="rId460"/>
                <a:stretch>
                  <a:fillRect/>
                </a:stretch>
              </p:blipFill>
              <p:spPr>
                <a:xfrm>
                  <a:off x="6317186" y="4088896"/>
                  <a:ext cx="13680" cy="12960"/>
                </a:xfrm>
                <a:prstGeom prst="rect">
                  <a:avLst/>
                </a:prstGeom>
              </p:spPr>
            </p:pic>
          </mc:Fallback>
        </mc:AlternateContent>
        <mc:AlternateContent xmlns:mc="http://schemas.openxmlformats.org/markup-compatibility/2006" xmlns:p14="http://schemas.microsoft.com/office/powerpoint/2010/main">
          <mc:Choice Requires="p14">
            <p:contentPart p14:bwMode="auto" r:id="rId461">
              <p14:nvContentPartPr>
                <p14:cNvPr id="362" name="Entrada de lápiz 361">
                  <a:extLst>
                    <a:ext uri="{FF2B5EF4-FFF2-40B4-BE49-F238E27FC236}">
                      <a16:creationId xmlns:a16="http://schemas.microsoft.com/office/drawing/2014/main" id="{7D99E7CB-7E72-8DE0-B585-091D54A4D62A}"/>
                    </a:ext>
                  </a:extLst>
                </p14:cNvPr>
                <p14:cNvContentPartPr/>
                <p14:nvPr/>
              </p14:nvContentPartPr>
              <p14:xfrm>
                <a:off x="6429146" y="3982336"/>
                <a:ext cx="64440" cy="171000"/>
              </p14:xfrm>
            </p:contentPart>
          </mc:Choice>
          <mc:Fallback xmlns="">
            <p:pic>
              <p:nvPicPr>
                <p:cNvPr id="362" name="Entrada de lápiz 361">
                  <a:extLst>
                    <a:ext uri="{FF2B5EF4-FFF2-40B4-BE49-F238E27FC236}">
                      <a16:creationId xmlns:a16="http://schemas.microsoft.com/office/drawing/2014/main" id="{7D99E7CB-7E72-8DE0-B585-091D54A4D62A}"/>
                    </a:ext>
                  </a:extLst>
                </p:cNvPr>
                <p:cNvPicPr/>
                <p:nvPr/>
              </p:nvPicPr>
              <p:blipFill>
                <a:blip r:embed="rId462"/>
                <a:stretch>
                  <a:fillRect/>
                </a:stretch>
              </p:blipFill>
              <p:spPr>
                <a:xfrm>
                  <a:off x="6423026" y="3976216"/>
                  <a:ext cx="7668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463">
              <p14:nvContentPartPr>
                <p14:cNvPr id="363" name="Entrada de lápiz 362">
                  <a:extLst>
                    <a:ext uri="{FF2B5EF4-FFF2-40B4-BE49-F238E27FC236}">
                      <a16:creationId xmlns:a16="http://schemas.microsoft.com/office/drawing/2014/main" id="{1850CB10-CE58-CB2E-3BAF-61EF474D1834}"/>
                    </a:ext>
                  </a:extLst>
                </p14:cNvPr>
                <p14:cNvContentPartPr/>
                <p14:nvPr/>
              </p14:nvContentPartPr>
              <p14:xfrm>
                <a:off x="6525626" y="3906016"/>
                <a:ext cx="36360" cy="6840"/>
              </p14:xfrm>
            </p:contentPart>
          </mc:Choice>
          <mc:Fallback xmlns="">
            <p:pic>
              <p:nvPicPr>
                <p:cNvPr id="363" name="Entrada de lápiz 362">
                  <a:extLst>
                    <a:ext uri="{FF2B5EF4-FFF2-40B4-BE49-F238E27FC236}">
                      <a16:creationId xmlns:a16="http://schemas.microsoft.com/office/drawing/2014/main" id="{1850CB10-CE58-CB2E-3BAF-61EF474D1834}"/>
                    </a:ext>
                  </a:extLst>
                </p:cNvPr>
                <p:cNvPicPr/>
                <p:nvPr/>
              </p:nvPicPr>
              <p:blipFill>
                <a:blip r:embed="rId464"/>
                <a:stretch>
                  <a:fillRect/>
                </a:stretch>
              </p:blipFill>
              <p:spPr>
                <a:xfrm>
                  <a:off x="6519506" y="3899896"/>
                  <a:ext cx="4860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465">
              <p14:nvContentPartPr>
                <p14:cNvPr id="364" name="Entrada de lápiz 363">
                  <a:extLst>
                    <a:ext uri="{FF2B5EF4-FFF2-40B4-BE49-F238E27FC236}">
                      <a16:creationId xmlns:a16="http://schemas.microsoft.com/office/drawing/2014/main" id="{AE13E37C-925E-5A8A-8667-BA9B8F207DDB}"/>
                    </a:ext>
                  </a:extLst>
                </p14:cNvPr>
                <p14:cNvContentPartPr/>
                <p14:nvPr/>
              </p14:nvContentPartPr>
              <p14:xfrm>
                <a:off x="6523466" y="3907456"/>
                <a:ext cx="40680" cy="53640"/>
              </p14:xfrm>
            </p:contentPart>
          </mc:Choice>
          <mc:Fallback xmlns="">
            <p:pic>
              <p:nvPicPr>
                <p:cNvPr id="364" name="Entrada de lápiz 363">
                  <a:extLst>
                    <a:ext uri="{FF2B5EF4-FFF2-40B4-BE49-F238E27FC236}">
                      <a16:creationId xmlns:a16="http://schemas.microsoft.com/office/drawing/2014/main" id="{AE13E37C-925E-5A8A-8667-BA9B8F207DDB}"/>
                    </a:ext>
                  </a:extLst>
                </p:cNvPr>
                <p:cNvPicPr/>
                <p:nvPr/>
              </p:nvPicPr>
              <p:blipFill>
                <a:blip r:embed="rId466"/>
                <a:stretch>
                  <a:fillRect/>
                </a:stretch>
              </p:blipFill>
              <p:spPr>
                <a:xfrm>
                  <a:off x="6517346" y="3901336"/>
                  <a:ext cx="5292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467">
              <p14:nvContentPartPr>
                <p14:cNvPr id="365" name="Entrada de lápiz 364">
                  <a:extLst>
                    <a:ext uri="{FF2B5EF4-FFF2-40B4-BE49-F238E27FC236}">
                      <a16:creationId xmlns:a16="http://schemas.microsoft.com/office/drawing/2014/main" id="{21B2D8CB-973F-659A-8412-3583158D746E}"/>
                    </a:ext>
                  </a:extLst>
                </p14:cNvPr>
                <p14:cNvContentPartPr/>
                <p14:nvPr/>
              </p14:nvContentPartPr>
              <p14:xfrm>
                <a:off x="6595826" y="3899896"/>
                <a:ext cx="24840" cy="56160"/>
              </p14:xfrm>
            </p:contentPart>
          </mc:Choice>
          <mc:Fallback xmlns="">
            <p:pic>
              <p:nvPicPr>
                <p:cNvPr id="365" name="Entrada de lápiz 364">
                  <a:extLst>
                    <a:ext uri="{FF2B5EF4-FFF2-40B4-BE49-F238E27FC236}">
                      <a16:creationId xmlns:a16="http://schemas.microsoft.com/office/drawing/2014/main" id="{21B2D8CB-973F-659A-8412-3583158D746E}"/>
                    </a:ext>
                  </a:extLst>
                </p:cNvPr>
                <p:cNvPicPr/>
                <p:nvPr/>
              </p:nvPicPr>
              <p:blipFill>
                <a:blip r:embed="rId468"/>
                <a:stretch>
                  <a:fillRect/>
                </a:stretch>
              </p:blipFill>
              <p:spPr>
                <a:xfrm>
                  <a:off x="6589706" y="3893776"/>
                  <a:ext cx="3708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469">
              <p14:nvContentPartPr>
                <p14:cNvPr id="366" name="Entrada de lápiz 365">
                  <a:extLst>
                    <a:ext uri="{FF2B5EF4-FFF2-40B4-BE49-F238E27FC236}">
                      <a16:creationId xmlns:a16="http://schemas.microsoft.com/office/drawing/2014/main" id="{EB0271F5-94E0-C668-01C3-B67198B2530C}"/>
                    </a:ext>
                  </a:extLst>
                </p14:cNvPr>
                <p14:cNvContentPartPr/>
                <p14:nvPr/>
              </p14:nvContentPartPr>
              <p14:xfrm>
                <a:off x="6655586" y="3882616"/>
                <a:ext cx="26640" cy="76320"/>
              </p14:xfrm>
            </p:contentPart>
          </mc:Choice>
          <mc:Fallback xmlns="">
            <p:pic>
              <p:nvPicPr>
                <p:cNvPr id="366" name="Entrada de lápiz 365">
                  <a:extLst>
                    <a:ext uri="{FF2B5EF4-FFF2-40B4-BE49-F238E27FC236}">
                      <a16:creationId xmlns:a16="http://schemas.microsoft.com/office/drawing/2014/main" id="{EB0271F5-94E0-C668-01C3-B67198B2530C}"/>
                    </a:ext>
                  </a:extLst>
                </p:cNvPr>
                <p:cNvPicPr/>
                <p:nvPr/>
              </p:nvPicPr>
              <p:blipFill>
                <a:blip r:embed="rId470"/>
                <a:stretch>
                  <a:fillRect/>
                </a:stretch>
              </p:blipFill>
              <p:spPr>
                <a:xfrm>
                  <a:off x="6649466" y="3876496"/>
                  <a:ext cx="38880" cy="88560"/>
                </a:xfrm>
                <a:prstGeom prst="rect">
                  <a:avLst/>
                </a:prstGeom>
              </p:spPr>
            </p:pic>
          </mc:Fallback>
        </mc:AlternateContent>
      </p:grpSp>
      <p:grpSp>
        <p:nvGrpSpPr>
          <p:cNvPr id="370" name="Grupo 369">
            <a:extLst>
              <a:ext uri="{FF2B5EF4-FFF2-40B4-BE49-F238E27FC236}">
                <a16:creationId xmlns:a16="http://schemas.microsoft.com/office/drawing/2014/main" id="{F827D121-5B4C-7696-021F-5A580A6241FD}"/>
              </a:ext>
            </a:extLst>
          </p:cNvPr>
          <p:cNvGrpSpPr/>
          <p:nvPr/>
        </p:nvGrpSpPr>
        <p:grpSpPr>
          <a:xfrm>
            <a:off x="6155906" y="4309936"/>
            <a:ext cx="79560" cy="186480"/>
            <a:chOff x="6155906" y="4309936"/>
            <a:chExt cx="79560" cy="186480"/>
          </a:xfrm>
        </p:grpSpPr>
        <mc:AlternateContent xmlns:mc="http://schemas.openxmlformats.org/markup-compatibility/2006" xmlns:p14="http://schemas.microsoft.com/office/powerpoint/2010/main">
          <mc:Choice Requires="p14">
            <p:contentPart p14:bwMode="auto" r:id="rId471">
              <p14:nvContentPartPr>
                <p14:cNvPr id="368" name="Entrada de lápiz 367">
                  <a:extLst>
                    <a:ext uri="{FF2B5EF4-FFF2-40B4-BE49-F238E27FC236}">
                      <a16:creationId xmlns:a16="http://schemas.microsoft.com/office/drawing/2014/main" id="{F1179D8A-44DB-C07C-EB0E-4B3AB2139870}"/>
                    </a:ext>
                  </a:extLst>
                </p14:cNvPr>
                <p14:cNvContentPartPr/>
                <p14:nvPr/>
              </p14:nvContentPartPr>
              <p14:xfrm>
                <a:off x="6198746" y="4309936"/>
                <a:ext cx="11160" cy="146520"/>
              </p14:xfrm>
            </p:contentPart>
          </mc:Choice>
          <mc:Fallback xmlns="">
            <p:pic>
              <p:nvPicPr>
                <p:cNvPr id="368" name="Entrada de lápiz 367">
                  <a:extLst>
                    <a:ext uri="{FF2B5EF4-FFF2-40B4-BE49-F238E27FC236}">
                      <a16:creationId xmlns:a16="http://schemas.microsoft.com/office/drawing/2014/main" id="{F1179D8A-44DB-C07C-EB0E-4B3AB2139870}"/>
                    </a:ext>
                  </a:extLst>
                </p:cNvPr>
                <p:cNvPicPr/>
                <p:nvPr/>
              </p:nvPicPr>
              <p:blipFill>
                <a:blip r:embed="rId472"/>
                <a:stretch>
                  <a:fillRect/>
                </a:stretch>
              </p:blipFill>
              <p:spPr>
                <a:xfrm>
                  <a:off x="6192626" y="4303816"/>
                  <a:ext cx="2340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473">
              <p14:nvContentPartPr>
                <p14:cNvPr id="369" name="Entrada de lápiz 368">
                  <a:extLst>
                    <a:ext uri="{FF2B5EF4-FFF2-40B4-BE49-F238E27FC236}">
                      <a16:creationId xmlns:a16="http://schemas.microsoft.com/office/drawing/2014/main" id="{E5FBC42B-48C2-452B-D022-DCABFF6FC3F7}"/>
                    </a:ext>
                  </a:extLst>
                </p14:cNvPr>
                <p14:cNvContentPartPr/>
                <p14:nvPr/>
              </p14:nvContentPartPr>
              <p14:xfrm>
                <a:off x="6155906" y="4445296"/>
                <a:ext cx="79560" cy="51120"/>
              </p14:xfrm>
            </p:contentPart>
          </mc:Choice>
          <mc:Fallback xmlns="">
            <p:pic>
              <p:nvPicPr>
                <p:cNvPr id="369" name="Entrada de lápiz 368">
                  <a:extLst>
                    <a:ext uri="{FF2B5EF4-FFF2-40B4-BE49-F238E27FC236}">
                      <a16:creationId xmlns:a16="http://schemas.microsoft.com/office/drawing/2014/main" id="{E5FBC42B-48C2-452B-D022-DCABFF6FC3F7}"/>
                    </a:ext>
                  </a:extLst>
                </p:cNvPr>
                <p:cNvPicPr/>
                <p:nvPr/>
              </p:nvPicPr>
              <p:blipFill>
                <a:blip r:embed="rId474"/>
                <a:stretch>
                  <a:fillRect/>
                </a:stretch>
              </p:blipFill>
              <p:spPr>
                <a:xfrm>
                  <a:off x="6149786" y="4439176"/>
                  <a:ext cx="91800" cy="63360"/>
                </a:xfrm>
                <a:prstGeom prst="rect">
                  <a:avLst/>
                </a:prstGeom>
              </p:spPr>
            </p:pic>
          </mc:Fallback>
        </mc:AlternateContent>
      </p:grpSp>
      <p:grpSp>
        <p:nvGrpSpPr>
          <p:cNvPr id="377" name="Grupo 376">
            <a:extLst>
              <a:ext uri="{FF2B5EF4-FFF2-40B4-BE49-F238E27FC236}">
                <a16:creationId xmlns:a16="http://schemas.microsoft.com/office/drawing/2014/main" id="{DF178327-78A7-FF0E-E47C-679404A7BACA}"/>
              </a:ext>
            </a:extLst>
          </p:cNvPr>
          <p:cNvGrpSpPr/>
          <p:nvPr/>
        </p:nvGrpSpPr>
        <p:grpSpPr>
          <a:xfrm>
            <a:off x="7880306" y="4072336"/>
            <a:ext cx="225360" cy="356040"/>
            <a:chOff x="7880306" y="4072336"/>
            <a:chExt cx="225360" cy="356040"/>
          </a:xfrm>
        </p:grpSpPr>
        <mc:AlternateContent xmlns:mc="http://schemas.openxmlformats.org/markup-compatibility/2006" xmlns:p14="http://schemas.microsoft.com/office/powerpoint/2010/main">
          <mc:Choice Requires="p14">
            <p:contentPart p14:bwMode="auto" r:id="rId475">
              <p14:nvContentPartPr>
                <p14:cNvPr id="371" name="Entrada de lápiz 370">
                  <a:extLst>
                    <a:ext uri="{FF2B5EF4-FFF2-40B4-BE49-F238E27FC236}">
                      <a16:creationId xmlns:a16="http://schemas.microsoft.com/office/drawing/2014/main" id="{050BA69D-36E1-9C1C-7F23-A9B5D496475F}"/>
                    </a:ext>
                  </a:extLst>
                </p14:cNvPr>
                <p14:cNvContentPartPr/>
                <p14:nvPr/>
              </p14:nvContentPartPr>
              <p14:xfrm>
                <a:off x="7939706" y="4072336"/>
                <a:ext cx="7920" cy="234720"/>
              </p14:xfrm>
            </p:contentPart>
          </mc:Choice>
          <mc:Fallback xmlns="">
            <p:pic>
              <p:nvPicPr>
                <p:cNvPr id="371" name="Entrada de lápiz 370">
                  <a:extLst>
                    <a:ext uri="{FF2B5EF4-FFF2-40B4-BE49-F238E27FC236}">
                      <a16:creationId xmlns:a16="http://schemas.microsoft.com/office/drawing/2014/main" id="{050BA69D-36E1-9C1C-7F23-A9B5D496475F}"/>
                    </a:ext>
                  </a:extLst>
                </p:cNvPr>
                <p:cNvPicPr/>
                <p:nvPr/>
              </p:nvPicPr>
              <p:blipFill>
                <a:blip r:embed="rId476"/>
                <a:stretch>
                  <a:fillRect/>
                </a:stretch>
              </p:blipFill>
              <p:spPr>
                <a:xfrm>
                  <a:off x="7933586" y="4066216"/>
                  <a:ext cx="2016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477">
              <p14:nvContentPartPr>
                <p14:cNvPr id="372" name="Entrada de lápiz 371">
                  <a:extLst>
                    <a:ext uri="{FF2B5EF4-FFF2-40B4-BE49-F238E27FC236}">
                      <a16:creationId xmlns:a16="http://schemas.microsoft.com/office/drawing/2014/main" id="{2CF30531-9BB5-A83C-3103-12734C85E1A8}"/>
                    </a:ext>
                  </a:extLst>
                </p14:cNvPr>
                <p14:cNvContentPartPr/>
                <p14:nvPr/>
              </p14:nvContentPartPr>
              <p14:xfrm>
                <a:off x="7931066" y="4279696"/>
                <a:ext cx="10440" cy="101880"/>
              </p14:xfrm>
            </p:contentPart>
          </mc:Choice>
          <mc:Fallback xmlns="">
            <p:pic>
              <p:nvPicPr>
                <p:cNvPr id="372" name="Entrada de lápiz 371">
                  <a:extLst>
                    <a:ext uri="{FF2B5EF4-FFF2-40B4-BE49-F238E27FC236}">
                      <a16:creationId xmlns:a16="http://schemas.microsoft.com/office/drawing/2014/main" id="{2CF30531-9BB5-A83C-3103-12734C85E1A8}"/>
                    </a:ext>
                  </a:extLst>
                </p:cNvPr>
                <p:cNvPicPr/>
                <p:nvPr/>
              </p:nvPicPr>
              <p:blipFill>
                <a:blip r:embed="rId478"/>
                <a:stretch>
                  <a:fillRect/>
                </a:stretch>
              </p:blipFill>
              <p:spPr>
                <a:xfrm>
                  <a:off x="7924946" y="4273576"/>
                  <a:ext cx="2268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479">
              <p14:nvContentPartPr>
                <p14:cNvPr id="373" name="Entrada de lápiz 372">
                  <a:extLst>
                    <a:ext uri="{FF2B5EF4-FFF2-40B4-BE49-F238E27FC236}">
                      <a16:creationId xmlns:a16="http://schemas.microsoft.com/office/drawing/2014/main" id="{F425728D-DB2F-E352-5969-40204709D5D7}"/>
                    </a:ext>
                  </a:extLst>
                </p14:cNvPr>
                <p14:cNvContentPartPr/>
                <p14:nvPr/>
              </p14:nvContentPartPr>
              <p14:xfrm>
                <a:off x="7880306" y="4377976"/>
                <a:ext cx="83160" cy="50400"/>
              </p14:xfrm>
            </p:contentPart>
          </mc:Choice>
          <mc:Fallback xmlns="">
            <p:pic>
              <p:nvPicPr>
                <p:cNvPr id="373" name="Entrada de lápiz 372">
                  <a:extLst>
                    <a:ext uri="{FF2B5EF4-FFF2-40B4-BE49-F238E27FC236}">
                      <a16:creationId xmlns:a16="http://schemas.microsoft.com/office/drawing/2014/main" id="{F425728D-DB2F-E352-5969-40204709D5D7}"/>
                    </a:ext>
                  </a:extLst>
                </p:cNvPr>
                <p:cNvPicPr/>
                <p:nvPr/>
              </p:nvPicPr>
              <p:blipFill>
                <a:blip r:embed="rId480"/>
                <a:stretch>
                  <a:fillRect/>
                </a:stretch>
              </p:blipFill>
              <p:spPr>
                <a:xfrm>
                  <a:off x="7874186" y="4371856"/>
                  <a:ext cx="9540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481">
              <p14:nvContentPartPr>
                <p14:cNvPr id="375" name="Entrada de lápiz 374">
                  <a:extLst>
                    <a:ext uri="{FF2B5EF4-FFF2-40B4-BE49-F238E27FC236}">
                      <a16:creationId xmlns:a16="http://schemas.microsoft.com/office/drawing/2014/main" id="{6BF20814-A7EB-96F4-82B1-F2BDB5B4A5E0}"/>
                    </a:ext>
                  </a:extLst>
                </p14:cNvPr>
                <p14:cNvContentPartPr/>
                <p14:nvPr/>
              </p14:nvContentPartPr>
              <p14:xfrm>
                <a:off x="8042306" y="4208416"/>
                <a:ext cx="63360" cy="64440"/>
              </p14:xfrm>
            </p:contentPart>
          </mc:Choice>
          <mc:Fallback xmlns="">
            <p:pic>
              <p:nvPicPr>
                <p:cNvPr id="375" name="Entrada de lápiz 374">
                  <a:extLst>
                    <a:ext uri="{FF2B5EF4-FFF2-40B4-BE49-F238E27FC236}">
                      <a16:creationId xmlns:a16="http://schemas.microsoft.com/office/drawing/2014/main" id="{6BF20814-A7EB-96F4-82B1-F2BDB5B4A5E0}"/>
                    </a:ext>
                  </a:extLst>
                </p:cNvPr>
                <p:cNvPicPr/>
                <p:nvPr/>
              </p:nvPicPr>
              <p:blipFill>
                <a:blip r:embed="rId482"/>
                <a:stretch>
                  <a:fillRect/>
                </a:stretch>
              </p:blipFill>
              <p:spPr>
                <a:xfrm>
                  <a:off x="8036186" y="4202296"/>
                  <a:ext cx="75600" cy="76680"/>
                </a:xfrm>
                <a:prstGeom prst="rect">
                  <a:avLst/>
                </a:prstGeom>
              </p:spPr>
            </p:pic>
          </mc:Fallback>
        </mc:AlternateContent>
      </p:grpSp>
      <p:grpSp>
        <p:nvGrpSpPr>
          <p:cNvPr id="385" name="Grupo 384">
            <a:extLst>
              <a:ext uri="{FF2B5EF4-FFF2-40B4-BE49-F238E27FC236}">
                <a16:creationId xmlns:a16="http://schemas.microsoft.com/office/drawing/2014/main" id="{1AD533B6-9B37-7981-8998-2E49A92EDF22}"/>
              </a:ext>
            </a:extLst>
          </p:cNvPr>
          <p:cNvGrpSpPr/>
          <p:nvPr/>
        </p:nvGrpSpPr>
        <p:grpSpPr>
          <a:xfrm>
            <a:off x="8131226" y="4127056"/>
            <a:ext cx="413640" cy="185400"/>
            <a:chOff x="8131226" y="4127056"/>
            <a:chExt cx="413640" cy="185400"/>
          </a:xfrm>
        </p:grpSpPr>
        <mc:AlternateContent xmlns:mc="http://schemas.openxmlformats.org/markup-compatibility/2006" xmlns:p14="http://schemas.microsoft.com/office/powerpoint/2010/main">
          <mc:Choice Requires="p14">
            <p:contentPart p14:bwMode="auto" r:id="rId483">
              <p14:nvContentPartPr>
                <p14:cNvPr id="378" name="Entrada de lápiz 377">
                  <a:extLst>
                    <a:ext uri="{FF2B5EF4-FFF2-40B4-BE49-F238E27FC236}">
                      <a16:creationId xmlns:a16="http://schemas.microsoft.com/office/drawing/2014/main" id="{45B325C8-EDDB-551A-AEF5-35638124075F}"/>
                    </a:ext>
                  </a:extLst>
                </p14:cNvPr>
                <p14:cNvContentPartPr/>
                <p14:nvPr/>
              </p14:nvContentPartPr>
              <p14:xfrm>
                <a:off x="8131226" y="4202656"/>
                <a:ext cx="52200" cy="60120"/>
              </p14:xfrm>
            </p:contentPart>
          </mc:Choice>
          <mc:Fallback xmlns="">
            <p:pic>
              <p:nvPicPr>
                <p:cNvPr id="378" name="Entrada de lápiz 377">
                  <a:extLst>
                    <a:ext uri="{FF2B5EF4-FFF2-40B4-BE49-F238E27FC236}">
                      <a16:creationId xmlns:a16="http://schemas.microsoft.com/office/drawing/2014/main" id="{45B325C8-EDDB-551A-AEF5-35638124075F}"/>
                    </a:ext>
                  </a:extLst>
                </p:cNvPr>
                <p:cNvPicPr/>
                <p:nvPr/>
              </p:nvPicPr>
              <p:blipFill>
                <a:blip r:embed="rId484"/>
                <a:stretch>
                  <a:fillRect/>
                </a:stretch>
              </p:blipFill>
              <p:spPr>
                <a:xfrm>
                  <a:off x="8125106" y="4196536"/>
                  <a:ext cx="6444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485">
              <p14:nvContentPartPr>
                <p14:cNvPr id="379" name="Entrada de lápiz 378">
                  <a:extLst>
                    <a:ext uri="{FF2B5EF4-FFF2-40B4-BE49-F238E27FC236}">
                      <a16:creationId xmlns:a16="http://schemas.microsoft.com/office/drawing/2014/main" id="{70229254-47BA-7FEB-CAF7-F419E74C7396}"/>
                    </a:ext>
                  </a:extLst>
                </p14:cNvPr>
                <p14:cNvContentPartPr/>
                <p14:nvPr/>
              </p14:nvContentPartPr>
              <p14:xfrm>
                <a:off x="8207546" y="4127056"/>
                <a:ext cx="21960" cy="126360"/>
              </p14:xfrm>
            </p:contentPart>
          </mc:Choice>
          <mc:Fallback xmlns="">
            <p:pic>
              <p:nvPicPr>
                <p:cNvPr id="379" name="Entrada de lápiz 378">
                  <a:extLst>
                    <a:ext uri="{FF2B5EF4-FFF2-40B4-BE49-F238E27FC236}">
                      <a16:creationId xmlns:a16="http://schemas.microsoft.com/office/drawing/2014/main" id="{70229254-47BA-7FEB-CAF7-F419E74C7396}"/>
                    </a:ext>
                  </a:extLst>
                </p:cNvPr>
                <p:cNvPicPr/>
                <p:nvPr/>
              </p:nvPicPr>
              <p:blipFill>
                <a:blip r:embed="rId486"/>
                <a:stretch>
                  <a:fillRect/>
                </a:stretch>
              </p:blipFill>
              <p:spPr>
                <a:xfrm>
                  <a:off x="8201426" y="4120936"/>
                  <a:ext cx="3420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487">
              <p14:nvContentPartPr>
                <p14:cNvPr id="380" name="Entrada de lápiz 379">
                  <a:extLst>
                    <a:ext uri="{FF2B5EF4-FFF2-40B4-BE49-F238E27FC236}">
                      <a16:creationId xmlns:a16="http://schemas.microsoft.com/office/drawing/2014/main" id="{8A8A9156-6664-4F72-EAE2-B1ACE7423C1C}"/>
                    </a:ext>
                  </a:extLst>
                </p14:cNvPr>
                <p14:cNvContentPartPr/>
                <p14:nvPr/>
              </p14:nvContentPartPr>
              <p14:xfrm>
                <a:off x="8245346" y="4210576"/>
                <a:ext cx="64080" cy="49680"/>
              </p14:xfrm>
            </p:contentPart>
          </mc:Choice>
          <mc:Fallback xmlns="">
            <p:pic>
              <p:nvPicPr>
                <p:cNvPr id="380" name="Entrada de lápiz 379">
                  <a:extLst>
                    <a:ext uri="{FF2B5EF4-FFF2-40B4-BE49-F238E27FC236}">
                      <a16:creationId xmlns:a16="http://schemas.microsoft.com/office/drawing/2014/main" id="{8A8A9156-6664-4F72-EAE2-B1ACE7423C1C}"/>
                    </a:ext>
                  </a:extLst>
                </p:cNvPr>
                <p:cNvPicPr/>
                <p:nvPr/>
              </p:nvPicPr>
              <p:blipFill>
                <a:blip r:embed="rId488"/>
                <a:stretch>
                  <a:fillRect/>
                </a:stretch>
              </p:blipFill>
              <p:spPr>
                <a:xfrm>
                  <a:off x="8239226" y="4204456"/>
                  <a:ext cx="7632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489">
              <p14:nvContentPartPr>
                <p14:cNvPr id="381" name="Entrada de lápiz 380">
                  <a:extLst>
                    <a:ext uri="{FF2B5EF4-FFF2-40B4-BE49-F238E27FC236}">
                      <a16:creationId xmlns:a16="http://schemas.microsoft.com/office/drawing/2014/main" id="{91113CB2-0327-4D6C-C23B-9443A15A290D}"/>
                    </a:ext>
                  </a:extLst>
                </p14:cNvPr>
                <p14:cNvContentPartPr/>
                <p14:nvPr/>
              </p14:nvContentPartPr>
              <p14:xfrm>
                <a:off x="8339306" y="4219936"/>
                <a:ext cx="15120" cy="92520"/>
              </p14:xfrm>
            </p:contentPart>
          </mc:Choice>
          <mc:Fallback xmlns="">
            <p:pic>
              <p:nvPicPr>
                <p:cNvPr id="381" name="Entrada de lápiz 380">
                  <a:extLst>
                    <a:ext uri="{FF2B5EF4-FFF2-40B4-BE49-F238E27FC236}">
                      <a16:creationId xmlns:a16="http://schemas.microsoft.com/office/drawing/2014/main" id="{91113CB2-0327-4D6C-C23B-9443A15A290D}"/>
                    </a:ext>
                  </a:extLst>
                </p:cNvPr>
                <p:cNvPicPr/>
                <p:nvPr/>
              </p:nvPicPr>
              <p:blipFill>
                <a:blip r:embed="rId490"/>
                <a:stretch>
                  <a:fillRect/>
                </a:stretch>
              </p:blipFill>
              <p:spPr>
                <a:xfrm>
                  <a:off x="8333186" y="4213816"/>
                  <a:ext cx="2736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491">
              <p14:nvContentPartPr>
                <p14:cNvPr id="382" name="Entrada de lápiz 381">
                  <a:extLst>
                    <a:ext uri="{FF2B5EF4-FFF2-40B4-BE49-F238E27FC236}">
                      <a16:creationId xmlns:a16="http://schemas.microsoft.com/office/drawing/2014/main" id="{FBCEE698-AAA9-D193-0952-1E41B78AB3B5}"/>
                    </a:ext>
                  </a:extLst>
                </p14:cNvPr>
                <p14:cNvContentPartPr/>
                <p14:nvPr/>
              </p14:nvContentPartPr>
              <p14:xfrm>
                <a:off x="8324906" y="4208056"/>
                <a:ext cx="59400" cy="39960"/>
              </p14:xfrm>
            </p:contentPart>
          </mc:Choice>
          <mc:Fallback xmlns="">
            <p:pic>
              <p:nvPicPr>
                <p:cNvPr id="382" name="Entrada de lápiz 381">
                  <a:extLst>
                    <a:ext uri="{FF2B5EF4-FFF2-40B4-BE49-F238E27FC236}">
                      <a16:creationId xmlns:a16="http://schemas.microsoft.com/office/drawing/2014/main" id="{FBCEE698-AAA9-D193-0952-1E41B78AB3B5}"/>
                    </a:ext>
                  </a:extLst>
                </p:cNvPr>
                <p:cNvPicPr/>
                <p:nvPr/>
              </p:nvPicPr>
              <p:blipFill>
                <a:blip r:embed="rId492"/>
                <a:stretch>
                  <a:fillRect/>
                </a:stretch>
              </p:blipFill>
              <p:spPr>
                <a:xfrm>
                  <a:off x="8318786" y="4201936"/>
                  <a:ext cx="7164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493">
              <p14:nvContentPartPr>
                <p14:cNvPr id="383" name="Entrada de lápiz 382">
                  <a:extLst>
                    <a:ext uri="{FF2B5EF4-FFF2-40B4-BE49-F238E27FC236}">
                      <a16:creationId xmlns:a16="http://schemas.microsoft.com/office/drawing/2014/main" id="{12C7A900-EE57-0AE1-FC5B-52DDC6FE9A4F}"/>
                    </a:ext>
                  </a:extLst>
                </p14:cNvPr>
                <p14:cNvContentPartPr/>
                <p14:nvPr/>
              </p14:nvContentPartPr>
              <p14:xfrm>
                <a:off x="8416706" y="4192936"/>
                <a:ext cx="43200" cy="69120"/>
              </p14:xfrm>
            </p:contentPart>
          </mc:Choice>
          <mc:Fallback xmlns="">
            <p:pic>
              <p:nvPicPr>
                <p:cNvPr id="383" name="Entrada de lápiz 382">
                  <a:extLst>
                    <a:ext uri="{FF2B5EF4-FFF2-40B4-BE49-F238E27FC236}">
                      <a16:creationId xmlns:a16="http://schemas.microsoft.com/office/drawing/2014/main" id="{12C7A900-EE57-0AE1-FC5B-52DDC6FE9A4F}"/>
                    </a:ext>
                  </a:extLst>
                </p:cNvPr>
                <p:cNvPicPr/>
                <p:nvPr/>
              </p:nvPicPr>
              <p:blipFill>
                <a:blip r:embed="rId494"/>
                <a:stretch>
                  <a:fillRect/>
                </a:stretch>
              </p:blipFill>
              <p:spPr>
                <a:xfrm>
                  <a:off x="8410586" y="4186816"/>
                  <a:ext cx="5544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495">
              <p14:nvContentPartPr>
                <p14:cNvPr id="384" name="Entrada de lápiz 383">
                  <a:extLst>
                    <a:ext uri="{FF2B5EF4-FFF2-40B4-BE49-F238E27FC236}">
                      <a16:creationId xmlns:a16="http://schemas.microsoft.com/office/drawing/2014/main" id="{0C884419-417D-A5BE-8347-280C8CDA7B2D}"/>
                    </a:ext>
                  </a:extLst>
                </p14:cNvPr>
                <p14:cNvContentPartPr/>
                <p14:nvPr/>
              </p14:nvContentPartPr>
              <p14:xfrm>
                <a:off x="8481506" y="4214176"/>
                <a:ext cx="63360" cy="45720"/>
              </p14:xfrm>
            </p:contentPart>
          </mc:Choice>
          <mc:Fallback xmlns="">
            <p:pic>
              <p:nvPicPr>
                <p:cNvPr id="384" name="Entrada de lápiz 383">
                  <a:extLst>
                    <a:ext uri="{FF2B5EF4-FFF2-40B4-BE49-F238E27FC236}">
                      <a16:creationId xmlns:a16="http://schemas.microsoft.com/office/drawing/2014/main" id="{0C884419-417D-A5BE-8347-280C8CDA7B2D}"/>
                    </a:ext>
                  </a:extLst>
                </p:cNvPr>
                <p:cNvPicPr/>
                <p:nvPr/>
              </p:nvPicPr>
              <p:blipFill>
                <a:blip r:embed="rId496"/>
                <a:stretch>
                  <a:fillRect/>
                </a:stretch>
              </p:blipFill>
              <p:spPr>
                <a:xfrm>
                  <a:off x="8475386" y="4208056"/>
                  <a:ext cx="75600" cy="57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97">
            <p14:nvContentPartPr>
              <p14:cNvPr id="436" name="Entrada de lápiz 435">
                <a:extLst>
                  <a:ext uri="{FF2B5EF4-FFF2-40B4-BE49-F238E27FC236}">
                    <a16:creationId xmlns:a16="http://schemas.microsoft.com/office/drawing/2014/main" id="{D2B86E66-2006-263A-0A78-9DABBF07A032}"/>
                  </a:ext>
                </a:extLst>
              </p14:cNvPr>
              <p14:cNvContentPartPr/>
              <p14:nvPr/>
            </p14:nvContentPartPr>
            <p14:xfrm>
              <a:off x="5845887" y="4657802"/>
              <a:ext cx="84600" cy="1311120"/>
            </p14:xfrm>
          </p:contentPart>
        </mc:Choice>
        <mc:Fallback xmlns="">
          <p:pic>
            <p:nvPicPr>
              <p:cNvPr id="436" name="Entrada de lápiz 435">
                <a:extLst>
                  <a:ext uri="{FF2B5EF4-FFF2-40B4-BE49-F238E27FC236}">
                    <a16:creationId xmlns:a16="http://schemas.microsoft.com/office/drawing/2014/main" id="{D2B86E66-2006-263A-0A78-9DABBF07A032}"/>
                  </a:ext>
                </a:extLst>
              </p:cNvPr>
              <p:cNvPicPr/>
              <p:nvPr/>
            </p:nvPicPr>
            <p:blipFill>
              <a:blip r:embed="rId498"/>
              <a:stretch>
                <a:fillRect/>
              </a:stretch>
            </p:blipFill>
            <p:spPr>
              <a:xfrm>
                <a:off x="5839767" y="4651682"/>
                <a:ext cx="96840" cy="1323360"/>
              </a:xfrm>
              <a:prstGeom prst="rect">
                <a:avLst/>
              </a:prstGeom>
            </p:spPr>
          </p:pic>
        </mc:Fallback>
      </mc:AlternateContent>
      <p:grpSp>
        <p:nvGrpSpPr>
          <p:cNvPr id="438" name="Grupo 437">
            <a:extLst>
              <a:ext uri="{FF2B5EF4-FFF2-40B4-BE49-F238E27FC236}">
                <a16:creationId xmlns:a16="http://schemas.microsoft.com/office/drawing/2014/main" id="{058E0673-09ED-428C-229C-AB15ECF6F7A3}"/>
              </a:ext>
            </a:extLst>
          </p:cNvPr>
          <p:cNvGrpSpPr/>
          <p:nvPr/>
        </p:nvGrpSpPr>
        <p:grpSpPr>
          <a:xfrm>
            <a:off x="6058647" y="4612082"/>
            <a:ext cx="475560" cy="1373760"/>
            <a:chOff x="6058647" y="4612082"/>
            <a:chExt cx="475560" cy="1373760"/>
          </a:xfrm>
        </p:grpSpPr>
        <mc:AlternateContent xmlns:mc="http://schemas.openxmlformats.org/markup-compatibility/2006" xmlns:p14="http://schemas.microsoft.com/office/powerpoint/2010/main">
          <mc:Choice Requires="p14">
            <p:contentPart p14:bwMode="auto" r:id="rId499">
              <p14:nvContentPartPr>
                <p14:cNvPr id="401" name="Entrada de lápiz 400">
                  <a:extLst>
                    <a:ext uri="{FF2B5EF4-FFF2-40B4-BE49-F238E27FC236}">
                      <a16:creationId xmlns:a16="http://schemas.microsoft.com/office/drawing/2014/main" id="{FE1F91C9-2AD0-EE23-AD13-22F6069D3BA4}"/>
                    </a:ext>
                  </a:extLst>
                </p14:cNvPr>
                <p14:cNvContentPartPr/>
                <p14:nvPr/>
              </p14:nvContentPartPr>
              <p14:xfrm>
                <a:off x="6059367" y="4744922"/>
                <a:ext cx="93600" cy="113760"/>
              </p14:xfrm>
            </p:contentPart>
          </mc:Choice>
          <mc:Fallback xmlns="">
            <p:pic>
              <p:nvPicPr>
                <p:cNvPr id="401" name="Entrada de lápiz 400">
                  <a:extLst>
                    <a:ext uri="{FF2B5EF4-FFF2-40B4-BE49-F238E27FC236}">
                      <a16:creationId xmlns:a16="http://schemas.microsoft.com/office/drawing/2014/main" id="{FE1F91C9-2AD0-EE23-AD13-22F6069D3BA4}"/>
                    </a:ext>
                  </a:extLst>
                </p:cNvPr>
                <p:cNvPicPr/>
                <p:nvPr/>
              </p:nvPicPr>
              <p:blipFill>
                <a:blip r:embed="rId500"/>
                <a:stretch>
                  <a:fillRect/>
                </a:stretch>
              </p:blipFill>
              <p:spPr>
                <a:xfrm>
                  <a:off x="6053247" y="4738802"/>
                  <a:ext cx="1058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01">
              <p14:nvContentPartPr>
                <p14:cNvPr id="402" name="Entrada de lápiz 401">
                  <a:extLst>
                    <a:ext uri="{FF2B5EF4-FFF2-40B4-BE49-F238E27FC236}">
                      <a16:creationId xmlns:a16="http://schemas.microsoft.com/office/drawing/2014/main" id="{2F35DFF3-EE97-C597-3172-0CAB839F8EB6}"/>
                    </a:ext>
                  </a:extLst>
                </p14:cNvPr>
                <p14:cNvContentPartPr/>
                <p14:nvPr/>
              </p14:nvContentPartPr>
              <p14:xfrm>
                <a:off x="6099687" y="4732322"/>
                <a:ext cx="109080" cy="111960"/>
              </p14:xfrm>
            </p:contentPart>
          </mc:Choice>
          <mc:Fallback xmlns="">
            <p:pic>
              <p:nvPicPr>
                <p:cNvPr id="402" name="Entrada de lápiz 401">
                  <a:extLst>
                    <a:ext uri="{FF2B5EF4-FFF2-40B4-BE49-F238E27FC236}">
                      <a16:creationId xmlns:a16="http://schemas.microsoft.com/office/drawing/2014/main" id="{2F35DFF3-EE97-C597-3172-0CAB839F8EB6}"/>
                    </a:ext>
                  </a:extLst>
                </p:cNvPr>
                <p:cNvPicPr/>
                <p:nvPr/>
              </p:nvPicPr>
              <p:blipFill>
                <a:blip r:embed="rId502"/>
                <a:stretch>
                  <a:fillRect/>
                </a:stretch>
              </p:blipFill>
              <p:spPr>
                <a:xfrm>
                  <a:off x="6093567" y="4726202"/>
                  <a:ext cx="12132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503">
              <p14:nvContentPartPr>
                <p14:cNvPr id="403" name="Entrada de lápiz 402">
                  <a:extLst>
                    <a:ext uri="{FF2B5EF4-FFF2-40B4-BE49-F238E27FC236}">
                      <a16:creationId xmlns:a16="http://schemas.microsoft.com/office/drawing/2014/main" id="{D357756F-C6C0-1CAE-7CD1-F2039DCE3EF9}"/>
                    </a:ext>
                  </a:extLst>
                </p14:cNvPr>
                <p14:cNvContentPartPr/>
                <p14:nvPr/>
              </p14:nvContentPartPr>
              <p14:xfrm>
                <a:off x="6271047" y="4679762"/>
                <a:ext cx="15480" cy="35640"/>
              </p14:xfrm>
            </p:contentPart>
          </mc:Choice>
          <mc:Fallback xmlns="">
            <p:pic>
              <p:nvPicPr>
                <p:cNvPr id="403" name="Entrada de lápiz 402">
                  <a:extLst>
                    <a:ext uri="{FF2B5EF4-FFF2-40B4-BE49-F238E27FC236}">
                      <a16:creationId xmlns:a16="http://schemas.microsoft.com/office/drawing/2014/main" id="{D357756F-C6C0-1CAE-7CD1-F2039DCE3EF9}"/>
                    </a:ext>
                  </a:extLst>
                </p:cNvPr>
                <p:cNvPicPr/>
                <p:nvPr/>
              </p:nvPicPr>
              <p:blipFill>
                <a:blip r:embed="rId504"/>
                <a:stretch>
                  <a:fillRect/>
                </a:stretch>
              </p:blipFill>
              <p:spPr>
                <a:xfrm>
                  <a:off x="6264927" y="4673642"/>
                  <a:ext cx="2772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505">
              <p14:nvContentPartPr>
                <p14:cNvPr id="404" name="Entrada de lápiz 403">
                  <a:extLst>
                    <a:ext uri="{FF2B5EF4-FFF2-40B4-BE49-F238E27FC236}">
                      <a16:creationId xmlns:a16="http://schemas.microsoft.com/office/drawing/2014/main" id="{914EA96A-27CC-5394-C90E-A4B857A4FD87}"/>
                    </a:ext>
                  </a:extLst>
                </p14:cNvPr>
                <p14:cNvContentPartPr/>
                <p14:nvPr/>
              </p14:nvContentPartPr>
              <p14:xfrm>
                <a:off x="6237567" y="4660682"/>
                <a:ext cx="20520" cy="3600"/>
              </p14:xfrm>
            </p:contentPart>
          </mc:Choice>
          <mc:Fallback xmlns="">
            <p:pic>
              <p:nvPicPr>
                <p:cNvPr id="404" name="Entrada de lápiz 403">
                  <a:extLst>
                    <a:ext uri="{FF2B5EF4-FFF2-40B4-BE49-F238E27FC236}">
                      <a16:creationId xmlns:a16="http://schemas.microsoft.com/office/drawing/2014/main" id="{914EA96A-27CC-5394-C90E-A4B857A4FD87}"/>
                    </a:ext>
                  </a:extLst>
                </p:cNvPr>
                <p:cNvPicPr/>
                <p:nvPr/>
              </p:nvPicPr>
              <p:blipFill>
                <a:blip r:embed="rId506"/>
                <a:stretch>
                  <a:fillRect/>
                </a:stretch>
              </p:blipFill>
              <p:spPr>
                <a:xfrm>
                  <a:off x="6231447" y="4654562"/>
                  <a:ext cx="3276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507">
              <p14:nvContentPartPr>
                <p14:cNvPr id="405" name="Entrada de lápiz 404">
                  <a:extLst>
                    <a:ext uri="{FF2B5EF4-FFF2-40B4-BE49-F238E27FC236}">
                      <a16:creationId xmlns:a16="http://schemas.microsoft.com/office/drawing/2014/main" id="{E0B09E53-696A-786D-C51D-C38287C8F663}"/>
                    </a:ext>
                  </a:extLst>
                </p14:cNvPr>
                <p14:cNvContentPartPr/>
                <p14:nvPr/>
              </p14:nvContentPartPr>
              <p14:xfrm>
                <a:off x="6228927" y="4661402"/>
                <a:ext cx="40320" cy="66600"/>
              </p14:xfrm>
            </p:contentPart>
          </mc:Choice>
          <mc:Fallback xmlns="">
            <p:pic>
              <p:nvPicPr>
                <p:cNvPr id="405" name="Entrada de lápiz 404">
                  <a:extLst>
                    <a:ext uri="{FF2B5EF4-FFF2-40B4-BE49-F238E27FC236}">
                      <a16:creationId xmlns:a16="http://schemas.microsoft.com/office/drawing/2014/main" id="{E0B09E53-696A-786D-C51D-C38287C8F663}"/>
                    </a:ext>
                  </a:extLst>
                </p:cNvPr>
                <p:cNvPicPr/>
                <p:nvPr/>
              </p:nvPicPr>
              <p:blipFill>
                <a:blip r:embed="rId508"/>
                <a:stretch>
                  <a:fillRect/>
                </a:stretch>
              </p:blipFill>
              <p:spPr>
                <a:xfrm>
                  <a:off x="6222807" y="4655282"/>
                  <a:ext cx="5256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509">
              <p14:nvContentPartPr>
                <p14:cNvPr id="406" name="Entrada de lápiz 405">
                  <a:extLst>
                    <a:ext uri="{FF2B5EF4-FFF2-40B4-BE49-F238E27FC236}">
                      <a16:creationId xmlns:a16="http://schemas.microsoft.com/office/drawing/2014/main" id="{C0B09089-322A-A940-AC89-F353CCE6B299}"/>
                    </a:ext>
                  </a:extLst>
                </p14:cNvPr>
                <p14:cNvContentPartPr/>
                <p14:nvPr/>
              </p14:nvContentPartPr>
              <p14:xfrm>
                <a:off x="6317487" y="4653482"/>
                <a:ext cx="28080" cy="70920"/>
              </p14:xfrm>
            </p:contentPart>
          </mc:Choice>
          <mc:Fallback xmlns="">
            <p:pic>
              <p:nvPicPr>
                <p:cNvPr id="406" name="Entrada de lápiz 405">
                  <a:extLst>
                    <a:ext uri="{FF2B5EF4-FFF2-40B4-BE49-F238E27FC236}">
                      <a16:creationId xmlns:a16="http://schemas.microsoft.com/office/drawing/2014/main" id="{C0B09089-322A-A940-AC89-F353CCE6B299}"/>
                    </a:ext>
                  </a:extLst>
                </p:cNvPr>
                <p:cNvPicPr/>
                <p:nvPr/>
              </p:nvPicPr>
              <p:blipFill>
                <a:blip r:embed="rId510"/>
                <a:stretch>
                  <a:fillRect/>
                </a:stretch>
              </p:blipFill>
              <p:spPr>
                <a:xfrm>
                  <a:off x="6311367" y="4647362"/>
                  <a:ext cx="4032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511">
              <p14:nvContentPartPr>
                <p14:cNvPr id="407" name="Entrada de lápiz 406">
                  <a:extLst>
                    <a:ext uri="{FF2B5EF4-FFF2-40B4-BE49-F238E27FC236}">
                      <a16:creationId xmlns:a16="http://schemas.microsoft.com/office/drawing/2014/main" id="{A001E9A4-CB89-F448-4BF2-8C766878FA8F}"/>
                    </a:ext>
                  </a:extLst>
                </p14:cNvPr>
                <p14:cNvContentPartPr/>
                <p14:nvPr/>
              </p14:nvContentPartPr>
              <p14:xfrm>
                <a:off x="6270327" y="4818362"/>
                <a:ext cx="8280" cy="33480"/>
              </p14:xfrm>
            </p:contentPart>
          </mc:Choice>
          <mc:Fallback xmlns="">
            <p:pic>
              <p:nvPicPr>
                <p:cNvPr id="407" name="Entrada de lápiz 406">
                  <a:extLst>
                    <a:ext uri="{FF2B5EF4-FFF2-40B4-BE49-F238E27FC236}">
                      <a16:creationId xmlns:a16="http://schemas.microsoft.com/office/drawing/2014/main" id="{A001E9A4-CB89-F448-4BF2-8C766878FA8F}"/>
                    </a:ext>
                  </a:extLst>
                </p:cNvPr>
                <p:cNvPicPr/>
                <p:nvPr/>
              </p:nvPicPr>
              <p:blipFill>
                <a:blip r:embed="rId512"/>
                <a:stretch>
                  <a:fillRect/>
                </a:stretch>
              </p:blipFill>
              <p:spPr>
                <a:xfrm>
                  <a:off x="6264207" y="4812242"/>
                  <a:ext cx="2052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513">
              <p14:nvContentPartPr>
                <p14:cNvPr id="409" name="Entrada de lápiz 408">
                  <a:extLst>
                    <a:ext uri="{FF2B5EF4-FFF2-40B4-BE49-F238E27FC236}">
                      <a16:creationId xmlns:a16="http://schemas.microsoft.com/office/drawing/2014/main" id="{BA8788BB-42C8-D315-1C9A-3BDAED5764C8}"/>
                    </a:ext>
                  </a:extLst>
                </p14:cNvPr>
                <p14:cNvContentPartPr/>
                <p14:nvPr/>
              </p14:nvContentPartPr>
              <p14:xfrm>
                <a:off x="6058647" y="5063162"/>
                <a:ext cx="106560" cy="110520"/>
              </p14:xfrm>
            </p:contentPart>
          </mc:Choice>
          <mc:Fallback xmlns="">
            <p:pic>
              <p:nvPicPr>
                <p:cNvPr id="409" name="Entrada de lápiz 408">
                  <a:extLst>
                    <a:ext uri="{FF2B5EF4-FFF2-40B4-BE49-F238E27FC236}">
                      <a16:creationId xmlns:a16="http://schemas.microsoft.com/office/drawing/2014/main" id="{BA8788BB-42C8-D315-1C9A-3BDAED5764C8}"/>
                    </a:ext>
                  </a:extLst>
                </p:cNvPr>
                <p:cNvPicPr/>
                <p:nvPr/>
              </p:nvPicPr>
              <p:blipFill>
                <a:blip r:embed="rId514"/>
                <a:stretch>
                  <a:fillRect/>
                </a:stretch>
              </p:blipFill>
              <p:spPr>
                <a:xfrm>
                  <a:off x="6052527" y="5057042"/>
                  <a:ext cx="11880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515">
              <p14:nvContentPartPr>
                <p14:cNvPr id="410" name="Entrada de lápiz 409">
                  <a:extLst>
                    <a:ext uri="{FF2B5EF4-FFF2-40B4-BE49-F238E27FC236}">
                      <a16:creationId xmlns:a16="http://schemas.microsoft.com/office/drawing/2014/main" id="{F694227D-681C-B0F5-743A-45082CB12A41}"/>
                    </a:ext>
                  </a:extLst>
                </p14:cNvPr>
                <p14:cNvContentPartPr/>
                <p14:nvPr/>
              </p14:nvContentPartPr>
              <p14:xfrm>
                <a:off x="6120927" y="5081522"/>
                <a:ext cx="50400" cy="81000"/>
              </p14:xfrm>
            </p:contentPart>
          </mc:Choice>
          <mc:Fallback xmlns="">
            <p:pic>
              <p:nvPicPr>
                <p:cNvPr id="410" name="Entrada de lápiz 409">
                  <a:extLst>
                    <a:ext uri="{FF2B5EF4-FFF2-40B4-BE49-F238E27FC236}">
                      <a16:creationId xmlns:a16="http://schemas.microsoft.com/office/drawing/2014/main" id="{F694227D-681C-B0F5-743A-45082CB12A41}"/>
                    </a:ext>
                  </a:extLst>
                </p:cNvPr>
                <p:cNvPicPr/>
                <p:nvPr/>
              </p:nvPicPr>
              <p:blipFill>
                <a:blip r:embed="rId516"/>
                <a:stretch>
                  <a:fillRect/>
                </a:stretch>
              </p:blipFill>
              <p:spPr>
                <a:xfrm>
                  <a:off x="6114807" y="5075402"/>
                  <a:ext cx="6264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517">
              <p14:nvContentPartPr>
                <p14:cNvPr id="411" name="Entrada de lápiz 410">
                  <a:extLst>
                    <a:ext uri="{FF2B5EF4-FFF2-40B4-BE49-F238E27FC236}">
                      <a16:creationId xmlns:a16="http://schemas.microsoft.com/office/drawing/2014/main" id="{D42C4450-F82B-A7AB-37DF-1EF620DD6F64}"/>
                    </a:ext>
                  </a:extLst>
                </p14:cNvPr>
                <p14:cNvContentPartPr/>
                <p14:nvPr/>
              </p14:nvContentPartPr>
              <p14:xfrm>
                <a:off x="6105087" y="5051282"/>
                <a:ext cx="124920" cy="108720"/>
              </p14:xfrm>
            </p:contentPart>
          </mc:Choice>
          <mc:Fallback xmlns="">
            <p:pic>
              <p:nvPicPr>
                <p:cNvPr id="411" name="Entrada de lápiz 410">
                  <a:extLst>
                    <a:ext uri="{FF2B5EF4-FFF2-40B4-BE49-F238E27FC236}">
                      <a16:creationId xmlns:a16="http://schemas.microsoft.com/office/drawing/2014/main" id="{D42C4450-F82B-A7AB-37DF-1EF620DD6F64}"/>
                    </a:ext>
                  </a:extLst>
                </p:cNvPr>
                <p:cNvPicPr/>
                <p:nvPr/>
              </p:nvPicPr>
              <p:blipFill>
                <a:blip r:embed="rId518"/>
                <a:stretch>
                  <a:fillRect/>
                </a:stretch>
              </p:blipFill>
              <p:spPr>
                <a:xfrm>
                  <a:off x="6098967" y="5045162"/>
                  <a:ext cx="13716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519">
              <p14:nvContentPartPr>
                <p14:cNvPr id="412" name="Entrada de lápiz 411">
                  <a:extLst>
                    <a:ext uri="{FF2B5EF4-FFF2-40B4-BE49-F238E27FC236}">
                      <a16:creationId xmlns:a16="http://schemas.microsoft.com/office/drawing/2014/main" id="{A812C2D8-7169-4C4E-8E77-E9494F8D4236}"/>
                    </a:ext>
                  </a:extLst>
                </p14:cNvPr>
                <p14:cNvContentPartPr/>
                <p14:nvPr/>
              </p14:nvContentPartPr>
              <p14:xfrm>
                <a:off x="6281487" y="4986122"/>
                <a:ext cx="35280" cy="5040"/>
              </p14:xfrm>
            </p:contentPart>
          </mc:Choice>
          <mc:Fallback xmlns="">
            <p:pic>
              <p:nvPicPr>
                <p:cNvPr id="412" name="Entrada de lápiz 411">
                  <a:extLst>
                    <a:ext uri="{FF2B5EF4-FFF2-40B4-BE49-F238E27FC236}">
                      <a16:creationId xmlns:a16="http://schemas.microsoft.com/office/drawing/2014/main" id="{A812C2D8-7169-4C4E-8E77-E9494F8D4236}"/>
                    </a:ext>
                  </a:extLst>
                </p:cNvPr>
                <p:cNvPicPr/>
                <p:nvPr/>
              </p:nvPicPr>
              <p:blipFill>
                <a:blip r:embed="rId520"/>
                <a:stretch>
                  <a:fillRect/>
                </a:stretch>
              </p:blipFill>
              <p:spPr>
                <a:xfrm>
                  <a:off x="6275367" y="4980002"/>
                  <a:ext cx="47520" cy="17280"/>
                </a:xfrm>
                <a:prstGeom prst="rect">
                  <a:avLst/>
                </a:prstGeom>
              </p:spPr>
            </p:pic>
          </mc:Fallback>
        </mc:AlternateContent>
        <mc:AlternateContent xmlns:mc="http://schemas.openxmlformats.org/markup-compatibility/2006" xmlns:p14="http://schemas.microsoft.com/office/powerpoint/2010/main">
          <mc:Choice Requires="p14">
            <p:contentPart p14:bwMode="auto" r:id="rId521">
              <p14:nvContentPartPr>
                <p14:cNvPr id="413" name="Entrada de lápiz 412">
                  <a:extLst>
                    <a:ext uri="{FF2B5EF4-FFF2-40B4-BE49-F238E27FC236}">
                      <a16:creationId xmlns:a16="http://schemas.microsoft.com/office/drawing/2014/main" id="{AD2B645A-5B91-23E2-A258-4E04448EFB0B}"/>
                    </a:ext>
                  </a:extLst>
                </p14:cNvPr>
                <p14:cNvContentPartPr/>
                <p14:nvPr/>
              </p14:nvContentPartPr>
              <p14:xfrm>
                <a:off x="6280407" y="4994042"/>
                <a:ext cx="37800" cy="54720"/>
              </p14:xfrm>
            </p:contentPart>
          </mc:Choice>
          <mc:Fallback xmlns="">
            <p:pic>
              <p:nvPicPr>
                <p:cNvPr id="413" name="Entrada de lápiz 412">
                  <a:extLst>
                    <a:ext uri="{FF2B5EF4-FFF2-40B4-BE49-F238E27FC236}">
                      <a16:creationId xmlns:a16="http://schemas.microsoft.com/office/drawing/2014/main" id="{AD2B645A-5B91-23E2-A258-4E04448EFB0B}"/>
                    </a:ext>
                  </a:extLst>
                </p:cNvPr>
                <p:cNvPicPr/>
                <p:nvPr/>
              </p:nvPicPr>
              <p:blipFill>
                <a:blip r:embed="rId522"/>
                <a:stretch>
                  <a:fillRect/>
                </a:stretch>
              </p:blipFill>
              <p:spPr>
                <a:xfrm>
                  <a:off x="6274287" y="4987922"/>
                  <a:ext cx="5004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523">
              <p14:nvContentPartPr>
                <p14:cNvPr id="414" name="Entrada de lápiz 413">
                  <a:extLst>
                    <a:ext uri="{FF2B5EF4-FFF2-40B4-BE49-F238E27FC236}">
                      <a16:creationId xmlns:a16="http://schemas.microsoft.com/office/drawing/2014/main" id="{9889197B-6E87-CF44-5FC6-7F7EEC3D8C8A}"/>
                    </a:ext>
                  </a:extLst>
                </p14:cNvPr>
                <p14:cNvContentPartPr/>
                <p14:nvPr/>
              </p14:nvContentPartPr>
              <p14:xfrm>
                <a:off x="6354207" y="4991162"/>
                <a:ext cx="10440" cy="28440"/>
              </p14:xfrm>
            </p:contentPart>
          </mc:Choice>
          <mc:Fallback xmlns="">
            <p:pic>
              <p:nvPicPr>
                <p:cNvPr id="414" name="Entrada de lápiz 413">
                  <a:extLst>
                    <a:ext uri="{FF2B5EF4-FFF2-40B4-BE49-F238E27FC236}">
                      <a16:creationId xmlns:a16="http://schemas.microsoft.com/office/drawing/2014/main" id="{9889197B-6E87-CF44-5FC6-7F7EEC3D8C8A}"/>
                    </a:ext>
                  </a:extLst>
                </p:cNvPr>
                <p:cNvPicPr/>
                <p:nvPr/>
              </p:nvPicPr>
              <p:blipFill>
                <a:blip r:embed="rId524"/>
                <a:stretch>
                  <a:fillRect/>
                </a:stretch>
              </p:blipFill>
              <p:spPr>
                <a:xfrm>
                  <a:off x="6348087" y="4985042"/>
                  <a:ext cx="2268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525">
              <p14:nvContentPartPr>
                <p14:cNvPr id="415" name="Entrada de lápiz 414">
                  <a:extLst>
                    <a:ext uri="{FF2B5EF4-FFF2-40B4-BE49-F238E27FC236}">
                      <a16:creationId xmlns:a16="http://schemas.microsoft.com/office/drawing/2014/main" id="{D852D29D-3EE2-C7FC-BD66-04477DD5C6B3}"/>
                    </a:ext>
                  </a:extLst>
                </p14:cNvPr>
                <p14:cNvContentPartPr/>
                <p14:nvPr/>
              </p14:nvContentPartPr>
              <p14:xfrm>
                <a:off x="6379767" y="4963082"/>
                <a:ext cx="30960" cy="62280"/>
              </p14:xfrm>
            </p:contentPart>
          </mc:Choice>
          <mc:Fallback xmlns="">
            <p:pic>
              <p:nvPicPr>
                <p:cNvPr id="415" name="Entrada de lápiz 414">
                  <a:extLst>
                    <a:ext uri="{FF2B5EF4-FFF2-40B4-BE49-F238E27FC236}">
                      <a16:creationId xmlns:a16="http://schemas.microsoft.com/office/drawing/2014/main" id="{D852D29D-3EE2-C7FC-BD66-04477DD5C6B3}"/>
                    </a:ext>
                  </a:extLst>
                </p:cNvPr>
                <p:cNvPicPr/>
                <p:nvPr/>
              </p:nvPicPr>
              <p:blipFill>
                <a:blip r:embed="rId526"/>
                <a:stretch>
                  <a:fillRect/>
                </a:stretch>
              </p:blipFill>
              <p:spPr>
                <a:xfrm>
                  <a:off x="6373647" y="4956962"/>
                  <a:ext cx="4320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527">
              <p14:nvContentPartPr>
                <p14:cNvPr id="416" name="Entrada de lápiz 415">
                  <a:extLst>
                    <a:ext uri="{FF2B5EF4-FFF2-40B4-BE49-F238E27FC236}">
                      <a16:creationId xmlns:a16="http://schemas.microsoft.com/office/drawing/2014/main" id="{8C924491-96A1-207E-1EE2-FABB7F5FA80F}"/>
                    </a:ext>
                  </a:extLst>
                </p14:cNvPr>
                <p14:cNvContentPartPr/>
                <p14:nvPr/>
              </p14:nvContentPartPr>
              <p14:xfrm>
                <a:off x="6286527" y="5127962"/>
                <a:ext cx="30240" cy="47160"/>
              </p14:xfrm>
            </p:contentPart>
          </mc:Choice>
          <mc:Fallback xmlns="">
            <p:pic>
              <p:nvPicPr>
                <p:cNvPr id="416" name="Entrada de lápiz 415">
                  <a:extLst>
                    <a:ext uri="{FF2B5EF4-FFF2-40B4-BE49-F238E27FC236}">
                      <a16:creationId xmlns:a16="http://schemas.microsoft.com/office/drawing/2014/main" id="{8C924491-96A1-207E-1EE2-FABB7F5FA80F}"/>
                    </a:ext>
                  </a:extLst>
                </p:cNvPr>
                <p:cNvPicPr/>
                <p:nvPr/>
              </p:nvPicPr>
              <p:blipFill>
                <a:blip r:embed="rId528"/>
                <a:stretch>
                  <a:fillRect/>
                </a:stretch>
              </p:blipFill>
              <p:spPr>
                <a:xfrm>
                  <a:off x="6280407" y="5121842"/>
                  <a:ext cx="4248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529">
              <p14:nvContentPartPr>
                <p14:cNvPr id="418" name="Entrada de lápiz 417">
                  <a:extLst>
                    <a:ext uri="{FF2B5EF4-FFF2-40B4-BE49-F238E27FC236}">
                      <a16:creationId xmlns:a16="http://schemas.microsoft.com/office/drawing/2014/main" id="{07CFA809-4FD5-2463-8AE4-8C5710F6F568}"/>
                    </a:ext>
                  </a:extLst>
                </p14:cNvPr>
                <p14:cNvContentPartPr/>
                <p14:nvPr/>
              </p14:nvContentPartPr>
              <p14:xfrm>
                <a:off x="6071247" y="5403362"/>
                <a:ext cx="92160" cy="100800"/>
              </p14:xfrm>
            </p:contentPart>
          </mc:Choice>
          <mc:Fallback xmlns="">
            <p:pic>
              <p:nvPicPr>
                <p:cNvPr id="418" name="Entrada de lápiz 417">
                  <a:extLst>
                    <a:ext uri="{FF2B5EF4-FFF2-40B4-BE49-F238E27FC236}">
                      <a16:creationId xmlns:a16="http://schemas.microsoft.com/office/drawing/2014/main" id="{07CFA809-4FD5-2463-8AE4-8C5710F6F568}"/>
                    </a:ext>
                  </a:extLst>
                </p:cNvPr>
                <p:cNvPicPr/>
                <p:nvPr/>
              </p:nvPicPr>
              <p:blipFill>
                <a:blip r:embed="rId530"/>
                <a:stretch>
                  <a:fillRect/>
                </a:stretch>
              </p:blipFill>
              <p:spPr>
                <a:xfrm>
                  <a:off x="6065127" y="5397242"/>
                  <a:ext cx="10440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531">
              <p14:nvContentPartPr>
                <p14:cNvPr id="419" name="Entrada de lápiz 418">
                  <a:extLst>
                    <a:ext uri="{FF2B5EF4-FFF2-40B4-BE49-F238E27FC236}">
                      <a16:creationId xmlns:a16="http://schemas.microsoft.com/office/drawing/2014/main" id="{FEAD1DBA-E30B-FC44-2695-AE58DD1CE0ED}"/>
                    </a:ext>
                  </a:extLst>
                </p14:cNvPr>
                <p14:cNvContentPartPr/>
                <p14:nvPr/>
              </p14:nvContentPartPr>
              <p14:xfrm>
                <a:off x="6124887" y="5382122"/>
                <a:ext cx="87480" cy="103680"/>
              </p14:xfrm>
            </p:contentPart>
          </mc:Choice>
          <mc:Fallback xmlns="">
            <p:pic>
              <p:nvPicPr>
                <p:cNvPr id="419" name="Entrada de lápiz 418">
                  <a:extLst>
                    <a:ext uri="{FF2B5EF4-FFF2-40B4-BE49-F238E27FC236}">
                      <a16:creationId xmlns:a16="http://schemas.microsoft.com/office/drawing/2014/main" id="{FEAD1DBA-E30B-FC44-2695-AE58DD1CE0ED}"/>
                    </a:ext>
                  </a:extLst>
                </p:cNvPr>
                <p:cNvPicPr/>
                <p:nvPr/>
              </p:nvPicPr>
              <p:blipFill>
                <a:blip r:embed="rId532"/>
                <a:stretch>
                  <a:fillRect/>
                </a:stretch>
              </p:blipFill>
              <p:spPr>
                <a:xfrm>
                  <a:off x="6118767" y="5376002"/>
                  <a:ext cx="9972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533">
              <p14:nvContentPartPr>
                <p14:cNvPr id="420" name="Entrada de lápiz 419">
                  <a:extLst>
                    <a:ext uri="{FF2B5EF4-FFF2-40B4-BE49-F238E27FC236}">
                      <a16:creationId xmlns:a16="http://schemas.microsoft.com/office/drawing/2014/main" id="{09B3C0EA-9011-A922-6526-724FC9D167E6}"/>
                    </a:ext>
                  </a:extLst>
                </p14:cNvPr>
                <p14:cNvContentPartPr/>
                <p14:nvPr/>
              </p14:nvContentPartPr>
              <p14:xfrm>
                <a:off x="6258087" y="5318762"/>
                <a:ext cx="33480" cy="7560"/>
              </p14:xfrm>
            </p:contentPart>
          </mc:Choice>
          <mc:Fallback xmlns="">
            <p:pic>
              <p:nvPicPr>
                <p:cNvPr id="420" name="Entrada de lápiz 419">
                  <a:extLst>
                    <a:ext uri="{FF2B5EF4-FFF2-40B4-BE49-F238E27FC236}">
                      <a16:creationId xmlns:a16="http://schemas.microsoft.com/office/drawing/2014/main" id="{09B3C0EA-9011-A922-6526-724FC9D167E6}"/>
                    </a:ext>
                  </a:extLst>
                </p:cNvPr>
                <p:cNvPicPr/>
                <p:nvPr/>
              </p:nvPicPr>
              <p:blipFill>
                <a:blip r:embed="rId534"/>
                <a:stretch>
                  <a:fillRect/>
                </a:stretch>
              </p:blipFill>
              <p:spPr>
                <a:xfrm>
                  <a:off x="6251967" y="5312642"/>
                  <a:ext cx="4572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535">
              <p14:nvContentPartPr>
                <p14:cNvPr id="421" name="Entrada de lápiz 420">
                  <a:extLst>
                    <a:ext uri="{FF2B5EF4-FFF2-40B4-BE49-F238E27FC236}">
                      <a16:creationId xmlns:a16="http://schemas.microsoft.com/office/drawing/2014/main" id="{A9D9EC28-F833-4F0E-65AB-FAFA2C915E43}"/>
                    </a:ext>
                  </a:extLst>
                </p14:cNvPr>
                <p14:cNvContentPartPr/>
                <p14:nvPr/>
              </p14:nvContentPartPr>
              <p14:xfrm>
                <a:off x="6254127" y="5329922"/>
                <a:ext cx="40320" cy="50400"/>
              </p14:xfrm>
            </p:contentPart>
          </mc:Choice>
          <mc:Fallback xmlns="">
            <p:pic>
              <p:nvPicPr>
                <p:cNvPr id="421" name="Entrada de lápiz 420">
                  <a:extLst>
                    <a:ext uri="{FF2B5EF4-FFF2-40B4-BE49-F238E27FC236}">
                      <a16:creationId xmlns:a16="http://schemas.microsoft.com/office/drawing/2014/main" id="{A9D9EC28-F833-4F0E-65AB-FAFA2C915E43}"/>
                    </a:ext>
                  </a:extLst>
                </p:cNvPr>
                <p:cNvPicPr/>
                <p:nvPr/>
              </p:nvPicPr>
              <p:blipFill>
                <a:blip r:embed="rId536"/>
                <a:stretch>
                  <a:fillRect/>
                </a:stretch>
              </p:blipFill>
              <p:spPr>
                <a:xfrm>
                  <a:off x="6248007" y="5323802"/>
                  <a:ext cx="5256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537">
              <p14:nvContentPartPr>
                <p14:cNvPr id="422" name="Entrada de lápiz 421">
                  <a:extLst>
                    <a:ext uri="{FF2B5EF4-FFF2-40B4-BE49-F238E27FC236}">
                      <a16:creationId xmlns:a16="http://schemas.microsoft.com/office/drawing/2014/main" id="{3C0B3123-0D22-FAA2-8299-4351E24F22CA}"/>
                    </a:ext>
                  </a:extLst>
                </p14:cNvPr>
                <p14:cNvContentPartPr/>
                <p14:nvPr/>
              </p14:nvContentPartPr>
              <p14:xfrm>
                <a:off x="6319647" y="5318402"/>
                <a:ext cx="13320" cy="44280"/>
              </p14:xfrm>
            </p:contentPart>
          </mc:Choice>
          <mc:Fallback xmlns="">
            <p:pic>
              <p:nvPicPr>
                <p:cNvPr id="422" name="Entrada de lápiz 421">
                  <a:extLst>
                    <a:ext uri="{FF2B5EF4-FFF2-40B4-BE49-F238E27FC236}">
                      <a16:creationId xmlns:a16="http://schemas.microsoft.com/office/drawing/2014/main" id="{3C0B3123-0D22-FAA2-8299-4351E24F22CA}"/>
                    </a:ext>
                  </a:extLst>
                </p:cNvPr>
                <p:cNvPicPr/>
                <p:nvPr/>
              </p:nvPicPr>
              <p:blipFill>
                <a:blip r:embed="rId538"/>
                <a:stretch>
                  <a:fillRect/>
                </a:stretch>
              </p:blipFill>
              <p:spPr>
                <a:xfrm>
                  <a:off x="6313527" y="5312282"/>
                  <a:ext cx="2556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539">
              <p14:nvContentPartPr>
                <p14:cNvPr id="423" name="Entrada de lápiz 422">
                  <a:extLst>
                    <a:ext uri="{FF2B5EF4-FFF2-40B4-BE49-F238E27FC236}">
                      <a16:creationId xmlns:a16="http://schemas.microsoft.com/office/drawing/2014/main" id="{60183F2D-0D0C-67E1-63BD-39DF76660391}"/>
                    </a:ext>
                  </a:extLst>
                </p14:cNvPr>
                <p14:cNvContentPartPr/>
                <p14:nvPr/>
              </p14:nvContentPartPr>
              <p14:xfrm>
                <a:off x="6353847" y="5301842"/>
                <a:ext cx="38160" cy="74520"/>
              </p14:xfrm>
            </p:contentPart>
          </mc:Choice>
          <mc:Fallback xmlns="">
            <p:pic>
              <p:nvPicPr>
                <p:cNvPr id="423" name="Entrada de lápiz 422">
                  <a:extLst>
                    <a:ext uri="{FF2B5EF4-FFF2-40B4-BE49-F238E27FC236}">
                      <a16:creationId xmlns:a16="http://schemas.microsoft.com/office/drawing/2014/main" id="{60183F2D-0D0C-67E1-63BD-39DF76660391}"/>
                    </a:ext>
                  </a:extLst>
                </p:cNvPr>
                <p:cNvPicPr/>
                <p:nvPr/>
              </p:nvPicPr>
              <p:blipFill>
                <a:blip r:embed="rId540"/>
                <a:stretch>
                  <a:fillRect/>
                </a:stretch>
              </p:blipFill>
              <p:spPr>
                <a:xfrm>
                  <a:off x="6347727" y="5295722"/>
                  <a:ext cx="5040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541">
              <p14:nvContentPartPr>
                <p14:cNvPr id="424" name="Entrada de lápiz 423">
                  <a:extLst>
                    <a:ext uri="{FF2B5EF4-FFF2-40B4-BE49-F238E27FC236}">
                      <a16:creationId xmlns:a16="http://schemas.microsoft.com/office/drawing/2014/main" id="{E1CA8356-0497-A8D4-A547-9C82A8D713CD}"/>
                    </a:ext>
                  </a:extLst>
                </p14:cNvPr>
                <p14:cNvContentPartPr/>
                <p14:nvPr/>
              </p14:nvContentPartPr>
              <p14:xfrm>
                <a:off x="6278607" y="5457002"/>
                <a:ext cx="39960" cy="63000"/>
              </p14:xfrm>
            </p:contentPart>
          </mc:Choice>
          <mc:Fallback xmlns="">
            <p:pic>
              <p:nvPicPr>
                <p:cNvPr id="424" name="Entrada de lápiz 423">
                  <a:extLst>
                    <a:ext uri="{FF2B5EF4-FFF2-40B4-BE49-F238E27FC236}">
                      <a16:creationId xmlns:a16="http://schemas.microsoft.com/office/drawing/2014/main" id="{E1CA8356-0497-A8D4-A547-9C82A8D713CD}"/>
                    </a:ext>
                  </a:extLst>
                </p:cNvPr>
                <p:cNvPicPr/>
                <p:nvPr/>
              </p:nvPicPr>
              <p:blipFill>
                <a:blip r:embed="rId542"/>
                <a:stretch>
                  <a:fillRect/>
                </a:stretch>
              </p:blipFill>
              <p:spPr>
                <a:xfrm>
                  <a:off x="6272487" y="5450882"/>
                  <a:ext cx="5220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543">
              <p14:nvContentPartPr>
                <p14:cNvPr id="426" name="Entrada de lápiz 425">
                  <a:extLst>
                    <a:ext uri="{FF2B5EF4-FFF2-40B4-BE49-F238E27FC236}">
                      <a16:creationId xmlns:a16="http://schemas.microsoft.com/office/drawing/2014/main" id="{C13465A1-2144-68F0-B8C3-2C150770103F}"/>
                    </a:ext>
                  </a:extLst>
                </p14:cNvPr>
                <p14:cNvContentPartPr/>
                <p14:nvPr/>
              </p14:nvContentPartPr>
              <p14:xfrm>
                <a:off x="6070887" y="5781362"/>
                <a:ext cx="111240" cy="84960"/>
              </p14:xfrm>
            </p:contentPart>
          </mc:Choice>
          <mc:Fallback xmlns="">
            <p:pic>
              <p:nvPicPr>
                <p:cNvPr id="426" name="Entrada de lápiz 425">
                  <a:extLst>
                    <a:ext uri="{FF2B5EF4-FFF2-40B4-BE49-F238E27FC236}">
                      <a16:creationId xmlns:a16="http://schemas.microsoft.com/office/drawing/2014/main" id="{C13465A1-2144-68F0-B8C3-2C150770103F}"/>
                    </a:ext>
                  </a:extLst>
                </p:cNvPr>
                <p:cNvPicPr/>
                <p:nvPr/>
              </p:nvPicPr>
              <p:blipFill>
                <a:blip r:embed="rId544"/>
                <a:stretch>
                  <a:fillRect/>
                </a:stretch>
              </p:blipFill>
              <p:spPr>
                <a:xfrm>
                  <a:off x="6064767" y="5775242"/>
                  <a:ext cx="12348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545">
              <p14:nvContentPartPr>
                <p14:cNvPr id="427" name="Entrada de lápiz 426">
                  <a:extLst>
                    <a:ext uri="{FF2B5EF4-FFF2-40B4-BE49-F238E27FC236}">
                      <a16:creationId xmlns:a16="http://schemas.microsoft.com/office/drawing/2014/main" id="{5E8406ED-F91C-AAC7-09B1-200D990B2477}"/>
                    </a:ext>
                  </a:extLst>
                </p14:cNvPr>
                <p14:cNvContentPartPr/>
                <p14:nvPr/>
              </p14:nvContentPartPr>
              <p14:xfrm>
                <a:off x="6131727" y="5759762"/>
                <a:ext cx="97200" cy="97920"/>
              </p14:xfrm>
            </p:contentPart>
          </mc:Choice>
          <mc:Fallback xmlns="">
            <p:pic>
              <p:nvPicPr>
                <p:cNvPr id="427" name="Entrada de lápiz 426">
                  <a:extLst>
                    <a:ext uri="{FF2B5EF4-FFF2-40B4-BE49-F238E27FC236}">
                      <a16:creationId xmlns:a16="http://schemas.microsoft.com/office/drawing/2014/main" id="{5E8406ED-F91C-AAC7-09B1-200D990B2477}"/>
                    </a:ext>
                  </a:extLst>
                </p:cNvPr>
                <p:cNvPicPr/>
                <p:nvPr/>
              </p:nvPicPr>
              <p:blipFill>
                <a:blip r:embed="rId546"/>
                <a:stretch>
                  <a:fillRect/>
                </a:stretch>
              </p:blipFill>
              <p:spPr>
                <a:xfrm>
                  <a:off x="6125607" y="5753642"/>
                  <a:ext cx="10944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547">
              <p14:nvContentPartPr>
                <p14:cNvPr id="428" name="Entrada de lápiz 427">
                  <a:extLst>
                    <a:ext uri="{FF2B5EF4-FFF2-40B4-BE49-F238E27FC236}">
                      <a16:creationId xmlns:a16="http://schemas.microsoft.com/office/drawing/2014/main" id="{CDDFD72B-4890-CA8D-92BF-5253A705CF5A}"/>
                    </a:ext>
                  </a:extLst>
                </p14:cNvPr>
                <p14:cNvContentPartPr/>
                <p14:nvPr/>
              </p14:nvContentPartPr>
              <p14:xfrm>
                <a:off x="6282207" y="5691362"/>
                <a:ext cx="36360" cy="6120"/>
              </p14:xfrm>
            </p:contentPart>
          </mc:Choice>
          <mc:Fallback xmlns="">
            <p:pic>
              <p:nvPicPr>
                <p:cNvPr id="428" name="Entrada de lápiz 427">
                  <a:extLst>
                    <a:ext uri="{FF2B5EF4-FFF2-40B4-BE49-F238E27FC236}">
                      <a16:creationId xmlns:a16="http://schemas.microsoft.com/office/drawing/2014/main" id="{CDDFD72B-4890-CA8D-92BF-5253A705CF5A}"/>
                    </a:ext>
                  </a:extLst>
                </p:cNvPr>
                <p:cNvPicPr/>
                <p:nvPr/>
              </p:nvPicPr>
              <p:blipFill>
                <a:blip r:embed="rId548"/>
                <a:stretch>
                  <a:fillRect/>
                </a:stretch>
              </p:blipFill>
              <p:spPr>
                <a:xfrm>
                  <a:off x="6276087" y="5685242"/>
                  <a:ext cx="4860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549">
              <p14:nvContentPartPr>
                <p14:cNvPr id="429" name="Entrada de lápiz 428">
                  <a:extLst>
                    <a:ext uri="{FF2B5EF4-FFF2-40B4-BE49-F238E27FC236}">
                      <a16:creationId xmlns:a16="http://schemas.microsoft.com/office/drawing/2014/main" id="{39F463E8-07D3-2210-843C-CA318F727168}"/>
                    </a:ext>
                  </a:extLst>
                </p14:cNvPr>
                <p14:cNvContentPartPr/>
                <p14:nvPr/>
              </p14:nvContentPartPr>
              <p14:xfrm>
                <a:off x="6284367" y="5691362"/>
                <a:ext cx="40320" cy="59040"/>
              </p14:xfrm>
            </p:contentPart>
          </mc:Choice>
          <mc:Fallback xmlns="">
            <p:pic>
              <p:nvPicPr>
                <p:cNvPr id="429" name="Entrada de lápiz 428">
                  <a:extLst>
                    <a:ext uri="{FF2B5EF4-FFF2-40B4-BE49-F238E27FC236}">
                      <a16:creationId xmlns:a16="http://schemas.microsoft.com/office/drawing/2014/main" id="{39F463E8-07D3-2210-843C-CA318F727168}"/>
                    </a:ext>
                  </a:extLst>
                </p:cNvPr>
                <p:cNvPicPr/>
                <p:nvPr/>
              </p:nvPicPr>
              <p:blipFill>
                <a:blip r:embed="rId550"/>
                <a:stretch>
                  <a:fillRect/>
                </a:stretch>
              </p:blipFill>
              <p:spPr>
                <a:xfrm>
                  <a:off x="6278247" y="5685242"/>
                  <a:ext cx="5256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551">
              <p14:nvContentPartPr>
                <p14:cNvPr id="430" name="Entrada de lápiz 429">
                  <a:extLst>
                    <a:ext uri="{FF2B5EF4-FFF2-40B4-BE49-F238E27FC236}">
                      <a16:creationId xmlns:a16="http://schemas.microsoft.com/office/drawing/2014/main" id="{E2010B12-CFCF-78C3-DE82-89D5A1D2A752}"/>
                    </a:ext>
                  </a:extLst>
                </p14:cNvPr>
                <p14:cNvContentPartPr/>
                <p14:nvPr/>
              </p14:nvContentPartPr>
              <p14:xfrm>
                <a:off x="6344847" y="5693882"/>
                <a:ext cx="7920" cy="43560"/>
              </p14:xfrm>
            </p:contentPart>
          </mc:Choice>
          <mc:Fallback xmlns="">
            <p:pic>
              <p:nvPicPr>
                <p:cNvPr id="430" name="Entrada de lápiz 429">
                  <a:extLst>
                    <a:ext uri="{FF2B5EF4-FFF2-40B4-BE49-F238E27FC236}">
                      <a16:creationId xmlns:a16="http://schemas.microsoft.com/office/drawing/2014/main" id="{E2010B12-CFCF-78C3-DE82-89D5A1D2A752}"/>
                    </a:ext>
                  </a:extLst>
                </p:cNvPr>
                <p:cNvPicPr/>
                <p:nvPr/>
              </p:nvPicPr>
              <p:blipFill>
                <a:blip r:embed="rId552"/>
                <a:stretch>
                  <a:fillRect/>
                </a:stretch>
              </p:blipFill>
              <p:spPr>
                <a:xfrm>
                  <a:off x="6338727" y="5687762"/>
                  <a:ext cx="2016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553">
              <p14:nvContentPartPr>
                <p14:cNvPr id="431" name="Entrada de lápiz 430">
                  <a:extLst>
                    <a:ext uri="{FF2B5EF4-FFF2-40B4-BE49-F238E27FC236}">
                      <a16:creationId xmlns:a16="http://schemas.microsoft.com/office/drawing/2014/main" id="{3724ED00-D67A-1D7D-5BDE-4683E7F02526}"/>
                    </a:ext>
                  </a:extLst>
                </p14:cNvPr>
                <p14:cNvContentPartPr/>
                <p14:nvPr/>
              </p14:nvContentPartPr>
              <p14:xfrm>
                <a:off x="6375087" y="5677322"/>
                <a:ext cx="33120" cy="70560"/>
              </p14:xfrm>
            </p:contentPart>
          </mc:Choice>
          <mc:Fallback xmlns="">
            <p:pic>
              <p:nvPicPr>
                <p:cNvPr id="431" name="Entrada de lápiz 430">
                  <a:extLst>
                    <a:ext uri="{FF2B5EF4-FFF2-40B4-BE49-F238E27FC236}">
                      <a16:creationId xmlns:a16="http://schemas.microsoft.com/office/drawing/2014/main" id="{3724ED00-D67A-1D7D-5BDE-4683E7F02526}"/>
                    </a:ext>
                  </a:extLst>
                </p:cNvPr>
                <p:cNvPicPr/>
                <p:nvPr/>
              </p:nvPicPr>
              <p:blipFill>
                <a:blip r:embed="rId554"/>
                <a:stretch>
                  <a:fillRect/>
                </a:stretch>
              </p:blipFill>
              <p:spPr>
                <a:xfrm>
                  <a:off x="6368967" y="5671202"/>
                  <a:ext cx="4536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555">
              <p14:nvContentPartPr>
                <p14:cNvPr id="433" name="Entrada de lápiz 432">
                  <a:extLst>
                    <a:ext uri="{FF2B5EF4-FFF2-40B4-BE49-F238E27FC236}">
                      <a16:creationId xmlns:a16="http://schemas.microsoft.com/office/drawing/2014/main" id="{93FB43F9-572D-F6CA-14FA-0D97497E86FA}"/>
                    </a:ext>
                  </a:extLst>
                </p14:cNvPr>
                <p14:cNvContentPartPr/>
                <p14:nvPr/>
              </p14:nvContentPartPr>
              <p14:xfrm>
                <a:off x="6294087" y="5849042"/>
                <a:ext cx="36000" cy="27000"/>
              </p14:xfrm>
            </p:contentPart>
          </mc:Choice>
          <mc:Fallback xmlns="">
            <p:pic>
              <p:nvPicPr>
                <p:cNvPr id="433" name="Entrada de lápiz 432">
                  <a:extLst>
                    <a:ext uri="{FF2B5EF4-FFF2-40B4-BE49-F238E27FC236}">
                      <a16:creationId xmlns:a16="http://schemas.microsoft.com/office/drawing/2014/main" id="{93FB43F9-572D-F6CA-14FA-0D97497E86FA}"/>
                    </a:ext>
                  </a:extLst>
                </p:cNvPr>
                <p:cNvPicPr/>
                <p:nvPr/>
              </p:nvPicPr>
              <p:blipFill>
                <a:blip r:embed="rId556"/>
                <a:stretch>
                  <a:fillRect/>
                </a:stretch>
              </p:blipFill>
              <p:spPr>
                <a:xfrm>
                  <a:off x="6287967" y="5842922"/>
                  <a:ext cx="4824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557">
              <p14:nvContentPartPr>
                <p14:cNvPr id="434" name="Entrada de lápiz 433">
                  <a:extLst>
                    <a:ext uri="{FF2B5EF4-FFF2-40B4-BE49-F238E27FC236}">
                      <a16:creationId xmlns:a16="http://schemas.microsoft.com/office/drawing/2014/main" id="{6F212C93-E116-F848-45A5-B6C53567C812}"/>
                    </a:ext>
                  </a:extLst>
                </p14:cNvPr>
                <p14:cNvContentPartPr/>
                <p14:nvPr/>
              </p14:nvContentPartPr>
              <p14:xfrm>
                <a:off x="6330087" y="5850482"/>
                <a:ext cx="4320" cy="43560"/>
              </p14:xfrm>
            </p:contentPart>
          </mc:Choice>
          <mc:Fallback xmlns="">
            <p:pic>
              <p:nvPicPr>
                <p:cNvPr id="434" name="Entrada de lápiz 433">
                  <a:extLst>
                    <a:ext uri="{FF2B5EF4-FFF2-40B4-BE49-F238E27FC236}">
                      <a16:creationId xmlns:a16="http://schemas.microsoft.com/office/drawing/2014/main" id="{6F212C93-E116-F848-45A5-B6C53567C812}"/>
                    </a:ext>
                  </a:extLst>
                </p:cNvPr>
                <p:cNvPicPr/>
                <p:nvPr/>
              </p:nvPicPr>
              <p:blipFill>
                <a:blip r:embed="rId558"/>
                <a:stretch>
                  <a:fillRect/>
                </a:stretch>
              </p:blipFill>
              <p:spPr>
                <a:xfrm>
                  <a:off x="6323967" y="5844362"/>
                  <a:ext cx="1656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559">
              <p14:nvContentPartPr>
                <p14:cNvPr id="437" name="Entrada de lápiz 436">
                  <a:extLst>
                    <a:ext uri="{FF2B5EF4-FFF2-40B4-BE49-F238E27FC236}">
                      <a16:creationId xmlns:a16="http://schemas.microsoft.com/office/drawing/2014/main" id="{ADF3018B-C1A4-559E-139E-419A2DFDD5E8}"/>
                    </a:ext>
                  </a:extLst>
                </p14:cNvPr>
                <p14:cNvContentPartPr/>
                <p14:nvPr/>
              </p14:nvContentPartPr>
              <p14:xfrm>
                <a:off x="6442047" y="4612082"/>
                <a:ext cx="92160" cy="1373760"/>
              </p14:xfrm>
            </p:contentPart>
          </mc:Choice>
          <mc:Fallback xmlns="">
            <p:pic>
              <p:nvPicPr>
                <p:cNvPr id="437" name="Entrada de lápiz 436">
                  <a:extLst>
                    <a:ext uri="{FF2B5EF4-FFF2-40B4-BE49-F238E27FC236}">
                      <a16:creationId xmlns:a16="http://schemas.microsoft.com/office/drawing/2014/main" id="{ADF3018B-C1A4-559E-139E-419A2DFDD5E8}"/>
                    </a:ext>
                  </a:extLst>
                </p:cNvPr>
                <p:cNvPicPr/>
                <p:nvPr/>
              </p:nvPicPr>
              <p:blipFill>
                <a:blip r:embed="rId560"/>
                <a:stretch>
                  <a:fillRect/>
                </a:stretch>
              </p:blipFill>
              <p:spPr>
                <a:xfrm>
                  <a:off x="6435927" y="4605962"/>
                  <a:ext cx="104400" cy="1386000"/>
                </a:xfrm>
                <a:prstGeom prst="rect">
                  <a:avLst/>
                </a:prstGeom>
              </p:spPr>
            </p:pic>
          </mc:Fallback>
        </mc:AlternateContent>
      </p:grpSp>
      <p:grpSp>
        <p:nvGrpSpPr>
          <p:cNvPr id="444" name="Grupo 443">
            <a:extLst>
              <a:ext uri="{FF2B5EF4-FFF2-40B4-BE49-F238E27FC236}">
                <a16:creationId xmlns:a16="http://schemas.microsoft.com/office/drawing/2014/main" id="{7E67A656-BB10-2730-0C4E-D1B21315C1E9}"/>
              </a:ext>
            </a:extLst>
          </p:cNvPr>
          <p:cNvGrpSpPr/>
          <p:nvPr/>
        </p:nvGrpSpPr>
        <p:grpSpPr>
          <a:xfrm>
            <a:off x="5487687" y="5016002"/>
            <a:ext cx="269640" cy="347400"/>
            <a:chOff x="5487687" y="5016002"/>
            <a:chExt cx="269640" cy="347400"/>
          </a:xfrm>
        </p:grpSpPr>
        <mc:AlternateContent xmlns:mc="http://schemas.openxmlformats.org/markup-compatibility/2006" xmlns:p14="http://schemas.microsoft.com/office/powerpoint/2010/main">
          <mc:Choice Requires="p14">
            <p:contentPart p14:bwMode="auto" r:id="rId561">
              <p14:nvContentPartPr>
                <p14:cNvPr id="439" name="Entrada de lápiz 438">
                  <a:extLst>
                    <a:ext uri="{FF2B5EF4-FFF2-40B4-BE49-F238E27FC236}">
                      <a16:creationId xmlns:a16="http://schemas.microsoft.com/office/drawing/2014/main" id="{5B1304E3-333E-5644-2A1E-B248918C31C7}"/>
                    </a:ext>
                  </a:extLst>
                </p14:cNvPr>
                <p14:cNvContentPartPr/>
                <p14:nvPr/>
              </p14:nvContentPartPr>
              <p14:xfrm>
                <a:off x="5487687" y="5105282"/>
                <a:ext cx="95400" cy="258120"/>
              </p14:xfrm>
            </p:contentPart>
          </mc:Choice>
          <mc:Fallback xmlns="">
            <p:pic>
              <p:nvPicPr>
                <p:cNvPr id="439" name="Entrada de lápiz 438">
                  <a:extLst>
                    <a:ext uri="{FF2B5EF4-FFF2-40B4-BE49-F238E27FC236}">
                      <a16:creationId xmlns:a16="http://schemas.microsoft.com/office/drawing/2014/main" id="{5B1304E3-333E-5644-2A1E-B248918C31C7}"/>
                    </a:ext>
                  </a:extLst>
                </p:cNvPr>
                <p:cNvPicPr/>
                <p:nvPr/>
              </p:nvPicPr>
              <p:blipFill>
                <a:blip r:embed="rId562"/>
                <a:stretch>
                  <a:fillRect/>
                </a:stretch>
              </p:blipFill>
              <p:spPr>
                <a:xfrm>
                  <a:off x="5481567" y="5099162"/>
                  <a:ext cx="10764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563">
              <p14:nvContentPartPr>
                <p14:cNvPr id="440" name="Entrada de lápiz 439">
                  <a:extLst>
                    <a:ext uri="{FF2B5EF4-FFF2-40B4-BE49-F238E27FC236}">
                      <a16:creationId xmlns:a16="http://schemas.microsoft.com/office/drawing/2014/main" id="{3CF8D903-52ED-68F5-B7B5-E57C36280519}"/>
                    </a:ext>
                  </a:extLst>
                </p14:cNvPr>
                <p14:cNvContentPartPr/>
                <p14:nvPr/>
              </p14:nvContentPartPr>
              <p14:xfrm>
                <a:off x="5609367" y="5036162"/>
                <a:ext cx="38880" cy="6120"/>
              </p14:xfrm>
            </p:contentPart>
          </mc:Choice>
          <mc:Fallback xmlns="">
            <p:pic>
              <p:nvPicPr>
                <p:cNvPr id="440" name="Entrada de lápiz 439">
                  <a:extLst>
                    <a:ext uri="{FF2B5EF4-FFF2-40B4-BE49-F238E27FC236}">
                      <a16:creationId xmlns:a16="http://schemas.microsoft.com/office/drawing/2014/main" id="{3CF8D903-52ED-68F5-B7B5-E57C36280519}"/>
                    </a:ext>
                  </a:extLst>
                </p:cNvPr>
                <p:cNvPicPr/>
                <p:nvPr/>
              </p:nvPicPr>
              <p:blipFill>
                <a:blip r:embed="rId564"/>
                <a:stretch>
                  <a:fillRect/>
                </a:stretch>
              </p:blipFill>
              <p:spPr>
                <a:xfrm>
                  <a:off x="5603247" y="5030042"/>
                  <a:ext cx="5112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565">
              <p14:nvContentPartPr>
                <p14:cNvPr id="441" name="Entrada de lápiz 440">
                  <a:extLst>
                    <a:ext uri="{FF2B5EF4-FFF2-40B4-BE49-F238E27FC236}">
                      <a16:creationId xmlns:a16="http://schemas.microsoft.com/office/drawing/2014/main" id="{BDEEEB27-0ACB-FA7C-DB8E-89201AE25453}"/>
                    </a:ext>
                  </a:extLst>
                </p14:cNvPr>
                <p14:cNvContentPartPr/>
                <p14:nvPr/>
              </p14:nvContentPartPr>
              <p14:xfrm>
                <a:off x="5600727" y="5040482"/>
                <a:ext cx="50040" cy="72360"/>
              </p14:xfrm>
            </p:contentPart>
          </mc:Choice>
          <mc:Fallback xmlns="">
            <p:pic>
              <p:nvPicPr>
                <p:cNvPr id="441" name="Entrada de lápiz 440">
                  <a:extLst>
                    <a:ext uri="{FF2B5EF4-FFF2-40B4-BE49-F238E27FC236}">
                      <a16:creationId xmlns:a16="http://schemas.microsoft.com/office/drawing/2014/main" id="{BDEEEB27-0ACB-FA7C-DB8E-89201AE25453}"/>
                    </a:ext>
                  </a:extLst>
                </p:cNvPr>
                <p:cNvPicPr/>
                <p:nvPr/>
              </p:nvPicPr>
              <p:blipFill>
                <a:blip r:embed="rId566"/>
                <a:stretch>
                  <a:fillRect/>
                </a:stretch>
              </p:blipFill>
              <p:spPr>
                <a:xfrm>
                  <a:off x="5594607" y="5034362"/>
                  <a:ext cx="6228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567">
              <p14:nvContentPartPr>
                <p14:cNvPr id="442" name="Entrada de lápiz 441">
                  <a:extLst>
                    <a:ext uri="{FF2B5EF4-FFF2-40B4-BE49-F238E27FC236}">
                      <a16:creationId xmlns:a16="http://schemas.microsoft.com/office/drawing/2014/main" id="{03B10F6D-7A49-96E1-EB88-70250CE3936E}"/>
                    </a:ext>
                  </a:extLst>
                </p14:cNvPr>
                <p14:cNvContentPartPr/>
                <p14:nvPr/>
              </p14:nvContentPartPr>
              <p14:xfrm>
                <a:off x="5667687" y="5031842"/>
                <a:ext cx="32400" cy="66600"/>
              </p14:xfrm>
            </p:contentPart>
          </mc:Choice>
          <mc:Fallback xmlns="">
            <p:pic>
              <p:nvPicPr>
                <p:cNvPr id="442" name="Entrada de lápiz 441">
                  <a:extLst>
                    <a:ext uri="{FF2B5EF4-FFF2-40B4-BE49-F238E27FC236}">
                      <a16:creationId xmlns:a16="http://schemas.microsoft.com/office/drawing/2014/main" id="{03B10F6D-7A49-96E1-EB88-70250CE3936E}"/>
                    </a:ext>
                  </a:extLst>
                </p:cNvPr>
                <p:cNvPicPr/>
                <p:nvPr/>
              </p:nvPicPr>
              <p:blipFill>
                <a:blip r:embed="rId568"/>
                <a:stretch>
                  <a:fillRect/>
                </a:stretch>
              </p:blipFill>
              <p:spPr>
                <a:xfrm>
                  <a:off x="5661567" y="5025722"/>
                  <a:ext cx="4464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569">
              <p14:nvContentPartPr>
                <p14:cNvPr id="443" name="Entrada de lápiz 442">
                  <a:extLst>
                    <a:ext uri="{FF2B5EF4-FFF2-40B4-BE49-F238E27FC236}">
                      <a16:creationId xmlns:a16="http://schemas.microsoft.com/office/drawing/2014/main" id="{1BC3AB1B-DEAE-7EF0-B857-664991EDBF80}"/>
                    </a:ext>
                  </a:extLst>
                </p14:cNvPr>
                <p14:cNvContentPartPr/>
                <p14:nvPr/>
              </p14:nvContentPartPr>
              <p14:xfrm>
                <a:off x="5719527" y="5016002"/>
                <a:ext cx="37800" cy="96120"/>
              </p14:xfrm>
            </p:contentPart>
          </mc:Choice>
          <mc:Fallback xmlns="">
            <p:pic>
              <p:nvPicPr>
                <p:cNvPr id="443" name="Entrada de lápiz 442">
                  <a:extLst>
                    <a:ext uri="{FF2B5EF4-FFF2-40B4-BE49-F238E27FC236}">
                      <a16:creationId xmlns:a16="http://schemas.microsoft.com/office/drawing/2014/main" id="{1BC3AB1B-DEAE-7EF0-B857-664991EDBF80}"/>
                    </a:ext>
                  </a:extLst>
                </p:cNvPr>
                <p:cNvPicPr/>
                <p:nvPr/>
              </p:nvPicPr>
              <p:blipFill>
                <a:blip r:embed="rId570"/>
                <a:stretch>
                  <a:fillRect/>
                </a:stretch>
              </p:blipFill>
              <p:spPr>
                <a:xfrm>
                  <a:off x="5713407" y="5009882"/>
                  <a:ext cx="50040" cy="108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71">
            <p14:nvContentPartPr>
              <p14:cNvPr id="445" name="Entrada de lápiz 444">
                <a:extLst>
                  <a:ext uri="{FF2B5EF4-FFF2-40B4-BE49-F238E27FC236}">
                    <a16:creationId xmlns:a16="http://schemas.microsoft.com/office/drawing/2014/main" id="{A1305175-916E-3CA0-970A-B14AA476F611}"/>
                  </a:ext>
                </a:extLst>
              </p14:cNvPr>
              <p14:cNvContentPartPr/>
              <p14:nvPr/>
            </p14:nvContentPartPr>
            <p14:xfrm>
              <a:off x="6941007" y="5112482"/>
              <a:ext cx="88560" cy="101880"/>
            </p14:xfrm>
          </p:contentPart>
        </mc:Choice>
        <mc:Fallback xmlns="">
          <p:pic>
            <p:nvPicPr>
              <p:cNvPr id="445" name="Entrada de lápiz 444">
                <a:extLst>
                  <a:ext uri="{FF2B5EF4-FFF2-40B4-BE49-F238E27FC236}">
                    <a16:creationId xmlns:a16="http://schemas.microsoft.com/office/drawing/2014/main" id="{A1305175-916E-3CA0-970A-B14AA476F611}"/>
                  </a:ext>
                </a:extLst>
              </p:cNvPr>
              <p:cNvPicPr/>
              <p:nvPr/>
            </p:nvPicPr>
            <p:blipFill>
              <a:blip r:embed="rId572"/>
              <a:stretch>
                <a:fillRect/>
              </a:stretch>
            </p:blipFill>
            <p:spPr>
              <a:xfrm>
                <a:off x="6934887" y="5106362"/>
                <a:ext cx="100800" cy="114120"/>
              </a:xfrm>
              <a:prstGeom prst="rect">
                <a:avLst/>
              </a:prstGeom>
            </p:spPr>
          </p:pic>
        </mc:Fallback>
      </mc:AlternateContent>
      <p:grpSp>
        <p:nvGrpSpPr>
          <p:cNvPr id="518" name="Grupo 517">
            <a:extLst>
              <a:ext uri="{FF2B5EF4-FFF2-40B4-BE49-F238E27FC236}">
                <a16:creationId xmlns:a16="http://schemas.microsoft.com/office/drawing/2014/main" id="{AB970A46-9C22-CF26-9C1C-C14615696DFE}"/>
              </a:ext>
            </a:extLst>
          </p:cNvPr>
          <p:cNvGrpSpPr/>
          <p:nvPr/>
        </p:nvGrpSpPr>
        <p:grpSpPr>
          <a:xfrm>
            <a:off x="7359327" y="4489682"/>
            <a:ext cx="968675" cy="1505760"/>
            <a:chOff x="7359327" y="4489682"/>
            <a:chExt cx="968675" cy="1505760"/>
          </a:xfrm>
        </p:grpSpPr>
        <mc:AlternateContent xmlns:mc="http://schemas.openxmlformats.org/markup-compatibility/2006" xmlns:p14="http://schemas.microsoft.com/office/powerpoint/2010/main">
          <mc:Choice Requires="p14">
            <p:contentPart p14:bwMode="auto" r:id="rId573">
              <p14:nvContentPartPr>
                <p14:cNvPr id="446" name="Entrada de lápiz 445">
                  <a:extLst>
                    <a:ext uri="{FF2B5EF4-FFF2-40B4-BE49-F238E27FC236}">
                      <a16:creationId xmlns:a16="http://schemas.microsoft.com/office/drawing/2014/main" id="{8A2C17C5-D981-236C-F8A8-692D7D845129}"/>
                    </a:ext>
                  </a:extLst>
                </p14:cNvPr>
                <p14:cNvContentPartPr/>
                <p14:nvPr/>
              </p14:nvContentPartPr>
              <p14:xfrm>
                <a:off x="7389567" y="4588322"/>
                <a:ext cx="73800" cy="2880"/>
              </p14:xfrm>
            </p:contentPart>
          </mc:Choice>
          <mc:Fallback xmlns="">
            <p:pic>
              <p:nvPicPr>
                <p:cNvPr id="446" name="Entrada de lápiz 445">
                  <a:extLst>
                    <a:ext uri="{FF2B5EF4-FFF2-40B4-BE49-F238E27FC236}">
                      <a16:creationId xmlns:a16="http://schemas.microsoft.com/office/drawing/2014/main" id="{8A2C17C5-D981-236C-F8A8-692D7D845129}"/>
                    </a:ext>
                  </a:extLst>
                </p:cNvPr>
                <p:cNvPicPr/>
                <p:nvPr/>
              </p:nvPicPr>
              <p:blipFill>
                <a:blip r:embed="rId574"/>
                <a:stretch>
                  <a:fillRect/>
                </a:stretch>
              </p:blipFill>
              <p:spPr>
                <a:xfrm>
                  <a:off x="7383447" y="4582202"/>
                  <a:ext cx="86040" cy="15120"/>
                </a:xfrm>
                <a:prstGeom prst="rect">
                  <a:avLst/>
                </a:prstGeom>
              </p:spPr>
            </p:pic>
          </mc:Fallback>
        </mc:AlternateContent>
        <mc:AlternateContent xmlns:mc="http://schemas.openxmlformats.org/markup-compatibility/2006" xmlns:p14="http://schemas.microsoft.com/office/powerpoint/2010/main">
          <mc:Choice Requires="p14">
            <p:contentPart p14:bwMode="auto" r:id="rId575">
              <p14:nvContentPartPr>
                <p14:cNvPr id="447" name="Entrada de lápiz 446">
                  <a:extLst>
                    <a:ext uri="{FF2B5EF4-FFF2-40B4-BE49-F238E27FC236}">
                      <a16:creationId xmlns:a16="http://schemas.microsoft.com/office/drawing/2014/main" id="{01C94FC5-7A64-E8C7-0E61-6F561692866C}"/>
                    </a:ext>
                  </a:extLst>
                </p14:cNvPr>
                <p14:cNvContentPartPr/>
                <p14:nvPr/>
              </p14:nvContentPartPr>
              <p14:xfrm>
                <a:off x="7359327" y="4572122"/>
                <a:ext cx="90360" cy="1389600"/>
              </p14:xfrm>
            </p:contentPart>
          </mc:Choice>
          <mc:Fallback xmlns="">
            <p:pic>
              <p:nvPicPr>
                <p:cNvPr id="447" name="Entrada de lápiz 446">
                  <a:extLst>
                    <a:ext uri="{FF2B5EF4-FFF2-40B4-BE49-F238E27FC236}">
                      <a16:creationId xmlns:a16="http://schemas.microsoft.com/office/drawing/2014/main" id="{01C94FC5-7A64-E8C7-0E61-6F561692866C}"/>
                    </a:ext>
                  </a:extLst>
                </p:cNvPr>
                <p:cNvPicPr/>
                <p:nvPr/>
              </p:nvPicPr>
              <p:blipFill>
                <a:blip r:embed="rId576"/>
                <a:stretch>
                  <a:fillRect/>
                </a:stretch>
              </p:blipFill>
              <p:spPr>
                <a:xfrm>
                  <a:off x="7353207" y="4566002"/>
                  <a:ext cx="102600" cy="1401840"/>
                </a:xfrm>
                <a:prstGeom prst="rect">
                  <a:avLst/>
                </a:prstGeom>
              </p:spPr>
            </p:pic>
          </mc:Fallback>
        </mc:AlternateContent>
        <mc:AlternateContent xmlns:mc="http://schemas.openxmlformats.org/markup-compatibility/2006" xmlns:p14="http://schemas.microsoft.com/office/powerpoint/2010/main">
          <mc:Choice Requires="p14">
            <p:contentPart p14:bwMode="auto" r:id="rId577">
              <p14:nvContentPartPr>
                <p14:cNvPr id="449" name="Entrada de lápiz 448">
                  <a:extLst>
                    <a:ext uri="{FF2B5EF4-FFF2-40B4-BE49-F238E27FC236}">
                      <a16:creationId xmlns:a16="http://schemas.microsoft.com/office/drawing/2014/main" id="{BCDA27EA-6005-AAC8-7D21-90FE187B24D7}"/>
                    </a:ext>
                  </a:extLst>
                </p14:cNvPr>
                <p14:cNvContentPartPr/>
                <p14:nvPr/>
              </p14:nvContentPartPr>
              <p14:xfrm>
                <a:off x="7573887" y="4544762"/>
                <a:ext cx="88560" cy="129960"/>
              </p14:xfrm>
            </p:contentPart>
          </mc:Choice>
          <mc:Fallback xmlns="">
            <p:pic>
              <p:nvPicPr>
                <p:cNvPr id="449" name="Entrada de lápiz 448">
                  <a:extLst>
                    <a:ext uri="{FF2B5EF4-FFF2-40B4-BE49-F238E27FC236}">
                      <a16:creationId xmlns:a16="http://schemas.microsoft.com/office/drawing/2014/main" id="{BCDA27EA-6005-AAC8-7D21-90FE187B24D7}"/>
                    </a:ext>
                  </a:extLst>
                </p:cNvPr>
                <p:cNvPicPr/>
                <p:nvPr/>
              </p:nvPicPr>
              <p:blipFill>
                <a:blip r:embed="rId578"/>
                <a:stretch>
                  <a:fillRect/>
                </a:stretch>
              </p:blipFill>
              <p:spPr>
                <a:xfrm>
                  <a:off x="7567767" y="4538642"/>
                  <a:ext cx="10080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579">
              <p14:nvContentPartPr>
                <p14:cNvPr id="450" name="Entrada de lápiz 449">
                  <a:extLst>
                    <a:ext uri="{FF2B5EF4-FFF2-40B4-BE49-F238E27FC236}">
                      <a16:creationId xmlns:a16="http://schemas.microsoft.com/office/drawing/2014/main" id="{8093A7AB-F9A2-FFC6-9C47-0C4FCCF896F3}"/>
                    </a:ext>
                  </a:extLst>
                </p14:cNvPr>
                <p14:cNvContentPartPr/>
                <p14:nvPr/>
              </p14:nvContentPartPr>
              <p14:xfrm>
                <a:off x="7694847" y="4564562"/>
                <a:ext cx="70560" cy="83160"/>
              </p14:xfrm>
            </p:contentPart>
          </mc:Choice>
          <mc:Fallback xmlns="">
            <p:pic>
              <p:nvPicPr>
                <p:cNvPr id="450" name="Entrada de lápiz 449">
                  <a:extLst>
                    <a:ext uri="{FF2B5EF4-FFF2-40B4-BE49-F238E27FC236}">
                      <a16:creationId xmlns:a16="http://schemas.microsoft.com/office/drawing/2014/main" id="{8093A7AB-F9A2-FFC6-9C47-0C4FCCF896F3}"/>
                    </a:ext>
                  </a:extLst>
                </p:cNvPr>
                <p:cNvPicPr/>
                <p:nvPr/>
              </p:nvPicPr>
              <p:blipFill>
                <a:blip r:embed="rId580"/>
                <a:stretch>
                  <a:fillRect/>
                </a:stretch>
              </p:blipFill>
              <p:spPr>
                <a:xfrm>
                  <a:off x="7688727" y="4558442"/>
                  <a:ext cx="8280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581">
              <p14:nvContentPartPr>
                <p14:cNvPr id="451" name="Entrada de lápiz 450">
                  <a:extLst>
                    <a:ext uri="{FF2B5EF4-FFF2-40B4-BE49-F238E27FC236}">
                      <a16:creationId xmlns:a16="http://schemas.microsoft.com/office/drawing/2014/main" id="{7A5884C8-7374-A9A5-74A3-517EB3688CCA}"/>
                    </a:ext>
                  </a:extLst>
                </p14:cNvPr>
                <p14:cNvContentPartPr/>
                <p14:nvPr/>
              </p14:nvContentPartPr>
              <p14:xfrm>
                <a:off x="7801047" y="4509842"/>
                <a:ext cx="2880" cy="33120"/>
              </p14:xfrm>
            </p:contentPart>
          </mc:Choice>
          <mc:Fallback xmlns="">
            <p:pic>
              <p:nvPicPr>
                <p:cNvPr id="451" name="Entrada de lápiz 450">
                  <a:extLst>
                    <a:ext uri="{FF2B5EF4-FFF2-40B4-BE49-F238E27FC236}">
                      <a16:creationId xmlns:a16="http://schemas.microsoft.com/office/drawing/2014/main" id="{7A5884C8-7374-A9A5-74A3-517EB3688CCA}"/>
                    </a:ext>
                  </a:extLst>
                </p:cNvPr>
                <p:cNvPicPr/>
                <p:nvPr/>
              </p:nvPicPr>
              <p:blipFill>
                <a:blip r:embed="rId582"/>
                <a:stretch>
                  <a:fillRect/>
                </a:stretch>
              </p:blipFill>
              <p:spPr>
                <a:xfrm>
                  <a:off x="7794927" y="4503722"/>
                  <a:ext cx="1512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583">
              <p14:nvContentPartPr>
                <p14:cNvPr id="452" name="Entrada de lápiz 451">
                  <a:extLst>
                    <a:ext uri="{FF2B5EF4-FFF2-40B4-BE49-F238E27FC236}">
                      <a16:creationId xmlns:a16="http://schemas.microsoft.com/office/drawing/2014/main" id="{46948EBA-9ADF-FE35-9D49-76D517213D29}"/>
                    </a:ext>
                  </a:extLst>
                </p14:cNvPr>
                <p14:cNvContentPartPr/>
                <p14:nvPr/>
              </p14:nvContentPartPr>
              <p14:xfrm>
                <a:off x="7803207" y="4617482"/>
                <a:ext cx="3960" cy="27000"/>
              </p14:xfrm>
            </p:contentPart>
          </mc:Choice>
          <mc:Fallback xmlns="">
            <p:pic>
              <p:nvPicPr>
                <p:cNvPr id="452" name="Entrada de lápiz 451">
                  <a:extLst>
                    <a:ext uri="{FF2B5EF4-FFF2-40B4-BE49-F238E27FC236}">
                      <a16:creationId xmlns:a16="http://schemas.microsoft.com/office/drawing/2014/main" id="{46948EBA-9ADF-FE35-9D49-76D517213D29}"/>
                    </a:ext>
                  </a:extLst>
                </p:cNvPr>
                <p:cNvPicPr/>
                <p:nvPr/>
              </p:nvPicPr>
              <p:blipFill>
                <a:blip r:embed="rId584"/>
                <a:stretch>
                  <a:fillRect/>
                </a:stretch>
              </p:blipFill>
              <p:spPr>
                <a:xfrm>
                  <a:off x="7797087" y="4611362"/>
                  <a:ext cx="1620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585">
              <p14:nvContentPartPr>
                <p14:cNvPr id="453" name="Entrada de lápiz 452">
                  <a:extLst>
                    <a:ext uri="{FF2B5EF4-FFF2-40B4-BE49-F238E27FC236}">
                      <a16:creationId xmlns:a16="http://schemas.microsoft.com/office/drawing/2014/main" id="{E11BEBAB-7860-FC5F-F712-39E9E847C388}"/>
                    </a:ext>
                  </a:extLst>
                </p14:cNvPr>
                <p14:cNvContentPartPr/>
                <p14:nvPr/>
              </p14:nvContentPartPr>
              <p14:xfrm>
                <a:off x="7821207" y="4535762"/>
                <a:ext cx="108000" cy="178560"/>
              </p14:xfrm>
            </p:contentPart>
          </mc:Choice>
          <mc:Fallback xmlns="">
            <p:pic>
              <p:nvPicPr>
                <p:cNvPr id="453" name="Entrada de lápiz 452">
                  <a:extLst>
                    <a:ext uri="{FF2B5EF4-FFF2-40B4-BE49-F238E27FC236}">
                      <a16:creationId xmlns:a16="http://schemas.microsoft.com/office/drawing/2014/main" id="{E11BEBAB-7860-FC5F-F712-39E9E847C388}"/>
                    </a:ext>
                  </a:extLst>
                </p:cNvPr>
                <p:cNvPicPr/>
                <p:nvPr/>
              </p:nvPicPr>
              <p:blipFill>
                <a:blip r:embed="rId586"/>
                <a:stretch>
                  <a:fillRect/>
                </a:stretch>
              </p:blipFill>
              <p:spPr>
                <a:xfrm>
                  <a:off x="7815087" y="4529642"/>
                  <a:ext cx="12024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587">
              <p14:nvContentPartPr>
                <p14:cNvPr id="454" name="Entrada de lápiz 453">
                  <a:extLst>
                    <a:ext uri="{FF2B5EF4-FFF2-40B4-BE49-F238E27FC236}">
                      <a16:creationId xmlns:a16="http://schemas.microsoft.com/office/drawing/2014/main" id="{3E8D7707-0379-028A-F5B3-9D413A31C651}"/>
                    </a:ext>
                  </a:extLst>
                </p14:cNvPr>
                <p14:cNvContentPartPr/>
                <p14:nvPr/>
              </p14:nvContentPartPr>
              <p14:xfrm>
                <a:off x="7901487" y="4614242"/>
                <a:ext cx="68040" cy="88200"/>
              </p14:xfrm>
            </p:contentPart>
          </mc:Choice>
          <mc:Fallback xmlns="">
            <p:pic>
              <p:nvPicPr>
                <p:cNvPr id="454" name="Entrada de lápiz 453">
                  <a:extLst>
                    <a:ext uri="{FF2B5EF4-FFF2-40B4-BE49-F238E27FC236}">
                      <a16:creationId xmlns:a16="http://schemas.microsoft.com/office/drawing/2014/main" id="{3E8D7707-0379-028A-F5B3-9D413A31C651}"/>
                    </a:ext>
                  </a:extLst>
                </p:cNvPr>
                <p:cNvPicPr/>
                <p:nvPr/>
              </p:nvPicPr>
              <p:blipFill>
                <a:blip r:embed="rId588"/>
                <a:stretch>
                  <a:fillRect/>
                </a:stretch>
              </p:blipFill>
              <p:spPr>
                <a:xfrm>
                  <a:off x="7895367" y="4608122"/>
                  <a:ext cx="8028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589">
              <p14:nvContentPartPr>
                <p14:cNvPr id="456" name="Entrada de lápiz 455">
                  <a:extLst>
                    <a:ext uri="{FF2B5EF4-FFF2-40B4-BE49-F238E27FC236}">
                      <a16:creationId xmlns:a16="http://schemas.microsoft.com/office/drawing/2014/main" id="{F9ADD87C-AA55-6841-F387-5156893E5483}"/>
                    </a:ext>
                  </a:extLst>
                </p14:cNvPr>
                <p14:cNvContentPartPr/>
                <p14:nvPr/>
              </p14:nvContentPartPr>
              <p14:xfrm>
                <a:off x="8009127" y="4655282"/>
                <a:ext cx="56160" cy="82800"/>
              </p14:xfrm>
            </p:contentPart>
          </mc:Choice>
          <mc:Fallback xmlns="">
            <p:pic>
              <p:nvPicPr>
                <p:cNvPr id="456" name="Entrada de lápiz 455">
                  <a:extLst>
                    <a:ext uri="{FF2B5EF4-FFF2-40B4-BE49-F238E27FC236}">
                      <a16:creationId xmlns:a16="http://schemas.microsoft.com/office/drawing/2014/main" id="{F9ADD87C-AA55-6841-F387-5156893E5483}"/>
                    </a:ext>
                  </a:extLst>
                </p:cNvPr>
                <p:cNvPicPr/>
                <p:nvPr/>
              </p:nvPicPr>
              <p:blipFill>
                <a:blip r:embed="rId590"/>
                <a:stretch>
                  <a:fillRect/>
                </a:stretch>
              </p:blipFill>
              <p:spPr>
                <a:xfrm>
                  <a:off x="8003007" y="4649162"/>
                  <a:ext cx="6840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591">
              <p14:nvContentPartPr>
                <p14:cNvPr id="457" name="Entrada de lápiz 456">
                  <a:extLst>
                    <a:ext uri="{FF2B5EF4-FFF2-40B4-BE49-F238E27FC236}">
                      <a16:creationId xmlns:a16="http://schemas.microsoft.com/office/drawing/2014/main" id="{76B9DD94-83F9-E7DF-CDF9-48719D0F0096}"/>
                    </a:ext>
                  </a:extLst>
                </p14:cNvPr>
                <p14:cNvContentPartPr/>
                <p14:nvPr/>
              </p14:nvContentPartPr>
              <p14:xfrm>
                <a:off x="8013447" y="4694522"/>
                <a:ext cx="29520" cy="2160"/>
              </p14:xfrm>
            </p:contentPart>
          </mc:Choice>
          <mc:Fallback xmlns="">
            <p:pic>
              <p:nvPicPr>
                <p:cNvPr id="457" name="Entrada de lápiz 456">
                  <a:extLst>
                    <a:ext uri="{FF2B5EF4-FFF2-40B4-BE49-F238E27FC236}">
                      <a16:creationId xmlns:a16="http://schemas.microsoft.com/office/drawing/2014/main" id="{76B9DD94-83F9-E7DF-CDF9-48719D0F0096}"/>
                    </a:ext>
                  </a:extLst>
                </p:cNvPr>
                <p:cNvPicPr/>
                <p:nvPr/>
              </p:nvPicPr>
              <p:blipFill>
                <a:blip r:embed="rId592"/>
                <a:stretch>
                  <a:fillRect/>
                </a:stretch>
              </p:blipFill>
              <p:spPr>
                <a:xfrm>
                  <a:off x="8007327" y="4688402"/>
                  <a:ext cx="41760" cy="14400"/>
                </a:xfrm>
                <a:prstGeom prst="rect">
                  <a:avLst/>
                </a:prstGeom>
              </p:spPr>
            </p:pic>
          </mc:Fallback>
        </mc:AlternateContent>
        <mc:AlternateContent xmlns:mc="http://schemas.openxmlformats.org/markup-compatibility/2006" xmlns:p14="http://schemas.microsoft.com/office/powerpoint/2010/main">
          <mc:Choice Requires="p14">
            <p:contentPart p14:bwMode="auto" r:id="rId593">
              <p14:nvContentPartPr>
                <p14:cNvPr id="458" name="Entrada de lápiz 457">
                  <a:extLst>
                    <a:ext uri="{FF2B5EF4-FFF2-40B4-BE49-F238E27FC236}">
                      <a16:creationId xmlns:a16="http://schemas.microsoft.com/office/drawing/2014/main" id="{B961899E-C73B-7B16-9079-3884E565BD9A}"/>
                    </a:ext>
                  </a:extLst>
                </p14:cNvPr>
                <p14:cNvContentPartPr/>
                <p14:nvPr/>
              </p14:nvContentPartPr>
              <p14:xfrm>
                <a:off x="8085807" y="4604162"/>
                <a:ext cx="11880" cy="28440"/>
              </p14:xfrm>
            </p:contentPart>
          </mc:Choice>
          <mc:Fallback xmlns="">
            <p:pic>
              <p:nvPicPr>
                <p:cNvPr id="458" name="Entrada de lápiz 457">
                  <a:extLst>
                    <a:ext uri="{FF2B5EF4-FFF2-40B4-BE49-F238E27FC236}">
                      <a16:creationId xmlns:a16="http://schemas.microsoft.com/office/drawing/2014/main" id="{B961899E-C73B-7B16-9079-3884E565BD9A}"/>
                    </a:ext>
                  </a:extLst>
                </p:cNvPr>
                <p:cNvPicPr/>
                <p:nvPr/>
              </p:nvPicPr>
              <p:blipFill>
                <a:blip r:embed="rId594"/>
                <a:stretch>
                  <a:fillRect/>
                </a:stretch>
              </p:blipFill>
              <p:spPr>
                <a:xfrm>
                  <a:off x="8079687" y="4598042"/>
                  <a:ext cx="2412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595">
              <p14:nvContentPartPr>
                <p14:cNvPr id="459" name="Entrada de lápiz 458">
                  <a:extLst>
                    <a:ext uri="{FF2B5EF4-FFF2-40B4-BE49-F238E27FC236}">
                      <a16:creationId xmlns:a16="http://schemas.microsoft.com/office/drawing/2014/main" id="{643F5A62-1A4F-14A1-BCC5-150056A9F28B}"/>
                    </a:ext>
                  </a:extLst>
                </p14:cNvPr>
                <p14:cNvContentPartPr/>
                <p14:nvPr/>
              </p14:nvContentPartPr>
              <p14:xfrm>
                <a:off x="8112087" y="4716482"/>
                <a:ext cx="6120" cy="23400"/>
              </p14:xfrm>
            </p:contentPart>
          </mc:Choice>
          <mc:Fallback xmlns="">
            <p:pic>
              <p:nvPicPr>
                <p:cNvPr id="459" name="Entrada de lápiz 458">
                  <a:extLst>
                    <a:ext uri="{FF2B5EF4-FFF2-40B4-BE49-F238E27FC236}">
                      <a16:creationId xmlns:a16="http://schemas.microsoft.com/office/drawing/2014/main" id="{643F5A62-1A4F-14A1-BCC5-150056A9F28B}"/>
                    </a:ext>
                  </a:extLst>
                </p:cNvPr>
                <p:cNvPicPr/>
                <p:nvPr/>
              </p:nvPicPr>
              <p:blipFill>
                <a:blip r:embed="rId596"/>
                <a:stretch>
                  <a:fillRect/>
                </a:stretch>
              </p:blipFill>
              <p:spPr>
                <a:xfrm>
                  <a:off x="8105967" y="4710362"/>
                  <a:ext cx="1836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597">
              <p14:nvContentPartPr>
                <p14:cNvPr id="460" name="Entrada de lápiz 459">
                  <a:extLst>
                    <a:ext uri="{FF2B5EF4-FFF2-40B4-BE49-F238E27FC236}">
                      <a16:creationId xmlns:a16="http://schemas.microsoft.com/office/drawing/2014/main" id="{11781CCC-296D-073C-8259-D4C249C16AFD}"/>
                    </a:ext>
                  </a:extLst>
                </p14:cNvPr>
                <p14:cNvContentPartPr/>
                <p14:nvPr/>
              </p14:nvContentPartPr>
              <p14:xfrm>
                <a:off x="8048727" y="4577162"/>
                <a:ext cx="26640" cy="67680"/>
              </p14:xfrm>
            </p:contentPart>
          </mc:Choice>
          <mc:Fallback xmlns="">
            <p:pic>
              <p:nvPicPr>
                <p:cNvPr id="460" name="Entrada de lápiz 459">
                  <a:extLst>
                    <a:ext uri="{FF2B5EF4-FFF2-40B4-BE49-F238E27FC236}">
                      <a16:creationId xmlns:a16="http://schemas.microsoft.com/office/drawing/2014/main" id="{11781CCC-296D-073C-8259-D4C249C16AFD}"/>
                    </a:ext>
                  </a:extLst>
                </p:cNvPr>
                <p:cNvPicPr/>
                <p:nvPr/>
              </p:nvPicPr>
              <p:blipFill>
                <a:blip r:embed="rId598"/>
                <a:stretch>
                  <a:fillRect/>
                </a:stretch>
              </p:blipFill>
              <p:spPr>
                <a:xfrm>
                  <a:off x="8042607" y="4571042"/>
                  <a:ext cx="3888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599">
              <p14:nvContentPartPr>
                <p14:cNvPr id="461" name="Entrada de lápiz 460">
                  <a:extLst>
                    <a:ext uri="{FF2B5EF4-FFF2-40B4-BE49-F238E27FC236}">
                      <a16:creationId xmlns:a16="http://schemas.microsoft.com/office/drawing/2014/main" id="{16A3CCB3-9C16-DC61-5195-0D8BC371B46F}"/>
                    </a:ext>
                  </a:extLst>
                </p14:cNvPr>
                <p14:cNvContentPartPr/>
                <p14:nvPr/>
              </p14:nvContentPartPr>
              <p14:xfrm>
                <a:off x="8122527" y="4579682"/>
                <a:ext cx="17280" cy="60840"/>
              </p14:xfrm>
            </p:contentPart>
          </mc:Choice>
          <mc:Fallback xmlns="">
            <p:pic>
              <p:nvPicPr>
                <p:cNvPr id="461" name="Entrada de lápiz 460">
                  <a:extLst>
                    <a:ext uri="{FF2B5EF4-FFF2-40B4-BE49-F238E27FC236}">
                      <a16:creationId xmlns:a16="http://schemas.microsoft.com/office/drawing/2014/main" id="{16A3CCB3-9C16-DC61-5195-0D8BC371B46F}"/>
                    </a:ext>
                  </a:extLst>
                </p:cNvPr>
                <p:cNvPicPr/>
                <p:nvPr/>
              </p:nvPicPr>
              <p:blipFill>
                <a:blip r:embed="rId600"/>
                <a:stretch>
                  <a:fillRect/>
                </a:stretch>
              </p:blipFill>
              <p:spPr>
                <a:xfrm>
                  <a:off x="8116407" y="4573562"/>
                  <a:ext cx="2952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601">
              <p14:nvContentPartPr>
                <p14:cNvPr id="463" name="Entrada de lápiz 462">
                  <a:extLst>
                    <a:ext uri="{FF2B5EF4-FFF2-40B4-BE49-F238E27FC236}">
                      <a16:creationId xmlns:a16="http://schemas.microsoft.com/office/drawing/2014/main" id="{5935AFFC-4DD4-6CA7-507B-A2720E7C9566}"/>
                    </a:ext>
                  </a:extLst>
                </p14:cNvPr>
                <p14:cNvContentPartPr/>
                <p14:nvPr/>
              </p14:nvContentPartPr>
              <p14:xfrm>
                <a:off x="7747767" y="4491122"/>
                <a:ext cx="28080" cy="6840"/>
              </p14:xfrm>
            </p:contentPart>
          </mc:Choice>
          <mc:Fallback xmlns="">
            <p:pic>
              <p:nvPicPr>
                <p:cNvPr id="463" name="Entrada de lápiz 462">
                  <a:extLst>
                    <a:ext uri="{FF2B5EF4-FFF2-40B4-BE49-F238E27FC236}">
                      <a16:creationId xmlns:a16="http://schemas.microsoft.com/office/drawing/2014/main" id="{5935AFFC-4DD4-6CA7-507B-A2720E7C9566}"/>
                    </a:ext>
                  </a:extLst>
                </p:cNvPr>
                <p:cNvPicPr/>
                <p:nvPr/>
              </p:nvPicPr>
              <p:blipFill>
                <a:blip r:embed="rId602"/>
                <a:stretch>
                  <a:fillRect/>
                </a:stretch>
              </p:blipFill>
              <p:spPr>
                <a:xfrm>
                  <a:off x="7741647" y="4485002"/>
                  <a:ext cx="4032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603">
              <p14:nvContentPartPr>
                <p14:cNvPr id="464" name="Entrada de lápiz 463">
                  <a:extLst>
                    <a:ext uri="{FF2B5EF4-FFF2-40B4-BE49-F238E27FC236}">
                      <a16:creationId xmlns:a16="http://schemas.microsoft.com/office/drawing/2014/main" id="{CD697047-6D4E-A373-7BBC-A70213DBCF05}"/>
                    </a:ext>
                  </a:extLst>
                </p14:cNvPr>
                <p14:cNvContentPartPr/>
                <p14:nvPr/>
              </p14:nvContentPartPr>
              <p14:xfrm>
                <a:off x="7742007" y="4495082"/>
                <a:ext cx="27720" cy="52200"/>
              </p14:xfrm>
            </p:contentPart>
          </mc:Choice>
          <mc:Fallback xmlns="">
            <p:pic>
              <p:nvPicPr>
                <p:cNvPr id="464" name="Entrada de lápiz 463">
                  <a:extLst>
                    <a:ext uri="{FF2B5EF4-FFF2-40B4-BE49-F238E27FC236}">
                      <a16:creationId xmlns:a16="http://schemas.microsoft.com/office/drawing/2014/main" id="{CD697047-6D4E-A373-7BBC-A70213DBCF05}"/>
                    </a:ext>
                  </a:extLst>
                </p:cNvPr>
                <p:cNvPicPr/>
                <p:nvPr/>
              </p:nvPicPr>
              <p:blipFill>
                <a:blip r:embed="rId604"/>
                <a:stretch>
                  <a:fillRect/>
                </a:stretch>
              </p:blipFill>
              <p:spPr>
                <a:xfrm>
                  <a:off x="7735887" y="4488962"/>
                  <a:ext cx="3996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605">
              <p14:nvContentPartPr>
                <p14:cNvPr id="465" name="Entrada de lápiz 464">
                  <a:extLst>
                    <a:ext uri="{FF2B5EF4-FFF2-40B4-BE49-F238E27FC236}">
                      <a16:creationId xmlns:a16="http://schemas.microsoft.com/office/drawing/2014/main" id="{5D70F3E6-74AD-D05D-E0B9-422FB34F49C3}"/>
                    </a:ext>
                  </a:extLst>
                </p14:cNvPr>
                <p14:cNvContentPartPr/>
                <p14:nvPr/>
              </p14:nvContentPartPr>
              <p14:xfrm>
                <a:off x="7829847" y="4489682"/>
                <a:ext cx="19800" cy="66600"/>
              </p14:xfrm>
            </p:contentPart>
          </mc:Choice>
          <mc:Fallback xmlns="">
            <p:pic>
              <p:nvPicPr>
                <p:cNvPr id="465" name="Entrada de lápiz 464">
                  <a:extLst>
                    <a:ext uri="{FF2B5EF4-FFF2-40B4-BE49-F238E27FC236}">
                      <a16:creationId xmlns:a16="http://schemas.microsoft.com/office/drawing/2014/main" id="{5D70F3E6-74AD-D05D-E0B9-422FB34F49C3}"/>
                    </a:ext>
                  </a:extLst>
                </p:cNvPr>
                <p:cNvPicPr/>
                <p:nvPr/>
              </p:nvPicPr>
              <p:blipFill>
                <a:blip r:embed="rId606"/>
                <a:stretch>
                  <a:fillRect/>
                </a:stretch>
              </p:blipFill>
              <p:spPr>
                <a:xfrm>
                  <a:off x="7823727" y="4483562"/>
                  <a:ext cx="3204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607">
              <p14:nvContentPartPr>
                <p14:cNvPr id="467" name="Entrada de lápiz 466">
                  <a:extLst>
                    <a:ext uri="{FF2B5EF4-FFF2-40B4-BE49-F238E27FC236}">
                      <a16:creationId xmlns:a16="http://schemas.microsoft.com/office/drawing/2014/main" id="{63602139-C05F-0EED-1682-03FC5537A0FC}"/>
                    </a:ext>
                  </a:extLst>
                </p14:cNvPr>
                <p14:cNvContentPartPr/>
                <p14:nvPr/>
              </p14:nvContentPartPr>
              <p14:xfrm>
                <a:off x="7539327" y="4918802"/>
                <a:ext cx="68760" cy="92160"/>
              </p14:xfrm>
            </p:contentPart>
          </mc:Choice>
          <mc:Fallback xmlns="">
            <p:pic>
              <p:nvPicPr>
                <p:cNvPr id="467" name="Entrada de lápiz 466">
                  <a:extLst>
                    <a:ext uri="{FF2B5EF4-FFF2-40B4-BE49-F238E27FC236}">
                      <a16:creationId xmlns:a16="http://schemas.microsoft.com/office/drawing/2014/main" id="{63602139-C05F-0EED-1682-03FC5537A0FC}"/>
                    </a:ext>
                  </a:extLst>
                </p:cNvPr>
                <p:cNvPicPr/>
                <p:nvPr/>
              </p:nvPicPr>
              <p:blipFill>
                <a:blip r:embed="rId608"/>
                <a:stretch>
                  <a:fillRect/>
                </a:stretch>
              </p:blipFill>
              <p:spPr>
                <a:xfrm>
                  <a:off x="7533207" y="4912682"/>
                  <a:ext cx="8100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609">
              <p14:nvContentPartPr>
                <p14:cNvPr id="468" name="Entrada de lápiz 467">
                  <a:extLst>
                    <a:ext uri="{FF2B5EF4-FFF2-40B4-BE49-F238E27FC236}">
                      <a16:creationId xmlns:a16="http://schemas.microsoft.com/office/drawing/2014/main" id="{3D8D1077-4DA5-96FB-0EE0-09F8D3C6F104}"/>
                    </a:ext>
                  </a:extLst>
                </p14:cNvPr>
                <p14:cNvContentPartPr/>
                <p14:nvPr/>
              </p14:nvContentPartPr>
              <p14:xfrm>
                <a:off x="7627527" y="4920962"/>
                <a:ext cx="77040" cy="82440"/>
              </p14:xfrm>
            </p:contentPart>
          </mc:Choice>
          <mc:Fallback xmlns="">
            <p:pic>
              <p:nvPicPr>
                <p:cNvPr id="468" name="Entrada de lápiz 467">
                  <a:extLst>
                    <a:ext uri="{FF2B5EF4-FFF2-40B4-BE49-F238E27FC236}">
                      <a16:creationId xmlns:a16="http://schemas.microsoft.com/office/drawing/2014/main" id="{3D8D1077-4DA5-96FB-0EE0-09F8D3C6F104}"/>
                    </a:ext>
                  </a:extLst>
                </p:cNvPr>
                <p:cNvPicPr/>
                <p:nvPr/>
              </p:nvPicPr>
              <p:blipFill>
                <a:blip r:embed="rId610"/>
                <a:stretch>
                  <a:fillRect/>
                </a:stretch>
              </p:blipFill>
              <p:spPr>
                <a:xfrm>
                  <a:off x="7621407" y="4914842"/>
                  <a:ext cx="8928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611">
              <p14:nvContentPartPr>
                <p14:cNvPr id="469" name="Entrada de lápiz 468">
                  <a:extLst>
                    <a:ext uri="{FF2B5EF4-FFF2-40B4-BE49-F238E27FC236}">
                      <a16:creationId xmlns:a16="http://schemas.microsoft.com/office/drawing/2014/main" id="{1D92D09A-0E30-B806-70E1-B355452CDA9A}"/>
                    </a:ext>
                  </a:extLst>
                </p14:cNvPr>
                <p14:cNvContentPartPr/>
                <p14:nvPr/>
              </p14:nvContentPartPr>
              <p14:xfrm>
                <a:off x="7726887" y="4885682"/>
                <a:ext cx="7920" cy="25560"/>
              </p14:xfrm>
            </p:contentPart>
          </mc:Choice>
          <mc:Fallback xmlns="">
            <p:pic>
              <p:nvPicPr>
                <p:cNvPr id="469" name="Entrada de lápiz 468">
                  <a:extLst>
                    <a:ext uri="{FF2B5EF4-FFF2-40B4-BE49-F238E27FC236}">
                      <a16:creationId xmlns:a16="http://schemas.microsoft.com/office/drawing/2014/main" id="{1D92D09A-0E30-B806-70E1-B355452CDA9A}"/>
                    </a:ext>
                  </a:extLst>
                </p:cNvPr>
                <p:cNvPicPr/>
                <p:nvPr/>
              </p:nvPicPr>
              <p:blipFill>
                <a:blip r:embed="rId612"/>
                <a:stretch>
                  <a:fillRect/>
                </a:stretch>
              </p:blipFill>
              <p:spPr>
                <a:xfrm>
                  <a:off x="7720767" y="4879562"/>
                  <a:ext cx="201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613">
              <p14:nvContentPartPr>
                <p14:cNvPr id="470" name="Entrada de lápiz 469">
                  <a:extLst>
                    <a:ext uri="{FF2B5EF4-FFF2-40B4-BE49-F238E27FC236}">
                      <a16:creationId xmlns:a16="http://schemas.microsoft.com/office/drawing/2014/main" id="{446860C2-107A-575F-5CA9-BC0A619510C3}"/>
                    </a:ext>
                  </a:extLst>
                </p14:cNvPr>
                <p14:cNvContentPartPr/>
                <p14:nvPr/>
              </p14:nvContentPartPr>
              <p14:xfrm>
                <a:off x="7732647" y="4983602"/>
                <a:ext cx="26280" cy="41040"/>
              </p14:xfrm>
            </p:contentPart>
          </mc:Choice>
          <mc:Fallback xmlns="">
            <p:pic>
              <p:nvPicPr>
                <p:cNvPr id="470" name="Entrada de lápiz 469">
                  <a:extLst>
                    <a:ext uri="{FF2B5EF4-FFF2-40B4-BE49-F238E27FC236}">
                      <a16:creationId xmlns:a16="http://schemas.microsoft.com/office/drawing/2014/main" id="{446860C2-107A-575F-5CA9-BC0A619510C3}"/>
                    </a:ext>
                  </a:extLst>
                </p:cNvPr>
                <p:cNvPicPr/>
                <p:nvPr/>
              </p:nvPicPr>
              <p:blipFill>
                <a:blip r:embed="rId614"/>
                <a:stretch>
                  <a:fillRect/>
                </a:stretch>
              </p:blipFill>
              <p:spPr>
                <a:xfrm>
                  <a:off x="7726527" y="4977482"/>
                  <a:ext cx="3852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615">
              <p14:nvContentPartPr>
                <p14:cNvPr id="471" name="Entrada de lápiz 470">
                  <a:extLst>
                    <a:ext uri="{FF2B5EF4-FFF2-40B4-BE49-F238E27FC236}">
                      <a16:creationId xmlns:a16="http://schemas.microsoft.com/office/drawing/2014/main" id="{EA99D820-6946-7A2C-18DE-D65AAD433FC4}"/>
                    </a:ext>
                  </a:extLst>
                </p14:cNvPr>
                <p14:cNvContentPartPr/>
                <p14:nvPr/>
              </p14:nvContentPartPr>
              <p14:xfrm>
                <a:off x="7797447" y="4908722"/>
                <a:ext cx="56880" cy="118440"/>
              </p14:xfrm>
            </p:contentPart>
          </mc:Choice>
          <mc:Fallback xmlns="">
            <p:pic>
              <p:nvPicPr>
                <p:cNvPr id="471" name="Entrada de lápiz 470">
                  <a:extLst>
                    <a:ext uri="{FF2B5EF4-FFF2-40B4-BE49-F238E27FC236}">
                      <a16:creationId xmlns:a16="http://schemas.microsoft.com/office/drawing/2014/main" id="{EA99D820-6946-7A2C-18DE-D65AAD433FC4}"/>
                    </a:ext>
                  </a:extLst>
                </p:cNvPr>
                <p:cNvPicPr/>
                <p:nvPr/>
              </p:nvPicPr>
              <p:blipFill>
                <a:blip r:embed="rId616"/>
                <a:stretch>
                  <a:fillRect/>
                </a:stretch>
              </p:blipFill>
              <p:spPr>
                <a:xfrm>
                  <a:off x="7791327" y="4902602"/>
                  <a:ext cx="6912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617">
              <p14:nvContentPartPr>
                <p14:cNvPr id="473" name="Entrada de lápiz 472">
                  <a:extLst>
                    <a:ext uri="{FF2B5EF4-FFF2-40B4-BE49-F238E27FC236}">
                      <a16:creationId xmlns:a16="http://schemas.microsoft.com/office/drawing/2014/main" id="{69EFBB38-9348-DA89-B73B-F90FA592A814}"/>
                    </a:ext>
                  </a:extLst>
                </p14:cNvPr>
                <p14:cNvContentPartPr/>
                <p14:nvPr/>
              </p14:nvContentPartPr>
              <p14:xfrm>
                <a:off x="7872687" y="4940762"/>
                <a:ext cx="74160" cy="96480"/>
              </p14:xfrm>
            </p:contentPart>
          </mc:Choice>
          <mc:Fallback xmlns="">
            <p:pic>
              <p:nvPicPr>
                <p:cNvPr id="473" name="Entrada de lápiz 472">
                  <a:extLst>
                    <a:ext uri="{FF2B5EF4-FFF2-40B4-BE49-F238E27FC236}">
                      <a16:creationId xmlns:a16="http://schemas.microsoft.com/office/drawing/2014/main" id="{69EFBB38-9348-DA89-B73B-F90FA592A814}"/>
                    </a:ext>
                  </a:extLst>
                </p:cNvPr>
                <p:cNvPicPr/>
                <p:nvPr/>
              </p:nvPicPr>
              <p:blipFill>
                <a:blip r:embed="rId618"/>
                <a:stretch>
                  <a:fillRect/>
                </a:stretch>
              </p:blipFill>
              <p:spPr>
                <a:xfrm>
                  <a:off x="7866567" y="4934642"/>
                  <a:ext cx="8640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619">
              <p14:nvContentPartPr>
                <p14:cNvPr id="474" name="Entrada de lápiz 473">
                  <a:extLst>
                    <a:ext uri="{FF2B5EF4-FFF2-40B4-BE49-F238E27FC236}">
                      <a16:creationId xmlns:a16="http://schemas.microsoft.com/office/drawing/2014/main" id="{A0A730F4-A526-9FC8-B6CA-F6EB6A003A95}"/>
                    </a:ext>
                  </a:extLst>
                </p14:cNvPr>
                <p14:cNvContentPartPr/>
                <p14:nvPr/>
              </p14:nvContentPartPr>
              <p14:xfrm>
                <a:off x="7979967" y="4996922"/>
                <a:ext cx="71280" cy="83520"/>
              </p14:xfrm>
            </p:contentPart>
          </mc:Choice>
          <mc:Fallback xmlns="">
            <p:pic>
              <p:nvPicPr>
                <p:cNvPr id="474" name="Entrada de lápiz 473">
                  <a:extLst>
                    <a:ext uri="{FF2B5EF4-FFF2-40B4-BE49-F238E27FC236}">
                      <a16:creationId xmlns:a16="http://schemas.microsoft.com/office/drawing/2014/main" id="{A0A730F4-A526-9FC8-B6CA-F6EB6A003A95}"/>
                    </a:ext>
                  </a:extLst>
                </p:cNvPr>
                <p:cNvPicPr/>
                <p:nvPr/>
              </p:nvPicPr>
              <p:blipFill>
                <a:blip r:embed="rId620"/>
                <a:stretch>
                  <a:fillRect/>
                </a:stretch>
              </p:blipFill>
              <p:spPr>
                <a:xfrm>
                  <a:off x="7973847" y="4990802"/>
                  <a:ext cx="8352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621">
              <p14:nvContentPartPr>
                <p14:cNvPr id="475" name="Entrada de lápiz 474">
                  <a:extLst>
                    <a:ext uri="{FF2B5EF4-FFF2-40B4-BE49-F238E27FC236}">
                      <a16:creationId xmlns:a16="http://schemas.microsoft.com/office/drawing/2014/main" id="{16E0BBBB-871C-E8CA-05A6-8CD64BDD681F}"/>
                    </a:ext>
                  </a:extLst>
                </p14:cNvPr>
                <p14:cNvContentPartPr/>
                <p14:nvPr/>
              </p14:nvContentPartPr>
              <p14:xfrm>
                <a:off x="7990047" y="5034002"/>
                <a:ext cx="30600" cy="7560"/>
              </p14:xfrm>
            </p:contentPart>
          </mc:Choice>
          <mc:Fallback xmlns="">
            <p:pic>
              <p:nvPicPr>
                <p:cNvPr id="475" name="Entrada de lápiz 474">
                  <a:extLst>
                    <a:ext uri="{FF2B5EF4-FFF2-40B4-BE49-F238E27FC236}">
                      <a16:creationId xmlns:a16="http://schemas.microsoft.com/office/drawing/2014/main" id="{16E0BBBB-871C-E8CA-05A6-8CD64BDD681F}"/>
                    </a:ext>
                  </a:extLst>
                </p:cNvPr>
                <p:cNvPicPr/>
                <p:nvPr/>
              </p:nvPicPr>
              <p:blipFill>
                <a:blip r:embed="rId622"/>
                <a:stretch>
                  <a:fillRect/>
                </a:stretch>
              </p:blipFill>
              <p:spPr>
                <a:xfrm>
                  <a:off x="7983927" y="5027882"/>
                  <a:ext cx="4284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623">
              <p14:nvContentPartPr>
                <p14:cNvPr id="476" name="Entrada de lápiz 475">
                  <a:extLst>
                    <a:ext uri="{FF2B5EF4-FFF2-40B4-BE49-F238E27FC236}">
                      <a16:creationId xmlns:a16="http://schemas.microsoft.com/office/drawing/2014/main" id="{4A2116E1-1005-4237-5C3B-AE5C3A9E28BA}"/>
                    </a:ext>
                  </a:extLst>
                </p14:cNvPr>
                <p14:cNvContentPartPr/>
                <p14:nvPr/>
              </p14:nvContentPartPr>
              <p14:xfrm>
                <a:off x="8080407" y="4967042"/>
                <a:ext cx="5040" cy="30960"/>
              </p14:xfrm>
            </p:contentPart>
          </mc:Choice>
          <mc:Fallback xmlns="">
            <p:pic>
              <p:nvPicPr>
                <p:cNvPr id="476" name="Entrada de lápiz 475">
                  <a:extLst>
                    <a:ext uri="{FF2B5EF4-FFF2-40B4-BE49-F238E27FC236}">
                      <a16:creationId xmlns:a16="http://schemas.microsoft.com/office/drawing/2014/main" id="{4A2116E1-1005-4237-5C3B-AE5C3A9E28BA}"/>
                    </a:ext>
                  </a:extLst>
                </p:cNvPr>
                <p:cNvPicPr/>
                <p:nvPr/>
              </p:nvPicPr>
              <p:blipFill>
                <a:blip r:embed="rId624"/>
                <a:stretch>
                  <a:fillRect/>
                </a:stretch>
              </p:blipFill>
              <p:spPr>
                <a:xfrm>
                  <a:off x="8074287" y="4960922"/>
                  <a:ext cx="1728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625">
              <p14:nvContentPartPr>
                <p14:cNvPr id="477" name="Entrada de lápiz 476">
                  <a:extLst>
                    <a:ext uri="{FF2B5EF4-FFF2-40B4-BE49-F238E27FC236}">
                      <a16:creationId xmlns:a16="http://schemas.microsoft.com/office/drawing/2014/main" id="{1E10EABB-2F97-3EC7-ADC6-BEF042B8E583}"/>
                    </a:ext>
                  </a:extLst>
                </p14:cNvPr>
                <p14:cNvContentPartPr/>
                <p14:nvPr/>
              </p14:nvContentPartPr>
              <p14:xfrm>
                <a:off x="8089767" y="5078642"/>
                <a:ext cx="16920" cy="33840"/>
              </p14:xfrm>
            </p:contentPart>
          </mc:Choice>
          <mc:Fallback xmlns="">
            <p:pic>
              <p:nvPicPr>
                <p:cNvPr id="477" name="Entrada de lápiz 476">
                  <a:extLst>
                    <a:ext uri="{FF2B5EF4-FFF2-40B4-BE49-F238E27FC236}">
                      <a16:creationId xmlns:a16="http://schemas.microsoft.com/office/drawing/2014/main" id="{1E10EABB-2F97-3EC7-ADC6-BEF042B8E583}"/>
                    </a:ext>
                  </a:extLst>
                </p:cNvPr>
                <p:cNvPicPr/>
                <p:nvPr/>
              </p:nvPicPr>
              <p:blipFill>
                <a:blip r:embed="rId626"/>
                <a:stretch>
                  <a:fillRect/>
                </a:stretch>
              </p:blipFill>
              <p:spPr>
                <a:xfrm>
                  <a:off x="8083647" y="5072522"/>
                  <a:ext cx="2916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627">
              <p14:nvContentPartPr>
                <p14:cNvPr id="478" name="Entrada de lápiz 477">
                  <a:extLst>
                    <a:ext uri="{FF2B5EF4-FFF2-40B4-BE49-F238E27FC236}">
                      <a16:creationId xmlns:a16="http://schemas.microsoft.com/office/drawing/2014/main" id="{CF4D898F-E421-A9B0-9D0D-73C35352AC1C}"/>
                    </a:ext>
                  </a:extLst>
                </p14:cNvPr>
                <p14:cNvContentPartPr/>
                <p14:nvPr/>
              </p14:nvContentPartPr>
              <p14:xfrm>
                <a:off x="8038287" y="4944002"/>
                <a:ext cx="27360" cy="61920"/>
              </p14:xfrm>
            </p:contentPart>
          </mc:Choice>
          <mc:Fallback xmlns="">
            <p:pic>
              <p:nvPicPr>
                <p:cNvPr id="478" name="Entrada de lápiz 477">
                  <a:extLst>
                    <a:ext uri="{FF2B5EF4-FFF2-40B4-BE49-F238E27FC236}">
                      <a16:creationId xmlns:a16="http://schemas.microsoft.com/office/drawing/2014/main" id="{CF4D898F-E421-A9B0-9D0D-73C35352AC1C}"/>
                    </a:ext>
                  </a:extLst>
                </p:cNvPr>
                <p:cNvPicPr/>
                <p:nvPr/>
              </p:nvPicPr>
              <p:blipFill>
                <a:blip r:embed="rId628"/>
                <a:stretch>
                  <a:fillRect/>
                </a:stretch>
              </p:blipFill>
              <p:spPr>
                <a:xfrm>
                  <a:off x="8032167" y="4937882"/>
                  <a:ext cx="3960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629">
              <p14:nvContentPartPr>
                <p14:cNvPr id="479" name="Entrada de lápiz 478">
                  <a:extLst>
                    <a:ext uri="{FF2B5EF4-FFF2-40B4-BE49-F238E27FC236}">
                      <a16:creationId xmlns:a16="http://schemas.microsoft.com/office/drawing/2014/main" id="{54C8C881-C768-B3FF-B824-006433373725}"/>
                    </a:ext>
                  </a:extLst>
                </p14:cNvPr>
                <p14:cNvContentPartPr/>
                <p14:nvPr/>
              </p14:nvContentPartPr>
              <p14:xfrm>
                <a:off x="8105607" y="4950122"/>
                <a:ext cx="17280" cy="62640"/>
              </p14:xfrm>
            </p:contentPart>
          </mc:Choice>
          <mc:Fallback xmlns="">
            <p:pic>
              <p:nvPicPr>
                <p:cNvPr id="479" name="Entrada de lápiz 478">
                  <a:extLst>
                    <a:ext uri="{FF2B5EF4-FFF2-40B4-BE49-F238E27FC236}">
                      <a16:creationId xmlns:a16="http://schemas.microsoft.com/office/drawing/2014/main" id="{54C8C881-C768-B3FF-B824-006433373725}"/>
                    </a:ext>
                  </a:extLst>
                </p:cNvPr>
                <p:cNvPicPr/>
                <p:nvPr/>
              </p:nvPicPr>
              <p:blipFill>
                <a:blip r:embed="rId630"/>
                <a:stretch>
                  <a:fillRect/>
                </a:stretch>
              </p:blipFill>
              <p:spPr>
                <a:xfrm>
                  <a:off x="8099487" y="4944002"/>
                  <a:ext cx="2952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631">
              <p14:nvContentPartPr>
                <p14:cNvPr id="480" name="Entrada de lápiz 479">
                  <a:extLst>
                    <a:ext uri="{FF2B5EF4-FFF2-40B4-BE49-F238E27FC236}">
                      <a16:creationId xmlns:a16="http://schemas.microsoft.com/office/drawing/2014/main" id="{C46EE4D0-614E-18CC-DDD0-533D7D4F1A6C}"/>
                    </a:ext>
                  </a:extLst>
                </p14:cNvPr>
                <p14:cNvContentPartPr/>
                <p14:nvPr/>
              </p14:nvContentPartPr>
              <p14:xfrm>
                <a:off x="7687287" y="4860842"/>
                <a:ext cx="16560" cy="55440"/>
              </p14:xfrm>
            </p:contentPart>
          </mc:Choice>
          <mc:Fallback xmlns="">
            <p:pic>
              <p:nvPicPr>
                <p:cNvPr id="480" name="Entrada de lápiz 479">
                  <a:extLst>
                    <a:ext uri="{FF2B5EF4-FFF2-40B4-BE49-F238E27FC236}">
                      <a16:creationId xmlns:a16="http://schemas.microsoft.com/office/drawing/2014/main" id="{C46EE4D0-614E-18CC-DDD0-533D7D4F1A6C}"/>
                    </a:ext>
                  </a:extLst>
                </p:cNvPr>
                <p:cNvPicPr/>
                <p:nvPr/>
              </p:nvPicPr>
              <p:blipFill>
                <a:blip r:embed="rId632"/>
                <a:stretch>
                  <a:fillRect/>
                </a:stretch>
              </p:blipFill>
              <p:spPr>
                <a:xfrm>
                  <a:off x="7681167" y="4854722"/>
                  <a:ext cx="2880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633">
              <p14:nvContentPartPr>
                <p14:cNvPr id="481" name="Entrada de lápiz 480">
                  <a:extLst>
                    <a:ext uri="{FF2B5EF4-FFF2-40B4-BE49-F238E27FC236}">
                      <a16:creationId xmlns:a16="http://schemas.microsoft.com/office/drawing/2014/main" id="{D3C0A8A5-CFBC-5B71-4759-5B043DB5214E}"/>
                    </a:ext>
                  </a:extLst>
                </p14:cNvPr>
                <p14:cNvContentPartPr/>
                <p14:nvPr/>
              </p14:nvContentPartPr>
              <p14:xfrm>
                <a:off x="7746687" y="4863002"/>
                <a:ext cx="28080" cy="47520"/>
              </p14:xfrm>
            </p:contentPart>
          </mc:Choice>
          <mc:Fallback xmlns="">
            <p:pic>
              <p:nvPicPr>
                <p:cNvPr id="481" name="Entrada de lápiz 480">
                  <a:extLst>
                    <a:ext uri="{FF2B5EF4-FFF2-40B4-BE49-F238E27FC236}">
                      <a16:creationId xmlns:a16="http://schemas.microsoft.com/office/drawing/2014/main" id="{D3C0A8A5-CFBC-5B71-4759-5B043DB5214E}"/>
                    </a:ext>
                  </a:extLst>
                </p:cNvPr>
                <p:cNvPicPr/>
                <p:nvPr/>
              </p:nvPicPr>
              <p:blipFill>
                <a:blip r:embed="rId634"/>
                <a:stretch>
                  <a:fillRect/>
                </a:stretch>
              </p:blipFill>
              <p:spPr>
                <a:xfrm>
                  <a:off x="7740567" y="4856882"/>
                  <a:ext cx="4032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635">
              <p14:nvContentPartPr>
                <p14:cNvPr id="495" name="Entrada de lápiz 494">
                  <a:extLst>
                    <a:ext uri="{FF2B5EF4-FFF2-40B4-BE49-F238E27FC236}">
                      <a16:creationId xmlns:a16="http://schemas.microsoft.com/office/drawing/2014/main" id="{A71F8036-E163-1204-9F18-FF2A471EC094}"/>
                    </a:ext>
                  </a:extLst>
                </p14:cNvPr>
                <p14:cNvContentPartPr/>
                <p14:nvPr/>
              </p14:nvContentPartPr>
              <p14:xfrm>
                <a:off x="7554447" y="5683082"/>
                <a:ext cx="82080" cy="96840"/>
              </p14:xfrm>
            </p:contentPart>
          </mc:Choice>
          <mc:Fallback xmlns="">
            <p:pic>
              <p:nvPicPr>
                <p:cNvPr id="495" name="Entrada de lápiz 494">
                  <a:extLst>
                    <a:ext uri="{FF2B5EF4-FFF2-40B4-BE49-F238E27FC236}">
                      <a16:creationId xmlns:a16="http://schemas.microsoft.com/office/drawing/2014/main" id="{A71F8036-E163-1204-9F18-FF2A471EC094}"/>
                    </a:ext>
                  </a:extLst>
                </p:cNvPr>
                <p:cNvPicPr/>
                <p:nvPr/>
              </p:nvPicPr>
              <p:blipFill>
                <a:blip r:embed="rId636"/>
                <a:stretch>
                  <a:fillRect/>
                </a:stretch>
              </p:blipFill>
              <p:spPr>
                <a:xfrm>
                  <a:off x="7548327" y="5676962"/>
                  <a:ext cx="9432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637">
              <p14:nvContentPartPr>
                <p14:cNvPr id="496" name="Entrada de lápiz 495">
                  <a:extLst>
                    <a:ext uri="{FF2B5EF4-FFF2-40B4-BE49-F238E27FC236}">
                      <a16:creationId xmlns:a16="http://schemas.microsoft.com/office/drawing/2014/main" id="{012C6CD5-B393-6365-6253-1C42C00FB87F}"/>
                    </a:ext>
                  </a:extLst>
                </p14:cNvPr>
                <p14:cNvContentPartPr/>
                <p14:nvPr/>
              </p14:nvContentPartPr>
              <p14:xfrm>
                <a:off x="7657047" y="5689562"/>
                <a:ext cx="85680" cy="86760"/>
              </p14:xfrm>
            </p:contentPart>
          </mc:Choice>
          <mc:Fallback xmlns="">
            <p:pic>
              <p:nvPicPr>
                <p:cNvPr id="496" name="Entrada de lápiz 495">
                  <a:extLst>
                    <a:ext uri="{FF2B5EF4-FFF2-40B4-BE49-F238E27FC236}">
                      <a16:creationId xmlns:a16="http://schemas.microsoft.com/office/drawing/2014/main" id="{012C6CD5-B393-6365-6253-1C42C00FB87F}"/>
                    </a:ext>
                  </a:extLst>
                </p:cNvPr>
                <p:cNvPicPr/>
                <p:nvPr/>
              </p:nvPicPr>
              <p:blipFill>
                <a:blip r:embed="rId638"/>
                <a:stretch>
                  <a:fillRect/>
                </a:stretch>
              </p:blipFill>
              <p:spPr>
                <a:xfrm>
                  <a:off x="7650927" y="5683442"/>
                  <a:ext cx="9792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639">
              <p14:nvContentPartPr>
                <p14:cNvPr id="497" name="Entrada de lápiz 496">
                  <a:extLst>
                    <a:ext uri="{FF2B5EF4-FFF2-40B4-BE49-F238E27FC236}">
                      <a16:creationId xmlns:a16="http://schemas.microsoft.com/office/drawing/2014/main" id="{232C70E3-4C2A-BBBB-5D37-B25364ACA287}"/>
                    </a:ext>
                  </a:extLst>
                </p14:cNvPr>
                <p14:cNvContentPartPr/>
                <p14:nvPr/>
              </p14:nvContentPartPr>
              <p14:xfrm>
                <a:off x="7739847" y="5655722"/>
                <a:ext cx="5400" cy="43560"/>
              </p14:xfrm>
            </p:contentPart>
          </mc:Choice>
          <mc:Fallback xmlns="">
            <p:pic>
              <p:nvPicPr>
                <p:cNvPr id="497" name="Entrada de lápiz 496">
                  <a:extLst>
                    <a:ext uri="{FF2B5EF4-FFF2-40B4-BE49-F238E27FC236}">
                      <a16:creationId xmlns:a16="http://schemas.microsoft.com/office/drawing/2014/main" id="{232C70E3-4C2A-BBBB-5D37-B25364ACA287}"/>
                    </a:ext>
                  </a:extLst>
                </p:cNvPr>
                <p:cNvPicPr/>
                <p:nvPr/>
              </p:nvPicPr>
              <p:blipFill>
                <a:blip r:embed="rId640"/>
                <a:stretch>
                  <a:fillRect/>
                </a:stretch>
              </p:blipFill>
              <p:spPr>
                <a:xfrm>
                  <a:off x="7733727" y="5649602"/>
                  <a:ext cx="1764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641">
              <p14:nvContentPartPr>
                <p14:cNvPr id="498" name="Entrada de lápiz 497">
                  <a:extLst>
                    <a:ext uri="{FF2B5EF4-FFF2-40B4-BE49-F238E27FC236}">
                      <a16:creationId xmlns:a16="http://schemas.microsoft.com/office/drawing/2014/main" id="{E3651350-F174-F751-50DD-B41304BD1046}"/>
                    </a:ext>
                  </a:extLst>
                </p14:cNvPr>
                <p14:cNvContentPartPr/>
                <p14:nvPr/>
              </p14:nvContentPartPr>
              <p14:xfrm>
                <a:off x="7763607" y="5772002"/>
                <a:ext cx="21600" cy="21960"/>
              </p14:xfrm>
            </p:contentPart>
          </mc:Choice>
          <mc:Fallback xmlns="">
            <p:pic>
              <p:nvPicPr>
                <p:cNvPr id="498" name="Entrada de lápiz 497">
                  <a:extLst>
                    <a:ext uri="{FF2B5EF4-FFF2-40B4-BE49-F238E27FC236}">
                      <a16:creationId xmlns:a16="http://schemas.microsoft.com/office/drawing/2014/main" id="{E3651350-F174-F751-50DD-B41304BD1046}"/>
                    </a:ext>
                  </a:extLst>
                </p:cNvPr>
                <p:cNvPicPr/>
                <p:nvPr/>
              </p:nvPicPr>
              <p:blipFill>
                <a:blip r:embed="rId642"/>
                <a:stretch>
                  <a:fillRect/>
                </a:stretch>
              </p:blipFill>
              <p:spPr>
                <a:xfrm>
                  <a:off x="7757487" y="5765882"/>
                  <a:ext cx="3384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643">
              <p14:nvContentPartPr>
                <p14:cNvPr id="499" name="Entrada de lápiz 498">
                  <a:extLst>
                    <a:ext uri="{FF2B5EF4-FFF2-40B4-BE49-F238E27FC236}">
                      <a16:creationId xmlns:a16="http://schemas.microsoft.com/office/drawing/2014/main" id="{CAD1AB10-71A5-722D-451A-BE594294F7C6}"/>
                    </a:ext>
                  </a:extLst>
                </p14:cNvPr>
                <p14:cNvContentPartPr/>
                <p14:nvPr/>
              </p14:nvContentPartPr>
              <p14:xfrm>
                <a:off x="7792407" y="5774162"/>
                <a:ext cx="2880" cy="46080"/>
              </p14:xfrm>
            </p:contentPart>
          </mc:Choice>
          <mc:Fallback xmlns="">
            <p:pic>
              <p:nvPicPr>
                <p:cNvPr id="499" name="Entrada de lápiz 498">
                  <a:extLst>
                    <a:ext uri="{FF2B5EF4-FFF2-40B4-BE49-F238E27FC236}">
                      <a16:creationId xmlns:a16="http://schemas.microsoft.com/office/drawing/2014/main" id="{CAD1AB10-71A5-722D-451A-BE594294F7C6}"/>
                    </a:ext>
                  </a:extLst>
                </p:cNvPr>
                <p:cNvPicPr/>
                <p:nvPr/>
              </p:nvPicPr>
              <p:blipFill>
                <a:blip r:embed="rId644"/>
                <a:stretch>
                  <a:fillRect/>
                </a:stretch>
              </p:blipFill>
              <p:spPr>
                <a:xfrm>
                  <a:off x="7786287" y="5768042"/>
                  <a:ext cx="1512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645">
              <p14:nvContentPartPr>
                <p14:cNvPr id="500" name="Entrada de lápiz 499">
                  <a:extLst>
                    <a:ext uri="{FF2B5EF4-FFF2-40B4-BE49-F238E27FC236}">
                      <a16:creationId xmlns:a16="http://schemas.microsoft.com/office/drawing/2014/main" id="{E61FE190-9705-1178-3CC3-2130E3EF2D5E}"/>
                    </a:ext>
                  </a:extLst>
                </p14:cNvPr>
                <p14:cNvContentPartPr/>
                <p14:nvPr/>
              </p14:nvContentPartPr>
              <p14:xfrm>
                <a:off x="7784487" y="5738162"/>
                <a:ext cx="111240" cy="136440"/>
              </p14:xfrm>
            </p:contentPart>
          </mc:Choice>
          <mc:Fallback xmlns="">
            <p:pic>
              <p:nvPicPr>
                <p:cNvPr id="500" name="Entrada de lápiz 499">
                  <a:extLst>
                    <a:ext uri="{FF2B5EF4-FFF2-40B4-BE49-F238E27FC236}">
                      <a16:creationId xmlns:a16="http://schemas.microsoft.com/office/drawing/2014/main" id="{E61FE190-9705-1178-3CC3-2130E3EF2D5E}"/>
                    </a:ext>
                  </a:extLst>
                </p:cNvPr>
                <p:cNvPicPr/>
                <p:nvPr/>
              </p:nvPicPr>
              <p:blipFill>
                <a:blip r:embed="rId646"/>
                <a:stretch>
                  <a:fillRect/>
                </a:stretch>
              </p:blipFill>
              <p:spPr>
                <a:xfrm>
                  <a:off x="7778367" y="5732042"/>
                  <a:ext cx="12348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647">
              <p14:nvContentPartPr>
                <p14:cNvPr id="501" name="Entrada de lápiz 500">
                  <a:extLst>
                    <a:ext uri="{FF2B5EF4-FFF2-40B4-BE49-F238E27FC236}">
                      <a16:creationId xmlns:a16="http://schemas.microsoft.com/office/drawing/2014/main" id="{AEC52BCD-52CB-7D04-0FED-79FE5C0F4538}"/>
                    </a:ext>
                  </a:extLst>
                </p14:cNvPr>
                <p14:cNvContentPartPr/>
                <p14:nvPr/>
              </p14:nvContentPartPr>
              <p14:xfrm>
                <a:off x="7889247" y="5770562"/>
                <a:ext cx="88560" cy="122760"/>
              </p14:xfrm>
            </p:contentPart>
          </mc:Choice>
          <mc:Fallback xmlns="">
            <p:pic>
              <p:nvPicPr>
                <p:cNvPr id="501" name="Entrada de lápiz 500">
                  <a:extLst>
                    <a:ext uri="{FF2B5EF4-FFF2-40B4-BE49-F238E27FC236}">
                      <a16:creationId xmlns:a16="http://schemas.microsoft.com/office/drawing/2014/main" id="{AEC52BCD-52CB-7D04-0FED-79FE5C0F4538}"/>
                    </a:ext>
                  </a:extLst>
                </p:cNvPr>
                <p:cNvPicPr/>
                <p:nvPr/>
              </p:nvPicPr>
              <p:blipFill>
                <a:blip r:embed="rId648"/>
                <a:stretch>
                  <a:fillRect/>
                </a:stretch>
              </p:blipFill>
              <p:spPr>
                <a:xfrm>
                  <a:off x="7883127" y="5764442"/>
                  <a:ext cx="10080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649">
              <p14:nvContentPartPr>
                <p14:cNvPr id="502" name="Entrada de lápiz 501">
                  <a:extLst>
                    <a:ext uri="{FF2B5EF4-FFF2-40B4-BE49-F238E27FC236}">
                      <a16:creationId xmlns:a16="http://schemas.microsoft.com/office/drawing/2014/main" id="{46B029A7-525A-AE2E-C9EB-F7AF2A667E1E}"/>
                    </a:ext>
                  </a:extLst>
                </p14:cNvPr>
                <p14:cNvContentPartPr/>
                <p14:nvPr/>
              </p14:nvContentPartPr>
              <p14:xfrm>
                <a:off x="8013087" y="5791802"/>
                <a:ext cx="63360" cy="104040"/>
              </p14:xfrm>
            </p:contentPart>
          </mc:Choice>
          <mc:Fallback xmlns="">
            <p:pic>
              <p:nvPicPr>
                <p:cNvPr id="502" name="Entrada de lápiz 501">
                  <a:extLst>
                    <a:ext uri="{FF2B5EF4-FFF2-40B4-BE49-F238E27FC236}">
                      <a16:creationId xmlns:a16="http://schemas.microsoft.com/office/drawing/2014/main" id="{46B029A7-525A-AE2E-C9EB-F7AF2A667E1E}"/>
                    </a:ext>
                  </a:extLst>
                </p:cNvPr>
                <p:cNvPicPr/>
                <p:nvPr/>
              </p:nvPicPr>
              <p:blipFill>
                <a:blip r:embed="rId650"/>
                <a:stretch>
                  <a:fillRect/>
                </a:stretch>
              </p:blipFill>
              <p:spPr>
                <a:xfrm>
                  <a:off x="8006967" y="5785682"/>
                  <a:ext cx="7560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651">
              <p14:nvContentPartPr>
                <p14:cNvPr id="503" name="Entrada de lápiz 502">
                  <a:extLst>
                    <a:ext uri="{FF2B5EF4-FFF2-40B4-BE49-F238E27FC236}">
                      <a16:creationId xmlns:a16="http://schemas.microsoft.com/office/drawing/2014/main" id="{04DA1392-D0A5-D337-42ED-E5888AAED57C}"/>
                    </a:ext>
                  </a:extLst>
                </p14:cNvPr>
                <p14:cNvContentPartPr/>
                <p14:nvPr/>
              </p14:nvContentPartPr>
              <p14:xfrm>
                <a:off x="8011287" y="5843282"/>
                <a:ext cx="50040" cy="7560"/>
              </p14:xfrm>
            </p:contentPart>
          </mc:Choice>
          <mc:Fallback xmlns="">
            <p:pic>
              <p:nvPicPr>
                <p:cNvPr id="503" name="Entrada de lápiz 502">
                  <a:extLst>
                    <a:ext uri="{FF2B5EF4-FFF2-40B4-BE49-F238E27FC236}">
                      <a16:creationId xmlns:a16="http://schemas.microsoft.com/office/drawing/2014/main" id="{04DA1392-D0A5-D337-42ED-E5888AAED57C}"/>
                    </a:ext>
                  </a:extLst>
                </p:cNvPr>
                <p:cNvPicPr/>
                <p:nvPr/>
              </p:nvPicPr>
              <p:blipFill>
                <a:blip r:embed="rId652"/>
                <a:stretch>
                  <a:fillRect/>
                </a:stretch>
              </p:blipFill>
              <p:spPr>
                <a:xfrm>
                  <a:off x="8005167" y="5837162"/>
                  <a:ext cx="6228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653">
              <p14:nvContentPartPr>
                <p14:cNvPr id="504" name="Entrada de lápiz 503">
                  <a:extLst>
                    <a:ext uri="{FF2B5EF4-FFF2-40B4-BE49-F238E27FC236}">
                      <a16:creationId xmlns:a16="http://schemas.microsoft.com/office/drawing/2014/main" id="{DDE552E9-FD9C-970D-021F-EC5B0D0F2E9E}"/>
                    </a:ext>
                  </a:extLst>
                </p14:cNvPr>
                <p14:cNvContentPartPr/>
                <p14:nvPr/>
              </p14:nvContentPartPr>
              <p14:xfrm>
                <a:off x="8121087" y="5895482"/>
                <a:ext cx="17640" cy="23400"/>
              </p14:xfrm>
            </p:contentPart>
          </mc:Choice>
          <mc:Fallback xmlns="">
            <p:pic>
              <p:nvPicPr>
                <p:cNvPr id="504" name="Entrada de lápiz 503">
                  <a:extLst>
                    <a:ext uri="{FF2B5EF4-FFF2-40B4-BE49-F238E27FC236}">
                      <a16:creationId xmlns:a16="http://schemas.microsoft.com/office/drawing/2014/main" id="{DDE552E9-FD9C-970D-021F-EC5B0D0F2E9E}"/>
                    </a:ext>
                  </a:extLst>
                </p:cNvPr>
                <p:cNvPicPr/>
                <p:nvPr/>
              </p:nvPicPr>
              <p:blipFill>
                <a:blip r:embed="rId654"/>
                <a:stretch>
                  <a:fillRect/>
                </a:stretch>
              </p:blipFill>
              <p:spPr>
                <a:xfrm>
                  <a:off x="8114967" y="5889362"/>
                  <a:ext cx="2988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655">
              <p14:nvContentPartPr>
                <p14:cNvPr id="505" name="Entrada de lápiz 504">
                  <a:extLst>
                    <a:ext uri="{FF2B5EF4-FFF2-40B4-BE49-F238E27FC236}">
                      <a16:creationId xmlns:a16="http://schemas.microsoft.com/office/drawing/2014/main" id="{C85665E8-0382-F0AC-73B2-F91AB6A40746}"/>
                    </a:ext>
                  </a:extLst>
                </p14:cNvPr>
                <p14:cNvContentPartPr/>
                <p14:nvPr/>
              </p14:nvContentPartPr>
              <p14:xfrm>
                <a:off x="8144127" y="5896562"/>
                <a:ext cx="3960" cy="39600"/>
              </p14:xfrm>
            </p:contentPart>
          </mc:Choice>
          <mc:Fallback xmlns="">
            <p:pic>
              <p:nvPicPr>
                <p:cNvPr id="505" name="Entrada de lápiz 504">
                  <a:extLst>
                    <a:ext uri="{FF2B5EF4-FFF2-40B4-BE49-F238E27FC236}">
                      <a16:creationId xmlns:a16="http://schemas.microsoft.com/office/drawing/2014/main" id="{C85665E8-0382-F0AC-73B2-F91AB6A40746}"/>
                    </a:ext>
                  </a:extLst>
                </p:cNvPr>
                <p:cNvPicPr/>
                <p:nvPr/>
              </p:nvPicPr>
              <p:blipFill>
                <a:blip r:embed="rId656"/>
                <a:stretch>
                  <a:fillRect/>
                </a:stretch>
              </p:blipFill>
              <p:spPr>
                <a:xfrm>
                  <a:off x="8138007" y="5890442"/>
                  <a:ext cx="1620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657">
              <p14:nvContentPartPr>
                <p14:cNvPr id="506" name="Entrada de lápiz 505">
                  <a:extLst>
                    <a:ext uri="{FF2B5EF4-FFF2-40B4-BE49-F238E27FC236}">
                      <a16:creationId xmlns:a16="http://schemas.microsoft.com/office/drawing/2014/main" id="{9D444136-E0C9-48BF-FF79-8986DDDA1301}"/>
                    </a:ext>
                  </a:extLst>
                </p14:cNvPr>
                <p14:cNvContentPartPr/>
                <p14:nvPr/>
              </p14:nvContentPartPr>
              <p14:xfrm>
                <a:off x="8141607" y="5763722"/>
                <a:ext cx="12960" cy="36720"/>
              </p14:xfrm>
            </p:contentPart>
          </mc:Choice>
          <mc:Fallback xmlns="">
            <p:pic>
              <p:nvPicPr>
                <p:cNvPr id="506" name="Entrada de lápiz 505">
                  <a:extLst>
                    <a:ext uri="{FF2B5EF4-FFF2-40B4-BE49-F238E27FC236}">
                      <a16:creationId xmlns:a16="http://schemas.microsoft.com/office/drawing/2014/main" id="{9D444136-E0C9-48BF-FF79-8986DDDA1301}"/>
                    </a:ext>
                  </a:extLst>
                </p:cNvPr>
                <p:cNvPicPr/>
                <p:nvPr/>
              </p:nvPicPr>
              <p:blipFill>
                <a:blip r:embed="rId658"/>
                <a:stretch>
                  <a:fillRect/>
                </a:stretch>
              </p:blipFill>
              <p:spPr>
                <a:xfrm>
                  <a:off x="8135487" y="5757602"/>
                  <a:ext cx="2520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659">
              <p14:nvContentPartPr>
                <p14:cNvPr id="507" name="Entrada de lápiz 506">
                  <a:extLst>
                    <a:ext uri="{FF2B5EF4-FFF2-40B4-BE49-F238E27FC236}">
                      <a16:creationId xmlns:a16="http://schemas.microsoft.com/office/drawing/2014/main" id="{9F5D0A15-83C4-35CE-67A9-FBACD15A350D}"/>
                    </a:ext>
                  </a:extLst>
                </p14:cNvPr>
                <p14:cNvContentPartPr/>
                <p14:nvPr/>
              </p14:nvContentPartPr>
              <p14:xfrm>
                <a:off x="8101647" y="5745362"/>
                <a:ext cx="32400" cy="65160"/>
              </p14:xfrm>
            </p:contentPart>
          </mc:Choice>
          <mc:Fallback xmlns="">
            <p:pic>
              <p:nvPicPr>
                <p:cNvPr id="507" name="Entrada de lápiz 506">
                  <a:extLst>
                    <a:ext uri="{FF2B5EF4-FFF2-40B4-BE49-F238E27FC236}">
                      <a16:creationId xmlns:a16="http://schemas.microsoft.com/office/drawing/2014/main" id="{9F5D0A15-83C4-35CE-67A9-FBACD15A350D}"/>
                    </a:ext>
                  </a:extLst>
                </p:cNvPr>
                <p:cNvPicPr/>
                <p:nvPr/>
              </p:nvPicPr>
              <p:blipFill>
                <a:blip r:embed="rId660"/>
                <a:stretch>
                  <a:fillRect/>
                </a:stretch>
              </p:blipFill>
              <p:spPr>
                <a:xfrm>
                  <a:off x="8095527" y="5739242"/>
                  <a:ext cx="4464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661">
              <p14:nvContentPartPr>
                <p14:cNvPr id="508" name="Entrada de lápiz 507">
                  <a:extLst>
                    <a:ext uri="{FF2B5EF4-FFF2-40B4-BE49-F238E27FC236}">
                      <a16:creationId xmlns:a16="http://schemas.microsoft.com/office/drawing/2014/main" id="{BE25A6F4-708B-8FBA-C6F9-7D5714A07F80}"/>
                    </a:ext>
                  </a:extLst>
                </p14:cNvPr>
                <p14:cNvContentPartPr/>
                <p14:nvPr/>
              </p14:nvContentPartPr>
              <p14:xfrm>
                <a:off x="8176527" y="5742122"/>
                <a:ext cx="15120" cy="60840"/>
              </p14:xfrm>
            </p:contentPart>
          </mc:Choice>
          <mc:Fallback xmlns="">
            <p:pic>
              <p:nvPicPr>
                <p:cNvPr id="508" name="Entrada de lápiz 507">
                  <a:extLst>
                    <a:ext uri="{FF2B5EF4-FFF2-40B4-BE49-F238E27FC236}">
                      <a16:creationId xmlns:a16="http://schemas.microsoft.com/office/drawing/2014/main" id="{BE25A6F4-708B-8FBA-C6F9-7D5714A07F80}"/>
                    </a:ext>
                  </a:extLst>
                </p:cNvPr>
                <p:cNvPicPr/>
                <p:nvPr/>
              </p:nvPicPr>
              <p:blipFill>
                <a:blip r:embed="rId662"/>
                <a:stretch>
                  <a:fillRect/>
                </a:stretch>
              </p:blipFill>
              <p:spPr>
                <a:xfrm>
                  <a:off x="8170407" y="5736002"/>
                  <a:ext cx="2736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663">
              <p14:nvContentPartPr>
                <p14:cNvPr id="509" name="Entrada de lápiz 508">
                  <a:extLst>
                    <a:ext uri="{FF2B5EF4-FFF2-40B4-BE49-F238E27FC236}">
                      <a16:creationId xmlns:a16="http://schemas.microsoft.com/office/drawing/2014/main" id="{315BE2BA-33B9-FBC3-6A28-F8DE8DF1FF35}"/>
                    </a:ext>
                  </a:extLst>
                </p14:cNvPr>
                <p14:cNvContentPartPr/>
                <p14:nvPr/>
              </p14:nvContentPartPr>
              <p14:xfrm>
                <a:off x="7707447" y="5637722"/>
                <a:ext cx="8280" cy="50040"/>
              </p14:xfrm>
            </p:contentPart>
          </mc:Choice>
          <mc:Fallback xmlns="">
            <p:pic>
              <p:nvPicPr>
                <p:cNvPr id="509" name="Entrada de lápiz 508">
                  <a:extLst>
                    <a:ext uri="{FF2B5EF4-FFF2-40B4-BE49-F238E27FC236}">
                      <a16:creationId xmlns:a16="http://schemas.microsoft.com/office/drawing/2014/main" id="{315BE2BA-33B9-FBC3-6A28-F8DE8DF1FF35}"/>
                    </a:ext>
                  </a:extLst>
                </p:cNvPr>
                <p:cNvPicPr/>
                <p:nvPr/>
              </p:nvPicPr>
              <p:blipFill>
                <a:blip r:embed="rId664"/>
                <a:stretch>
                  <a:fillRect/>
                </a:stretch>
              </p:blipFill>
              <p:spPr>
                <a:xfrm>
                  <a:off x="7701327" y="5631602"/>
                  <a:ext cx="2052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665">
              <p14:nvContentPartPr>
                <p14:cNvPr id="510" name="Entrada de lápiz 509">
                  <a:extLst>
                    <a:ext uri="{FF2B5EF4-FFF2-40B4-BE49-F238E27FC236}">
                      <a16:creationId xmlns:a16="http://schemas.microsoft.com/office/drawing/2014/main" id="{F623C5E5-782B-848A-145A-E7E9837A8C4B}"/>
                    </a:ext>
                  </a:extLst>
                </p14:cNvPr>
                <p14:cNvContentPartPr/>
                <p14:nvPr/>
              </p14:nvContentPartPr>
              <p14:xfrm>
                <a:off x="7751727" y="5644562"/>
                <a:ext cx="24840" cy="40320"/>
              </p14:xfrm>
            </p:contentPart>
          </mc:Choice>
          <mc:Fallback xmlns="">
            <p:pic>
              <p:nvPicPr>
                <p:cNvPr id="510" name="Entrada de lápiz 509">
                  <a:extLst>
                    <a:ext uri="{FF2B5EF4-FFF2-40B4-BE49-F238E27FC236}">
                      <a16:creationId xmlns:a16="http://schemas.microsoft.com/office/drawing/2014/main" id="{F623C5E5-782B-848A-145A-E7E9837A8C4B}"/>
                    </a:ext>
                  </a:extLst>
                </p:cNvPr>
                <p:cNvPicPr/>
                <p:nvPr/>
              </p:nvPicPr>
              <p:blipFill>
                <a:blip r:embed="rId666"/>
                <a:stretch>
                  <a:fillRect/>
                </a:stretch>
              </p:blipFill>
              <p:spPr>
                <a:xfrm>
                  <a:off x="7745607" y="5638442"/>
                  <a:ext cx="3708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667">
              <p14:nvContentPartPr>
                <p14:cNvPr id="483" name="Entrada de lápiz 482">
                  <a:extLst>
                    <a:ext uri="{FF2B5EF4-FFF2-40B4-BE49-F238E27FC236}">
                      <a16:creationId xmlns:a16="http://schemas.microsoft.com/office/drawing/2014/main" id="{D433038D-CDE7-141E-BA4C-C29CC08C0ECB}"/>
                    </a:ext>
                  </a:extLst>
                </p14:cNvPr>
                <p14:cNvContentPartPr/>
                <p14:nvPr/>
              </p14:nvContentPartPr>
              <p14:xfrm>
                <a:off x="7536087" y="5299322"/>
                <a:ext cx="72000" cy="103680"/>
              </p14:xfrm>
            </p:contentPart>
          </mc:Choice>
          <mc:Fallback xmlns="">
            <p:pic>
              <p:nvPicPr>
                <p:cNvPr id="483" name="Entrada de lápiz 482">
                  <a:extLst>
                    <a:ext uri="{FF2B5EF4-FFF2-40B4-BE49-F238E27FC236}">
                      <a16:creationId xmlns:a16="http://schemas.microsoft.com/office/drawing/2014/main" id="{D433038D-CDE7-141E-BA4C-C29CC08C0ECB}"/>
                    </a:ext>
                  </a:extLst>
                </p:cNvPr>
                <p:cNvPicPr/>
                <p:nvPr/>
              </p:nvPicPr>
              <p:blipFill>
                <a:blip r:embed="rId668"/>
                <a:stretch>
                  <a:fillRect/>
                </a:stretch>
              </p:blipFill>
              <p:spPr>
                <a:xfrm>
                  <a:off x="7529967" y="5293202"/>
                  <a:ext cx="8424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669">
              <p14:nvContentPartPr>
                <p14:cNvPr id="484" name="Entrada de lápiz 483">
                  <a:extLst>
                    <a:ext uri="{FF2B5EF4-FFF2-40B4-BE49-F238E27FC236}">
                      <a16:creationId xmlns:a16="http://schemas.microsoft.com/office/drawing/2014/main" id="{23709D47-903A-F2B9-B05F-B1E05DF63EA4}"/>
                    </a:ext>
                  </a:extLst>
                </p14:cNvPr>
                <p14:cNvContentPartPr/>
                <p14:nvPr/>
              </p14:nvContentPartPr>
              <p14:xfrm>
                <a:off x="7621407" y="5297882"/>
                <a:ext cx="77040" cy="81000"/>
              </p14:xfrm>
            </p:contentPart>
          </mc:Choice>
          <mc:Fallback xmlns="">
            <p:pic>
              <p:nvPicPr>
                <p:cNvPr id="484" name="Entrada de lápiz 483">
                  <a:extLst>
                    <a:ext uri="{FF2B5EF4-FFF2-40B4-BE49-F238E27FC236}">
                      <a16:creationId xmlns:a16="http://schemas.microsoft.com/office/drawing/2014/main" id="{23709D47-903A-F2B9-B05F-B1E05DF63EA4}"/>
                    </a:ext>
                  </a:extLst>
                </p:cNvPr>
                <p:cNvPicPr/>
                <p:nvPr/>
              </p:nvPicPr>
              <p:blipFill>
                <a:blip r:embed="rId670"/>
                <a:stretch>
                  <a:fillRect/>
                </a:stretch>
              </p:blipFill>
              <p:spPr>
                <a:xfrm>
                  <a:off x="7615287" y="5291762"/>
                  <a:ext cx="8928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671">
              <p14:nvContentPartPr>
                <p14:cNvPr id="485" name="Entrada de lápiz 484">
                  <a:extLst>
                    <a:ext uri="{FF2B5EF4-FFF2-40B4-BE49-F238E27FC236}">
                      <a16:creationId xmlns:a16="http://schemas.microsoft.com/office/drawing/2014/main" id="{73AAEAF3-3D98-7C22-082B-3087A95FE4A7}"/>
                    </a:ext>
                  </a:extLst>
                </p14:cNvPr>
                <p14:cNvContentPartPr/>
                <p14:nvPr/>
              </p14:nvContentPartPr>
              <p14:xfrm>
                <a:off x="7730127" y="5377442"/>
                <a:ext cx="37080" cy="40680"/>
              </p14:xfrm>
            </p:contentPart>
          </mc:Choice>
          <mc:Fallback xmlns="">
            <p:pic>
              <p:nvPicPr>
                <p:cNvPr id="485" name="Entrada de lápiz 484">
                  <a:extLst>
                    <a:ext uri="{FF2B5EF4-FFF2-40B4-BE49-F238E27FC236}">
                      <a16:creationId xmlns:a16="http://schemas.microsoft.com/office/drawing/2014/main" id="{73AAEAF3-3D98-7C22-082B-3087A95FE4A7}"/>
                    </a:ext>
                  </a:extLst>
                </p:cNvPr>
                <p:cNvPicPr/>
                <p:nvPr/>
              </p:nvPicPr>
              <p:blipFill>
                <a:blip r:embed="rId672"/>
                <a:stretch>
                  <a:fillRect/>
                </a:stretch>
              </p:blipFill>
              <p:spPr>
                <a:xfrm>
                  <a:off x="7724007" y="5371322"/>
                  <a:ext cx="4932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673">
              <p14:nvContentPartPr>
                <p14:cNvPr id="486" name="Entrada de lápiz 485">
                  <a:extLst>
                    <a:ext uri="{FF2B5EF4-FFF2-40B4-BE49-F238E27FC236}">
                      <a16:creationId xmlns:a16="http://schemas.microsoft.com/office/drawing/2014/main" id="{451F05D0-7481-9A4F-A51D-473AEF2D08EA}"/>
                    </a:ext>
                  </a:extLst>
                </p14:cNvPr>
                <p14:cNvContentPartPr/>
                <p14:nvPr/>
              </p14:nvContentPartPr>
              <p14:xfrm>
                <a:off x="7711047" y="5272682"/>
                <a:ext cx="6840" cy="16560"/>
              </p14:xfrm>
            </p:contentPart>
          </mc:Choice>
          <mc:Fallback xmlns="">
            <p:pic>
              <p:nvPicPr>
                <p:cNvPr id="486" name="Entrada de lápiz 485">
                  <a:extLst>
                    <a:ext uri="{FF2B5EF4-FFF2-40B4-BE49-F238E27FC236}">
                      <a16:creationId xmlns:a16="http://schemas.microsoft.com/office/drawing/2014/main" id="{451F05D0-7481-9A4F-A51D-473AEF2D08EA}"/>
                    </a:ext>
                  </a:extLst>
                </p:cNvPr>
                <p:cNvPicPr/>
                <p:nvPr/>
              </p:nvPicPr>
              <p:blipFill>
                <a:blip r:embed="rId674"/>
                <a:stretch>
                  <a:fillRect/>
                </a:stretch>
              </p:blipFill>
              <p:spPr>
                <a:xfrm>
                  <a:off x="7704927" y="5266562"/>
                  <a:ext cx="1908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675">
              <p14:nvContentPartPr>
                <p14:cNvPr id="487" name="Entrada de lápiz 486">
                  <a:extLst>
                    <a:ext uri="{FF2B5EF4-FFF2-40B4-BE49-F238E27FC236}">
                      <a16:creationId xmlns:a16="http://schemas.microsoft.com/office/drawing/2014/main" id="{48BEEDF0-789A-CB99-A535-DE5DA1CAC698}"/>
                    </a:ext>
                  </a:extLst>
                </p14:cNvPr>
                <p14:cNvContentPartPr/>
                <p14:nvPr/>
              </p14:nvContentPartPr>
              <p14:xfrm>
                <a:off x="7788087" y="5306162"/>
                <a:ext cx="62280" cy="110880"/>
              </p14:xfrm>
            </p:contentPart>
          </mc:Choice>
          <mc:Fallback xmlns="">
            <p:pic>
              <p:nvPicPr>
                <p:cNvPr id="487" name="Entrada de lápiz 486">
                  <a:extLst>
                    <a:ext uri="{FF2B5EF4-FFF2-40B4-BE49-F238E27FC236}">
                      <a16:creationId xmlns:a16="http://schemas.microsoft.com/office/drawing/2014/main" id="{48BEEDF0-789A-CB99-A535-DE5DA1CAC698}"/>
                    </a:ext>
                  </a:extLst>
                </p:cNvPr>
                <p:cNvPicPr/>
                <p:nvPr/>
              </p:nvPicPr>
              <p:blipFill>
                <a:blip r:embed="rId676"/>
                <a:stretch>
                  <a:fillRect/>
                </a:stretch>
              </p:blipFill>
              <p:spPr>
                <a:xfrm>
                  <a:off x="7781967" y="5300042"/>
                  <a:ext cx="745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677">
              <p14:nvContentPartPr>
                <p14:cNvPr id="489" name="Entrada de lápiz 488">
                  <a:extLst>
                    <a:ext uri="{FF2B5EF4-FFF2-40B4-BE49-F238E27FC236}">
                      <a16:creationId xmlns:a16="http://schemas.microsoft.com/office/drawing/2014/main" id="{CC0EC9D5-DB67-37A3-1FF0-9F1614A061E2}"/>
                    </a:ext>
                  </a:extLst>
                </p14:cNvPr>
                <p14:cNvContentPartPr/>
                <p14:nvPr/>
              </p14:nvContentPartPr>
              <p14:xfrm>
                <a:off x="7856127" y="5344682"/>
                <a:ext cx="65880" cy="87480"/>
              </p14:xfrm>
            </p:contentPart>
          </mc:Choice>
          <mc:Fallback xmlns="">
            <p:pic>
              <p:nvPicPr>
                <p:cNvPr id="489" name="Entrada de lápiz 488">
                  <a:extLst>
                    <a:ext uri="{FF2B5EF4-FFF2-40B4-BE49-F238E27FC236}">
                      <a16:creationId xmlns:a16="http://schemas.microsoft.com/office/drawing/2014/main" id="{CC0EC9D5-DB67-37A3-1FF0-9F1614A061E2}"/>
                    </a:ext>
                  </a:extLst>
                </p:cNvPr>
                <p:cNvPicPr/>
                <p:nvPr/>
              </p:nvPicPr>
              <p:blipFill>
                <a:blip r:embed="rId678"/>
                <a:stretch>
                  <a:fillRect/>
                </a:stretch>
              </p:blipFill>
              <p:spPr>
                <a:xfrm>
                  <a:off x="7850007" y="5338562"/>
                  <a:ext cx="7812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679">
              <p14:nvContentPartPr>
                <p14:cNvPr id="490" name="Entrada de lápiz 489">
                  <a:extLst>
                    <a:ext uri="{FF2B5EF4-FFF2-40B4-BE49-F238E27FC236}">
                      <a16:creationId xmlns:a16="http://schemas.microsoft.com/office/drawing/2014/main" id="{BA1F7975-12CA-55D7-D773-009382D677EC}"/>
                    </a:ext>
                  </a:extLst>
                </p14:cNvPr>
                <p14:cNvContentPartPr/>
                <p14:nvPr/>
              </p14:nvContentPartPr>
              <p14:xfrm>
                <a:off x="7956927" y="5377442"/>
                <a:ext cx="53280" cy="66240"/>
              </p14:xfrm>
            </p:contentPart>
          </mc:Choice>
          <mc:Fallback xmlns="">
            <p:pic>
              <p:nvPicPr>
                <p:cNvPr id="490" name="Entrada de lápiz 489">
                  <a:extLst>
                    <a:ext uri="{FF2B5EF4-FFF2-40B4-BE49-F238E27FC236}">
                      <a16:creationId xmlns:a16="http://schemas.microsoft.com/office/drawing/2014/main" id="{BA1F7975-12CA-55D7-D773-009382D677EC}"/>
                    </a:ext>
                  </a:extLst>
                </p:cNvPr>
                <p:cNvPicPr/>
                <p:nvPr/>
              </p:nvPicPr>
              <p:blipFill>
                <a:blip r:embed="rId680"/>
                <a:stretch>
                  <a:fillRect/>
                </a:stretch>
              </p:blipFill>
              <p:spPr>
                <a:xfrm>
                  <a:off x="7950807" y="5371322"/>
                  <a:ext cx="6552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681">
              <p14:nvContentPartPr>
                <p14:cNvPr id="491" name="Entrada de lápiz 490">
                  <a:extLst>
                    <a:ext uri="{FF2B5EF4-FFF2-40B4-BE49-F238E27FC236}">
                      <a16:creationId xmlns:a16="http://schemas.microsoft.com/office/drawing/2014/main" id="{680A1351-128C-3E64-1733-4BCF37820C87}"/>
                    </a:ext>
                  </a:extLst>
                </p14:cNvPr>
                <p14:cNvContentPartPr/>
                <p14:nvPr/>
              </p14:nvContentPartPr>
              <p14:xfrm>
                <a:off x="7956927" y="5414522"/>
                <a:ext cx="42840" cy="2520"/>
              </p14:xfrm>
            </p:contentPart>
          </mc:Choice>
          <mc:Fallback xmlns="">
            <p:pic>
              <p:nvPicPr>
                <p:cNvPr id="491" name="Entrada de lápiz 490">
                  <a:extLst>
                    <a:ext uri="{FF2B5EF4-FFF2-40B4-BE49-F238E27FC236}">
                      <a16:creationId xmlns:a16="http://schemas.microsoft.com/office/drawing/2014/main" id="{680A1351-128C-3E64-1733-4BCF37820C87}"/>
                    </a:ext>
                  </a:extLst>
                </p:cNvPr>
                <p:cNvPicPr/>
                <p:nvPr/>
              </p:nvPicPr>
              <p:blipFill>
                <a:blip r:embed="rId682"/>
                <a:stretch>
                  <a:fillRect/>
                </a:stretch>
              </p:blipFill>
              <p:spPr>
                <a:xfrm>
                  <a:off x="7950807" y="5408402"/>
                  <a:ext cx="5508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683">
              <p14:nvContentPartPr>
                <p14:cNvPr id="492" name="Entrada de lápiz 491">
                  <a:extLst>
                    <a:ext uri="{FF2B5EF4-FFF2-40B4-BE49-F238E27FC236}">
                      <a16:creationId xmlns:a16="http://schemas.microsoft.com/office/drawing/2014/main" id="{F7292996-D304-6FE9-8FF3-FD2E1A64DE6C}"/>
                    </a:ext>
                  </a:extLst>
                </p14:cNvPr>
                <p14:cNvContentPartPr/>
                <p14:nvPr/>
              </p14:nvContentPartPr>
              <p14:xfrm>
                <a:off x="8027127" y="5444402"/>
                <a:ext cx="43920" cy="49680"/>
              </p14:xfrm>
            </p:contentPart>
          </mc:Choice>
          <mc:Fallback xmlns="">
            <p:pic>
              <p:nvPicPr>
                <p:cNvPr id="492" name="Entrada de lápiz 491">
                  <a:extLst>
                    <a:ext uri="{FF2B5EF4-FFF2-40B4-BE49-F238E27FC236}">
                      <a16:creationId xmlns:a16="http://schemas.microsoft.com/office/drawing/2014/main" id="{F7292996-D304-6FE9-8FF3-FD2E1A64DE6C}"/>
                    </a:ext>
                  </a:extLst>
                </p:cNvPr>
                <p:cNvPicPr/>
                <p:nvPr/>
              </p:nvPicPr>
              <p:blipFill>
                <a:blip r:embed="rId684"/>
                <a:stretch>
                  <a:fillRect/>
                </a:stretch>
              </p:blipFill>
              <p:spPr>
                <a:xfrm>
                  <a:off x="8021007" y="5438282"/>
                  <a:ext cx="5616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685">
              <p14:nvContentPartPr>
                <p14:cNvPr id="493" name="Entrada de lápiz 492">
                  <a:extLst>
                    <a:ext uri="{FF2B5EF4-FFF2-40B4-BE49-F238E27FC236}">
                      <a16:creationId xmlns:a16="http://schemas.microsoft.com/office/drawing/2014/main" id="{B3751461-B17C-8CAA-6A6B-96C9B25D6F6A}"/>
                    </a:ext>
                  </a:extLst>
                </p14:cNvPr>
                <p14:cNvContentPartPr/>
                <p14:nvPr/>
              </p14:nvContentPartPr>
              <p14:xfrm>
                <a:off x="8033967" y="5354042"/>
                <a:ext cx="10800" cy="27360"/>
              </p14:xfrm>
            </p:contentPart>
          </mc:Choice>
          <mc:Fallback xmlns="">
            <p:pic>
              <p:nvPicPr>
                <p:cNvPr id="493" name="Entrada de lápiz 492">
                  <a:extLst>
                    <a:ext uri="{FF2B5EF4-FFF2-40B4-BE49-F238E27FC236}">
                      <a16:creationId xmlns:a16="http://schemas.microsoft.com/office/drawing/2014/main" id="{B3751461-B17C-8CAA-6A6B-96C9B25D6F6A}"/>
                    </a:ext>
                  </a:extLst>
                </p:cNvPr>
                <p:cNvPicPr/>
                <p:nvPr/>
              </p:nvPicPr>
              <p:blipFill>
                <a:blip r:embed="rId686"/>
                <a:stretch>
                  <a:fillRect/>
                </a:stretch>
              </p:blipFill>
              <p:spPr>
                <a:xfrm>
                  <a:off x="8027847" y="5347922"/>
                  <a:ext cx="2304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687">
              <p14:nvContentPartPr>
                <p14:cNvPr id="512" name="Entrada de lápiz 511">
                  <a:extLst>
                    <a:ext uri="{FF2B5EF4-FFF2-40B4-BE49-F238E27FC236}">
                      <a16:creationId xmlns:a16="http://schemas.microsoft.com/office/drawing/2014/main" id="{14F2CA68-EE34-C9B2-CFD3-CCC95905CCB3}"/>
                    </a:ext>
                  </a:extLst>
                </p14:cNvPr>
                <p14:cNvContentPartPr/>
                <p14:nvPr/>
              </p14:nvContentPartPr>
              <p14:xfrm>
                <a:off x="8008767" y="5320562"/>
                <a:ext cx="21600" cy="62640"/>
              </p14:xfrm>
            </p:contentPart>
          </mc:Choice>
          <mc:Fallback xmlns="">
            <p:pic>
              <p:nvPicPr>
                <p:cNvPr id="512" name="Entrada de lápiz 511">
                  <a:extLst>
                    <a:ext uri="{FF2B5EF4-FFF2-40B4-BE49-F238E27FC236}">
                      <a16:creationId xmlns:a16="http://schemas.microsoft.com/office/drawing/2014/main" id="{14F2CA68-EE34-C9B2-CFD3-CCC95905CCB3}"/>
                    </a:ext>
                  </a:extLst>
                </p:cNvPr>
                <p:cNvPicPr/>
                <p:nvPr/>
              </p:nvPicPr>
              <p:blipFill>
                <a:blip r:embed="rId688"/>
                <a:stretch>
                  <a:fillRect/>
                </a:stretch>
              </p:blipFill>
              <p:spPr>
                <a:xfrm>
                  <a:off x="8002647" y="5314442"/>
                  <a:ext cx="3384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689">
              <p14:nvContentPartPr>
                <p14:cNvPr id="513" name="Entrada de lápiz 512">
                  <a:extLst>
                    <a:ext uri="{FF2B5EF4-FFF2-40B4-BE49-F238E27FC236}">
                      <a16:creationId xmlns:a16="http://schemas.microsoft.com/office/drawing/2014/main" id="{0F5601CA-BBAC-AACF-94BE-C470EB36FECC}"/>
                    </a:ext>
                  </a:extLst>
                </p14:cNvPr>
                <p14:cNvContentPartPr/>
                <p14:nvPr/>
              </p14:nvContentPartPr>
              <p14:xfrm>
                <a:off x="8047647" y="5336402"/>
                <a:ext cx="30240" cy="48960"/>
              </p14:xfrm>
            </p:contentPart>
          </mc:Choice>
          <mc:Fallback xmlns="">
            <p:pic>
              <p:nvPicPr>
                <p:cNvPr id="513" name="Entrada de lápiz 512">
                  <a:extLst>
                    <a:ext uri="{FF2B5EF4-FFF2-40B4-BE49-F238E27FC236}">
                      <a16:creationId xmlns:a16="http://schemas.microsoft.com/office/drawing/2014/main" id="{0F5601CA-BBAC-AACF-94BE-C470EB36FECC}"/>
                    </a:ext>
                  </a:extLst>
                </p:cNvPr>
                <p:cNvPicPr/>
                <p:nvPr/>
              </p:nvPicPr>
              <p:blipFill>
                <a:blip r:embed="rId690"/>
                <a:stretch>
                  <a:fillRect/>
                </a:stretch>
              </p:blipFill>
              <p:spPr>
                <a:xfrm>
                  <a:off x="8041527" y="5330282"/>
                  <a:ext cx="4248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691">
              <p14:nvContentPartPr>
                <p14:cNvPr id="514" name="Entrada de lápiz 513">
                  <a:extLst>
                    <a:ext uri="{FF2B5EF4-FFF2-40B4-BE49-F238E27FC236}">
                      <a16:creationId xmlns:a16="http://schemas.microsoft.com/office/drawing/2014/main" id="{37D1FB25-16CF-5F54-5808-4090066EF8DC}"/>
                    </a:ext>
                  </a:extLst>
                </p14:cNvPr>
                <p14:cNvContentPartPr/>
                <p14:nvPr/>
              </p14:nvContentPartPr>
              <p14:xfrm>
                <a:off x="7672167" y="5252162"/>
                <a:ext cx="19800" cy="41760"/>
              </p14:xfrm>
            </p:contentPart>
          </mc:Choice>
          <mc:Fallback xmlns="">
            <p:pic>
              <p:nvPicPr>
                <p:cNvPr id="514" name="Entrada de lápiz 513">
                  <a:extLst>
                    <a:ext uri="{FF2B5EF4-FFF2-40B4-BE49-F238E27FC236}">
                      <a16:creationId xmlns:a16="http://schemas.microsoft.com/office/drawing/2014/main" id="{37D1FB25-16CF-5F54-5808-4090066EF8DC}"/>
                    </a:ext>
                  </a:extLst>
                </p:cNvPr>
                <p:cNvPicPr/>
                <p:nvPr/>
              </p:nvPicPr>
              <p:blipFill>
                <a:blip r:embed="rId692"/>
                <a:stretch>
                  <a:fillRect/>
                </a:stretch>
              </p:blipFill>
              <p:spPr>
                <a:xfrm>
                  <a:off x="7666047" y="5246042"/>
                  <a:ext cx="3204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693">
              <p14:nvContentPartPr>
                <p14:cNvPr id="515" name="Entrada de lápiz 514">
                  <a:extLst>
                    <a:ext uri="{FF2B5EF4-FFF2-40B4-BE49-F238E27FC236}">
                      <a16:creationId xmlns:a16="http://schemas.microsoft.com/office/drawing/2014/main" id="{36286394-9669-8F4A-21DB-BF0C97633D35}"/>
                    </a:ext>
                  </a:extLst>
                </p14:cNvPr>
                <p14:cNvContentPartPr/>
                <p14:nvPr/>
              </p14:nvContentPartPr>
              <p14:xfrm>
                <a:off x="7727967" y="5262602"/>
                <a:ext cx="25920" cy="36720"/>
              </p14:xfrm>
            </p:contentPart>
          </mc:Choice>
          <mc:Fallback xmlns="">
            <p:pic>
              <p:nvPicPr>
                <p:cNvPr id="515" name="Entrada de lápiz 514">
                  <a:extLst>
                    <a:ext uri="{FF2B5EF4-FFF2-40B4-BE49-F238E27FC236}">
                      <a16:creationId xmlns:a16="http://schemas.microsoft.com/office/drawing/2014/main" id="{36286394-9669-8F4A-21DB-BF0C97633D35}"/>
                    </a:ext>
                  </a:extLst>
                </p:cNvPr>
                <p:cNvPicPr/>
                <p:nvPr/>
              </p:nvPicPr>
              <p:blipFill>
                <a:blip r:embed="rId694"/>
                <a:stretch>
                  <a:fillRect/>
                </a:stretch>
              </p:blipFill>
              <p:spPr>
                <a:xfrm>
                  <a:off x="7721847" y="5256482"/>
                  <a:ext cx="3816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695">
              <p14:nvContentPartPr>
                <p14:cNvPr id="517" name="Entrada de lápiz 516">
                  <a:extLst>
                    <a:ext uri="{FF2B5EF4-FFF2-40B4-BE49-F238E27FC236}">
                      <a16:creationId xmlns:a16="http://schemas.microsoft.com/office/drawing/2014/main" id="{D8149CB5-ADF5-4E3E-9934-42FD079EEF26}"/>
                    </a:ext>
                  </a:extLst>
                </p14:cNvPr>
                <p14:cNvContentPartPr/>
                <p14:nvPr/>
              </p14:nvContentPartPr>
              <p14:xfrm>
                <a:off x="8214242" y="4529162"/>
                <a:ext cx="113760" cy="1466280"/>
              </p14:xfrm>
            </p:contentPart>
          </mc:Choice>
          <mc:Fallback xmlns="">
            <p:pic>
              <p:nvPicPr>
                <p:cNvPr id="517" name="Entrada de lápiz 516">
                  <a:extLst>
                    <a:ext uri="{FF2B5EF4-FFF2-40B4-BE49-F238E27FC236}">
                      <a16:creationId xmlns:a16="http://schemas.microsoft.com/office/drawing/2014/main" id="{D8149CB5-ADF5-4E3E-9934-42FD079EEF26}"/>
                    </a:ext>
                  </a:extLst>
                </p:cNvPr>
                <p:cNvPicPr/>
                <p:nvPr/>
              </p:nvPicPr>
              <p:blipFill>
                <a:blip r:embed="rId696"/>
                <a:stretch>
                  <a:fillRect/>
                </a:stretch>
              </p:blipFill>
              <p:spPr>
                <a:xfrm>
                  <a:off x="8208122" y="4523042"/>
                  <a:ext cx="126000" cy="1478520"/>
                </a:xfrm>
                <a:prstGeom prst="rect">
                  <a:avLst/>
                </a:prstGeom>
              </p:spPr>
            </p:pic>
          </mc:Fallback>
        </mc:AlternateContent>
      </p:grpSp>
      <p:grpSp>
        <p:nvGrpSpPr>
          <p:cNvPr id="521" name="Grupo 520">
            <a:extLst>
              <a:ext uri="{FF2B5EF4-FFF2-40B4-BE49-F238E27FC236}">
                <a16:creationId xmlns:a16="http://schemas.microsoft.com/office/drawing/2014/main" id="{FB091D3C-120F-986B-5FE2-761A2A3F4E4D}"/>
              </a:ext>
            </a:extLst>
          </p:cNvPr>
          <p:cNvGrpSpPr/>
          <p:nvPr/>
        </p:nvGrpSpPr>
        <p:grpSpPr>
          <a:xfrm>
            <a:off x="8605405" y="5127941"/>
            <a:ext cx="57960" cy="50760"/>
            <a:chOff x="8605405" y="5127941"/>
            <a:chExt cx="57960" cy="50760"/>
          </a:xfrm>
        </p:grpSpPr>
        <mc:AlternateContent xmlns:mc="http://schemas.openxmlformats.org/markup-compatibility/2006" xmlns:p14="http://schemas.microsoft.com/office/powerpoint/2010/main">
          <mc:Choice Requires="p14">
            <p:contentPart p14:bwMode="auto" r:id="rId697">
              <p14:nvContentPartPr>
                <p14:cNvPr id="519" name="Entrada de lápiz 518">
                  <a:extLst>
                    <a:ext uri="{FF2B5EF4-FFF2-40B4-BE49-F238E27FC236}">
                      <a16:creationId xmlns:a16="http://schemas.microsoft.com/office/drawing/2014/main" id="{1239A9BD-68A0-BC67-C3E7-18FECCF83B92}"/>
                    </a:ext>
                  </a:extLst>
                </p14:cNvPr>
                <p14:cNvContentPartPr/>
                <p14:nvPr/>
              </p14:nvContentPartPr>
              <p14:xfrm>
                <a:off x="8610085" y="5127941"/>
                <a:ext cx="53280" cy="7560"/>
              </p14:xfrm>
            </p:contentPart>
          </mc:Choice>
          <mc:Fallback xmlns="">
            <p:pic>
              <p:nvPicPr>
                <p:cNvPr id="519" name="Entrada de lápiz 518">
                  <a:extLst>
                    <a:ext uri="{FF2B5EF4-FFF2-40B4-BE49-F238E27FC236}">
                      <a16:creationId xmlns:a16="http://schemas.microsoft.com/office/drawing/2014/main" id="{1239A9BD-68A0-BC67-C3E7-18FECCF83B92}"/>
                    </a:ext>
                  </a:extLst>
                </p:cNvPr>
                <p:cNvPicPr/>
                <p:nvPr/>
              </p:nvPicPr>
              <p:blipFill>
                <a:blip r:embed="rId698"/>
                <a:stretch>
                  <a:fillRect/>
                </a:stretch>
              </p:blipFill>
              <p:spPr>
                <a:xfrm>
                  <a:off x="8603965" y="5121821"/>
                  <a:ext cx="6552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699">
              <p14:nvContentPartPr>
                <p14:cNvPr id="520" name="Entrada de lápiz 519">
                  <a:extLst>
                    <a:ext uri="{FF2B5EF4-FFF2-40B4-BE49-F238E27FC236}">
                      <a16:creationId xmlns:a16="http://schemas.microsoft.com/office/drawing/2014/main" id="{04728C85-C7BB-CC12-023C-8A4989D3B3CD}"/>
                    </a:ext>
                  </a:extLst>
                </p14:cNvPr>
                <p14:cNvContentPartPr/>
                <p14:nvPr/>
              </p14:nvContentPartPr>
              <p14:xfrm>
                <a:off x="8605405" y="5173661"/>
                <a:ext cx="42480" cy="5040"/>
              </p14:xfrm>
            </p:contentPart>
          </mc:Choice>
          <mc:Fallback xmlns="">
            <p:pic>
              <p:nvPicPr>
                <p:cNvPr id="520" name="Entrada de lápiz 519">
                  <a:extLst>
                    <a:ext uri="{FF2B5EF4-FFF2-40B4-BE49-F238E27FC236}">
                      <a16:creationId xmlns:a16="http://schemas.microsoft.com/office/drawing/2014/main" id="{04728C85-C7BB-CC12-023C-8A4989D3B3CD}"/>
                    </a:ext>
                  </a:extLst>
                </p:cNvPr>
                <p:cNvPicPr/>
                <p:nvPr/>
              </p:nvPicPr>
              <p:blipFill>
                <a:blip r:embed="rId700"/>
                <a:stretch>
                  <a:fillRect/>
                </a:stretch>
              </p:blipFill>
              <p:spPr>
                <a:xfrm>
                  <a:off x="8599285" y="5167541"/>
                  <a:ext cx="54720" cy="17280"/>
                </a:xfrm>
                <a:prstGeom prst="rect">
                  <a:avLst/>
                </a:prstGeom>
              </p:spPr>
            </p:pic>
          </mc:Fallback>
        </mc:AlternateContent>
      </p:grpSp>
      <p:grpSp>
        <p:nvGrpSpPr>
          <p:cNvPr id="530" name="Grupo 529">
            <a:extLst>
              <a:ext uri="{FF2B5EF4-FFF2-40B4-BE49-F238E27FC236}">
                <a16:creationId xmlns:a16="http://schemas.microsoft.com/office/drawing/2014/main" id="{E3425620-0A2D-86E3-F6DE-AF6718EB2CCD}"/>
              </a:ext>
            </a:extLst>
          </p:cNvPr>
          <p:cNvGrpSpPr/>
          <p:nvPr/>
        </p:nvGrpSpPr>
        <p:grpSpPr>
          <a:xfrm>
            <a:off x="8899525" y="4443941"/>
            <a:ext cx="503640" cy="1554480"/>
            <a:chOff x="8899525" y="4443941"/>
            <a:chExt cx="503640" cy="1554480"/>
          </a:xfrm>
        </p:grpSpPr>
        <mc:AlternateContent xmlns:mc="http://schemas.openxmlformats.org/markup-compatibility/2006" xmlns:p14="http://schemas.microsoft.com/office/powerpoint/2010/main">
          <mc:Choice Requires="p14">
            <p:contentPart p14:bwMode="auto" r:id="rId701">
              <p14:nvContentPartPr>
                <p14:cNvPr id="522" name="Entrada de lápiz 521">
                  <a:extLst>
                    <a:ext uri="{FF2B5EF4-FFF2-40B4-BE49-F238E27FC236}">
                      <a16:creationId xmlns:a16="http://schemas.microsoft.com/office/drawing/2014/main" id="{1420CBA7-508B-E3AD-269E-E6AEFC2DE609}"/>
                    </a:ext>
                  </a:extLst>
                </p14:cNvPr>
                <p14:cNvContentPartPr/>
                <p14:nvPr/>
              </p14:nvContentPartPr>
              <p14:xfrm>
                <a:off x="8899525" y="4989701"/>
                <a:ext cx="77040" cy="199440"/>
              </p14:xfrm>
            </p:contentPart>
          </mc:Choice>
          <mc:Fallback xmlns="">
            <p:pic>
              <p:nvPicPr>
                <p:cNvPr id="522" name="Entrada de lápiz 521">
                  <a:extLst>
                    <a:ext uri="{FF2B5EF4-FFF2-40B4-BE49-F238E27FC236}">
                      <a16:creationId xmlns:a16="http://schemas.microsoft.com/office/drawing/2014/main" id="{1420CBA7-508B-E3AD-269E-E6AEFC2DE609}"/>
                    </a:ext>
                  </a:extLst>
                </p:cNvPr>
                <p:cNvPicPr/>
                <p:nvPr/>
              </p:nvPicPr>
              <p:blipFill>
                <a:blip r:embed="rId702"/>
                <a:stretch>
                  <a:fillRect/>
                </a:stretch>
              </p:blipFill>
              <p:spPr>
                <a:xfrm>
                  <a:off x="8893405" y="4983581"/>
                  <a:ext cx="8928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703">
              <p14:nvContentPartPr>
                <p14:cNvPr id="523" name="Entrada de lápiz 522">
                  <a:extLst>
                    <a:ext uri="{FF2B5EF4-FFF2-40B4-BE49-F238E27FC236}">
                      <a16:creationId xmlns:a16="http://schemas.microsoft.com/office/drawing/2014/main" id="{6CE600E7-B331-4217-C94D-266171529789}"/>
                    </a:ext>
                  </a:extLst>
                </p14:cNvPr>
                <p14:cNvContentPartPr/>
                <p14:nvPr/>
              </p14:nvContentPartPr>
              <p14:xfrm>
                <a:off x="9010045" y="4953341"/>
                <a:ext cx="25200" cy="9360"/>
              </p14:xfrm>
            </p:contentPart>
          </mc:Choice>
          <mc:Fallback xmlns="">
            <p:pic>
              <p:nvPicPr>
                <p:cNvPr id="523" name="Entrada de lápiz 522">
                  <a:extLst>
                    <a:ext uri="{FF2B5EF4-FFF2-40B4-BE49-F238E27FC236}">
                      <a16:creationId xmlns:a16="http://schemas.microsoft.com/office/drawing/2014/main" id="{6CE600E7-B331-4217-C94D-266171529789}"/>
                    </a:ext>
                  </a:extLst>
                </p:cNvPr>
                <p:cNvPicPr/>
                <p:nvPr/>
              </p:nvPicPr>
              <p:blipFill>
                <a:blip r:embed="rId704"/>
                <a:stretch>
                  <a:fillRect/>
                </a:stretch>
              </p:blipFill>
              <p:spPr>
                <a:xfrm>
                  <a:off x="9003925" y="4947221"/>
                  <a:ext cx="3744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705">
              <p14:nvContentPartPr>
                <p14:cNvPr id="524" name="Entrada de lápiz 523">
                  <a:extLst>
                    <a:ext uri="{FF2B5EF4-FFF2-40B4-BE49-F238E27FC236}">
                      <a16:creationId xmlns:a16="http://schemas.microsoft.com/office/drawing/2014/main" id="{6B0A65D2-A33F-2C58-A311-028E747367AA}"/>
                    </a:ext>
                  </a:extLst>
                </p14:cNvPr>
                <p14:cNvContentPartPr/>
                <p14:nvPr/>
              </p14:nvContentPartPr>
              <p14:xfrm>
                <a:off x="9006445" y="4952621"/>
                <a:ext cx="28080" cy="59760"/>
              </p14:xfrm>
            </p:contentPart>
          </mc:Choice>
          <mc:Fallback xmlns="">
            <p:pic>
              <p:nvPicPr>
                <p:cNvPr id="524" name="Entrada de lápiz 523">
                  <a:extLst>
                    <a:ext uri="{FF2B5EF4-FFF2-40B4-BE49-F238E27FC236}">
                      <a16:creationId xmlns:a16="http://schemas.microsoft.com/office/drawing/2014/main" id="{6B0A65D2-A33F-2C58-A311-028E747367AA}"/>
                    </a:ext>
                  </a:extLst>
                </p:cNvPr>
                <p:cNvPicPr/>
                <p:nvPr/>
              </p:nvPicPr>
              <p:blipFill>
                <a:blip r:embed="rId706"/>
                <a:stretch>
                  <a:fillRect/>
                </a:stretch>
              </p:blipFill>
              <p:spPr>
                <a:xfrm>
                  <a:off x="9000325" y="4946501"/>
                  <a:ext cx="4032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707">
              <p14:nvContentPartPr>
                <p14:cNvPr id="525" name="Entrada de lápiz 524">
                  <a:extLst>
                    <a:ext uri="{FF2B5EF4-FFF2-40B4-BE49-F238E27FC236}">
                      <a16:creationId xmlns:a16="http://schemas.microsoft.com/office/drawing/2014/main" id="{723C75A7-6B8F-EABC-57EE-664D08DAEC4C}"/>
                    </a:ext>
                  </a:extLst>
                </p14:cNvPr>
                <p14:cNvContentPartPr/>
                <p14:nvPr/>
              </p14:nvContentPartPr>
              <p14:xfrm>
                <a:off x="9065485" y="4950101"/>
                <a:ext cx="16920" cy="61920"/>
              </p14:xfrm>
            </p:contentPart>
          </mc:Choice>
          <mc:Fallback xmlns="">
            <p:pic>
              <p:nvPicPr>
                <p:cNvPr id="525" name="Entrada de lápiz 524">
                  <a:extLst>
                    <a:ext uri="{FF2B5EF4-FFF2-40B4-BE49-F238E27FC236}">
                      <a16:creationId xmlns:a16="http://schemas.microsoft.com/office/drawing/2014/main" id="{723C75A7-6B8F-EABC-57EE-664D08DAEC4C}"/>
                    </a:ext>
                  </a:extLst>
                </p:cNvPr>
                <p:cNvPicPr/>
                <p:nvPr/>
              </p:nvPicPr>
              <p:blipFill>
                <a:blip r:embed="rId708"/>
                <a:stretch>
                  <a:fillRect/>
                </a:stretch>
              </p:blipFill>
              <p:spPr>
                <a:xfrm>
                  <a:off x="9059365" y="4943981"/>
                  <a:ext cx="2916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709">
              <p14:nvContentPartPr>
                <p14:cNvPr id="526" name="Entrada de lápiz 525">
                  <a:extLst>
                    <a:ext uri="{FF2B5EF4-FFF2-40B4-BE49-F238E27FC236}">
                      <a16:creationId xmlns:a16="http://schemas.microsoft.com/office/drawing/2014/main" id="{9FCF2B68-EA13-AFB0-6F66-395FFF88D641}"/>
                    </a:ext>
                  </a:extLst>
                </p14:cNvPr>
                <p14:cNvContentPartPr/>
                <p14:nvPr/>
              </p14:nvContentPartPr>
              <p14:xfrm>
                <a:off x="9097885" y="4941461"/>
                <a:ext cx="33120" cy="71640"/>
              </p14:xfrm>
            </p:contentPart>
          </mc:Choice>
          <mc:Fallback xmlns="">
            <p:pic>
              <p:nvPicPr>
                <p:cNvPr id="526" name="Entrada de lápiz 525">
                  <a:extLst>
                    <a:ext uri="{FF2B5EF4-FFF2-40B4-BE49-F238E27FC236}">
                      <a16:creationId xmlns:a16="http://schemas.microsoft.com/office/drawing/2014/main" id="{9FCF2B68-EA13-AFB0-6F66-395FFF88D641}"/>
                    </a:ext>
                  </a:extLst>
                </p:cNvPr>
                <p:cNvPicPr/>
                <p:nvPr/>
              </p:nvPicPr>
              <p:blipFill>
                <a:blip r:embed="rId710"/>
                <a:stretch>
                  <a:fillRect/>
                </a:stretch>
              </p:blipFill>
              <p:spPr>
                <a:xfrm>
                  <a:off x="9091765" y="4935341"/>
                  <a:ext cx="4536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711">
              <p14:nvContentPartPr>
                <p14:cNvPr id="528" name="Entrada de lápiz 527">
                  <a:extLst>
                    <a:ext uri="{FF2B5EF4-FFF2-40B4-BE49-F238E27FC236}">
                      <a16:creationId xmlns:a16="http://schemas.microsoft.com/office/drawing/2014/main" id="{543BCCBD-2B19-00B5-C9FD-0AE78124A935}"/>
                    </a:ext>
                  </a:extLst>
                </p14:cNvPr>
                <p14:cNvContentPartPr/>
                <p14:nvPr/>
              </p14:nvContentPartPr>
              <p14:xfrm>
                <a:off x="9264925" y="4443941"/>
                <a:ext cx="138240" cy="17640"/>
              </p14:xfrm>
            </p:contentPart>
          </mc:Choice>
          <mc:Fallback xmlns="">
            <p:pic>
              <p:nvPicPr>
                <p:cNvPr id="528" name="Entrada de lápiz 527">
                  <a:extLst>
                    <a:ext uri="{FF2B5EF4-FFF2-40B4-BE49-F238E27FC236}">
                      <a16:creationId xmlns:a16="http://schemas.microsoft.com/office/drawing/2014/main" id="{543BCCBD-2B19-00B5-C9FD-0AE78124A935}"/>
                    </a:ext>
                  </a:extLst>
                </p:cNvPr>
                <p:cNvPicPr/>
                <p:nvPr/>
              </p:nvPicPr>
              <p:blipFill>
                <a:blip r:embed="rId712"/>
                <a:stretch>
                  <a:fillRect/>
                </a:stretch>
              </p:blipFill>
              <p:spPr>
                <a:xfrm>
                  <a:off x="9258805" y="4437821"/>
                  <a:ext cx="15048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713">
              <p14:nvContentPartPr>
                <p14:cNvPr id="529" name="Entrada de lápiz 528">
                  <a:extLst>
                    <a:ext uri="{FF2B5EF4-FFF2-40B4-BE49-F238E27FC236}">
                      <a16:creationId xmlns:a16="http://schemas.microsoft.com/office/drawing/2014/main" id="{B622A4E0-8BA6-33BD-EEB8-3E186930B7CE}"/>
                    </a:ext>
                  </a:extLst>
                </p14:cNvPr>
                <p14:cNvContentPartPr/>
                <p14:nvPr/>
              </p14:nvContentPartPr>
              <p14:xfrm>
                <a:off x="9194005" y="4459781"/>
                <a:ext cx="88920" cy="1538640"/>
              </p14:xfrm>
            </p:contentPart>
          </mc:Choice>
          <mc:Fallback xmlns="">
            <p:pic>
              <p:nvPicPr>
                <p:cNvPr id="529" name="Entrada de lápiz 528">
                  <a:extLst>
                    <a:ext uri="{FF2B5EF4-FFF2-40B4-BE49-F238E27FC236}">
                      <a16:creationId xmlns:a16="http://schemas.microsoft.com/office/drawing/2014/main" id="{B622A4E0-8BA6-33BD-EEB8-3E186930B7CE}"/>
                    </a:ext>
                  </a:extLst>
                </p:cNvPr>
                <p:cNvPicPr/>
                <p:nvPr/>
              </p:nvPicPr>
              <p:blipFill>
                <a:blip r:embed="rId714"/>
                <a:stretch>
                  <a:fillRect/>
                </a:stretch>
              </p:blipFill>
              <p:spPr>
                <a:xfrm>
                  <a:off x="9187885" y="4453661"/>
                  <a:ext cx="101160" cy="1550880"/>
                </a:xfrm>
                <a:prstGeom prst="rect">
                  <a:avLst/>
                </a:prstGeom>
              </p:spPr>
            </p:pic>
          </mc:Fallback>
        </mc:AlternateContent>
      </p:grpSp>
      <p:grpSp>
        <p:nvGrpSpPr>
          <p:cNvPr id="538" name="Grupo 537">
            <a:extLst>
              <a:ext uri="{FF2B5EF4-FFF2-40B4-BE49-F238E27FC236}">
                <a16:creationId xmlns:a16="http://schemas.microsoft.com/office/drawing/2014/main" id="{427ADE5C-4261-7BA5-BA25-6637B5B0B641}"/>
              </a:ext>
            </a:extLst>
          </p:cNvPr>
          <p:cNvGrpSpPr/>
          <p:nvPr/>
        </p:nvGrpSpPr>
        <p:grpSpPr>
          <a:xfrm>
            <a:off x="9405685" y="4397501"/>
            <a:ext cx="255960" cy="236880"/>
            <a:chOff x="9405685" y="4397501"/>
            <a:chExt cx="255960" cy="236880"/>
          </a:xfrm>
        </p:grpSpPr>
        <mc:AlternateContent xmlns:mc="http://schemas.openxmlformats.org/markup-compatibility/2006" xmlns:p14="http://schemas.microsoft.com/office/powerpoint/2010/main">
          <mc:Choice Requires="p14">
            <p:contentPart p14:bwMode="auto" r:id="rId715">
              <p14:nvContentPartPr>
                <p14:cNvPr id="531" name="Entrada de lápiz 530">
                  <a:extLst>
                    <a:ext uri="{FF2B5EF4-FFF2-40B4-BE49-F238E27FC236}">
                      <a16:creationId xmlns:a16="http://schemas.microsoft.com/office/drawing/2014/main" id="{A1E3335A-4E60-B5C8-D263-47F4E7E91940}"/>
                    </a:ext>
                  </a:extLst>
                </p14:cNvPr>
                <p14:cNvContentPartPr/>
                <p14:nvPr/>
              </p14:nvContentPartPr>
              <p14:xfrm>
                <a:off x="9405685" y="4508741"/>
                <a:ext cx="101520" cy="117720"/>
              </p14:xfrm>
            </p:contentPart>
          </mc:Choice>
          <mc:Fallback xmlns="">
            <p:pic>
              <p:nvPicPr>
                <p:cNvPr id="531" name="Entrada de lápiz 530">
                  <a:extLst>
                    <a:ext uri="{FF2B5EF4-FFF2-40B4-BE49-F238E27FC236}">
                      <a16:creationId xmlns:a16="http://schemas.microsoft.com/office/drawing/2014/main" id="{A1E3335A-4E60-B5C8-D263-47F4E7E91940}"/>
                    </a:ext>
                  </a:extLst>
                </p:cNvPr>
                <p:cNvPicPr/>
                <p:nvPr/>
              </p:nvPicPr>
              <p:blipFill>
                <a:blip r:embed="rId716"/>
                <a:stretch>
                  <a:fillRect/>
                </a:stretch>
              </p:blipFill>
              <p:spPr>
                <a:xfrm>
                  <a:off x="9399565" y="4502621"/>
                  <a:ext cx="11376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717">
              <p14:nvContentPartPr>
                <p14:cNvPr id="532" name="Entrada de lápiz 531">
                  <a:extLst>
                    <a:ext uri="{FF2B5EF4-FFF2-40B4-BE49-F238E27FC236}">
                      <a16:creationId xmlns:a16="http://schemas.microsoft.com/office/drawing/2014/main" id="{413401C7-1D72-48FB-D4A8-B9D5A1D3F553}"/>
                    </a:ext>
                  </a:extLst>
                </p14:cNvPr>
                <p14:cNvContentPartPr/>
                <p14:nvPr/>
              </p14:nvContentPartPr>
              <p14:xfrm>
                <a:off x="9453925" y="4504781"/>
                <a:ext cx="91440" cy="109080"/>
              </p14:xfrm>
            </p:contentPart>
          </mc:Choice>
          <mc:Fallback xmlns="">
            <p:pic>
              <p:nvPicPr>
                <p:cNvPr id="532" name="Entrada de lápiz 531">
                  <a:extLst>
                    <a:ext uri="{FF2B5EF4-FFF2-40B4-BE49-F238E27FC236}">
                      <a16:creationId xmlns:a16="http://schemas.microsoft.com/office/drawing/2014/main" id="{413401C7-1D72-48FB-D4A8-B9D5A1D3F553}"/>
                    </a:ext>
                  </a:extLst>
                </p:cNvPr>
                <p:cNvPicPr/>
                <p:nvPr/>
              </p:nvPicPr>
              <p:blipFill>
                <a:blip r:embed="rId718"/>
                <a:stretch>
                  <a:fillRect/>
                </a:stretch>
              </p:blipFill>
              <p:spPr>
                <a:xfrm>
                  <a:off x="9447805" y="4498661"/>
                  <a:ext cx="10368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719">
              <p14:nvContentPartPr>
                <p14:cNvPr id="533" name="Entrada de lápiz 532">
                  <a:extLst>
                    <a:ext uri="{FF2B5EF4-FFF2-40B4-BE49-F238E27FC236}">
                      <a16:creationId xmlns:a16="http://schemas.microsoft.com/office/drawing/2014/main" id="{A36B7BE1-4653-87FB-5274-2A006DD3C932}"/>
                    </a:ext>
                  </a:extLst>
                </p14:cNvPr>
                <p14:cNvContentPartPr/>
                <p14:nvPr/>
              </p14:nvContentPartPr>
              <p14:xfrm>
                <a:off x="9557605" y="4587941"/>
                <a:ext cx="4680" cy="46440"/>
              </p14:xfrm>
            </p:contentPart>
          </mc:Choice>
          <mc:Fallback xmlns="">
            <p:pic>
              <p:nvPicPr>
                <p:cNvPr id="533" name="Entrada de lápiz 532">
                  <a:extLst>
                    <a:ext uri="{FF2B5EF4-FFF2-40B4-BE49-F238E27FC236}">
                      <a16:creationId xmlns:a16="http://schemas.microsoft.com/office/drawing/2014/main" id="{A36B7BE1-4653-87FB-5274-2A006DD3C932}"/>
                    </a:ext>
                  </a:extLst>
                </p:cNvPr>
                <p:cNvPicPr/>
                <p:nvPr/>
              </p:nvPicPr>
              <p:blipFill>
                <a:blip r:embed="rId720"/>
                <a:stretch>
                  <a:fillRect/>
                </a:stretch>
              </p:blipFill>
              <p:spPr>
                <a:xfrm>
                  <a:off x="9551485" y="4581821"/>
                  <a:ext cx="1692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721">
              <p14:nvContentPartPr>
                <p14:cNvPr id="534" name="Entrada de lápiz 533">
                  <a:extLst>
                    <a:ext uri="{FF2B5EF4-FFF2-40B4-BE49-F238E27FC236}">
                      <a16:creationId xmlns:a16="http://schemas.microsoft.com/office/drawing/2014/main" id="{33391A4E-591A-8800-F335-044F1DEC8F89}"/>
                    </a:ext>
                  </a:extLst>
                </p14:cNvPr>
                <p14:cNvContentPartPr/>
                <p14:nvPr/>
              </p14:nvContentPartPr>
              <p14:xfrm>
                <a:off x="9554725" y="4419461"/>
                <a:ext cx="27360" cy="4320"/>
              </p14:xfrm>
            </p:contentPart>
          </mc:Choice>
          <mc:Fallback xmlns="">
            <p:pic>
              <p:nvPicPr>
                <p:cNvPr id="534" name="Entrada de lápiz 533">
                  <a:extLst>
                    <a:ext uri="{FF2B5EF4-FFF2-40B4-BE49-F238E27FC236}">
                      <a16:creationId xmlns:a16="http://schemas.microsoft.com/office/drawing/2014/main" id="{33391A4E-591A-8800-F335-044F1DEC8F89}"/>
                    </a:ext>
                  </a:extLst>
                </p:cNvPr>
                <p:cNvPicPr/>
                <p:nvPr/>
              </p:nvPicPr>
              <p:blipFill>
                <a:blip r:embed="rId722"/>
                <a:stretch>
                  <a:fillRect/>
                </a:stretch>
              </p:blipFill>
              <p:spPr>
                <a:xfrm>
                  <a:off x="9548605" y="4413341"/>
                  <a:ext cx="3960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723">
              <p14:nvContentPartPr>
                <p14:cNvPr id="535" name="Entrada de lápiz 534">
                  <a:extLst>
                    <a:ext uri="{FF2B5EF4-FFF2-40B4-BE49-F238E27FC236}">
                      <a16:creationId xmlns:a16="http://schemas.microsoft.com/office/drawing/2014/main" id="{8A77601F-BAF4-9EC4-B1E5-5B0D9A7E00C1}"/>
                    </a:ext>
                  </a:extLst>
                </p14:cNvPr>
                <p14:cNvContentPartPr/>
                <p14:nvPr/>
              </p14:nvContentPartPr>
              <p14:xfrm>
                <a:off x="9555805" y="4424861"/>
                <a:ext cx="28800" cy="51840"/>
              </p14:xfrm>
            </p:contentPart>
          </mc:Choice>
          <mc:Fallback xmlns="">
            <p:pic>
              <p:nvPicPr>
                <p:cNvPr id="535" name="Entrada de lápiz 534">
                  <a:extLst>
                    <a:ext uri="{FF2B5EF4-FFF2-40B4-BE49-F238E27FC236}">
                      <a16:creationId xmlns:a16="http://schemas.microsoft.com/office/drawing/2014/main" id="{8A77601F-BAF4-9EC4-B1E5-5B0D9A7E00C1}"/>
                    </a:ext>
                  </a:extLst>
                </p:cNvPr>
                <p:cNvPicPr/>
                <p:nvPr/>
              </p:nvPicPr>
              <p:blipFill>
                <a:blip r:embed="rId724"/>
                <a:stretch>
                  <a:fillRect/>
                </a:stretch>
              </p:blipFill>
              <p:spPr>
                <a:xfrm>
                  <a:off x="9549685" y="4418741"/>
                  <a:ext cx="4104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725">
              <p14:nvContentPartPr>
                <p14:cNvPr id="536" name="Entrada de lápiz 535">
                  <a:extLst>
                    <a:ext uri="{FF2B5EF4-FFF2-40B4-BE49-F238E27FC236}">
                      <a16:creationId xmlns:a16="http://schemas.microsoft.com/office/drawing/2014/main" id="{76016494-5D6E-1862-53B2-1E3560BF4654}"/>
                    </a:ext>
                  </a:extLst>
                </p14:cNvPr>
                <p14:cNvContentPartPr/>
                <p14:nvPr/>
              </p14:nvContentPartPr>
              <p14:xfrm>
                <a:off x="9602605" y="4420901"/>
                <a:ext cx="11880" cy="30240"/>
              </p14:xfrm>
            </p:contentPart>
          </mc:Choice>
          <mc:Fallback xmlns="">
            <p:pic>
              <p:nvPicPr>
                <p:cNvPr id="536" name="Entrada de lápiz 535">
                  <a:extLst>
                    <a:ext uri="{FF2B5EF4-FFF2-40B4-BE49-F238E27FC236}">
                      <a16:creationId xmlns:a16="http://schemas.microsoft.com/office/drawing/2014/main" id="{76016494-5D6E-1862-53B2-1E3560BF4654}"/>
                    </a:ext>
                  </a:extLst>
                </p:cNvPr>
                <p:cNvPicPr/>
                <p:nvPr/>
              </p:nvPicPr>
              <p:blipFill>
                <a:blip r:embed="rId726"/>
                <a:stretch>
                  <a:fillRect/>
                </a:stretch>
              </p:blipFill>
              <p:spPr>
                <a:xfrm>
                  <a:off x="9596485" y="4414781"/>
                  <a:ext cx="2412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727">
              <p14:nvContentPartPr>
                <p14:cNvPr id="537" name="Entrada de lápiz 536">
                  <a:extLst>
                    <a:ext uri="{FF2B5EF4-FFF2-40B4-BE49-F238E27FC236}">
                      <a16:creationId xmlns:a16="http://schemas.microsoft.com/office/drawing/2014/main" id="{26E11AD4-1315-D051-98B7-51D2416B5C0A}"/>
                    </a:ext>
                  </a:extLst>
                </p14:cNvPr>
                <p14:cNvContentPartPr/>
                <p14:nvPr/>
              </p14:nvContentPartPr>
              <p14:xfrm>
                <a:off x="9630325" y="4397501"/>
                <a:ext cx="31320" cy="70920"/>
              </p14:xfrm>
            </p:contentPart>
          </mc:Choice>
          <mc:Fallback xmlns="">
            <p:pic>
              <p:nvPicPr>
                <p:cNvPr id="537" name="Entrada de lápiz 536">
                  <a:extLst>
                    <a:ext uri="{FF2B5EF4-FFF2-40B4-BE49-F238E27FC236}">
                      <a16:creationId xmlns:a16="http://schemas.microsoft.com/office/drawing/2014/main" id="{26E11AD4-1315-D051-98B7-51D2416B5C0A}"/>
                    </a:ext>
                  </a:extLst>
                </p:cNvPr>
                <p:cNvPicPr/>
                <p:nvPr/>
              </p:nvPicPr>
              <p:blipFill>
                <a:blip r:embed="rId728"/>
                <a:stretch>
                  <a:fillRect/>
                </a:stretch>
              </p:blipFill>
              <p:spPr>
                <a:xfrm>
                  <a:off x="9624205" y="4391381"/>
                  <a:ext cx="43560" cy="83160"/>
                </a:xfrm>
                <a:prstGeom prst="rect">
                  <a:avLst/>
                </a:prstGeom>
              </p:spPr>
            </p:pic>
          </mc:Fallback>
        </mc:AlternateContent>
      </p:grpSp>
      <p:grpSp>
        <p:nvGrpSpPr>
          <p:cNvPr id="573" name="Grupo 572">
            <a:extLst>
              <a:ext uri="{FF2B5EF4-FFF2-40B4-BE49-F238E27FC236}">
                <a16:creationId xmlns:a16="http://schemas.microsoft.com/office/drawing/2014/main" id="{CD1E170B-3011-A4CE-6BEE-DBC765D33CE2}"/>
              </a:ext>
            </a:extLst>
          </p:cNvPr>
          <p:cNvGrpSpPr/>
          <p:nvPr/>
        </p:nvGrpSpPr>
        <p:grpSpPr>
          <a:xfrm>
            <a:off x="9367165" y="5649941"/>
            <a:ext cx="263880" cy="231120"/>
            <a:chOff x="9367165" y="5649941"/>
            <a:chExt cx="263880" cy="231120"/>
          </a:xfrm>
        </p:grpSpPr>
        <mc:AlternateContent xmlns:mc="http://schemas.openxmlformats.org/markup-compatibility/2006" xmlns:p14="http://schemas.microsoft.com/office/powerpoint/2010/main">
          <mc:Choice Requires="p14">
            <p:contentPart p14:bwMode="auto" r:id="rId729">
              <p14:nvContentPartPr>
                <p14:cNvPr id="563" name="Entrada de lápiz 562">
                  <a:extLst>
                    <a:ext uri="{FF2B5EF4-FFF2-40B4-BE49-F238E27FC236}">
                      <a16:creationId xmlns:a16="http://schemas.microsoft.com/office/drawing/2014/main" id="{218A4539-8E73-D4E1-852E-55ECF4A8F842}"/>
                    </a:ext>
                  </a:extLst>
                </p14:cNvPr>
                <p14:cNvContentPartPr/>
                <p14:nvPr/>
              </p14:nvContentPartPr>
              <p14:xfrm>
                <a:off x="9367165" y="5693861"/>
                <a:ext cx="105120" cy="152280"/>
              </p14:xfrm>
            </p:contentPart>
          </mc:Choice>
          <mc:Fallback xmlns="">
            <p:pic>
              <p:nvPicPr>
                <p:cNvPr id="563" name="Entrada de lápiz 562">
                  <a:extLst>
                    <a:ext uri="{FF2B5EF4-FFF2-40B4-BE49-F238E27FC236}">
                      <a16:creationId xmlns:a16="http://schemas.microsoft.com/office/drawing/2014/main" id="{218A4539-8E73-D4E1-852E-55ECF4A8F842}"/>
                    </a:ext>
                  </a:extLst>
                </p:cNvPr>
                <p:cNvPicPr/>
                <p:nvPr/>
              </p:nvPicPr>
              <p:blipFill>
                <a:blip r:embed="rId730"/>
                <a:stretch>
                  <a:fillRect/>
                </a:stretch>
              </p:blipFill>
              <p:spPr>
                <a:xfrm>
                  <a:off x="9361045" y="5687741"/>
                  <a:ext cx="11736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731">
              <p14:nvContentPartPr>
                <p14:cNvPr id="564" name="Entrada de lápiz 563">
                  <a:extLst>
                    <a:ext uri="{FF2B5EF4-FFF2-40B4-BE49-F238E27FC236}">
                      <a16:creationId xmlns:a16="http://schemas.microsoft.com/office/drawing/2014/main" id="{F8A1FE87-9633-D259-4A48-40BAC6F396AC}"/>
                    </a:ext>
                  </a:extLst>
                </p14:cNvPr>
                <p14:cNvContentPartPr/>
                <p14:nvPr/>
              </p14:nvContentPartPr>
              <p14:xfrm>
                <a:off x="9401005" y="5717621"/>
                <a:ext cx="112680" cy="111240"/>
              </p14:xfrm>
            </p:contentPart>
          </mc:Choice>
          <mc:Fallback xmlns="">
            <p:pic>
              <p:nvPicPr>
                <p:cNvPr id="564" name="Entrada de lápiz 563">
                  <a:extLst>
                    <a:ext uri="{FF2B5EF4-FFF2-40B4-BE49-F238E27FC236}">
                      <a16:creationId xmlns:a16="http://schemas.microsoft.com/office/drawing/2014/main" id="{F8A1FE87-9633-D259-4A48-40BAC6F396AC}"/>
                    </a:ext>
                  </a:extLst>
                </p:cNvPr>
                <p:cNvPicPr/>
                <p:nvPr/>
              </p:nvPicPr>
              <p:blipFill>
                <a:blip r:embed="rId732"/>
                <a:stretch>
                  <a:fillRect/>
                </a:stretch>
              </p:blipFill>
              <p:spPr>
                <a:xfrm>
                  <a:off x="9394885" y="5711501"/>
                  <a:ext cx="12492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733">
              <p14:nvContentPartPr>
                <p14:cNvPr id="565" name="Entrada de lápiz 564">
                  <a:extLst>
                    <a:ext uri="{FF2B5EF4-FFF2-40B4-BE49-F238E27FC236}">
                      <a16:creationId xmlns:a16="http://schemas.microsoft.com/office/drawing/2014/main" id="{80115374-5930-9813-87CB-B8AD7406133F}"/>
                    </a:ext>
                  </a:extLst>
                </p14:cNvPr>
                <p14:cNvContentPartPr/>
                <p14:nvPr/>
              </p14:nvContentPartPr>
              <p14:xfrm>
                <a:off x="9534205" y="5817701"/>
                <a:ext cx="18360" cy="38160"/>
              </p14:xfrm>
            </p:contentPart>
          </mc:Choice>
          <mc:Fallback xmlns="">
            <p:pic>
              <p:nvPicPr>
                <p:cNvPr id="565" name="Entrada de lápiz 564">
                  <a:extLst>
                    <a:ext uri="{FF2B5EF4-FFF2-40B4-BE49-F238E27FC236}">
                      <a16:creationId xmlns:a16="http://schemas.microsoft.com/office/drawing/2014/main" id="{80115374-5930-9813-87CB-B8AD7406133F}"/>
                    </a:ext>
                  </a:extLst>
                </p:cNvPr>
                <p:cNvPicPr/>
                <p:nvPr/>
              </p:nvPicPr>
              <p:blipFill>
                <a:blip r:embed="rId734"/>
                <a:stretch>
                  <a:fillRect/>
                </a:stretch>
              </p:blipFill>
              <p:spPr>
                <a:xfrm>
                  <a:off x="9528085" y="5811581"/>
                  <a:ext cx="3060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735">
              <p14:nvContentPartPr>
                <p14:cNvPr id="566" name="Entrada de lápiz 565">
                  <a:extLst>
                    <a:ext uri="{FF2B5EF4-FFF2-40B4-BE49-F238E27FC236}">
                      <a16:creationId xmlns:a16="http://schemas.microsoft.com/office/drawing/2014/main" id="{94675552-CBCD-EC32-06B7-963D6F1231FD}"/>
                    </a:ext>
                  </a:extLst>
                </p14:cNvPr>
                <p14:cNvContentPartPr/>
                <p14:nvPr/>
              </p14:nvContentPartPr>
              <p14:xfrm>
                <a:off x="9561925" y="5832101"/>
                <a:ext cx="6480" cy="48960"/>
              </p14:xfrm>
            </p:contentPart>
          </mc:Choice>
          <mc:Fallback xmlns="">
            <p:pic>
              <p:nvPicPr>
                <p:cNvPr id="566" name="Entrada de lápiz 565">
                  <a:extLst>
                    <a:ext uri="{FF2B5EF4-FFF2-40B4-BE49-F238E27FC236}">
                      <a16:creationId xmlns:a16="http://schemas.microsoft.com/office/drawing/2014/main" id="{94675552-CBCD-EC32-06B7-963D6F1231FD}"/>
                    </a:ext>
                  </a:extLst>
                </p:cNvPr>
                <p:cNvPicPr/>
                <p:nvPr/>
              </p:nvPicPr>
              <p:blipFill>
                <a:blip r:embed="rId736"/>
                <a:stretch>
                  <a:fillRect/>
                </a:stretch>
              </p:blipFill>
              <p:spPr>
                <a:xfrm>
                  <a:off x="9555805" y="5825981"/>
                  <a:ext cx="1872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737">
              <p14:nvContentPartPr>
                <p14:cNvPr id="567" name="Entrada de lápiz 566">
                  <a:extLst>
                    <a:ext uri="{FF2B5EF4-FFF2-40B4-BE49-F238E27FC236}">
                      <a16:creationId xmlns:a16="http://schemas.microsoft.com/office/drawing/2014/main" id="{63006E64-D355-822E-8AA0-C2579A13149F}"/>
                    </a:ext>
                  </a:extLst>
                </p14:cNvPr>
                <p14:cNvContentPartPr/>
                <p14:nvPr/>
              </p14:nvContentPartPr>
              <p14:xfrm>
                <a:off x="9574525" y="5680181"/>
                <a:ext cx="9360" cy="25920"/>
              </p14:xfrm>
            </p:contentPart>
          </mc:Choice>
          <mc:Fallback xmlns="">
            <p:pic>
              <p:nvPicPr>
                <p:cNvPr id="567" name="Entrada de lápiz 566">
                  <a:extLst>
                    <a:ext uri="{FF2B5EF4-FFF2-40B4-BE49-F238E27FC236}">
                      <a16:creationId xmlns:a16="http://schemas.microsoft.com/office/drawing/2014/main" id="{63006E64-D355-822E-8AA0-C2579A13149F}"/>
                    </a:ext>
                  </a:extLst>
                </p:cNvPr>
                <p:cNvPicPr/>
                <p:nvPr/>
              </p:nvPicPr>
              <p:blipFill>
                <a:blip r:embed="rId738"/>
                <a:stretch>
                  <a:fillRect/>
                </a:stretch>
              </p:blipFill>
              <p:spPr>
                <a:xfrm>
                  <a:off x="9568405" y="5674061"/>
                  <a:ext cx="216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739">
              <p14:nvContentPartPr>
                <p14:cNvPr id="568" name="Entrada de lápiz 567">
                  <a:extLst>
                    <a:ext uri="{FF2B5EF4-FFF2-40B4-BE49-F238E27FC236}">
                      <a16:creationId xmlns:a16="http://schemas.microsoft.com/office/drawing/2014/main" id="{3D1EF93A-F91F-FED4-BBDA-D8AF407F431E}"/>
                    </a:ext>
                  </a:extLst>
                </p14:cNvPr>
                <p14:cNvContentPartPr/>
                <p14:nvPr/>
              </p14:nvContentPartPr>
              <p14:xfrm>
                <a:off x="9548605" y="5649941"/>
                <a:ext cx="11160" cy="7920"/>
              </p14:xfrm>
            </p:contentPart>
          </mc:Choice>
          <mc:Fallback xmlns="">
            <p:pic>
              <p:nvPicPr>
                <p:cNvPr id="568" name="Entrada de lápiz 567">
                  <a:extLst>
                    <a:ext uri="{FF2B5EF4-FFF2-40B4-BE49-F238E27FC236}">
                      <a16:creationId xmlns:a16="http://schemas.microsoft.com/office/drawing/2014/main" id="{3D1EF93A-F91F-FED4-BBDA-D8AF407F431E}"/>
                    </a:ext>
                  </a:extLst>
                </p:cNvPr>
                <p:cNvPicPr/>
                <p:nvPr/>
              </p:nvPicPr>
              <p:blipFill>
                <a:blip r:embed="rId740"/>
                <a:stretch>
                  <a:fillRect/>
                </a:stretch>
              </p:blipFill>
              <p:spPr>
                <a:xfrm>
                  <a:off x="9542485" y="5643821"/>
                  <a:ext cx="2340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741">
              <p14:nvContentPartPr>
                <p14:cNvPr id="569" name="Entrada de lápiz 568">
                  <a:extLst>
                    <a:ext uri="{FF2B5EF4-FFF2-40B4-BE49-F238E27FC236}">
                      <a16:creationId xmlns:a16="http://schemas.microsoft.com/office/drawing/2014/main" id="{C099658D-2F14-B1D3-6F4B-A36BD6BDF5E5}"/>
                    </a:ext>
                  </a:extLst>
                </p14:cNvPr>
                <p14:cNvContentPartPr/>
                <p14:nvPr/>
              </p14:nvContentPartPr>
              <p14:xfrm>
                <a:off x="9533125" y="5656061"/>
                <a:ext cx="34560" cy="70920"/>
              </p14:xfrm>
            </p:contentPart>
          </mc:Choice>
          <mc:Fallback xmlns="">
            <p:pic>
              <p:nvPicPr>
                <p:cNvPr id="569" name="Entrada de lápiz 568">
                  <a:extLst>
                    <a:ext uri="{FF2B5EF4-FFF2-40B4-BE49-F238E27FC236}">
                      <a16:creationId xmlns:a16="http://schemas.microsoft.com/office/drawing/2014/main" id="{C099658D-2F14-B1D3-6F4B-A36BD6BDF5E5}"/>
                    </a:ext>
                  </a:extLst>
                </p:cNvPr>
                <p:cNvPicPr/>
                <p:nvPr/>
              </p:nvPicPr>
              <p:blipFill>
                <a:blip r:embed="rId742"/>
                <a:stretch>
                  <a:fillRect/>
                </a:stretch>
              </p:blipFill>
              <p:spPr>
                <a:xfrm>
                  <a:off x="9527005" y="5649941"/>
                  <a:ext cx="4680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743">
              <p14:nvContentPartPr>
                <p14:cNvPr id="571" name="Entrada de lápiz 570">
                  <a:extLst>
                    <a:ext uri="{FF2B5EF4-FFF2-40B4-BE49-F238E27FC236}">
                      <a16:creationId xmlns:a16="http://schemas.microsoft.com/office/drawing/2014/main" id="{9502C388-4C63-7EE1-5AD1-BC2D693A0E13}"/>
                    </a:ext>
                  </a:extLst>
                </p14:cNvPr>
                <p14:cNvContentPartPr/>
                <p14:nvPr/>
              </p14:nvContentPartPr>
              <p14:xfrm>
                <a:off x="9600805" y="5651021"/>
                <a:ext cx="30240" cy="44640"/>
              </p14:xfrm>
            </p:contentPart>
          </mc:Choice>
          <mc:Fallback xmlns="">
            <p:pic>
              <p:nvPicPr>
                <p:cNvPr id="571" name="Entrada de lápiz 570">
                  <a:extLst>
                    <a:ext uri="{FF2B5EF4-FFF2-40B4-BE49-F238E27FC236}">
                      <a16:creationId xmlns:a16="http://schemas.microsoft.com/office/drawing/2014/main" id="{9502C388-4C63-7EE1-5AD1-BC2D693A0E13}"/>
                    </a:ext>
                  </a:extLst>
                </p:cNvPr>
                <p:cNvPicPr/>
                <p:nvPr/>
              </p:nvPicPr>
              <p:blipFill>
                <a:blip r:embed="rId744"/>
                <a:stretch>
                  <a:fillRect/>
                </a:stretch>
              </p:blipFill>
              <p:spPr>
                <a:xfrm>
                  <a:off x="9594685" y="5644901"/>
                  <a:ext cx="42480" cy="56880"/>
                </a:xfrm>
                <a:prstGeom prst="rect">
                  <a:avLst/>
                </a:prstGeom>
              </p:spPr>
            </p:pic>
          </mc:Fallback>
        </mc:AlternateContent>
      </p:grpSp>
      <p:grpSp>
        <p:nvGrpSpPr>
          <p:cNvPr id="599" name="Grupo 598">
            <a:extLst>
              <a:ext uri="{FF2B5EF4-FFF2-40B4-BE49-F238E27FC236}">
                <a16:creationId xmlns:a16="http://schemas.microsoft.com/office/drawing/2014/main" id="{E382A6DE-B8C8-3343-FBF0-BEBEFA23C501}"/>
              </a:ext>
            </a:extLst>
          </p:cNvPr>
          <p:cNvGrpSpPr/>
          <p:nvPr/>
        </p:nvGrpSpPr>
        <p:grpSpPr>
          <a:xfrm>
            <a:off x="9762085" y="4259621"/>
            <a:ext cx="579240" cy="1780920"/>
            <a:chOff x="9762085" y="4259621"/>
            <a:chExt cx="579240" cy="1780920"/>
          </a:xfrm>
        </p:grpSpPr>
        <mc:AlternateContent xmlns:mc="http://schemas.openxmlformats.org/markup-compatibility/2006" xmlns:p14="http://schemas.microsoft.com/office/powerpoint/2010/main">
          <mc:Choice Requires="p14">
            <p:contentPart p14:bwMode="auto" r:id="rId745">
              <p14:nvContentPartPr>
                <p14:cNvPr id="539" name="Entrada de lápiz 538">
                  <a:extLst>
                    <a:ext uri="{FF2B5EF4-FFF2-40B4-BE49-F238E27FC236}">
                      <a16:creationId xmlns:a16="http://schemas.microsoft.com/office/drawing/2014/main" id="{BD6607A8-19B0-6186-2067-219DD1CEBB8C}"/>
                    </a:ext>
                  </a:extLst>
                </p14:cNvPr>
                <p14:cNvContentPartPr/>
                <p14:nvPr/>
              </p14:nvContentPartPr>
              <p14:xfrm>
                <a:off x="9829405" y="4350341"/>
                <a:ext cx="93600" cy="115560"/>
              </p14:xfrm>
            </p:contentPart>
          </mc:Choice>
          <mc:Fallback xmlns="">
            <p:pic>
              <p:nvPicPr>
                <p:cNvPr id="539" name="Entrada de lápiz 538">
                  <a:extLst>
                    <a:ext uri="{FF2B5EF4-FFF2-40B4-BE49-F238E27FC236}">
                      <a16:creationId xmlns:a16="http://schemas.microsoft.com/office/drawing/2014/main" id="{BD6607A8-19B0-6186-2067-219DD1CEBB8C}"/>
                    </a:ext>
                  </a:extLst>
                </p:cNvPr>
                <p:cNvPicPr/>
                <p:nvPr/>
              </p:nvPicPr>
              <p:blipFill>
                <a:blip r:embed="rId746"/>
                <a:stretch>
                  <a:fillRect/>
                </a:stretch>
              </p:blipFill>
              <p:spPr>
                <a:xfrm>
                  <a:off x="9823285" y="4344221"/>
                  <a:ext cx="10584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747">
              <p14:nvContentPartPr>
                <p14:cNvPr id="540" name="Entrada de lápiz 539">
                  <a:extLst>
                    <a:ext uri="{FF2B5EF4-FFF2-40B4-BE49-F238E27FC236}">
                      <a16:creationId xmlns:a16="http://schemas.microsoft.com/office/drawing/2014/main" id="{236A69A4-D4F6-5CBA-9B21-84AD5EBCE6A5}"/>
                    </a:ext>
                  </a:extLst>
                </p14:cNvPr>
                <p14:cNvContentPartPr/>
                <p14:nvPr/>
              </p14:nvContentPartPr>
              <p14:xfrm>
                <a:off x="9939565" y="4357541"/>
                <a:ext cx="115200" cy="96480"/>
              </p14:xfrm>
            </p:contentPart>
          </mc:Choice>
          <mc:Fallback xmlns="">
            <p:pic>
              <p:nvPicPr>
                <p:cNvPr id="540" name="Entrada de lápiz 539">
                  <a:extLst>
                    <a:ext uri="{FF2B5EF4-FFF2-40B4-BE49-F238E27FC236}">
                      <a16:creationId xmlns:a16="http://schemas.microsoft.com/office/drawing/2014/main" id="{236A69A4-D4F6-5CBA-9B21-84AD5EBCE6A5}"/>
                    </a:ext>
                  </a:extLst>
                </p:cNvPr>
                <p:cNvPicPr/>
                <p:nvPr/>
              </p:nvPicPr>
              <p:blipFill>
                <a:blip r:embed="rId748"/>
                <a:stretch>
                  <a:fillRect/>
                </a:stretch>
              </p:blipFill>
              <p:spPr>
                <a:xfrm>
                  <a:off x="9933445" y="4351421"/>
                  <a:ext cx="12744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749">
              <p14:nvContentPartPr>
                <p14:cNvPr id="541" name="Entrada de lápiz 540">
                  <a:extLst>
                    <a:ext uri="{FF2B5EF4-FFF2-40B4-BE49-F238E27FC236}">
                      <a16:creationId xmlns:a16="http://schemas.microsoft.com/office/drawing/2014/main" id="{84A3D7B7-497A-A791-D480-7F1A48166EEA}"/>
                    </a:ext>
                  </a:extLst>
                </p14:cNvPr>
                <p14:cNvContentPartPr/>
                <p14:nvPr/>
              </p14:nvContentPartPr>
              <p14:xfrm>
                <a:off x="10043965" y="4280141"/>
                <a:ext cx="22680" cy="2880"/>
              </p14:xfrm>
            </p:contentPart>
          </mc:Choice>
          <mc:Fallback xmlns="">
            <p:pic>
              <p:nvPicPr>
                <p:cNvPr id="541" name="Entrada de lápiz 540">
                  <a:extLst>
                    <a:ext uri="{FF2B5EF4-FFF2-40B4-BE49-F238E27FC236}">
                      <a16:creationId xmlns:a16="http://schemas.microsoft.com/office/drawing/2014/main" id="{84A3D7B7-497A-A791-D480-7F1A48166EEA}"/>
                    </a:ext>
                  </a:extLst>
                </p:cNvPr>
                <p:cNvPicPr/>
                <p:nvPr/>
              </p:nvPicPr>
              <p:blipFill>
                <a:blip r:embed="rId750"/>
                <a:stretch>
                  <a:fillRect/>
                </a:stretch>
              </p:blipFill>
              <p:spPr>
                <a:xfrm>
                  <a:off x="10037845" y="4274021"/>
                  <a:ext cx="34920" cy="15120"/>
                </a:xfrm>
                <a:prstGeom prst="rect">
                  <a:avLst/>
                </a:prstGeom>
              </p:spPr>
            </p:pic>
          </mc:Fallback>
        </mc:AlternateContent>
        <mc:AlternateContent xmlns:mc="http://schemas.openxmlformats.org/markup-compatibility/2006" xmlns:p14="http://schemas.microsoft.com/office/powerpoint/2010/main">
          <mc:Choice Requires="p14">
            <p:contentPart p14:bwMode="auto" r:id="rId751">
              <p14:nvContentPartPr>
                <p14:cNvPr id="542" name="Entrada de lápiz 541">
                  <a:extLst>
                    <a:ext uri="{FF2B5EF4-FFF2-40B4-BE49-F238E27FC236}">
                      <a16:creationId xmlns:a16="http://schemas.microsoft.com/office/drawing/2014/main" id="{D3B7A410-30D0-B262-E3FB-3924541C987A}"/>
                    </a:ext>
                  </a:extLst>
                </p14:cNvPr>
                <p14:cNvContentPartPr/>
                <p14:nvPr/>
              </p14:nvContentPartPr>
              <p14:xfrm>
                <a:off x="10045045" y="4286981"/>
                <a:ext cx="30960" cy="27360"/>
              </p14:xfrm>
            </p:contentPart>
          </mc:Choice>
          <mc:Fallback xmlns="">
            <p:pic>
              <p:nvPicPr>
                <p:cNvPr id="542" name="Entrada de lápiz 541">
                  <a:extLst>
                    <a:ext uri="{FF2B5EF4-FFF2-40B4-BE49-F238E27FC236}">
                      <a16:creationId xmlns:a16="http://schemas.microsoft.com/office/drawing/2014/main" id="{D3B7A410-30D0-B262-E3FB-3924541C987A}"/>
                    </a:ext>
                  </a:extLst>
                </p:cNvPr>
                <p:cNvPicPr/>
                <p:nvPr/>
              </p:nvPicPr>
              <p:blipFill>
                <a:blip r:embed="rId752"/>
                <a:stretch>
                  <a:fillRect/>
                </a:stretch>
              </p:blipFill>
              <p:spPr>
                <a:xfrm>
                  <a:off x="10038925" y="4280861"/>
                  <a:ext cx="4320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753">
              <p14:nvContentPartPr>
                <p14:cNvPr id="543" name="Entrada de lápiz 542">
                  <a:extLst>
                    <a:ext uri="{FF2B5EF4-FFF2-40B4-BE49-F238E27FC236}">
                      <a16:creationId xmlns:a16="http://schemas.microsoft.com/office/drawing/2014/main" id="{984CF45D-A016-2BE9-54E7-B78DB457FBB1}"/>
                    </a:ext>
                  </a:extLst>
                </p14:cNvPr>
                <p14:cNvContentPartPr/>
                <p14:nvPr/>
              </p14:nvContentPartPr>
              <p14:xfrm>
                <a:off x="10078525" y="4273661"/>
                <a:ext cx="13320" cy="19800"/>
              </p14:xfrm>
            </p:contentPart>
          </mc:Choice>
          <mc:Fallback xmlns="">
            <p:pic>
              <p:nvPicPr>
                <p:cNvPr id="543" name="Entrada de lápiz 542">
                  <a:extLst>
                    <a:ext uri="{FF2B5EF4-FFF2-40B4-BE49-F238E27FC236}">
                      <a16:creationId xmlns:a16="http://schemas.microsoft.com/office/drawing/2014/main" id="{984CF45D-A016-2BE9-54E7-B78DB457FBB1}"/>
                    </a:ext>
                  </a:extLst>
                </p:cNvPr>
                <p:cNvPicPr/>
                <p:nvPr/>
              </p:nvPicPr>
              <p:blipFill>
                <a:blip r:embed="rId754"/>
                <a:stretch>
                  <a:fillRect/>
                </a:stretch>
              </p:blipFill>
              <p:spPr>
                <a:xfrm>
                  <a:off x="10072405" y="4267541"/>
                  <a:ext cx="2556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755">
              <p14:nvContentPartPr>
                <p14:cNvPr id="544" name="Entrada de lápiz 543">
                  <a:extLst>
                    <a:ext uri="{FF2B5EF4-FFF2-40B4-BE49-F238E27FC236}">
                      <a16:creationId xmlns:a16="http://schemas.microsoft.com/office/drawing/2014/main" id="{38DAAE87-2759-B0AB-A594-DEF61C2B1CD8}"/>
                    </a:ext>
                  </a:extLst>
                </p14:cNvPr>
                <p14:cNvContentPartPr/>
                <p14:nvPr/>
              </p14:nvContentPartPr>
              <p14:xfrm>
                <a:off x="10121365" y="4259621"/>
                <a:ext cx="20880" cy="51120"/>
              </p14:xfrm>
            </p:contentPart>
          </mc:Choice>
          <mc:Fallback xmlns="">
            <p:pic>
              <p:nvPicPr>
                <p:cNvPr id="544" name="Entrada de lápiz 543">
                  <a:extLst>
                    <a:ext uri="{FF2B5EF4-FFF2-40B4-BE49-F238E27FC236}">
                      <a16:creationId xmlns:a16="http://schemas.microsoft.com/office/drawing/2014/main" id="{38DAAE87-2759-B0AB-A594-DEF61C2B1CD8}"/>
                    </a:ext>
                  </a:extLst>
                </p:cNvPr>
                <p:cNvPicPr/>
                <p:nvPr/>
              </p:nvPicPr>
              <p:blipFill>
                <a:blip r:embed="rId756"/>
                <a:stretch>
                  <a:fillRect/>
                </a:stretch>
              </p:blipFill>
              <p:spPr>
                <a:xfrm>
                  <a:off x="10115245" y="4253501"/>
                  <a:ext cx="3312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757">
              <p14:nvContentPartPr>
                <p14:cNvPr id="545" name="Entrada de lápiz 544">
                  <a:extLst>
                    <a:ext uri="{FF2B5EF4-FFF2-40B4-BE49-F238E27FC236}">
                      <a16:creationId xmlns:a16="http://schemas.microsoft.com/office/drawing/2014/main" id="{27F19F4D-7A91-5E2C-7F03-62C83BA6CCDA}"/>
                    </a:ext>
                  </a:extLst>
                </p14:cNvPr>
                <p14:cNvContentPartPr/>
                <p14:nvPr/>
              </p14:nvContentPartPr>
              <p14:xfrm>
                <a:off x="10101205" y="4434581"/>
                <a:ext cx="26280" cy="42840"/>
              </p14:xfrm>
            </p:contentPart>
          </mc:Choice>
          <mc:Fallback xmlns="">
            <p:pic>
              <p:nvPicPr>
                <p:cNvPr id="545" name="Entrada de lápiz 544">
                  <a:extLst>
                    <a:ext uri="{FF2B5EF4-FFF2-40B4-BE49-F238E27FC236}">
                      <a16:creationId xmlns:a16="http://schemas.microsoft.com/office/drawing/2014/main" id="{27F19F4D-7A91-5E2C-7F03-62C83BA6CCDA}"/>
                    </a:ext>
                  </a:extLst>
                </p:cNvPr>
                <p:cNvPicPr/>
                <p:nvPr/>
              </p:nvPicPr>
              <p:blipFill>
                <a:blip r:embed="rId758"/>
                <a:stretch>
                  <a:fillRect/>
                </a:stretch>
              </p:blipFill>
              <p:spPr>
                <a:xfrm>
                  <a:off x="10095085" y="4428461"/>
                  <a:ext cx="3852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759">
              <p14:nvContentPartPr>
                <p14:cNvPr id="547" name="Entrada de lápiz 546">
                  <a:extLst>
                    <a:ext uri="{FF2B5EF4-FFF2-40B4-BE49-F238E27FC236}">
                      <a16:creationId xmlns:a16="http://schemas.microsoft.com/office/drawing/2014/main" id="{36525AEA-01EE-248D-FDD7-79377A6088CE}"/>
                    </a:ext>
                  </a:extLst>
                </p14:cNvPr>
                <p14:cNvContentPartPr/>
                <p14:nvPr/>
              </p14:nvContentPartPr>
              <p14:xfrm>
                <a:off x="9795565" y="4526021"/>
                <a:ext cx="425520" cy="12960"/>
              </p14:xfrm>
            </p:contentPart>
          </mc:Choice>
          <mc:Fallback xmlns="">
            <p:pic>
              <p:nvPicPr>
                <p:cNvPr id="547" name="Entrada de lápiz 546">
                  <a:extLst>
                    <a:ext uri="{FF2B5EF4-FFF2-40B4-BE49-F238E27FC236}">
                      <a16:creationId xmlns:a16="http://schemas.microsoft.com/office/drawing/2014/main" id="{36525AEA-01EE-248D-FDD7-79377A6088CE}"/>
                    </a:ext>
                  </a:extLst>
                </p:cNvPr>
                <p:cNvPicPr/>
                <p:nvPr/>
              </p:nvPicPr>
              <p:blipFill>
                <a:blip r:embed="rId760"/>
                <a:stretch>
                  <a:fillRect/>
                </a:stretch>
              </p:blipFill>
              <p:spPr>
                <a:xfrm>
                  <a:off x="9789445" y="4519901"/>
                  <a:ext cx="43776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761">
              <p14:nvContentPartPr>
                <p14:cNvPr id="548" name="Entrada de lápiz 547">
                  <a:extLst>
                    <a:ext uri="{FF2B5EF4-FFF2-40B4-BE49-F238E27FC236}">
                      <a16:creationId xmlns:a16="http://schemas.microsoft.com/office/drawing/2014/main" id="{2B85F7B5-F944-A418-8BB5-7CFFFCE52C73}"/>
                    </a:ext>
                  </a:extLst>
                </p14:cNvPr>
                <p14:cNvContentPartPr/>
                <p14:nvPr/>
              </p14:nvContentPartPr>
              <p14:xfrm>
                <a:off x="9834085" y="4595501"/>
                <a:ext cx="81360" cy="104760"/>
              </p14:xfrm>
            </p:contentPart>
          </mc:Choice>
          <mc:Fallback xmlns="">
            <p:pic>
              <p:nvPicPr>
                <p:cNvPr id="548" name="Entrada de lápiz 547">
                  <a:extLst>
                    <a:ext uri="{FF2B5EF4-FFF2-40B4-BE49-F238E27FC236}">
                      <a16:creationId xmlns:a16="http://schemas.microsoft.com/office/drawing/2014/main" id="{2B85F7B5-F944-A418-8BB5-7CFFFCE52C73}"/>
                    </a:ext>
                  </a:extLst>
                </p:cNvPr>
                <p:cNvPicPr/>
                <p:nvPr/>
              </p:nvPicPr>
              <p:blipFill>
                <a:blip r:embed="rId762"/>
                <a:stretch>
                  <a:fillRect/>
                </a:stretch>
              </p:blipFill>
              <p:spPr>
                <a:xfrm>
                  <a:off x="9827965" y="4589381"/>
                  <a:ext cx="9360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763">
              <p14:nvContentPartPr>
                <p14:cNvPr id="549" name="Entrada de lápiz 548">
                  <a:extLst>
                    <a:ext uri="{FF2B5EF4-FFF2-40B4-BE49-F238E27FC236}">
                      <a16:creationId xmlns:a16="http://schemas.microsoft.com/office/drawing/2014/main" id="{A525DE45-8E48-FC99-FCFA-C2C3D842A984}"/>
                    </a:ext>
                  </a:extLst>
                </p14:cNvPr>
                <p14:cNvContentPartPr/>
                <p14:nvPr/>
              </p14:nvContentPartPr>
              <p14:xfrm>
                <a:off x="9961525" y="4598381"/>
                <a:ext cx="66960" cy="97560"/>
              </p14:xfrm>
            </p:contentPart>
          </mc:Choice>
          <mc:Fallback xmlns="">
            <p:pic>
              <p:nvPicPr>
                <p:cNvPr id="549" name="Entrada de lápiz 548">
                  <a:extLst>
                    <a:ext uri="{FF2B5EF4-FFF2-40B4-BE49-F238E27FC236}">
                      <a16:creationId xmlns:a16="http://schemas.microsoft.com/office/drawing/2014/main" id="{A525DE45-8E48-FC99-FCFA-C2C3D842A984}"/>
                    </a:ext>
                  </a:extLst>
                </p:cNvPr>
                <p:cNvPicPr/>
                <p:nvPr/>
              </p:nvPicPr>
              <p:blipFill>
                <a:blip r:embed="rId764"/>
                <a:stretch>
                  <a:fillRect/>
                </a:stretch>
              </p:blipFill>
              <p:spPr>
                <a:xfrm>
                  <a:off x="9955405" y="4592261"/>
                  <a:ext cx="7920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765">
              <p14:nvContentPartPr>
                <p14:cNvPr id="550" name="Entrada de lápiz 549">
                  <a:extLst>
                    <a:ext uri="{FF2B5EF4-FFF2-40B4-BE49-F238E27FC236}">
                      <a16:creationId xmlns:a16="http://schemas.microsoft.com/office/drawing/2014/main" id="{6F8971FB-CF99-5346-D66C-62BD5C6F9DB9}"/>
                    </a:ext>
                  </a:extLst>
                </p14:cNvPr>
                <p14:cNvContentPartPr/>
                <p14:nvPr/>
              </p14:nvContentPartPr>
              <p14:xfrm>
                <a:off x="9960445" y="4648061"/>
                <a:ext cx="30240" cy="5040"/>
              </p14:xfrm>
            </p:contentPart>
          </mc:Choice>
          <mc:Fallback xmlns="">
            <p:pic>
              <p:nvPicPr>
                <p:cNvPr id="550" name="Entrada de lápiz 549">
                  <a:extLst>
                    <a:ext uri="{FF2B5EF4-FFF2-40B4-BE49-F238E27FC236}">
                      <a16:creationId xmlns:a16="http://schemas.microsoft.com/office/drawing/2014/main" id="{6F8971FB-CF99-5346-D66C-62BD5C6F9DB9}"/>
                    </a:ext>
                  </a:extLst>
                </p:cNvPr>
                <p:cNvPicPr/>
                <p:nvPr/>
              </p:nvPicPr>
              <p:blipFill>
                <a:blip r:embed="rId766"/>
                <a:stretch>
                  <a:fillRect/>
                </a:stretch>
              </p:blipFill>
              <p:spPr>
                <a:xfrm>
                  <a:off x="9954325" y="4641941"/>
                  <a:ext cx="42480" cy="17280"/>
                </a:xfrm>
                <a:prstGeom prst="rect">
                  <a:avLst/>
                </a:prstGeom>
              </p:spPr>
            </p:pic>
          </mc:Fallback>
        </mc:AlternateContent>
        <mc:AlternateContent xmlns:mc="http://schemas.openxmlformats.org/markup-compatibility/2006" xmlns:p14="http://schemas.microsoft.com/office/powerpoint/2010/main">
          <mc:Choice Requires="p14">
            <p:contentPart p14:bwMode="auto" r:id="rId767">
              <p14:nvContentPartPr>
                <p14:cNvPr id="551" name="Entrada de lápiz 550">
                  <a:extLst>
                    <a:ext uri="{FF2B5EF4-FFF2-40B4-BE49-F238E27FC236}">
                      <a16:creationId xmlns:a16="http://schemas.microsoft.com/office/drawing/2014/main" id="{F8FF7345-5E70-A78A-85C2-CD779EA6222D}"/>
                    </a:ext>
                  </a:extLst>
                </p14:cNvPr>
                <p14:cNvContentPartPr/>
                <p14:nvPr/>
              </p14:nvContentPartPr>
              <p14:xfrm>
                <a:off x="10063405" y="4553021"/>
                <a:ext cx="29160" cy="2520"/>
              </p14:xfrm>
            </p:contentPart>
          </mc:Choice>
          <mc:Fallback xmlns="">
            <p:pic>
              <p:nvPicPr>
                <p:cNvPr id="551" name="Entrada de lápiz 550">
                  <a:extLst>
                    <a:ext uri="{FF2B5EF4-FFF2-40B4-BE49-F238E27FC236}">
                      <a16:creationId xmlns:a16="http://schemas.microsoft.com/office/drawing/2014/main" id="{F8FF7345-5E70-A78A-85C2-CD779EA6222D}"/>
                    </a:ext>
                  </a:extLst>
                </p:cNvPr>
                <p:cNvPicPr/>
                <p:nvPr/>
              </p:nvPicPr>
              <p:blipFill>
                <a:blip r:embed="rId768"/>
                <a:stretch>
                  <a:fillRect/>
                </a:stretch>
              </p:blipFill>
              <p:spPr>
                <a:xfrm>
                  <a:off x="10057285" y="4546901"/>
                  <a:ext cx="4140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769">
              <p14:nvContentPartPr>
                <p14:cNvPr id="552" name="Entrada de lápiz 551">
                  <a:extLst>
                    <a:ext uri="{FF2B5EF4-FFF2-40B4-BE49-F238E27FC236}">
                      <a16:creationId xmlns:a16="http://schemas.microsoft.com/office/drawing/2014/main" id="{AEFF5791-B8E2-CC32-6DF4-7ABDE833EAFB}"/>
                    </a:ext>
                  </a:extLst>
                </p14:cNvPr>
                <p14:cNvContentPartPr/>
                <p14:nvPr/>
              </p14:nvContentPartPr>
              <p14:xfrm>
                <a:off x="10056205" y="4560941"/>
                <a:ext cx="25920" cy="34920"/>
              </p14:xfrm>
            </p:contentPart>
          </mc:Choice>
          <mc:Fallback xmlns="">
            <p:pic>
              <p:nvPicPr>
                <p:cNvPr id="552" name="Entrada de lápiz 551">
                  <a:extLst>
                    <a:ext uri="{FF2B5EF4-FFF2-40B4-BE49-F238E27FC236}">
                      <a16:creationId xmlns:a16="http://schemas.microsoft.com/office/drawing/2014/main" id="{AEFF5791-B8E2-CC32-6DF4-7ABDE833EAFB}"/>
                    </a:ext>
                  </a:extLst>
                </p:cNvPr>
                <p:cNvPicPr/>
                <p:nvPr/>
              </p:nvPicPr>
              <p:blipFill>
                <a:blip r:embed="rId770"/>
                <a:stretch>
                  <a:fillRect/>
                </a:stretch>
              </p:blipFill>
              <p:spPr>
                <a:xfrm>
                  <a:off x="10050085" y="4554821"/>
                  <a:ext cx="3816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771">
              <p14:nvContentPartPr>
                <p14:cNvPr id="553" name="Entrada de lápiz 552">
                  <a:extLst>
                    <a:ext uri="{FF2B5EF4-FFF2-40B4-BE49-F238E27FC236}">
                      <a16:creationId xmlns:a16="http://schemas.microsoft.com/office/drawing/2014/main" id="{09BDF8B6-ABB6-EE2E-F2B7-58AFA1AA030E}"/>
                    </a:ext>
                  </a:extLst>
                </p14:cNvPr>
                <p14:cNvContentPartPr/>
                <p14:nvPr/>
              </p14:nvContentPartPr>
              <p14:xfrm>
                <a:off x="10105525" y="4557701"/>
                <a:ext cx="9720" cy="27360"/>
              </p14:xfrm>
            </p:contentPart>
          </mc:Choice>
          <mc:Fallback xmlns="">
            <p:pic>
              <p:nvPicPr>
                <p:cNvPr id="553" name="Entrada de lápiz 552">
                  <a:extLst>
                    <a:ext uri="{FF2B5EF4-FFF2-40B4-BE49-F238E27FC236}">
                      <a16:creationId xmlns:a16="http://schemas.microsoft.com/office/drawing/2014/main" id="{09BDF8B6-ABB6-EE2E-F2B7-58AFA1AA030E}"/>
                    </a:ext>
                  </a:extLst>
                </p:cNvPr>
                <p:cNvPicPr/>
                <p:nvPr/>
              </p:nvPicPr>
              <p:blipFill>
                <a:blip r:embed="rId772"/>
                <a:stretch>
                  <a:fillRect/>
                </a:stretch>
              </p:blipFill>
              <p:spPr>
                <a:xfrm>
                  <a:off x="10099405" y="4551581"/>
                  <a:ext cx="2196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773">
              <p14:nvContentPartPr>
                <p14:cNvPr id="554" name="Entrada de lápiz 553">
                  <a:extLst>
                    <a:ext uri="{FF2B5EF4-FFF2-40B4-BE49-F238E27FC236}">
                      <a16:creationId xmlns:a16="http://schemas.microsoft.com/office/drawing/2014/main" id="{DDD3E184-6419-1CD4-1B8B-B3B355C517AA}"/>
                    </a:ext>
                  </a:extLst>
                </p14:cNvPr>
                <p14:cNvContentPartPr/>
                <p14:nvPr/>
              </p14:nvContentPartPr>
              <p14:xfrm>
                <a:off x="10126765" y="4553381"/>
                <a:ext cx="19080" cy="41400"/>
              </p14:xfrm>
            </p:contentPart>
          </mc:Choice>
          <mc:Fallback xmlns="">
            <p:pic>
              <p:nvPicPr>
                <p:cNvPr id="554" name="Entrada de lápiz 553">
                  <a:extLst>
                    <a:ext uri="{FF2B5EF4-FFF2-40B4-BE49-F238E27FC236}">
                      <a16:creationId xmlns:a16="http://schemas.microsoft.com/office/drawing/2014/main" id="{DDD3E184-6419-1CD4-1B8B-B3B355C517AA}"/>
                    </a:ext>
                  </a:extLst>
                </p:cNvPr>
                <p:cNvPicPr/>
                <p:nvPr/>
              </p:nvPicPr>
              <p:blipFill>
                <a:blip r:embed="rId774"/>
                <a:stretch>
                  <a:fillRect/>
                </a:stretch>
              </p:blipFill>
              <p:spPr>
                <a:xfrm>
                  <a:off x="10120645" y="4547261"/>
                  <a:ext cx="3132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775">
              <p14:nvContentPartPr>
                <p14:cNvPr id="555" name="Entrada de lápiz 554">
                  <a:extLst>
                    <a:ext uri="{FF2B5EF4-FFF2-40B4-BE49-F238E27FC236}">
                      <a16:creationId xmlns:a16="http://schemas.microsoft.com/office/drawing/2014/main" id="{83A48B50-E87D-DDA4-632F-2C90F1B1D485}"/>
                    </a:ext>
                  </a:extLst>
                </p14:cNvPr>
                <p14:cNvContentPartPr/>
                <p14:nvPr/>
              </p14:nvContentPartPr>
              <p14:xfrm>
                <a:off x="10076005" y="4686581"/>
                <a:ext cx="9000" cy="32760"/>
              </p14:xfrm>
            </p:contentPart>
          </mc:Choice>
          <mc:Fallback xmlns="">
            <p:pic>
              <p:nvPicPr>
                <p:cNvPr id="555" name="Entrada de lápiz 554">
                  <a:extLst>
                    <a:ext uri="{FF2B5EF4-FFF2-40B4-BE49-F238E27FC236}">
                      <a16:creationId xmlns:a16="http://schemas.microsoft.com/office/drawing/2014/main" id="{83A48B50-E87D-DDA4-632F-2C90F1B1D485}"/>
                    </a:ext>
                  </a:extLst>
                </p:cNvPr>
                <p:cNvPicPr/>
                <p:nvPr/>
              </p:nvPicPr>
              <p:blipFill>
                <a:blip r:embed="rId776"/>
                <a:stretch>
                  <a:fillRect/>
                </a:stretch>
              </p:blipFill>
              <p:spPr>
                <a:xfrm>
                  <a:off x="10069885" y="4680461"/>
                  <a:ext cx="2124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777">
              <p14:nvContentPartPr>
                <p14:cNvPr id="557" name="Entrada de lápiz 556">
                  <a:extLst>
                    <a:ext uri="{FF2B5EF4-FFF2-40B4-BE49-F238E27FC236}">
                      <a16:creationId xmlns:a16="http://schemas.microsoft.com/office/drawing/2014/main" id="{1E1320A6-133B-66DD-8840-3B0F2765B240}"/>
                    </a:ext>
                  </a:extLst>
                </p14:cNvPr>
                <p14:cNvContentPartPr/>
                <p14:nvPr/>
              </p14:nvContentPartPr>
              <p14:xfrm>
                <a:off x="9768205" y="4841021"/>
                <a:ext cx="720" cy="11160"/>
              </p14:xfrm>
            </p:contentPart>
          </mc:Choice>
          <mc:Fallback xmlns="">
            <p:pic>
              <p:nvPicPr>
                <p:cNvPr id="557" name="Entrada de lápiz 556">
                  <a:extLst>
                    <a:ext uri="{FF2B5EF4-FFF2-40B4-BE49-F238E27FC236}">
                      <a16:creationId xmlns:a16="http://schemas.microsoft.com/office/drawing/2014/main" id="{1E1320A6-133B-66DD-8840-3B0F2765B240}"/>
                    </a:ext>
                  </a:extLst>
                </p:cNvPr>
                <p:cNvPicPr/>
                <p:nvPr/>
              </p:nvPicPr>
              <p:blipFill>
                <a:blip r:embed="rId778"/>
                <a:stretch>
                  <a:fillRect/>
                </a:stretch>
              </p:blipFill>
              <p:spPr>
                <a:xfrm>
                  <a:off x="9762085" y="4834901"/>
                  <a:ext cx="1296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779">
              <p14:nvContentPartPr>
                <p14:cNvPr id="558" name="Entrada de lápiz 557">
                  <a:extLst>
                    <a:ext uri="{FF2B5EF4-FFF2-40B4-BE49-F238E27FC236}">
                      <a16:creationId xmlns:a16="http://schemas.microsoft.com/office/drawing/2014/main" id="{8673442A-D482-03FC-7077-7FF04F9754E3}"/>
                    </a:ext>
                  </a:extLst>
                </p14:cNvPr>
                <p14:cNvContentPartPr/>
                <p14:nvPr/>
              </p14:nvContentPartPr>
              <p14:xfrm>
                <a:off x="9764965" y="4945421"/>
                <a:ext cx="2880" cy="8280"/>
              </p14:xfrm>
            </p:contentPart>
          </mc:Choice>
          <mc:Fallback xmlns="">
            <p:pic>
              <p:nvPicPr>
                <p:cNvPr id="558" name="Entrada de lápiz 557">
                  <a:extLst>
                    <a:ext uri="{FF2B5EF4-FFF2-40B4-BE49-F238E27FC236}">
                      <a16:creationId xmlns:a16="http://schemas.microsoft.com/office/drawing/2014/main" id="{8673442A-D482-03FC-7077-7FF04F9754E3}"/>
                    </a:ext>
                  </a:extLst>
                </p:cNvPr>
                <p:cNvPicPr/>
                <p:nvPr/>
              </p:nvPicPr>
              <p:blipFill>
                <a:blip r:embed="rId780"/>
                <a:stretch>
                  <a:fillRect/>
                </a:stretch>
              </p:blipFill>
              <p:spPr>
                <a:xfrm>
                  <a:off x="9758845" y="4939301"/>
                  <a:ext cx="1512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781">
              <p14:nvContentPartPr>
                <p14:cNvPr id="559" name="Entrada de lápiz 558">
                  <a:extLst>
                    <a:ext uri="{FF2B5EF4-FFF2-40B4-BE49-F238E27FC236}">
                      <a16:creationId xmlns:a16="http://schemas.microsoft.com/office/drawing/2014/main" id="{475C1A1B-8CF3-3E2B-9625-58F2C69D37B0}"/>
                    </a:ext>
                  </a:extLst>
                </p14:cNvPr>
                <p14:cNvContentPartPr/>
                <p14:nvPr/>
              </p14:nvContentPartPr>
              <p14:xfrm>
                <a:off x="9770365" y="5028581"/>
                <a:ext cx="2160" cy="5400"/>
              </p14:xfrm>
            </p:contentPart>
          </mc:Choice>
          <mc:Fallback xmlns="">
            <p:pic>
              <p:nvPicPr>
                <p:cNvPr id="559" name="Entrada de lápiz 558">
                  <a:extLst>
                    <a:ext uri="{FF2B5EF4-FFF2-40B4-BE49-F238E27FC236}">
                      <a16:creationId xmlns:a16="http://schemas.microsoft.com/office/drawing/2014/main" id="{475C1A1B-8CF3-3E2B-9625-58F2C69D37B0}"/>
                    </a:ext>
                  </a:extLst>
                </p:cNvPr>
                <p:cNvPicPr/>
                <p:nvPr/>
              </p:nvPicPr>
              <p:blipFill>
                <a:blip r:embed="rId782"/>
                <a:stretch>
                  <a:fillRect/>
                </a:stretch>
              </p:blipFill>
              <p:spPr>
                <a:xfrm>
                  <a:off x="9764245" y="5022461"/>
                  <a:ext cx="1440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783">
              <p14:nvContentPartPr>
                <p14:cNvPr id="560" name="Entrada de lápiz 559">
                  <a:extLst>
                    <a:ext uri="{FF2B5EF4-FFF2-40B4-BE49-F238E27FC236}">
                      <a16:creationId xmlns:a16="http://schemas.microsoft.com/office/drawing/2014/main" id="{E3982DCF-5CA7-A7B9-1E36-B9A94CD55C39}"/>
                    </a:ext>
                  </a:extLst>
                </p14:cNvPr>
                <p14:cNvContentPartPr/>
                <p14:nvPr/>
              </p14:nvContentPartPr>
              <p14:xfrm>
                <a:off x="9772885" y="5093381"/>
                <a:ext cx="3240" cy="15480"/>
              </p14:xfrm>
            </p:contentPart>
          </mc:Choice>
          <mc:Fallback xmlns="">
            <p:pic>
              <p:nvPicPr>
                <p:cNvPr id="560" name="Entrada de lápiz 559">
                  <a:extLst>
                    <a:ext uri="{FF2B5EF4-FFF2-40B4-BE49-F238E27FC236}">
                      <a16:creationId xmlns:a16="http://schemas.microsoft.com/office/drawing/2014/main" id="{E3982DCF-5CA7-A7B9-1E36-B9A94CD55C39}"/>
                    </a:ext>
                  </a:extLst>
                </p:cNvPr>
                <p:cNvPicPr/>
                <p:nvPr/>
              </p:nvPicPr>
              <p:blipFill>
                <a:blip r:embed="rId784"/>
                <a:stretch>
                  <a:fillRect/>
                </a:stretch>
              </p:blipFill>
              <p:spPr>
                <a:xfrm>
                  <a:off x="9766765" y="5087261"/>
                  <a:ext cx="1548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785">
              <p14:nvContentPartPr>
                <p14:cNvPr id="561" name="Entrada de lápiz 560">
                  <a:extLst>
                    <a:ext uri="{FF2B5EF4-FFF2-40B4-BE49-F238E27FC236}">
                      <a16:creationId xmlns:a16="http://schemas.microsoft.com/office/drawing/2014/main" id="{AAB28F58-BA87-6EC1-49FB-C34CB72088CD}"/>
                    </a:ext>
                  </a:extLst>
                </p14:cNvPr>
                <p14:cNvContentPartPr/>
                <p14:nvPr/>
              </p14:nvContentPartPr>
              <p14:xfrm>
                <a:off x="9762085" y="5183381"/>
                <a:ext cx="7560" cy="15120"/>
              </p14:xfrm>
            </p:contentPart>
          </mc:Choice>
          <mc:Fallback xmlns="">
            <p:pic>
              <p:nvPicPr>
                <p:cNvPr id="561" name="Entrada de lápiz 560">
                  <a:extLst>
                    <a:ext uri="{FF2B5EF4-FFF2-40B4-BE49-F238E27FC236}">
                      <a16:creationId xmlns:a16="http://schemas.microsoft.com/office/drawing/2014/main" id="{AAB28F58-BA87-6EC1-49FB-C34CB72088CD}"/>
                    </a:ext>
                  </a:extLst>
                </p:cNvPr>
                <p:cNvPicPr/>
                <p:nvPr/>
              </p:nvPicPr>
              <p:blipFill>
                <a:blip r:embed="rId786"/>
                <a:stretch>
                  <a:fillRect/>
                </a:stretch>
              </p:blipFill>
              <p:spPr>
                <a:xfrm>
                  <a:off x="9755965" y="5177261"/>
                  <a:ext cx="1980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787">
              <p14:nvContentPartPr>
                <p14:cNvPr id="572" name="Entrada de lápiz 571">
                  <a:extLst>
                    <a:ext uri="{FF2B5EF4-FFF2-40B4-BE49-F238E27FC236}">
                      <a16:creationId xmlns:a16="http://schemas.microsoft.com/office/drawing/2014/main" id="{3F0426BC-615E-E540-1CAC-DB0F21AC68FF}"/>
                    </a:ext>
                  </a:extLst>
                </p14:cNvPr>
                <p14:cNvContentPartPr/>
                <p14:nvPr/>
              </p14:nvContentPartPr>
              <p14:xfrm>
                <a:off x="9815005" y="5558501"/>
                <a:ext cx="112680" cy="110520"/>
              </p14:xfrm>
            </p:contentPart>
          </mc:Choice>
          <mc:Fallback xmlns="">
            <p:pic>
              <p:nvPicPr>
                <p:cNvPr id="572" name="Entrada de lápiz 571">
                  <a:extLst>
                    <a:ext uri="{FF2B5EF4-FFF2-40B4-BE49-F238E27FC236}">
                      <a16:creationId xmlns:a16="http://schemas.microsoft.com/office/drawing/2014/main" id="{3F0426BC-615E-E540-1CAC-DB0F21AC68FF}"/>
                    </a:ext>
                  </a:extLst>
                </p:cNvPr>
                <p:cNvPicPr/>
                <p:nvPr/>
              </p:nvPicPr>
              <p:blipFill>
                <a:blip r:embed="rId788"/>
                <a:stretch>
                  <a:fillRect/>
                </a:stretch>
              </p:blipFill>
              <p:spPr>
                <a:xfrm>
                  <a:off x="9808885" y="5552381"/>
                  <a:ext cx="12492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789">
              <p14:nvContentPartPr>
                <p14:cNvPr id="574" name="Entrada de lápiz 573">
                  <a:extLst>
                    <a:ext uri="{FF2B5EF4-FFF2-40B4-BE49-F238E27FC236}">
                      <a16:creationId xmlns:a16="http://schemas.microsoft.com/office/drawing/2014/main" id="{12C63D58-805C-48C7-B5B6-734E7E86F9AB}"/>
                    </a:ext>
                  </a:extLst>
                </p14:cNvPr>
                <p14:cNvContentPartPr/>
                <p14:nvPr/>
              </p14:nvContentPartPr>
              <p14:xfrm>
                <a:off x="9957205" y="5556341"/>
                <a:ext cx="91080" cy="97920"/>
              </p14:xfrm>
            </p:contentPart>
          </mc:Choice>
          <mc:Fallback xmlns="">
            <p:pic>
              <p:nvPicPr>
                <p:cNvPr id="574" name="Entrada de lápiz 573">
                  <a:extLst>
                    <a:ext uri="{FF2B5EF4-FFF2-40B4-BE49-F238E27FC236}">
                      <a16:creationId xmlns:a16="http://schemas.microsoft.com/office/drawing/2014/main" id="{12C63D58-805C-48C7-B5B6-734E7E86F9AB}"/>
                    </a:ext>
                  </a:extLst>
                </p:cNvPr>
                <p:cNvPicPr/>
                <p:nvPr/>
              </p:nvPicPr>
              <p:blipFill>
                <a:blip r:embed="rId790"/>
                <a:stretch>
                  <a:fillRect/>
                </a:stretch>
              </p:blipFill>
              <p:spPr>
                <a:xfrm>
                  <a:off x="9951085" y="5550221"/>
                  <a:ext cx="10332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791">
              <p14:nvContentPartPr>
                <p14:cNvPr id="578" name="Entrada de lápiz 577">
                  <a:extLst>
                    <a:ext uri="{FF2B5EF4-FFF2-40B4-BE49-F238E27FC236}">
                      <a16:creationId xmlns:a16="http://schemas.microsoft.com/office/drawing/2014/main" id="{86D3A12A-E826-B043-A7FA-F04C671407D3}"/>
                    </a:ext>
                  </a:extLst>
                </p14:cNvPr>
                <p14:cNvContentPartPr/>
                <p14:nvPr/>
              </p14:nvContentPartPr>
              <p14:xfrm>
                <a:off x="10064125" y="5496221"/>
                <a:ext cx="39600" cy="5400"/>
              </p14:xfrm>
            </p:contentPart>
          </mc:Choice>
          <mc:Fallback xmlns="">
            <p:pic>
              <p:nvPicPr>
                <p:cNvPr id="578" name="Entrada de lápiz 577">
                  <a:extLst>
                    <a:ext uri="{FF2B5EF4-FFF2-40B4-BE49-F238E27FC236}">
                      <a16:creationId xmlns:a16="http://schemas.microsoft.com/office/drawing/2014/main" id="{86D3A12A-E826-B043-A7FA-F04C671407D3}"/>
                    </a:ext>
                  </a:extLst>
                </p:cNvPr>
                <p:cNvPicPr/>
                <p:nvPr/>
              </p:nvPicPr>
              <p:blipFill>
                <a:blip r:embed="rId792"/>
                <a:stretch>
                  <a:fillRect/>
                </a:stretch>
              </p:blipFill>
              <p:spPr>
                <a:xfrm>
                  <a:off x="10058005" y="5490101"/>
                  <a:ext cx="5184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793">
              <p14:nvContentPartPr>
                <p14:cNvPr id="579" name="Entrada de lápiz 578">
                  <a:extLst>
                    <a:ext uri="{FF2B5EF4-FFF2-40B4-BE49-F238E27FC236}">
                      <a16:creationId xmlns:a16="http://schemas.microsoft.com/office/drawing/2014/main" id="{5CF20221-512E-BD9F-8572-E27ABA7CDD0F}"/>
                    </a:ext>
                  </a:extLst>
                </p14:cNvPr>
                <p14:cNvContentPartPr/>
                <p14:nvPr/>
              </p14:nvContentPartPr>
              <p14:xfrm>
                <a:off x="10059085" y="5504861"/>
                <a:ext cx="37440" cy="39960"/>
              </p14:xfrm>
            </p:contentPart>
          </mc:Choice>
          <mc:Fallback xmlns="">
            <p:pic>
              <p:nvPicPr>
                <p:cNvPr id="579" name="Entrada de lápiz 578">
                  <a:extLst>
                    <a:ext uri="{FF2B5EF4-FFF2-40B4-BE49-F238E27FC236}">
                      <a16:creationId xmlns:a16="http://schemas.microsoft.com/office/drawing/2014/main" id="{5CF20221-512E-BD9F-8572-E27ABA7CDD0F}"/>
                    </a:ext>
                  </a:extLst>
                </p:cNvPr>
                <p:cNvPicPr/>
                <p:nvPr/>
              </p:nvPicPr>
              <p:blipFill>
                <a:blip r:embed="rId794"/>
                <a:stretch>
                  <a:fillRect/>
                </a:stretch>
              </p:blipFill>
              <p:spPr>
                <a:xfrm>
                  <a:off x="10052965" y="5498741"/>
                  <a:ext cx="4968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795">
              <p14:nvContentPartPr>
                <p14:cNvPr id="580" name="Entrada de lápiz 579">
                  <a:extLst>
                    <a:ext uri="{FF2B5EF4-FFF2-40B4-BE49-F238E27FC236}">
                      <a16:creationId xmlns:a16="http://schemas.microsoft.com/office/drawing/2014/main" id="{4B925A6D-E119-5B80-C305-4C0F9A680D9B}"/>
                    </a:ext>
                  </a:extLst>
                </p14:cNvPr>
                <p14:cNvContentPartPr/>
                <p14:nvPr/>
              </p14:nvContentPartPr>
              <p14:xfrm>
                <a:off x="10124605" y="5505581"/>
                <a:ext cx="9720" cy="28800"/>
              </p14:xfrm>
            </p:contentPart>
          </mc:Choice>
          <mc:Fallback xmlns="">
            <p:pic>
              <p:nvPicPr>
                <p:cNvPr id="580" name="Entrada de lápiz 579">
                  <a:extLst>
                    <a:ext uri="{FF2B5EF4-FFF2-40B4-BE49-F238E27FC236}">
                      <a16:creationId xmlns:a16="http://schemas.microsoft.com/office/drawing/2014/main" id="{4B925A6D-E119-5B80-C305-4C0F9A680D9B}"/>
                    </a:ext>
                  </a:extLst>
                </p:cNvPr>
                <p:cNvPicPr/>
                <p:nvPr/>
              </p:nvPicPr>
              <p:blipFill>
                <a:blip r:embed="rId796"/>
                <a:stretch>
                  <a:fillRect/>
                </a:stretch>
              </p:blipFill>
              <p:spPr>
                <a:xfrm>
                  <a:off x="10118485" y="5499461"/>
                  <a:ext cx="2196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797">
              <p14:nvContentPartPr>
                <p14:cNvPr id="581" name="Entrada de lápiz 580">
                  <a:extLst>
                    <a:ext uri="{FF2B5EF4-FFF2-40B4-BE49-F238E27FC236}">
                      <a16:creationId xmlns:a16="http://schemas.microsoft.com/office/drawing/2014/main" id="{521B151A-2D65-2495-09DA-D1884601D9B7}"/>
                    </a:ext>
                  </a:extLst>
                </p14:cNvPr>
                <p14:cNvContentPartPr/>
                <p14:nvPr/>
              </p14:nvContentPartPr>
              <p14:xfrm>
                <a:off x="10160965" y="5488661"/>
                <a:ext cx="27720" cy="57240"/>
              </p14:xfrm>
            </p:contentPart>
          </mc:Choice>
          <mc:Fallback xmlns="">
            <p:pic>
              <p:nvPicPr>
                <p:cNvPr id="581" name="Entrada de lápiz 580">
                  <a:extLst>
                    <a:ext uri="{FF2B5EF4-FFF2-40B4-BE49-F238E27FC236}">
                      <a16:creationId xmlns:a16="http://schemas.microsoft.com/office/drawing/2014/main" id="{521B151A-2D65-2495-09DA-D1884601D9B7}"/>
                    </a:ext>
                  </a:extLst>
                </p:cNvPr>
                <p:cNvPicPr/>
                <p:nvPr/>
              </p:nvPicPr>
              <p:blipFill>
                <a:blip r:embed="rId798"/>
                <a:stretch>
                  <a:fillRect/>
                </a:stretch>
              </p:blipFill>
              <p:spPr>
                <a:xfrm>
                  <a:off x="10154845" y="5482541"/>
                  <a:ext cx="3996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799">
              <p14:nvContentPartPr>
                <p14:cNvPr id="582" name="Entrada de lápiz 581">
                  <a:extLst>
                    <a:ext uri="{FF2B5EF4-FFF2-40B4-BE49-F238E27FC236}">
                      <a16:creationId xmlns:a16="http://schemas.microsoft.com/office/drawing/2014/main" id="{84907687-3014-DE99-6D30-CC01166A20B6}"/>
                    </a:ext>
                  </a:extLst>
                </p14:cNvPr>
                <p14:cNvContentPartPr/>
                <p14:nvPr/>
              </p14:nvContentPartPr>
              <p14:xfrm>
                <a:off x="10113445" y="5620061"/>
                <a:ext cx="24480" cy="30600"/>
              </p14:xfrm>
            </p:contentPart>
          </mc:Choice>
          <mc:Fallback xmlns="">
            <p:pic>
              <p:nvPicPr>
                <p:cNvPr id="582" name="Entrada de lápiz 581">
                  <a:extLst>
                    <a:ext uri="{FF2B5EF4-FFF2-40B4-BE49-F238E27FC236}">
                      <a16:creationId xmlns:a16="http://schemas.microsoft.com/office/drawing/2014/main" id="{84907687-3014-DE99-6D30-CC01166A20B6}"/>
                    </a:ext>
                  </a:extLst>
                </p:cNvPr>
                <p:cNvPicPr/>
                <p:nvPr/>
              </p:nvPicPr>
              <p:blipFill>
                <a:blip r:embed="rId800"/>
                <a:stretch>
                  <a:fillRect/>
                </a:stretch>
              </p:blipFill>
              <p:spPr>
                <a:xfrm>
                  <a:off x="10107325" y="5613941"/>
                  <a:ext cx="3672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801">
              <p14:nvContentPartPr>
                <p14:cNvPr id="583" name="Entrada de lápiz 582">
                  <a:extLst>
                    <a:ext uri="{FF2B5EF4-FFF2-40B4-BE49-F238E27FC236}">
                      <a16:creationId xmlns:a16="http://schemas.microsoft.com/office/drawing/2014/main" id="{ACFD4A7C-40A2-A0C6-6703-F6EDD8380224}"/>
                    </a:ext>
                  </a:extLst>
                </p14:cNvPr>
                <p14:cNvContentPartPr/>
                <p14:nvPr/>
              </p14:nvContentPartPr>
              <p14:xfrm>
                <a:off x="10147285" y="5625101"/>
                <a:ext cx="5760" cy="33840"/>
              </p14:xfrm>
            </p:contentPart>
          </mc:Choice>
          <mc:Fallback xmlns="">
            <p:pic>
              <p:nvPicPr>
                <p:cNvPr id="583" name="Entrada de lápiz 582">
                  <a:extLst>
                    <a:ext uri="{FF2B5EF4-FFF2-40B4-BE49-F238E27FC236}">
                      <a16:creationId xmlns:a16="http://schemas.microsoft.com/office/drawing/2014/main" id="{ACFD4A7C-40A2-A0C6-6703-F6EDD8380224}"/>
                    </a:ext>
                  </a:extLst>
                </p:cNvPr>
                <p:cNvPicPr/>
                <p:nvPr/>
              </p:nvPicPr>
              <p:blipFill>
                <a:blip r:embed="rId802"/>
                <a:stretch>
                  <a:fillRect/>
                </a:stretch>
              </p:blipFill>
              <p:spPr>
                <a:xfrm>
                  <a:off x="10141165" y="5618981"/>
                  <a:ext cx="1800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803">
              <p14:nvContentPartPr>
                <p14:cNvPr id="586" name="Entrada de lápiz 585">
                  <a:extLst>
                    <a:ext uri="{FF2B5EF4-FFF2-40B4-BE49-F238E27FC236}">
                      <a16:creationId xmlns:a16="http://schemas.microsoft.com/office/drawing/2014/main" id="{13C20D5E-EA4D-A2B2-D495-C2E576F65AB0}"/>
                    </a:ext>
                  </a:extLst>
                </p14:cNvPr>
                <p14:cNvContentPartPr/>
                <p14:nvPr/>
              </p14:nvContentPartPr>
              <p14:xfrm>
                <a:off x="9766045" y="5750741"/>
                <a:ext cx="436320" cy="16920"/>
              </p14:xfrm>
            </p:contentPart>
          </mc:Choice>
          <mc:Fallback xmlns="">
            <p:pic>
              <p:nvPicPr>
                <p:cNvPr id="586" name="Entrada de lápiz 585">
                  <a:extLst>
                    <a:ext uri="{FF2B5EF4-FFF2-40B4-BE49-F238E27FC236}">
                      <a16:creationId xmlns:a16="http://schemas.microsoft.com/office/drawing/2014/main" id="{13C20D5E-EA4D-A2B2-D495-C2E576F65AB0}"/>
                    </a:ext>
                  </a:extLst>
                </p:cNvPr>
                <p:cNvPicPr/>
                <p:nvPr/>
              </p:nvPicPr>
              <p:blipFill>
                <a:blip r:embed="rId804"/>
                <a:stretch>
                  <a:fillRect/>
                </a:stretch>
              </p:blipFill>
              <p:spPr>
                <a:xfrm>
                  <a:off x="9759925" y="5744621"/>
                  <a:ext cx="44856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805">
              <p14:nvContentPartPr>
                <p14:cNvPr id="587" name="Entrada de lápiz 586">
                  <a:extLst>
                    <a:ext uri="{FF2B5EF4-FFF2-40B4-BE49-F238E27FC236}">
                      <a16:creationId xmlns:a16="http://schemas.microsoft.com/office/drawing/2014/main" id="{1C112F2C-8D81-FAFC-AA29-3F3AB542602E}"/>
                    </a:ext>
                  </a:extLst>
                </p14:cNvPr>
                <p14:cNvContentPartPr/>
                <p14:nvPr/>
              </p14:nvContentPartPr>
              <p14:xfrm>
                <a:off x="9840205" y="5828501"/>
                <a:ext cx="75240" cy="112320"/>
              </p14:xfrm>
            </p:contentPart>
          </mc:Choice>
          <mc:Fallback xmlns="">
            <p:pic>
              <p:nvPicPr>
                <p:cNvPr id="587" name="Entrada de lápiz 586">
                  <a:extLst>
                    <a:ext uri="{FF2B5EF4-FFF2-40B4-BE49-F238E27FC236}">
                      <a16:creationId xmlns:a16="http://schemas.microsoft.com/office/drawing/2014/main" id="{1C112F2C-8D81-FAFC-AA29-3F3AB542602E}"/>
                    </a:ext>
                  </a:extLst>
                </p:cNvPr>
                <p:cNvPicPr/>
                <p:nvPr/>
              </p:nvPicPr>
              <p:blipFill>
                <a:blip r:embed="rId806"/>
                <a:stretch>
                  <a:fillRect/>
                </a:stretch>
              </p:blipFill>
              <p:spPr>
                <a:xfrm>
                  <a:off x="9834085" y="5822381"/>
                  <a:ext cx="8748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807">
              <p14:nvContentPartPr>
                <p14:cNvPr id="588" name="Entrada de lápiz 587">
                  <a:extLst>
                    <a:ext uri="{FF2B5EF4-FFF2-40B4-BE49-F238E27FC236}">
                      <a16:creationId xmlns:a16="http://schemas.microsoft.com/office/drawing/2014/main" id="{0090B0FA-91BD-0C75-AC98-675427E29579}"/>
                    </a:ext>
                  </a:extLst>
                </p14:cNvPr>
                <p14:cNvContentPartPr/>
                <p14:nvPr/>
              </p14:nvContentPartPr>
              <p14:xfrm>
                <a:off x="9955765" y="5836421"/>
                <a:ext cx="100080" cy="112320"/>
              </p14:xfrm>
            </p:contentPart>
          </mc:Choice>
          <mc:Fallback xmlns="">
            <p:pic>
              <p:nvPicPr>
                <p:cNvPr id="588" name="Entrada de lápiz 587">
                  <a:extLst>
                    <a:ext uri="{FF2B5EF4-FFF2-40B4-BE49-F238E27FC236}">
                      <a16:creationId xmlns:a16="http://schemas.microsoft.com/office/drawing/2014/main" id="{0090B0FA-91BD-0C75-AC98-675427E29579}"/>
                    </a:ext>
                  </a:extLst>
                </p:cNvPr>
                <p:cNvPicPr/>
                <p:nvPr/>
              </p:nvPicPr>
              <p:blipFill>
                <a:blip r:embed="rId808"/>
                <a:stretch>
                  <a:fillRect/>
                </a:stretch>
              </p:blipFill>
              <p:spPr>
                <a:xfrm>
                  <a:off x="9949645" y="5830301"/>
                  <a:ext cx="11232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809">
              <p14:nvContentPartPr>
                <p14:cNvPr id="589" name="Entrada de lápiz 588">
                  <a:extLst>
                    <a:ext uri="{FF2B5EF4-FFF2-40B4-BE49-F238E27FC236}">
                      <a16:creationId xmlns:a16="http://schemas.microsoft.com/office/drawing/2014/main" id="{41DA5468-A2C8-483F-4CFF-17F020F294E3}"/>
                    </a:ext>
                  </a:extLst>
                </p14:cNvPr>
                <p14:cNvContentPartPr/>
                <p14:nvPr/>
              </p14:nvContentPartPr>
              <p14:xfrm>
                <a:off x="9962245" y="5886101"/>
                <a:ext cx="52560" cy="2520"/>
              </p14:xfrm>
            </p:contentPart>
          </mc:Choice>
          <mc:Fallback xmlns="">
            <p:pic>
              <p:nvPicPr>
                <p:cNvPr id="589" name="Entrada de lápiz 588">
                  <a:extLst>
                    <a:ext uri="{FF2B5EF4-FFF2-40B4-BE49-F238E27FC236}">
                      <a16:creationId xmlns:a16="http://schemas.microsoft.com/office/drawing/2014/main" id="{41DA5468-A2C8-483F-4CFF-17F020F294E3}"/>
                    </a:ext>
                  </a:extLst>
                </p:cNvPr>
                <p:cNvPicPr/>
                <p:nvPr/>
              </p:nvPicPr>
              <p:blipFill>
                <a:blip r:embed="rId810"/>
                <a:stretch>
                  <a:fillRect/>
                </a:stretch>
              </p:blipFill>
              <p:spPr>
                <a:xfrm>
                  <a:off x="9956125" y="5879981"/>
                  <a:ext cx="6480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811">
              <p14:nvContentPartPr>
                <p14:cNvPr id="590" name="Entrada de lápiz 589">
                  <a:extLst>
                    <a:ext uri="{FF2B5EF4-FFF2-40B4-BE49-F238E27FC236}">
                      <a16:creationId xmlns:a16="http://schemas.microsoft.com/office/drawing/2014/main" id="{35A9F620-DBF0-E29A-EDB4-DF56D0B73F63}"/>
                    </a:ext>
                  </a:extLst>
                </p14:cNvPr>
                <p14:cNvContentPartPr/>
                <p14:nvPr/>
              </p14:nvContentPartPr>
              <p14:xfrm>
                <a:off x="10087165" y="5941901"/>
                <a:ext cx="16920" cy="28800"/>
              </p14:xfrm>
            </p:contentPart>
          </mc:Choice>
          <mc:Fallback xmlns="">
            <p:pic>
              <p:nvPicPr>
                <p:cNvPr id="590" name="Entrada de lápiz 589">
                  <a:extLst>
                    <a:ext uri="{FF2B5EF4-FFF2-40B4-BE49-F238E27FC236}">
                      <a16:creationId xmlns:a16="http://schemas.microsoft.com/office/drawing/2014/main" id="{35A9F620-DBF0-E29A-EDB4-DF56D0B73F63}"/>
                    </a:ext>
                  </a:extLst>
                </p:cNvPr>
                <p:cNvPicPr/>
                <p:nvPr/>
              </p:nvPicPr>
              <p:blipFill>
                <a:blip r:embed="rId812"/>
                <a:stretch>
                  <a:fillRect/>
                </a:stretch>
              </p:blipFill>
              <p:spPr>
                <a:xfrm>
                  <a:off x="10081045" y="5935781"/>
                  <a:ext cx="2916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813">
              <p14:nvContentPartPr>
                <p14:cNvPr id="591" name="Entrada de lápiz 590">
                  <a:extLst>
                    <a:ext uri="{FF2B5EF4-FFF2-40B4-BE49-F238E27FC236}">
                      <a16:creationId xmlns:a16="http://schemas.microsoft.com/office/drawing/2014/main" id="{0038357F-91E0-55E9-51A4-49E47E9DCC12}"/>
                    </a:ext>
                  </a:extLst>
                </p14:cNvPr>
                <p14:cNvContentPartPr/>
                <p14:nvPr/>
              </p14:nvContentPartPr>
              <p14:xfrm>
                <a:off x="10118845" y="5961341"/>
                <a:ext cx="3240" cy="36720"/>
              </p14:xfrm>
            </p:contentPart>
          </mc:Choice>
          <mc:Fallback xmlns="">
            <p:pic>
              <p:nvPicPr>
                <p:cNvPr id="591" name="Entrada de lápiz 590">
                  <a:extLst>
                    <a:ext uri="{FF2B5EF4-FFF2-40B4-BE49-F238E27FC236}">
                      <a16:creationId xmlns:a16="http://schemas.microsoft.com/office/drawing/2014/main" id="{0038357F-91E0-55E9-51A4-49E47E9DCC12}"/>
                    </a:ext>
                  </a:extLst>
                </p:cNvPr>
                <p:cNvPicPr/>
                <p:nvPr/>
              </p:nvPicPr>
              <p:blipFill>
                <a:blip r:embed="rId814"/>
                <a:stretch>
                  <a:fillRect/>
                </a:stretch>
              </p:blipFill>
              <p:spPr>
                <a:xfrm>
                  <a:off x="10112725" y="5955221"/>
                  <a:ext cx="1548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815">
              <p14:nvContentPartPr>
                <p14:cNvPr id="593" name="Entrada de lápiz 592">
                  <a:extLst>
                    <a:ext uri="{FF2B5EF4-FFF2-40B4-BE49-F238E27FC236}">
                      <a16:creationId xmlns:a16="http://schemas.microsoft.com/office/drawing/2014/main" id="{6BE35EE9-77CB-661D-5D1B-01C32BF1A8B0}"/>
                    </a:ext>
                  </a:extLst>
                </p14:cNvPr>
                <p14:cNvContentPartPr/>
                <p14:nvPr/>
              </p14:nvContentPartPr>
              <p14:xfrm>
                <a:off x="10076725" y="5796821"/>
                <a:ext cx="24840" cy="1080"/>
              </p14:xfrm>
            </p:contentPart>
          </mc:Choice>
          <mc:Fallback xmlns="">
            <p:pic>
              <p:nvPicPr>
                <p:cNvPr id="593" name="Entrada de lápiz 592">
                  <a:extLst>
                    <a:ext uri="{FF2B5EF4-FFF2-40B4-BE49-F238E27FC236}">
                      <a16:creationId xmlns:a16="http://schemas.microsoft.com/office/drawing/2014/main" id="{6BE35EE9-77CB-661D-5D1B-01C32BF1A8B0}"/>
                    </a:ext>
                  </a:extLst>
                </p:cNvPr>
                <p:cNvPicPr/>
                <p:nvPr/>
              </p:nvPicPr>
              <p:blipFill>
                <a:blip r:embed="rId816"/>
                <a:stretch>
                  <a:fillRect/>
                </a:stretch>
              </p:blipFill>
              <p:spPr>
                <a:xfrm>
                  <a:off x="10070605" y="5790701"/>
                  <a:ext cx="37080" cy="13320"/>
                </a:xfrm>
                <a:prstGeom prst="rect">
                  <a:avLst/>
                </a:prstGeom>
              </p:spPr>
            </p:pic>
          </mc:Fallback>
        </mc:AlternateContent>
        <mc:AlternateContent xmlns:mc="http://schemas.openxmlformats.org/markup-compatibility/2006" xmlns:p14="http://schemas.microsoft.com/office/powerpoint/2010/main">
          <mc:Choice Requires="p14">
            <p:contentPart p14:bwMode="auto" r:id="rId817">
              <p14:nvContentPartPr>
                <p14:cNvPr id="594" name="Entrada de lápiz 593">
                  <a:extLst>
                    <a:ext uri="{FF2B5EF4-FFF2-40B4-BE49-F238E27FC236}">
                      <a16:creationId xmlns:a16="http://schemas.microsoft.com/office/drawing/2014/main" id="{60C994B2-2894-3FBD-8EAB-FEADF211B883}"/>
                    </a:ext>
                  </a:extLst>
                </p14:cNvPr>
                <p14:cNvContentPartPr/>
                <p14:nvPr/>
              </p14:nvContentPartPr>
              <p14:xfrm>
                <a:off x="10074925" y="5799701"/>
                <a:ext cx="38160" cy="43560"/>
              </p14:xfrm>
            </p:contentPart>
          </mc:Choice>
          <mc:Fallback xmlns="">
            <p:pic>
              <p:nvPicPr>
                <p:cNvPr id="594" name="Entrada de lápiz 593">
                  <a:extLst>
                    <a:ext uri="{FF2B5EF4-FFF2-40B4-BE49-F238E27FC236}">
                      <a16:creationId xmlns:a16="http://schemas.microsoft.com/office/drawing/2014/main" id="{60C994B2-2894-3FBD-8EAB-FEADF211B883}"/>
                    </a:ext>
                  </a:extLst>
                </p:cNvPr>
                <p:cNvPicPr/>
                <p:nvPr/>
              </p:nvPicPr>
              <p:blipFill>
                <a:blip r:embed="rId818"/>
                <a:stretch>
                  <a:fillRect/>
                </a:stretch>
              </p:blipFill>
              <p:spPr>
                <a:xfrm>
                  <a:off x="10068805" y="5793581"/>
                  <a:ext cx="5040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819">
              <p14:nvContentPartPr>
                <p14:cNvPr id="595" name="Entrada de lápiz 594">
                  <a:extLst>
                    <a:ext uri="{FF2B5EF4-FFF2-40B4-BE49-F238E27FC236}">
                      <a16:creationId xmlns:a16="http://schemas.microsoft.com/office/drawing/2014/main" id="{1BE65AB4-AC9A-1DAF-96B9-20C1E2CD82E5}"/>
                    </a:ext>
                  </a:extLst>
                </p14:cNvPr>
                <p14:cNvContentPartPr/>
                <p14:nvPr/>
              </p14:nvContentPartPr>
              <p14:xfrm>
                <a:off x="10126765" y="5804741"/>
                <a:ext cx="11880" cy="28800"/>
              </p14:xfrm>
            </p:contentPart>
          </mc:Choice>
          <mc:Fallback xmlns="">
            <p:pic>
              <p:nvPicPr>
                <p:cNvPr id="595" name="Entrada de lápiz 594">
                  <a:extLst>
                    <a:ext uri="{FF2B5EF4-FFF2-40B4-BE49-F238E27FC236}">
                      <a16:creationId xmlns:a16="http://schemas.microsoft.com/office/drawing/2014/main" id="{1BE65AB4-AC9A-1DAF-96B9-20C1E2CD82E5}"/>
                    </a:ext>
                  </a:extLst>
                </p:cNvPr>
                <p:cNvPicPr/>
                <p:nvPr/>
              </p:nvPicPr>
              <p:blipFill>
                <a:blip r:embed="rId820"/>
                <a:stretch>
                  <a:fillRect/>
                </a:stretch>
              </p:blipFill>
              <p:spPr>
                <a:xfrm>
                  <a:off x="10120645" y="5798621"/>
                  <a:ext cx="2412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821">
              <p14:nvContentPartPr>
                <p14:cNvPr id="596" name="Entrada de lápiz 595">
                  <a:extLst>
                    <a:ext uri="{FF2B5EF4-FFF2-40B4-BE49-F238E27FC236}">
                      <a16:creationId xmlns:a16="http://schemas.microsoft.com/office/drawing/2014/main" id="{733FC8EF-E009-7EAF-179A-CF78954F880E}"/>
                    </a:ext>
                  </a:extLst>
                </p14:cNvPr>
                <p14:cNvContentPartPr/>
                <p14:nvPr/>
              </p14:nvContentPartPr>
              <p14:xfrm>
                <a:off x="10155205" y="5789261"/>
                <a:ext cx="32040" cy="58680"/>
              </p14:xfrm>
            </p:contentPart>
          </mc:Choice>
          <mc:Fallback xmlns="">
            <p:pic>
              <p:nvPicPr>
                <p:cNvPr id="596" name="Entrada de lápiz 595">
                  <a:extLst>
                    <a:ext uri="{FF2B5EF4-FFF2-40B4-BE49-F238E27FC236}">
                      <a16:creationId xmlns:a16="http://schemas.microsoft.com/office/drawing/2014/main" id="{733FC8EF-E009-7EAF-179A-CF78954F880E}"/>
                    </a:ext>
                  </a:extLst>
                </p:cNvPr>
                <p:cNvPicPr/>
                <p:nvPr/>
              </p:nvPicPr>
              <p:blipFill>
                <a:blip r:embed="rId822"/>
                <a:stretch>
                  <a:fillRect/>
                </a:stretch>
              </p:blipFill>
              <p:spPr>
                <a:xfrm>
                  <a:off x="10149085" y="5783141"/>
                  <a:ext cx="4428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823">
              <p14:nvContentPartPr>
                <p14:cNvPr id="598" name="Entrada de lápiz 597">
                  <a:extLst>
                    <a:ext uri="{FF2B5EF4-FFF2-40B4-BE49-F238E27FC236}">
                      <a16:creationId xmlns:a16="http://schemas.microsoft.com/office/drawing/2014/main" id="{2EE7C2F7-3D8C-A9FB-5F0C-9A79D833C8E0}"/>
                    </a:ext>
                  </a:extLst>
                </p14:cNvPr>
                <p14:cNvContentPartPr/>
                <p14:nvPr/>
              </p14:nvContentPartPr>
              <p14:xfrm>
                <a:off x="10276885" y="4414061"/>
                <a:ext cx="64440" cy="1626480"/>
              </p14:xfrm>
            </p:contentPart>
          </mc:Choice>
          <mc:Fallback xmlns="">
            <p:pic>
              <p:nvPicPr>
                <p:cNvPr id="598" name="Entrada de lápiz 597">
                  <a:extLst>
                    <a:ext uri="{FF2B5EF4-FFF2-40B4-BE49-F238E27FC236}">
                      <a16:creationId xmlns:a16="http://schemas.microsoft.com/office/drawing/2014/main" id="{2EE7C2F7-3D8C-A9FB-5F0C-9A79D833C8E0}"/>
                    </a:ext>
                  </a:extLst>
                </p:cNvPr>
                <p:cNvPicPr/>
                <p:nvPr/>
              </p:nvPicPr>
              <p:blipFill>
                <a:blip r:embed="rId824"/>
                <a:stretch>
                  <a:fillRect/>
                </a:stretch>
              </p:blipFill>
              <p:spPr>
                <a:xfrm>
                  <a:off x="10270765" y="4407941"/>
                  <a:ext cx="76680" cy="1638720"/>
                </a:xfrm>
                <a:prstGeom prst="rect">
                  <a:avLst/>
                </a:prstGeom>
              </p:spPr>
            </p:pic>
          </mc:Fallback>
        </mc:AlternateContent>
      </p:grpSp>
      <p:grpSp>
        <p:nvGrpSpPr>
          <p:cNvPr id="602" name="Grupo 601">
            <a:extLst>
              <a:ext uri="{FF2B5EF4-FFF2-40B4-BE49-F238E27FC236}">
                <a16:creationId xmlns:a16="http://schemas.microsoft.com/office/drawing/2014/main" id="{9268A75A-BAA7-D732-CAE4-C270A3260423}"/>
              </a:ext>
            </a:extLst>
          </p:cNvPr>
          <p:cNvGrpSpPr/>
          <p:nvPr/>
        </p:nvGrpSpPr>
        <p:grpSpPr>
          <a:xfrm>
            <a:off x="6895045" y="5264381"/>
            <a:ext cx="74520" cy="108000"/>
            <a:chOff x="6895045" y="5264381"/>
            <a:chExt cx="74520" cy="108000"/>
          </a:xfrm>
        </p:grpSpPr>
        <mc:AlternateContent xmlns:mc="http://schemas.openxmlformats.org/markup-compatibility/2006" xmlns:p14="http://schemas.microsoft.com/office/powerpoint/2010/main">
          <mc:Choice Requires="p14">
            <p:contentPart p14:bwMode="auto" r:id="rId825">
              <p14:nvContentPartPr>
                <p14:cNvPr id="600" name="Entrada de lápiz 599">
                  <a:extLst>
                    <a:ext uri="{FF2B5EF4-FFF2-40B4-BE49-F238E27FC236}">
                      <a16:creationId xmlns:a16="http://schemas.microsoft.com/office/drawing/2014/main" id="{7F0D95EE-A9C4-3151-4786-B896560A7D6B}"/>
                    </a:ext>
                  </a:extLst>
                </p14:cNvPr>
                <p14:cNvContentPartPr/>
                <p14:nvPr/>
              </p14:nvContentPartPr>
              <p14:xfrm>
                <a:off x="6902245" y="5276261"/>
                <a:ext cx="55800" cy="96120"/>
              </p14:xfrm>
            </p:contentPart>
          </mc:Choice>
          <mc:Fallback xmlns="">
            <p:pic>
              <p:nvPicPr>
                <p:cNvPr id="600" name="Entrada de lápiz 599">
                  <a:extLst>
                    <a:ext uri="{FF2B5EF4-FFF2-40B4-BE49-F238E27FC236}">
                      <a16:creationId xmlns:a16="http://schemas.microsoft.com/office/drawing/2014/main" id="{7F0D95EE-A9C4-3151-4786-B896560A7D6B}"/>
                    </a:ext>
                  </a:extLst>
                </p:cNvPr>
                <p:cNvPicPr/>
                <p:nvPr/>
              </p:nvPicPr>
              <p:blipFill>
                <a:blip r:embed="rId826"/>
                <a:stretch>
                  <a:fillRect/>
                </a:stretch>
              </p:blipFill>
              <p:spPr>
                <a:xfrm>
                  <a:off x="6896125" y="5270141"/>
                  <a:ext cx="6804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827">
              <p14:nvContentPartPr>
                <p14:cNvPr id="601" name="Entrada de lápiz 600">
                  <a:extLst>
                    <a:ext uri="{FF2B5EF4-FFF2-40B4-BE49-F238E27FC236}">
                      <a16:creationId xmlns:a16="http://schemas.microsoft.com/office/drawing/2014/main" id="{445EC98B-AFD8-0FF3-0888-AAA16EC1CC38}"/>
                    </a:ext>
                  </a:extLst>
                </p14:cNvPr>
                <p14:cNvContentPartPr/>
                <p14:nvPr/>
              </p14:nvContentPartPr>
              <p14:xfrm>
                <a:off x="6895045" y="5264381"/>
                <a:ext cx="74520" cy="29160"/>
              </p14:xfrm>
            </p:contentPart>
          </mc:Choice>
          <mc:Fallback xmlns="">
            <p:pic>
              <p:nvPicPr>
                <p:cNvPr id="601" name="Entrada de lápiz 600">
                  <a:extLst>
                    <a:ext uri="{FF2B5EF4-FFF2-40B4-BE49-F238E27FC236}">
                      <a16:creationId xmlns:a16="http://schemas.microsoft.com/office/drawing/2014/main" id="{445EC98B-AFD8-0FF3-0888-AAA16EC1CC38}"/>
                    </a:ext>
                  </a:extLst>
                </p:cNvPr>
                <p:cNvPicPr/>
                <p:nvPr/>
              </p:nvPicPr>
              <p:blipFill>
                <a:blip r:embed="rId828"/>
                <a:stretch>
                  <a:fillRect/>
                </a:stretch>
              </p:blipFill>
              <p:spPr>
                <a:xfrm>
                  <a:off x="6888925" y="5258261"/>
                  <a:ext cx="86760" cy="41400"/>
                </a:xfrm>
                <a:prstGeom prst="rect">
                  <a:avLst/>
                </a:prstGeom>
              </p:spPr>
            </p:pic>
          </mc:Fallback>
        </mc:AlternateContent>
      </p:grpSp>
      <p:grpSp>
        <p:nvGrpSpPr>
          <p:cNvPr id="645" name="Grupo 644">
            <a:extLst>
              <a:ext uri="{FF2B5EF4-FFF2-40B4-BE49-F238E27FC236}">
                <a16:creationId xmlns:a16="http://schemas.microsoft.com/office/drawing/2014/main" id="{7DEA53DA-874D-C63F-0832-85E2765C2753}"/>
              </a:ext>
            </a:extLst>
          </p:cNvPr>
          <p:cNvGrpSpPr/>
          <p:nvPr/>
        </p:nvGrpSpPr>
        <p:grpSpPr>
          <a:xfrm>
            <a:off x="6616765" y="5429981"/>
            <a:ext cx="703800" cy="524160"/>
            <a:chOff x="6616765" y="5429981"/>
            <a:chExt cx="703800" cy="524160"/>
          </a:xfrm>
        </p:grpSpPr>
        <mc:AlternateContent xmlns:mc="http://schemas.openxmlformats.org/markup-compatibility/2006" xmlns:p14="http://schemas.microsoft.com/office/powerpoint/2010/main">
          <mc:Choice Requires="p14">
            <p:contentPart p14:bwMode="auto" r:id="rId829">
              <p14:nvContentPartPr>
                <p14:cNvPr id="603" name="Entrada de lápiz 602">
                  <a:extLst>
                    <a:ext uri="{FF2B5EF4-FFF2-40B4-BE49-F238E27FC236}">
                      <a16:creationId xmlns:a16="http://schemas.microsoft.com/office/drawing/2014/main" id="{C617BB03-43DC-52B4-BDCC-EE472D094DEA}"/>
                    </a:ext>
                  </a:extLst>
                </p14:cNvPr>
                <p14:cNvContentPartPr/>
                <p14:nvPr/>
              </p14:nvContentPartPr>
              <p14:xfrm>
                <a:off x="6641245" y="5508821"/>
                <a:ext cx="35640" cy="78120"/>
              </p14:xfrm>
            </p:contentPart>
          </mc:Choice>
          <mc:Fallback xmlns="">
            <p:pic>
              <p:nvPicPr>
                <p:cNvPr id="603" name="Entrada de lápiz 602">
                  <a:extLst>
                    <a:ext uri="{FF2B5EF4-FFF2-40B4-BE49-F238E27FC236}">
                      <a16:creationId xmlns:a16="http://schemas.microsoft.com/office/drawing/2014/main" id="{C617BB03-43DC-52B4-BDCC-EE472D094DEA}"/>
                    </a:ext>
                  </a:extLst>
                </p:cNvPr>
                <p:cNvPicPr/>
                <p:nvPr/>
              </p:nvPicPr>
              <p:blipFill>
                <a:blip r:embed="rId830"/>
                <a:stretch>
                  <a:fillRect/>
                </a:stretch>
              </p:blipFill>
              <p:spPr>
                <a:xfrm>
                  <a:off x="6635125" y="5502701"/>
                  <a:ext cx="4788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831">
              <p14:nvContentPartPr>
                <p14:cNvPr id="604" name="Entrada de lápiz 603">
                  <a:extLst>
                    <a:ext uri="{FF2B5EF4-FFF2-40B4-BE49-F238E27FC236}">
                      <a16:creationId xmlns:a16="http://schemas.microsoft.com/office/drawing/2014/main" id="{2B31013D-0025-5B57-4F31-EC4AC3E2A756}"/>
                    </a:ext>
                  </a:extLst>
                </p14:cNvPr>
                <p14:cNvContentPartPr/>
                <p14:nvPr/>
              </p14:nvContentPartPr>
              <p14:xfrm>
                <a:off x="6616765" y="5491901"/>
                <a:ext cx="60120" cy="39600"/>
              </p14:xfrm>
            </p:contentPart>
          </mc:Choice>
          <mc:Fallback xmlns="">
            <p:pic>
              <p:nvPicPr>
                <p:cNvPr id="604" name="Entrada de lápiz 603">
                  <a:extLst>
                    <a:ext uri="{FF2B5EF4-FFF2-40B4-BE49-F238E27FC236}">
                      <a16:creationId xmlns:a16="http://schemas.microsoft.com/office/drawing/2014/main" id="{2B31013D-0025-5B57-4F31-EC4AC3E2A756}"/>
                    </a:ext>
                  </a:extLst>
                </p:cNvPr>
                <p:cNvPicPr/>
                <p:nvPr/>
              </p:nvPicPr>
              <p:blipFill>
                <a:blip r:embed="rId832"/>
                <a:stretch>
                  <a:fillRect/>
                </a:stretch>
              </p:blipFill>
              <p:spPr>
                <a:xfrm>
                  <a:off x="6610645" y="5485781"/>
                  <a:ext cx="723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833">
              <p14:nvContentPartPr>
                <p14:cNvPr id="605" name="Entrada de lápiz 604">
                  <a:extLst>
                    <a:ext uri="{FF2B5EF4-FFF2-40B4-BE49-F238E27FC236}">
                      <a16:creationId xmlns:a16="http://schemas.microsoft.com/office/drawing/2014/main" id="{8443C800-7AC1-A6CC-A391-8A49223E5CE5}"/>
                    </a:ext>
                  </a:extLst>
                </p14:cNvPr>
                <p14:cNvContentPartPr/>
                <p14:nvPr/>
              </p14:nvContentPartPr>
              <p14:xfrm>
                <a:off x="6709645" y="5535821"/>
                <a:ext cx="23760" cy="36000"/>
              </p14:xfrm>
            </p:contentPart>
          </mc:Choice>
          <mc:Fallback xmlns="">
            <p:pic>
              <p:nvPicPr>
                <p:cNvPr id="605" name="Entrada de lápiz 604">
                  <a:extLst>
                    <a:ext uri="{FF2B5EF4-FFF2-40B4-BE49-F238E27FC236}">
                      <a16:creationId xmlns:a16="http://schemas.microsoft.com/office/drawing/2014/main" id="{8443C800-7AC1-A6CC-A391-8A49223E5CE5}"/>
                    </a:ext>
                  </a:extLst>
                </p:cNvPr>
                <p:cNvPicPr/>
                <p:nvPr/>
              </p:nvPicPr>
              <p:blipFill>
                <a:blip r:embed="rId834"/>
                <a:stretch>
                  <a:fillRect/>
                </a:stretch>
              </p:blipFill>
              <p:spPr>
                <a:xfrm>
                  <a:off x="6703525" y="5529701"/>
                  <a:ext cx="3600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835">
              <p14:nvContentPartPr>
                <p14:cNvPr id="606" name="Entrada de lápiz 605">
                  <a:extLst>
                    <a:ext uri="{FF2B5EF4-FFF2-40B4-BE49-F238E27FC236}">
                      <a16:creationId xmlns:a16="http://schemas.microsoft.com/office/drawing/2014/main" id="{D0994377-98D0-9FC7-4286-7FEF93AFB140}"/>
                    </a:ext>
                  </a:extLst>
                </p14:cNvPr>
                <p14:cNvContentPartPr/>
                <p14:nvPr/>
              </p14:nvContentPartPr>
              <p14:xfrm>
                <a:off x="6751405" y="5520701"/>
                <a:ext cx="34200" cy="46440"/>
              </p14:xfrm>
            </p:contentPart>
          </mc:Choice>
          <mc:Fallback xmlns="">
            <p:pic>
              <p:nvPicPr>
                <p:cNvPr id="606" name="Entrada de lápiz 605">
                  <a:extLst>
                    <a:ext uri="{FF2B5EF4-FFF2-40B4-BE49-F238E27FC236}">
                      <a16:creationId xmlns:a16="http://schemas.microsoft.com/office/drawing/2014/main" id="{D0994377-98D0-9FC7-4286-7FEF93AFB140}"/>
                    </a:ext>
                  </a:extLst>
                </p:cNvPr>
                <p:cNvPicPr/>
                <p:nvPr/>
              </p:nvPicPr>
              <p:blipFill>
                <a:blip r:embed="rId836"/>
                <a:stretch>
                  <a:fillRect/>
                </a:stretch>
              </p:blipFill>
              <p:spPr>
                <a:xfrm>
                  <a:off x="6745285" y="5514581"/>
                  <a:ext cx="4644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837">
              <p14:nvContentPartPr>
                <p14:cNvPr id="607" name="Entrada de lápiz 606">
                  <a:extLst>
                    <a:ext uri="{FF2B5EF4-FFF2-40B4-BE49-F238E27FC236}">
                      <a16:creationId xmlns:a16="http://schemas.microsoft.com/office/drawing/2014/main" id="{60C05A59-A36B-A7E7-CE54-074326E1A77D}"/>
                    </a:ext>
                  </a:extLst>
                </p14:cNvPr>
                <p14:cNvContentPartPr/>
                <p14:nvPr/>
              </p14:nvContentPartPr>
              <p14:xfrm>
                <a:off x="6793525" y="5505221"/>
                <a:ext cx="39600" cy="48600"/>
              </p14:xfrm>
            </p:contentPart>
          </mc:Choice>
          <mc:Fallback xmlns="">
            <p:pic>
              <p:nvPicPr>
                <p:cNvPr id="607" name="Entrada de lápiz 606">
                  <a:extLst>
                    <a:ext uri="{FF2B5EF4-FFF2-40B4-BE49-F238E27FC236}">
                      <a16:creationId xmlns:a16="http://schemas.microsoft.com/office/drawing/2014/main" id="{60C05A59-A36B-A7E7-CE54-074326E1A77D}"/>
                    </a:ext>
                  </a:extLst>
                </p:cNvPr>
                <p:cNvPicPr/>
                <p:nvPr/>
              </p:nvPicPr>
              <p:blipFill>
                <a:blip r:embed="rId838"/>
                <a:stretch>
                  <a:fillRect/>
                </a:stretch>
              </p:blipFill>
              <p:spPr>
                <a:xfrm>
                  <a:off x="6787405" y="5499101"/>
                  <a:ext cx="5184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839">
              <p14:nvContentPartPr>
                <p14:cNvPr id="608" name="Entrada de lápiz 607">
                  <a:extLst>
                    <a:ext uri="{FF2B5EF4-FFF2-40B4-BE49-F238E27FC236}">
                      <a16:creationId xmlns:a16="http://schemas.microsoft.com/office/drawing/2014/main" id="{73D95F21-9F3A-1C06-BDEF-549FBBB691B9}"/>
                    </a:ext>
                  </a:extLst>
                </p14:cNvPr>
                <p14:cNvContentPartPr/>
                <p14:nvPr/>
              </p14:nvContentPartPr>
              <p14:xfrm>
                <a:off x="6806125" y="5477501"/>
                <a:ext cx="42120" cy="73800"/>
              </p14:xfrm>
            </p:contentPart>
          </mc:Choice>
          <mc:Fallback xmlns="">
            <p:pic>
              <p:nvPicPr>
                <p:cNvPr id="608" name="Entrada de lápiz 607">
                  <a:extLst>
                    <a:ext uri="{FF2B5EF4-FFF2-40B4-BE49-F238E27FC236}">
                      <a16:creationId xmlns:a16="http://schemas.microsoft.com/office/drawing/2014/main" id="{73D95F21-9F3A-1C06-BDEF-549FBBB691B9}"/>
                    </a:ext>
                  </a:extLst>
                </p:cNvPr>
                <p:cNvPicPr/>
                <p:nvPr/>
              </p:nvPicPr>
              <p:blipFill>
                <a:blip r:embed="rId840"/>
                <a:stretch>
                  <a:fillRect/>
                </a:stretch>
              </p:blipFill>
              <p:spPr>
                <a:xfrm>
                  <a:off x="6800005" y="5471381"/>
                  <a:ext cx="5436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841">
              <p14:nvContentPartPr>
                <p14:cNvPr id="609" name="Entrada de lápiz 608">
                  <a:extLst>
                    <a:ext uri="{FF2B5EF4-FFF2-40B4-BE49-F238E27FC236}">
                      <a16:creationId xmlns:a16="http://schemas.microsoft.com/office/drawing/2014/main" id="{7D0A0029-D6F2-55DC-DA26-B7C6F9EF4AC2}"/>
                    </a:ext>
                  </a:extLst>
                </p14:cNvPr>
                <p14:cNvContentPartPr/>
                <p14:nvPr/>
              </p14:nvContentPartPr>
              <p14:xfrm>
                <a:off x="6851485" y="5501621"/>
                <a:ext cx="46440" cy="37080"/>
              </p14:xfrm>
            </p:contentPart>
          </mc:Choice>
          <mc:Fallback xmlns="">
            <p:pic>
              <p:nvPicPr>
                <p:cNvPr id="609" name="Entrada de lápiz 608">
                  <a:extLst>
                    <a:ext uri="{FF2B5EF4-FFF2-40B4-BE49-F238E27FC236}">
                      <a16:creationId xmlns:a16="http://schemas.microsoft.com/office/drawing/2014/main" id="{7D0A0029-D6F2-55DC-DA26-B7C6F9EF4AC2}"/>
                    </a:ext>
                  </a:extLst>
                </p:cNvPr>
                <p:cNvPicPr/>
                <p:nvPr/>
              </p:nvPicPr>
              <p:blipFill>
                <a:blip r:embed="rId842"/>
                <a:stretch>
                  <a:fillRect/>
                </a:stretch>
              </p:blipFill>
              <p:spPr>
                <a:xfrm>
                  <a:off x="6845365" y="5495501"/>
                  <a:ext cx="5868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843">
              <p14:nvContentPartPr>
                <p14:cNvPr id="610" name="Entrada de lápiz 609">
                  <a:extLst>
                    <a:ext uri="{FF2B5EF4-FFF2-40B4-BE49-F238E27FC236}">
                      <a16:creationId xmlns:a16="http://schemas.microsoft.com/office/drawing/2014/main" id="{43335EEF-AC81-A209-B4B8-BA540D671E92}"/>
                    </a:ext>
                  </a:extLst>
                </p14:cNvPr>
                <p14:cNvContentPartPr/>
                <p14:nvPr/>
              </p14:nvContentPartPr>
              <p14:xfrm>
                <a:off x="6906205" y="5491181"/>
                <a:ext cx="41040" cy="39240"/>
              </p14:xfrm>
            </p:contentPart>
          </mc:Choice>
          <mc:Fallback xmlns="">
            <p:pic>
              <p:nvPicPr>
                <p:cNvPr id="610" name="Entrada de lápiz 609">
                  <a:extLst>
                    <a:ext uri="{FF2B5EF4-FFF2-40B4-BE49-F238E27FC236}">
                      <a16:creationId xmlns:a16="http://schemas.microsoft.com/office/drawing/2014/main" id="{43335EEF-AC81-A209-B4B8-BA540D671E92}"/>
                    </a:ext>
                  </a:extLst>
                </p:cNvPr>
                <p:cNvPicPr/>
                <p:nvPr/>
              </p:nvPicPr>
              <p:blipFill>
                <a:blip r:embed="rId844"/>
                <a:stretch>
                  <a:fillRect/>
                </a:stretch>
              </p:blipFill>
              <p:spPr>
                <a:xfrm>
                  <a:off x="6900085" y="5485061"/>
                  <a:ext cx="5328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845">
              <p14:nvContentPartPr>
                <p14:cNvPr id="611" name="Entrada de lápiz 610">
                  <a:extLst>
                    <a:ext uri="{FF2B5EF4-FFF2-40B4-BE49-F238E27FC236}">
                      <a16:creationId xmlns:a16="http://schemas.microsoft.com/office/drawing/2014/main" id="{02B8299F-564E-B0AA-D8F7-E8DC338D00E4}"/>
                    </a:ext>
                  </a:extLst>
                </p14:cNvPr>
                <p14:cNvContentPartPr/>
                <p14:nvPr/>
              </p14:nvContentPartPr>
              <p14:xfrm>
                <a:off x="6928885" y="5429981"/>
                <a:ext cx="44640" cy="84960"/>
              </p14:xfrm>
            </p:contentPart>
          </mc:Choice>
          <mc:Fallback xmlns="">
            <p:pic>
              <p:nvPicPr>
                <p:cNvPr id="611" name="Entrada de lápiz 610">
                  <a:extLst>
                    <a:ext uri="{FF2B5EF4-FFF2-40B4-BE49-F238E27FC236}">
                      <a16:creationId xmlns:a16="http://schemas.microsoft.com/office/drawing/2014/main" id="{02B8299F-564E-B0AA-D8F7-E8DC338D00E4}"/>
                    </a:ext>
                  </a:extLst>
                </p:cNvPr>
                <p:cNvPicPr/>
                <p:nvPr/>
              </p:nvPicPr>
              <p:blipFill>
                <a:blip r:embed="rId846"/>
                <a:stretch>
                  <a:fillRect/>
                </a:stretch>
              </p:blipFill>
              <p:spPr>
                <a:xfrm>
                  <a:off x="6922765" y="5423861"/>
                  <a:ext cx="5688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847">
              <p14:nvContentPartPr>
                <p14:cNvPr id="612" name="Entrada de lápiz 611">
                  <a:extLst>
                    <a:ext uri="{FF2B5EF4-FFF2-40B4-BE49-F238E27FC236}">
                      <a16:creationId xmlns:a16="http://schemas.microsoft.com/office/drawing/2014/main" id="{A61C14C8-5E73-3ADF-4B15-7CB64B0B38D3}"/>
                    </a:ext>
                  </a:extLst>
                </p14:cNvPr>
                <p14:cNvContentPartPr/>
                <p14:nvPr/>
              </p14:nvContentPartPr>
              <p14:xfrm>
                <a:off x="6942205" y="5486141"/>
                <a:ext cx="17640" cy="5400"/>
              </p14:xfrm>
            </p:contentPart>
          </mc:Choice>
          <mc:Fallback xmlns="">
            <p:pic>
              <p:nvPicPr>
                <p:cNvPr id="612" name="Entrada de lápiz 611">
                  <a:extLst>
                    <a:ext uri="{FF2B5EF4-FFF2-40B4-BE49-F238E27FC236}">
                      <a16:creationId xmlns:a16="http://schemas.microsoft.com/office/drawing/2014/main" id="{A61C14C8-5E73-3ADF-4B15-7CB64B0B38D3}"/>
                    </a:ext>
                  </a:extLst>
                </p:cNvPr>
                <p:cNvPicPr/>
                <p:nvPr/>
              </p:nvPicPr>
              <p:blipFill>
                <a:blip r:embed="rId848"/>
                <a:stretch>
                  <a:fillRect/>
                </a:stretch>
              </p:blipFill>
              <p:spPr>
                <a:xfrm>
                  <a:off x="6936085" y="5480021"/>
                  <a:ext cx="2988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849">
              <p14:nvContentPartPr>
                <p14:cNvPr id="613" name="Entrada de lápiz 612">
                  <a:extLst>
                    <a:ext uri="{FF2B5EF4-FFF2-40B4-BE49-F238E27FC236}">
                      <a16:creationId xmlns:a16="http://schemas.microsoft.com/office/drawing/2014/main" id="{73B093E9-C91E-6413-4C07-C07CE45072FA}"/>
                    </a:ext>
                  </a:extLst>
                </p14:cNvPr>
                <p14:cNvContentPartPr/>
                <p14:nvPr/>
              </p14:nvContentPartPr>
              <p14:xfrm>
                <a:off x="6981085" y="5469221"/>
                <a:ext cx="46440" cy="39600"/>
              </p14:xfrm>
            </p:contentPart>
          </mc:Choice>
          <mc:Fallback xmlns="">
            <p:pic>
              <p:nvPicPr>
                <p:cNvPr id="613" name="Entrada de lápiz 612">
                  <a:extLst>
                    <a:ext uri="{FF2B5EF4-FFF2-40B4-BE49-F238E27FC236}">
                      <a16:creationId xmlns:a16="http://schemas.microsoft.com/office/drawing/2014/main" id="{73B093E9-C91E-6413-4C07-C07CE45072FA}"/>
                    </a:ext>
                  </a:extLst>
                </p:cNvPr>
                <p:cNvPicPr/>
                <p:nvPr/>
              </p:nvPicPr>
              <p:blipFill>
                <a:blip r:embed="rId850"/>
                <a:stretch>
                  <a:fillRect/>
                </a:stretch>
              </p:blipFill>
              <p:spPr>
                <a:xfrm>
                  <a:off x="6974965" y="5463101"/>
                  <a:ext cx="5868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851">
              <p14:nvContentPartPr>
                <p14:cNvPr id="615" name="Entrada de lápiz 614">
                  <a:extLst>
                    <a:ext uri="{FF2B5EF4-FFF2-40B4-BE49-F238E27FC236}">
                      <a16:creationId xmlns:a16="http://schemas.microsoft.com/office/drawing/2014/main" id="{63B2423D-2ACF-64D3-B018-1F7DDA954D7B}"/>
                    </a:ext>
                  </a:extLst>
                </p14:cNvPr>
                <p14:cNvContentPartPr/>
                <p14:nvPr/>
              </p14:nvContentPartPr>
              <p14:xfrm>
                <a:off x="6658165" y="5693861"/>
                <a:ext cx="38880" cy="56880"/>
              </p14:xfrm>
            </p:contentPart>
          </mc:Choice>
          <mc:Fallback xmlns="">
            <p:pic>
              <p:nvPicPr>
                <p:cNvPr id="615" name="Entrada de lápiz 614">
                  <a:extLst>
                    <a:ext uri="{FF2B5EF4-FFF2-40B4-BE49-F238E27FC236}">
                      <a16:creationId xmlns:a16="http://schemas.microsoft.com/office/drawing/2014/main" id="{63B2423D-2ACF-64D3-B018-1F7DDA954D7B}"/>
                    </a:ext>
                  </a:extLst>
                </p:cNvPr>
                <p:cNvPicPr/>
                <p:nvPr/>
              </p:nvPicPr>
              <p:blipFill>
                <a:blip r:embed="rId852"/>
                <a:stretch>
                  <a:fillRect/>
                </a:stretch>
              </p:blipFill>
              <p:spPr>
                <a:xfrm>
                  <a:off x="6652045" y="5687741"/>
                  <a:ext cx="5112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853">
              <p14:nvContentPartPr>
                <p14:cNvPr id="616" name="Entrada de lápiz 615">
                  <a:extLst>
                    <a:ext uri="{FF2B5EF4-FFF2-40B4-BE49-F238E27FC236}">
                      <a16:creationId xmlns:a16="http://schemas.microsoft.com/office/drawing/2014/main" id="{2BA31EF3-0EE6-9D59-17C1-AF5F30054AF1}"/>
                    </a:ext>
                  </a:extLst>
                </p14:cNvPr>
                <p14:cNvContentPartPr/>
                <p14:nvPr/>
              </p14:nvContentPartPr>
              <p14:xfrm>
                <a:off x="6669685" y="5672261"/>
                <a:ext cx="91800" cy="70920"/>
              </p14:xfrm>
            </p:contentPart>
          </mc:Choice>
          <mc:Fallback xmlns="">
            <p:pic>
              <p:nvPicPr>
                <p:cNvPr id="616" name="Entrada de lápiz 615">
                  <a:extLst>
                    <a:ext uri="{FF2B5EF4-FFF2-40B4-BE49-F238E27FC236}">
                      <a16:creationId xmlns:a16="http://schemas.microsoft.com/office/drawing/2014/main" id="{2BA31EF3-0EE6-9D59-17C1-AF5F30054AF1}"/>
                    </a:ext>
                  </a:extLst>
                </p:cNvPr>
                <p:cNvPicPr/>
                <p:nvPr/>
              </p:nvPicPr>
              <p:blipFill>
                <a:blip r:embed="rId854"/>
                <a:stretch>
                  <a:fillRect/>
                </a:stretch>
              </p:blipFill>
              <p:spPr>
                <a:xfrm>
                  <a:off x="6663565" y="5666141"/>
                  <a:ext cx="10404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855">
              <p14:nvContentPartPr>
                <p14:cNvPr id="617" name="Entrada de lápiz 616">
                  <a:extLst>
                    <a:ext uri="{FF2B5EF4-FFF2-40B4-BE49-F238E27FC236}">
                      <a16:creationId xmlns:a16="http://schemas.microsoft.com/office/drawing/2014/main" id="{A2747779-707B-BE29-B1C6-490C646F9DA1}"/>
                    </a:ext>
                  </a:extLst>
                </p14:cNvPr>
                <p14:cNvContentPartPr/>
                <p14:nvPr/>
              </p14:nvContentPartPr>
              <p14:xfrm>
                <a:off x="6832765" y="5642381"/>
                <a:ext cx="33480" cy="68040"/>
              </p14:xfrm>
            </p:contentPart>
          </mc:Choice>
          <mc:Fallback xmlns="">
            <p:pic>
              <p:nvPicPr>
                <p:cNvPr id="617" name="Entrada de lápiz 616">
                  <a:extLst>
                    <a:ext uri="{FF2B5EF4-FFF2-40B4-BE49-F238E27FC236}">
                      <a16:creationId xmlns:a16="http://schemas.microsoft.com/office/drawing/2014/main" id="{A2747779-707B-BE29-B1C6-490C646F9DA1}"/>
                    </a:ext>
                  </a:extLst>
                </p:cNvPr>
                <p:cNvPicPr/>
                <p:nvPr/>
              </p:nvPicPr>
              <p:blipFill>
                <a:blip r:embed="rId856"/>
                <a:stretch>
                  <a:fillRect/>
                </a:stretch>
              </p:blipFill>
              <p:spPr>
                <a:xfrm>
                  <a:off x="6826645" y="5636261"/>
                  <a:ext cx="4572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857">
              <p14:nvContentPartPr>
                <p14:cNvPr id="618" name="Entrada de lápiz 617">
                  <a:extLst>
                    <a:ext uri="{FF2B5EF4-FFF2-40B4-BE49-F238E27FC236}">
                      <a16:creationId xmlns:a16="http://schemas.microsoft.com/office/drawing/2014/main" id="{BDB0D586-9FC9-10FC-6847-391EB96C71BA}"/>
                    </a:ext>
                  </a:extLst>
                </p14:cNvPr>
                <p14:cNvContentPartPr/>
                <p14:nvPr/>
              </p14:nvContentPartPr>
              <p14:xfrm>
                <a:off x="6838525" y="5679821"/>
                <a:ext cx="36360" cy="8280"/>
              </p14:xfrm>
            </p:contentPart>
          </mc:Choice>
          <mc:Fallback xmlns="">
            <p:pic>
              <p:nvPicPr>
                <p:cNvPr id="618" name="Entrada de lápiz 617">
                  <a:extLst>
                    <a:ext uri="{FF2B5EF4-FFF2-40B4-BE49-F238E27FC236}">
                      <a16:creationId xmlns:a16="http://schemas.microsoft.com/office/drawing/2014/main" id="{BDB0D586-9FC9-10FC-6847-391EB96C71BA}"/>
                    </a:ext>
                  </a:extLst>
                </p:cNvPr>
                <p:cNvPicPr/>
                <p:nvPr/>
              </p:nvPicPr>
              <p:blipFill>
                <a:blip r:embed="rId858"/>
                <a:stretch>
                  <a:fillRect/>
                </a:stretch>
              </p:blipFill>
              <p:spPr>
                <a:xfrm>
                  <a:off x="6832405" y="5673701"/>
                  <a:ext cx="4860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859">
              <p14:nvContentPartPr>
                <p14:cNvPr id="619" name="Entrada de lápiz 618">
                  <a:extLst>
                    <a:ext uri="{FF2B5EF4-FFF2-40B4-BE49-F238E27FC236}">
                      <a16:creationId xmlns:a16="http://schemas.microsoft.com/office/drawing/2014/main" id="{B453A2DB-8EA8-43F3-A9ED-5D8996210D12}"/>
                    </a:ext>
                  </a:extLst>
                </p14:cNvPr>
                <p14:cNvContentPartPr/>
                <p14:nvPr/>
              </p14:nvContentPartPr>
              <p14:xfrm>
                <a:off x="6869485" y="5633021"/>
                <a:ext cx="26640" cy="61920"/>
              </p14:xfrm>
            </p:contentPart>
          </mc:Choice>
          <mc:Fallback xmlns="">
            <p:pic>
              <p:nvPicPr>
                <p:cNvPr id="619" name="Entrada de lápiz 618">
                  <a:extLst>
                    <a:ext uri="{FF2B5EF4-FFF2-40B4-BE49-F238E27FC236}">
                      <a16:creationId xmlns:a16="http://schemas.microsoft.com/office/drawing/2014/main" id="{B453A2DB-8EA8-43F3-A9ED-5D8996210D12}"/>
                    </a:ext>
                  </a:extLst>
                </p:cNvPr>
                <p:cNvPicPr/>
                <p:nvPr/>
              </p:nvPicPr>
              <p:blipFill>
                <a:blip r:embed="rId860"/>
                <a:stretch>
                  <a:fillRect/>
                </a:stretch>
              </p:blipFill>
              <p:spPr>
                <a:xfrm>
                  <a:off x="6863365" y="5626901"/>
                  <a:ext cx="3888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861">
              <p14:nvContentPartPr>
                <p14:cNvPr id="620" name="Entrada de lápiz 619">
                  <a:extLst>
                    <a:ext uri="{FF2B5EF4-FFF2-40B4-BE49-F238E27FC236}">
                      <a16:creationId xmlns:a16="http://schemas.microsoft.com/office/drawing/2014/main" id="{8EA2DC71-5026-642D-C529-1A4035C05D71}"/>
                    </a:ext>
                  </a:extLst>
                </p14:cNvPr>
                <p14:cNvContentPartPr/>
                <p14:nvPr/>
              </p14:nvContentPartPr>
              <p14:xfrm>
                <a:off x="6908725" y="5656061"/>
                <a:ext cx="51840" cy="42480"/>
              </p14:xfrm>
            </p:contentPart>
          </mc:Choice>
          <mc:Fallback xmlns="">
            <p:pic>
              <p:nvPicPr>
                <p:cNvPr id="620" name="Entrada de lápiz 619">
                  <a:extLst>
                    <a:ext uri="{FF2B5EF4-FFF2-40B4-BE49-F238E27FC236}">
                      <a16:creationId xmlns:a16="http://schemas.microsoft.com/office/drawing/2014/main" id="{8EA2DC71-5026-642D-C529-1A4035C05D71}"/>
                    </a:ext>
                  </a:extLst>
                </p:cNvPr>
                <p:cNvPicPr/>
                <p:nvPr/>
              </p:nvPicPr>
              <p:blipFill>
                <a:blip r:embed="rId862"/>
                <a:stretch>
                  <a:fillRect/>
                </a:stretch>
              </p:blipFill>
              <p:spPr>
                <a:xfrm>
                  <a:off x="6902605" y="5649941"/>
                  <a:ext cx="6408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863">
              <p14:nvContentPartPr>
                <p14:cNvPr id="621" name="Entrada de lápiz 620">
                  <a:extLst>
                    <a:ext uri="{FF2B5EF4-FFF2-40B4-BE49-F238E27FC236}">
                      <a16:creationId xmlns:a16="http://schemas.microsoft.com/office/drawing/2014/main" id="{7E9D233C-B822-82A0-6523-86898F6303A9}"/>
                    </a:ext>
                  </a:extLst>
                </p14:cNvPr>
                <p14:cNvContentPartPr/>
                <p14:nvPr/>
              </p14:nvContentPartPr>
              <p14:xfrm>
                <a:off x="6965245" y="5642381"/>
                <a:ext cx="31320" cy="40680"/>
              </p14:xfrm>
            </p:contentPart>
          </mc:Choice>
          <mc:Fallback xmlns="">
            <p:pic>
              <p:nvPicPr>
                <p:cNvPr id="621" name="Entrada de lápiz 620">
                  <a:extLst>
                    <a:ext uri="{FF2B5EF4-FFF2-40B4-BE49-F238E27FC236}">
                      <a16:creationId xmlns:a16="http://schemas.microsoft.com/office/drawing/2014/main" id="{7E9D233C-B822-82A0-6523-86898F6303A9}"/>
                    </a:ext>
                  </a:extLst>
                </p:cNvPr>
                <p:cNvPicPr/>
                <p:nvPr/>
              </p:nvPicPr>
              <p:blipFill>
                <a:blip r:embed="rId864"/>
                <a:stretch>
                  <a:fillRect/>
                </a:stretch>
              </p:blipFill>
              <p:spPr>
                <a:xfrm>
                  <a:off x="6959125" y="5636261"/>
                  <a:ext cx="4356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865">
              <p14:nvContentPartPr>
                <p14:cNvPr id="622" name="Entrada de lápiz 621">
                  <a:extLst>
                    <a:ext uri="{FF2B5EF4-FFF2-40B4-BE49-F238E27FC236}">
                      <a16:creationId xmlns:a16="http://schemas.microsoft.com/office/drawing/2014/main" id="{0B5C1CDF-5812-63F9-5B31-CED95CCDD4CB}"/>
                    </a:ext>
                  </a:extLst>
                </p14:cNvPr>
                <p14:cNvContentPartPr/>
                <p14:nvPr/>
              </p14:nvContentPartPr>
              <p14:xfrm>
                <a:off x="6973885" y="5582261"/>
                <a:ext cx="34200" cy="85680"/>
              </p14:xfrm>
            </p:contentPart>
          </mc:Choice>
          <mc:Fallback xmlns="">
            <p:pic>
              <p:nvPicPr>
                <p:cNvPr id="622" name="Entrada de lápiz 621">
                  <a:extLst>
                    <a:ext uri="{FF2B5EF4-FFF2-40B4-BE49-F238E27FC236}">
                      <a16:creationId xmlns:a16="http://schemas.microsoft.com/office/drawing/2014/main" id="{0B5C1CDF-5812-63F9-5B31-CED95CCDD4CB}"/>
                    </a:ext>
                  </a:extLst>
                </p:cNvPr>
                <p:cNvPicPr/>
                <p:nvPr/>
              </p:nvPicPr>
              <p:blipFill>
                <a:blip r:embed="rId866"/>
                <a:stretch>
                  <a:fillRect/>
                </a:stretch>
              </p:blipFill>
              <p:spPr>
                <a:xfrm>
                  <a:off x="6967765" y="5576141"/>
                  <a:ext cx="4644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867">
              <p14:nvContentPartPr>
                <p14:cNvPr id="623" name="Entrada de lápiz 622">
                  <a:extLst>
                    <a:ext uri="{FF2B5EF4-FFF2-40B4-BE49-F238E27FC236}">
                      <a16:creationId xmlns:a16="http://schemas.microsoft.com/office/drawing/2014/main" id="{F4D73DC7-DCE6-EE52-A70B-46CAAEE16E43}"/>
                    </a:ext>
                  </a:extLst>
                </p14:cNvPr>
                <p14:cNvContentPartPr/>
                <p14:nvPr/>
              </p14:nvContentPartPr>
              <p14:xfrm>
                <a:off x="7015645" y="5640221"/>
                <a:ext cx="44280" cy="39960"/>
              </p14:xfrm>
            </p:contentPart>
          </mc:Choice>
          <mc:Fallback xmlns="">
            <p:pic>
              <p:nvPicPr>
                <p:cNvPr id="623" name="Entrada de lápiz 622">
                  <a:extLst>
                    <a:ext uri="{FF2B5EF4-FFF2-40B4-BE49-F238E27FC236}">
                      <a16:creationId xmlns:a16="http://schemas.microsoft.com/office/drawing/2014/main" id="{F4D73DC7-DCE6-EE52-A70B-46CAAEE16E43}"/>
                    </a:ext>
                  </a:extLst>
                </p:cNvPr>
                <p:cNvPicPr/>
                <p:nvPr/>
              </p:nvPicPr>
              <p:blipFill>
                <a:blip r:embed="rId868"/>
                <a:stretch>
                  <a:fillRect/>
                </a:stretch>
              </p:blipFill>
              <p:spPr>
                <a:xfrm>
                  <a:off x="7009525" y="5634101"/>
                  <a:ext cx="5652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869">
              <p14:nvContentPartPr>
                <p14:cNvPr id="624" name="Entrada de lápiz 623">
                  <a:extLst>
                    <a:ext uri="{FF2B5EF4-FFF2-40B4-BE49-F238E27FC236}">
                      <a16:creationId xmlns:a16="http://schemas.microsoft.com/office/drawing/2014/main" id="{67A5E85C-47C4-96F0-040A-94DA7A2162A1}"/>
                    </a:ext>
                  </a:extLst>
                </p14:cNvPr>
                <p14:cNvContentPartPr/>
                <p14:nvPr/>
              </p14:nvContentPartPr>
              <p14:xfrm>
                <a:off x="7079365" y="5617181"/>
                <a:ext cx="80640" cy="43920"/>
              </p14:xfrm>
            </p:contentPart>
          </mc:Choice>
          <mc:Fallback xmlns="">
            <p:pic>
              <p:nvPicPr>
                <p:cNvPr id="624" name="Entrada de lápiz 623">
                  <a:extLst>
                    <a:ext uri="{FF2B5EF4-FFF2-40B4-BE49-F238E27FC236}">
                      <a16:creationId xmlns:a16="http://schemas.microsoft.com/office/drawing/2014/main" id="{67A5E85C-47C4-96F0-040A-94DA7A2162A1}"/>
                    </a:ext>
                  </a:extLst>
                </p:cNvPr>
                <p:cNvPicPr/>
                <p:nvPr/>
              </p:nvPicPr>
              <p:blipFill>
                <a:blip r:embed="rId870"/>
                <a:stretch>
                  <a:fillRect/>
                </a:stretch>
              </p:blipFill>
              <p:spPr>
                <a:xfrm>
                  <a:off x="7073245" y="5611061"/>
                  <a:ext cx="9288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871">
              <p14:nvContentPartPr>
                <p14:cNvPr id="625" name="Entrada de lápiz 624">
                  <a:extLst>
                    <a:ext uri="{FF2B5EF4-FFF2-40B4-BE49-F238E27FC236}">
                      <a16:creationId xmlns:a16="http://schemas.microsoft.com/office/drawing/2014/main" id="{CAABAC04-9BBE-D85D-04CD-785590FE2A02}"/>
                    </a:ext>
                  </a:extLst>
                </p14:cNvPr>
                <p14:cNvContentPartPr/>
                <p14:nvPr/>
              </p14:nvContentPartPr>
              <p14:xfrm>
                <a:off x="7166485" y="5602061"/>
                <a:ext cx="35640" cy="39960"/>
              </p14:xfrm>
            </p:contentPart>
          </mc:Choice>
          <mc:Fallback xmlns="">
            <p:pic>
              <p:nvPicPr>
                <p:cNvPr id="625" name="Entrada de lápiz 624">
                  <a:extLst>
                    <a:ext uri="{FF2B5EF4-FFF2-40B4-BE49-F238E27FC236}">
                      <a16:creationId xmlns:a16="http://schemas.microsoft.com/office/drawing/2014/main" id="{CAABAC04-9BBE-D85D-04CD-785590FE2A02}"/>
                    </a:ext>
                  </a:extLst>
                </p:cNvPr>
                <p:cNvPicPr/>
                <p:nvPr/>
              </p:nvPicPr>
              <p:blipFill>
                <a:blip r:embed="rId872"/>
                <a:stretch>
                  <a:fillRect/>
                </a:stretch>
              </p:blipFill>
              <p:spPr>
                <a:xfrm>
                  <a:off x="7160365" y="5595941"/>
                  <a:ext cx="4788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873">
              <p14:nvContentPartPr>
                <p14:cNvPr id="626" name="Entrada de lápiz 625">
                  <a:extLst>
                    <a:ext uri="{FF2B5EF4-FFF2-40B4-BE49-F238E27FC236}">
                      <a16:creationId xmlns:a16="http://schemas.microsoft.com/office/drawing/2014/main" id="{B71F69EA-C768-510F-BF3E-5B11FDB5906B}"/>
                    </a:ext>
                  </a:extLst>
                </p14:cNvPr>
                <p14:cNvContentPartPr/>
                <p14:nvPr/>
              </p14:nvContentPartPr>
              <p14:xfrm>
                <a:off x="7216165" y="5588021"/>
                <a:ext cx="21240" cy="34920"/>
              </p14:xfrm>
            </p:contentPart>
          </mc:Choice>
          <mc:Fallback xmlns="">
            <p:pic>
              <p:nvPicPr>
                <p:cNvPr id="626" name="Entrada de lápiz 625">
                  <a:extLst>
                    <a:ext uri="{FF2B5EF4-FFF2-40B4-BE49-F238E27FC236}">
                      <a16:creationId xmlns:a16="http://schemas.microsoft.com/office/drawing/2014/main" id="{B71F69EA-C768-510F-BF3E-5B11FDB5906B}"/>
                    </a:ext>
                  </a:extLst>
                </p:cNvPr>
                <p:cNvPicPr/>
                <p:nvPr/>
              </p:nvPicPr>
              <p:blipFill>
                <a:blip r:embed="rId874"/>
                <a:stretch>
                  <a:fillRect/>
                </a:stretch>
              </p:blipFill>
              <p:spPr>
                <a:xfrm>
                  <a:off x="7210045" y="5581901"/>
                  <a:ext cx="3348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875">
              <p14:nvContentPartPr>
                <p14:cNvPr id="627" name="Entrada de lápiz 626">
                  <a:extLst>
                    <a:ext uri="{FF2B5EF4-FFF2-40B4-BE49-F238E27FC236}">
                      <a16:creationId xmlns:a16="http://schemas.microsoft.com/office/drawing/2014/main" id="{852DAED0-67A5-7339-CF04-2E601185C9D1}"/>
                    </a:ext>
                  </a:extLst>
                </p14:cNvPr>
                <p14:cNvContentPartPr/>
                <p14:nvPr/>
              </p14:nvContentPartPr>
              <p14:xfrm>
                <a:off x="7255765" y="5584421"/>
                <a:ext cx="27720" cy="33480"/>
              </p14:xfrm>
            </p:contentPart>
          </mc:Choice>
          <mc:Fallback xmlns="">
            <p:pic>
              <p:nvPicPr>
                <p:cNvPr id="627" name="Entrada de lápiz 626">
                  <a:extLst>
                    <a:ext uri="{FF2B5EF4-FFF2-40B4-BE49-F238E27FC236}">
                      <a16:creationId xmlns:a16="http://schemas.microsoft.com/office/drawing/2014/main" id="{852DAED0-67A5-7339-CF04-2E601185C9D1}"/>
                    </a:ext>
                  </a:extLst>
                </p:cNvPr>
                <p:cNvPicPr/>
                <p:nvPr/>
              </p:nvPicPr>
              <p:blipFill>
                <a:blip r:embed="rId876"/>
                <a:stretch>
                  <a:fillRect/>
                </a:stretch>
              </p:blipFill>
              <p:spPr>
                <a:xfrm>
                  <a:off x="7249645" y="5578301"/>
                  <a:ext cx="3996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877">
              <p14:nvContentPartPr>
                <p14:cNvPr id="628" name="Entrada de lápiz 627">
                  <a:extLst>
                    <a:ext uri="{FF2B5EF4-FFF2-40B4-BE49-F238E27FC236}">
                      <a16:creationId xmlns:a16="http://schemas.microsoft.com/office/drawing/2014/main" id="{D1C6BB8C-51B9-5BAB-03BD-52679CCF8580}"/>
                    </a:ext>
                  </a:extLst>
                </p14:cNvPr>
                <p14:cNvContentPartPr/>
                <p14:nvPr/>
              </p14:nvContentPartPr>
              <p14:xfrm>
                <a:off x="7251085" y="5522141"/>
                <a:ext cx="45000" cy="88560"/>
              </p14:xfrm>
            </p:contentPart>
          </mc:Choice>
          <mc:Fallback xmlns="">
            <p:pic>
              <p:nvPicPr>
                <p:cNvPr id="628" name="Entrada de lápiz 627">
                  <a:extLst>
                    <a:ext uri="{FF2B5EF4-FFF2-40B4-BE49-F238E27FC236}">
                      <a16:creationId xmlns:a16="http://schemas.microsoft.com/office/drawing/2014/main" id="{D1C6BB8C-51B9-5BAB-03BD-52679CCF8580}"/>
                    </a:ext>
                  </a:extLst>
                </p:cNvPr>
                <p:cNvPicPr/>
                <p:nvPr/>
              </p:nvPicPr>
              <p:blipFill>
                <a:blip r:embed="rId878"/>
                <a:stretch>
                  <a:fillRect/>
                </a:stretch>
              </p:blipFill>
              <p:spPr>
                <a:xfrm>
                  <a:off x="7244965" y="5516021"/>
                  <a:ext cx="5724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879">
              <p14:nvContentPartPr>
                <p14:cNvPr id="630" name="Entrada de lápiz 629">
                  <a:extLst>
                    <a:ext uri="{FF2B5EF4-FFF2-40B4-BE49-F238E27FC236}">
                      <a16:creationId xmlns:a16="http://schemas.microsoft.com/office/drawing/2014/main" id="{90C2D987-8E92-2FD4-F627-73AC101450F1}"/>
                    </a:ext>
                  </a:extLst>
                </p14:cNvPr>
                <p14:cNvContentPartPr/>
                <p14:nvPr/>
              </p14:nvContentPartPr>
              <p14:xfrm>
                <a:off x="6681565" y="5899061"/>
                <a:ext cx="52560" cy="55080"/>
              </p14:xfrm>
            </p:contentPart>
          </mc:Choice>
          <mc:Fallback xmlns="">
            <p:pic>
              <p:nvPicPr>
                <p:cNvPr id="630" name="Entrada de lápiz 629">
                  <a:extLst>
                    <a:ext uri="{FF2B5EF4-FFF2-40B4-BE49-F238E27FC236}">
                      <a16:creationId xmlns:a16="http://schemas.microsoft.com/office/drawing/2014/main" id="{90C2D987-8E92-2FD4-F627-73AC101450F1}"/>
                    </a:ext>
                  </a:extLst>
                </p:cNvPr>
                <p:cNvPicPr/>
                <p:nvPr/>
              </p:nvPicPr>
              <p:blipFill>
                <a:blip r:embed="rId880"/>
                <a:stretch>
                  <a:fillRect/>
                </a:stretch>
              </p:blipFill>
              <p:spPr>
                <a:xfrm>
                  <a:off x="6675445" y="5892941"/>
                  <a:ext cx="6480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881">
              <p14:nvContentPartPr>
                <p14:cNvPr id="631" name="Entrada de lápiz 630">
                  <a:extLst>
                    <a:ext uri="{FF2B5EF4-FFF2-40B4-BE49-F238E27FC236}">
                      <a16:creationId xmlns:a16="http://schemas.microsoft.com/office/drawing/2014/main" id="{E232C7FA-2BC6-4F95-17FF-5C626B07860B}"/>
                    </a:ext>
                  </a:extLst>
                </p14:cNvPr>
                <p14:cNvContentPartPr/>
                <p14:nvPr/>
              </p14:nvContentPartPr>
              <p14:xfrm>
                <a:off x="6714325" y="5841101"/>
                <a:ext cx="43560" cy="84240"/>
              </p14:xfrm>
            </p:contentPart>
          </mc:Choice>
          <mc:Fallback xmlns="">
            <p:pic>
              <p:nvPicPr>
                <p:cNvPr id="631" name="Entrada de lápiz 630">
                  <a:extLst>
                    <a:ext uri="{FF2B5EF4-FFF2-40B4-BE49-F238E27FC236}">
                      <a16:creationId xmlns:a16="http://schemas.microsoft.com/office/drawing/2014/main" id="{E232C7FA-2BC6-4F95-17FF-5C626B07860B}"/>
                    </a:ext>
                  </a:extLst>
                </p:cNvPr>
                <p:cNvPicPr/>
                <p:nvPr/>
              </p:nvPicPr>
              <p:blipFill>
                <a:blip r:embed="rId882"/>
                <a:stretch>
                  <a:fillRect/>
                </a:stretch>
              </p:blipFill>
              <p:spPr>
                <a:xfrm>
                  <a:off x="6708205" y="5834981"/>
                  <a:ext cx="5580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883">
              <p14:nvContentPartPr>
                <p14:cNvPr id="632" name="Entrada de lápiz 631">
                  <a:extLst>
                    <a:ext uri="{FF2B5EF4-FFF2-40B4-BE49-F238E27FC236}">
                      <a16:creationId xmlns:a16="http://schemas.microsoft.com/office/drawing/2014/main" id="{4B5396E2-7DCC-5D4B-983D-2656B7A66278}"/>
                    </a:ext>
                  </a:extLst>
                </p14:cNvPr>
                <p14:cNvContentPartPr/>
                <p14:nvPr/>
              </p14:nvContentPartPr>
              <p14:xfrm>
                <a:off x="6763645" y="5882861"/>
                <a:ext cx="43560" cy="42840"/>
              </p14:xfrm>
            </p:contentPart>
          </mc:Choice>
          <mc:Fallback xmlns="">
            <p:pic>
              <p:nvPicPr>
                <p:cNvPr id="632" name="Entrada de lápiz 631">
                  <a:extLst>
                    <a:ext uri="{FF2B5EF4-FFF2-40B4-BE49-F238E27FC236}">
                      <a16:creationId xmlns:a16="http://schemas.microsoft.com/office/drawing/2014/main" id="{4B5396E2-7DCC-5D4B-983D-2656B7A66278}"/>
                    </a:ext>
                  </a:extLst>
                </p:cNvPr>
                <p:cNvPicPr/>
                <p:nvPr/>
              </p:nvPicPr>
              <p:blipFill>
                <a:blip r:embed="rId884"/>
                <a:stretch>
                  <a:fillRect/>
                </a:stretch>
              </p:blipFill>
              <p:spPr>
                <a:xfrm>
                  <a:off x="6757525" y="5876741"/>
                  <a:ext cx="5580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885">
              <p14:nvContentPartPr>
                <p14:cNvPr id="633" name="Entrada de lápiz 632">
                  <a:extLst>
                    <a:ext uri="{FF2B5EF4-FFF2-40B4-BE49-F238E27FC236}">
                      <a16:creationId xmlns:a16="http://schemas.microsoft.com/office/drawing/2014/main" id="{43D87F11-A7EA-39CE-4A60-14AC3E026E23}"/>
                    </a:ext>
                  </a:extLst>
                </p14:cNvPr>
                <p14:cNvContentPartPr/>
                <p14:nvPr/>
              </p14:nvContentPartPr>
              <p14:xfrm>
                <a:off x="6805045" y="5867741"/>
                <a:ext cx="75960" cy="45000"/>
              </p14:xfrm>
            </p:contentPart>
          </mc:Choice>
          <mc:Fallback xmlns="">
            <p:pic>
              <p:nvPicPr>
                <p:cNvPr id="633" name="Entrada de lápiz 632">
                  <a:extLst>
                    <a:ext uri="{FF2B5EF4-FFF2-40B4-BE49-F238E27FC236}">
                      <a16:creationId xmlns:a16="http://schemas.microsoft.com/office/drawing/2014/main" id="{43D87F11-A7EA-39CE-4A60-14AC3E026E23}"/>
                    </a:ext>
                  </a:extLst>
                </p:cNvPr>
                <p:cNvPicPr/>
                <p:nvPr/>
              </p:nvPicPr>
              <p:blipFill>
                <a:blip r:embed="rId886"/>
                <a:stretch>
                  <a:fillRect/>
                </a:stretch>
              </p:blipFill>
              <p:spPr>
                <a:xfrm>
                  <a:off x="6798925" y="5861621"/>
                  <a:ext cx="8820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887">
              <p14:nvContentPartPr>
                <p14:cNvPr id="634" name="Entrada de lápiz 633">
                  <a:extLst>
                    <a:ext uri="{FF2B5EF4-FFF2-40B4-BE49-F238E27FC236}">
                      <a16:creationId xmlns:a16="http://schemas.microsoft.com/office/drawing/2014/main" id="{66695309-EA0F-09BA-FA95-1E85A6AA29B3}"/>
                    </a:ext>
                  </a:extLst>
                </p14:cNvPr>
                <p14:cNvContentPartPr/>
                <p14:nvPr/>
              </p14:nvContentPartPr>
              <p14:xfrm>
                <a:off x="6888205" y="5837861"/>
                <a:ext cx="26640" cy="46800"/>
              </p14:xfrm>
            </p:contentPart>
          </mc:Choice>
          <mc:Fallback xmlns="">
            <p:pic>
              <p:nvPicPr>
                <p:cNvPr id="634" name="Entrada de lápiz 633">
                  <a:extLst>
                    <a:ext uri="{FF2B5EF4-FFF2-40B4-BE49-F238E27FC236}">
                      <a16:creationId xmlns:a16="http://schemas.microsoft.com/office/drawing/2014/main" id="{66695309-EA0F-09BA-FA95-1E85A6AA29B3}"/>
                    </a:ext>
                  </a:extLst>
                </p:cNvPr>
                <p:cNvPicPr/>
                <p:nvPr/>
              </p:nvPicPr>
              <p:blipFill>
                <a:blip r:embed="rId888"/>
                <a:stretch>
                  <a:fillRect/>
                </a:stretch>
              </p:blipFill>
              <p:spPr>
                <a:xfrm>
                  <a:off x="6882085" y="5831741"/>
                  <a:ext cx="3888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889">
              <p14:nvContentPartPr>
                <p14:cNvPr id="635" name="Entrada de lápiz 634">
                  <a:extLst>
                    <a:ext uri="{FF2B5EF4-FFF2-40B4-BE49-F238E27FC236}">
                      <a16:creationId xmlns:a16="http://schemas.microsoft.com/office/drawing/2014/main" id="{98A60651-2930-ACED-57B4-445B1B0AB873}"/>
                    </a:ext>
                  </a:extLst>
                </p14:cNvPr>
                <p14:cNvContentPartPr/>
                <p14:nvPr/>
              </p14:nvContentPartPr>
              <p14:xfrm>
                <a:off x="6929245" y="5834621"/>
                <a:ext cx="44640" cy="39240"/>
              </p14:xfrm>
            </p:contentPart>
          </mc:Choice>
          <mc:Fallback xmlns="">
            <p:pic>
              <p:nvPicPr>
                <p:cNvPr id="635" name="Entrada de lápiz 634">
                  <a:extLst>
                    <a:ext uri="{FF2B5EF4-FFF2-40B4-BE49-F238E27FC236}">
                      <a16:creationId xmlns:a16="http://schemas.microsoft.com/office/drawing/2014/main" id="{98A60651-2930-ACED-57B4-445B1B0AB873}"/>
                    </a:ext>
                  </a:extLst>
                </p:cNvPr>
                <p:cNvPicPr/>
                <p:nvPr/>
              </p:nvPicPr>
              <p:blipFill>
                <a:blip r:embed="rId890"/>
                <a:stretch>
                  <a:fillRect/>
                </a:stretch>
              </p:blipFill>
              <p:spPr>
                <a:xfrm>
                  <a:off x="6923125" y="5828501"/>
                  <a:ext cx="5688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891">
              <p14:nvContentPartPr>
                <p14:cNvPr id="636" name="Entrada de lápiz 635">
                  <a:extLst>
                    <a:ext uri="{FF2B5EF4-FFF2-40B4-BE49-F238E27FC236}">
                      <a16:creationId xmlns:a16="http://schemas.microsoft.com/office/drawing/2014/main" id="{9F025BE0-3CFC-4224-83D5-9D115DF063AE}"/>
                    </a:ext>
                  </a:extLst>
                </p14:cNvPr>
                <p14:cNvContentPartPr/>
                <p14:nvPr/>
              </p14:nvContentPartPr>
              <p14:xfrm>
                <a:off x="6968845" y="5776301"/>
                <a:ext cx="34920" cy="76320"/>
              </p14:xfrm>
            </p:contentPart>
          </mc:Choice>
          <mc:Fallback xmlns="">
            <p:pic>
              <p:nvPicPr>
                <p:cNvPr id="636" name="Entrada de lápiz 635">
                  <a:extLst>
                    <a:ext uri="{FF2B5EF4-FFF2-40B4-BE49-F238E27FC236}">
                      <a16:creationId xmlns:a16="http://schemas.microsoft.com/office/drawing/2014/main" id="{9F025BE0-3CFC-4224-83D5-9D115DF063AE}"/>
                    </a:ext>
                  </a:extLst>
                </p:cNvPr>
                <p:cNvPicPr/>
                <p:nvPr/>
              </p:nvPicPr>
              <p:blipFill>
                <a:blip r:embed="rId892"/>
                <a:stretch>
                  <a:fillRect/>
                </a:stretch>
              </p:blipFill>
              <p:spPr>
                <a:xfrm>
                  <a:off x="6962725" y="5770181"/>
                  <a:ext cx="4716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893">
              <p14:nvContentPartPr>
                <p14:cNvPr id="637" name="Entrada de lápiz 636">
                  <a:extLst>
                    <a:ext uri="{FF2B5EF4-FFF2-40B4-BE49-F238E27FC236}">
                      <a16:creationId xmlns:a16="http://schemas.microsoft.com/office/drawing/2014/main" id="{9668D926-9D35-C2C6-C3D4-49D6EE5F60EB}"/>
                    </a:ext>
                  </a:extLst>
                </p14:cNvPr>
                <p14:cNvContentPartPr/>
                <p14:nvPr/>
              </p14:nvContentPartPr>
              <p14:xfrm>
                <a:off x="6960205" y="5806541"/>
                <a:ext cx="25920" cy="3960"/>
              </p14:xfrm>
            </p:contentPart>
          </mc:Choice>
          <mc:Fallback xmlns="">
            <p:pic>
              <p:nvPicPr>
                <p:cNvPr id="637" name="Entrada de lápiz 636">
                  <a:extLst>
                    <a:ext uri="{FF2B5EF4-FFF2-40B4-BE49-F238E27FC236}">
                      <a16:creationId xmlns:a16="http://schemas.microsoft.com/office/drawing/2014/main" id="{9668D926-9D35-C2C6-C3D4-49D6EE5F60EB}"/>
                    </a:ext>
                  </a:extLst>
                </p:cNvPr>
                <p:cNvPicPr/>
                <p:nvPr/>
              </p:nvPicPr>
              <p:blipFill>
                <a:blip r:embed="rId894"/>
                <a:stretch>
                  <a:fillRect/>
                </a:stretch>
              </p:blipFill>
              <p:spPr>
                <a:xfrm>
                  <a:off x="6954085" y="5800421"/>
                  <a:ext cx="38160" cy="16200"/>
                </a:xfrm>
                <a:prstGeom prst="rect">
                  <a:avLst/>
                </a:prstGeom>
              </p:spPr>
            </p:pic>
          </mc:Fallback>
        </mc:AlternateContent>
        <mc:AlternateContent xmlns:mc="http://schemas.openxmlformats.org/markup-compatibility/2006" xmlns:p14="http://schemas.microsoft.com/office/powerpoint/2010/main">
          <mc:Choice Requires="p14">
            <p:contentPart p14:bwMode="auto" r:id="rId895">
              <p14:nvContentPartPr>
                <p14:cNvPr id="638" name="Entrada de lápiz 637">
                  <a:extLst>
                    <a:ext uri="{FF2B5EF4-FFF2-40B4-BE49-F238E27FC236}">
                      <a16:creationId xmlns:a16="http://schemas.microsoft.com/office/drawing/2014/main" id="{33A72344-CF73-5303-8074-2CE96D5C30CC}"/>
                    </a:ext>
                  </a:extLst>
                </p14:cNvPr>
                <p14:cNvContentPartPr/>
                <p14:nvPr/>
              </p14:nvContentPartPr>
              <p14:xfrm>
                <a:off x="7021045" y="5824901"/>
                <a:ext cx="23040" cy="4320"/>
              </p14:xfrm>
            </p:contentPart>
          </mc:Choice>
          <mc:Fallback xmlns="">
            <p:pic>
              <p:nvPicPr>
                <p:cNvPr id="638" name="Entrada de lápiz 637">
                  <a:extLst>
                    <a:ext uri="{FF2B5EF4-FFF2-40B4-BE49-F238E27FC236}">
                      <a16:creationId xmlns:a16="http://schemas.microsoft.com/office/drawing/2014/main" id="{33A72344-CF73-5303-8074-2CE96D5C30CC}"/>
                    </a:ext>
                  </a:extLst>
                </p:cNvPr>
                <p:cNvPicPr/>
                <p:nvPr/>
              </p:nvPicPr>
              <p:blipFill>
                <a:blip r:embed="rId896"/>
                <a:stretch>
                  <a:fillRect/>
                </a:stretch>
              </p:blipFill>
              <p:spPr>
                <a:xfrm>
                  <a:off x="7014925" y="5818781"/>
                  <a:ext cx="3528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897">
              <p14:nvContentPartPr>
                <p14:cNvPr id="639" name="Entrada de lápiz 638">
                  <a:extLst>
                    <a:ext uri="{FF2B5EF4-FFF2-40B4-BE49-F238E27FC236}">
                      <a16:creationId xmlns:a16="http://schemas.microsoft.com/office/drawing/2014/main" id="{B04E3225-2DEB-12B7-7B60-9164EB7AC370}"/>
                    </a:ext>
                  </a:extLst>
                </p14:cNvPr>
                <p14:cNvContentPartPr/>
                <p14:nvPr/>
              </p14:nvContentPartPr>
              <p14:xfrm>
                <a:off x="7079365" y="5768381"/>
                <a:ext cx="48240" cy="42120"/>
              </p14:xfrm>
            </p:contentPart>
          </mc:Choice>
          <mc:Fallback xmlns="">
            <p:pic>
              <p:nvPicPr>
                <p:cNvPr id="639" name="Entrada de lápiz 638">
                  <a:extLst>
                    <a:ext uri="{FF2B5EF4-FFF2-40B4-BE49-F238E27FC236}">
                      <a16:creationId xmlns:a16="http://schemas.microsoft.com/office/drawing/2014/main" id="{B04E3225-2DEB-12B7-7B60-9164EB7AC370}"/>
                    </a:ext>
                  </a:extLst>
                </p:cNvPr>
                <p:cNvPicPr/>
                <p:nvPr/>
              </p:nvPicPr>
              <p:blipFill>
                <a:blip r:embed="rId898"/>
                <a:stretch>
                  <a:fillRect/>
                </a:stretch>
              </p:blipFill>
              <p:spPr>
                <a:xfrm>
                  <a:off x="7073245" y="5762261"/>
                  <a:ext cx="6048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899">
              <p14:nvContentPartPr>
                <p14:cNvPr id="640" name="Entrada de lápiz 639">
                  <a:extLst>
                    <a:ext uri="{FF2B5EF4-FFF2-40B4-BE49-F238E27FC236}">
                      <a16:creationId xmlns:a16="http://schemas.microsoft.com/office/drawing/2014/main" id="{3E302DE4-714E-D42C-8B97-A5766EFD6F6D}"/>
                    </a:ext>
                  </a:extLst>
                </p14:cNvPr>
                <p14:cNvContentPartPr/>
                <p14:nvPr/>
              </p14:nvContentPartPr>
              <p14:xfrm>
                <a:off x="7110685" y="5759381"/>
                <a:ext cx="53280" cy="38880"/>
              </p14:xfrm>
            </p:contentPart>
          </mc:Choice>
          <mc:Fallback xmlns="">
            <p:pic>
              <p:nvPicPr>
                <p:cNvPr id="640" name="Entrada de lápiz 639">
                  <a:extLst>
                    <a:ext uri="{FF2B5EF4-FFF2-40B4-BE49-F238E27FC236}">
                      <a16:creationId xmlns:a16="http://schemas.microsoft.com/office/drawing/2014/main" id="{3E302DE4-714E-D42C-8B97-A5766EFD6F6D}"/>
                    </a:ext>
                  </a:extLst>
                </p:cNvPr>
                <p:cNvPicPr/>
                <p:nvPr/>
              </p:nvPicPr>
              <p:blipFill>
                <a:blip r:embed="rId900"/>
                <a:stretch>
                  <a:fillRect/>
                </a:stretch>
              </p:blipFill>
              <p:spPr>
                <a:xfrm>
                  <a:off x="7104565" y="5753261"/>
                  <a:ext cx="6552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901">
              <p14:nvContentPartPr>
                <p14:cNvPr id="641" name="Entrada de lápiz 640">
                  <a:extLst>
                    <a:ext uri="{FF2B5EF4-FFF2-40B4-BE49-F238E27FC236}">
                      <a16:creationId xmlns:a16="http://schemas.microsoft.com/office/drawing/2014/main" id="{007BC004-6F23-EDC1-CC1C-50ADD5EBC54E}"/>
                    </a:ext>
                  </a:extLst>
                </p14:cNvPr>
                <p14:cNvContentPartPr/>
                <p14:nvPr/>
              </p14:nvContentPartPr>
              <p14:xfrm>
                <a:off x="7178365" y="5750741"/>
                <a:ext cx="20520" cy="33840"/>
              </p14:xfrm>
            </p:contentPart>
          </mc:Choice>
          <mc:Fallback xmlns="">
            <p:pic>
              <p:nvPicPr>
                <p:cNvPr id="641" name="Entrada de lápiz 640">
                  <a:extLst>
                    <a:ext uri="{FF2B5EF4-FFF2-40B4-BE49-F238E27FC236}">
                      <a16:creationId xmlns:a16="http://schemas.microsoft.com/office/drawing/2014/main" id="{007BC004-6F23-EDC1-CC1C-50ADD5EBC54E}"/>
                    </a:ext>
                  </a:extLst>
                </p:cNvPr>
                <p:cNvPicPr/>
                <p:nvPr/>
              </p:nvPicPr>
              <p:blipFill>
                <a:blip r:embed="rId902"/>
                <a:stretch>
                  <a:fillRect/>
                </a:stretch>
              </p:blipFill>
              <p:spPr>
                <a:xfrm>
                  <a:off x="7172245" y="5744621"/>
                  <a:ext cx="3276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903">
              <p14:nvContentPartPr>
                <p14:cNvPr id="642" name="Entrada de lápiz 641">
                  <a:extLst>
                    <a:ext uri="{FF2B5EF4-FFF2-40B4-BE49-F238E27FC236}">
                      <a16:creationId xmlns:a16="http://schemas.microsoft.com/office/drawing/2014/main" id="{B7B731A5-920F-504E-06AF-4227973C15A3}"/>
                    </a:ext>
                  </a:extLst>
                </p14:cNvPr>
                <p14:cNvContentPartPr/>
                <p14:nvPr/>
              </p14:nvContentPartPr>
              <p14:xfrm>
                <a:off x="7178365" y="5719061"/>
                <a:ext cx="6120" cy="3600"/>
              </p14:xfrm>
            </p:contentPart>
          </mc:Choice>
          <mc:Fallback xmlns="">
            <p:pic>
              <p:nvPicPr>
                <p:cNvPr id="642" name="Entrada de lápiz 641">
                  <a:extLst>
                    <a:ext uri="{FF2B5EF4-FFF2-40B4-BE49-F238E27FC236}">
                      <a16:creationId xmlns:a16="http://schemas.microsoft.com/office/drawing/2014/main" id="{B7B731A5-920F-504E-06AF-4227973C15A3}"/>
                    </a:ext>
                  </a:extLst>
                </p:cNvPr>
                <p:cNvPicPr/>
                <p:nvPr/>
              </p:nvPicPr>
              <p:blipFill>
                <a:blip r:embed="rId904"/>
                <a:stretch>
                  <a:fillRect/>
                </a:stretch>
              </p:blipFill>
              <p:spPr>
                <a:xfrm>
                  <a:off x="7172245" y="5712941"/>
                  <a:ext cx="1836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905">
              <p14:nvContentPartPr>
                <p14:cNvPr id="643" name="Entrada de lápiz 642">
                  <a:extLst>
                    <a:ext uri="{FF2B5EF4-FFF2-40B4-BE49-F238E27FC236}">
                      <a16:creationId xmlns:a16="http://schemas.microsoft.com/office/drawing/2014/main" id="{E1CED65A-216D-0376-4E52-0460E2DC824C}"/>
                    </a:ext>
                  </a:extLst>
                </p14:cNvPr>
                <p14:cNvContentPartPr/>
                <p14:nvPr/>
              </p14:nvContentPartPr>
              <p14:xfrm>
                <a:off x="7221205" y="5728061"/>
                <a:ext cx="31680" cy="50040"/>
              </p14:xfrm>
            </p:contentPart>
          </mc:Choice>
          <mc:Fallback xmlns="">
            <p:pic>
              <p:nvPicPr>
                <p:cNvPr id="643" name="Entrada de lápiz 642">
                  <a:extLst>
                    <a:ext uri="{FF2B5EF4-FFF2-40B4-BE49-F238E27FC236}">
                      <a16:creationId xmlns:a16="http://schemas.microsoft.com/office/drawing/2014/main" id="{E1CED65A-216D-0376-4E52-0460E2DC824C}"/>
                    </a:ext>
                  </a:extLst>
                </p:cNvPr>
                <p:cNvPicPr/>
                <p:nvPr/>
              </p:nvPicPr>
              <p:blipFill>
                <a:blip r:embed="rId906"/>
                <a:stretch>
                  <a:fillRect/>
                </a:stretch>
              </p:blipFill>
              <p:spPr>
                <a:xfrm>
                  <a:off x="7215085" y="5721941"/>
                  <a:ext cx="4392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907">
              <p14:nvContentPartPr>
                <p14:cNvPr id="644" name="Entrada de lápiz 643">
                  <a:extLst>
                    <a:ext uri="{FF2B5EF4-FFF2-40B4-BE49-F238E27FC236}">
                      <a16:creationId xmlns:a16="http://schemas.microsoft.com/office/drawing/2014/main" id="{3BA6A9C7-1F97-26F3-4E4D-343DC53D2CED}"/>
                    </a:ext>
                  </a:extLst>
                </p14:cNvPr>
                <p14:cNvContentPartPr/>
                <p14:nvPr/>
              </p14:nvContentPartPr>
              <p14:xfrm>
                <a:off x="7270165" y="5715821"/>
                <a:ext cx="50400" cy="56520"/>
              </p14:xfrm>
            </p:contentPart>
          </mc:Choice>
          <mc:Fallback xmlns="">
            <p:pic>
              <p:nvPicPr>
                <p:cNvPr id="644" name="Entrada de lápiz 643">
                  <a:extLst>
                    <a:ext uri="{FF2B5EF4-FFF2-40B4-BE49-F238E27FC236}">
                      <a16:creationId xmlns:a16="http://schemas.microsoft.com/office/drawing/2014/main" id="{3BA6A9C7-1F97-26F3-4E4D-343DC53D2CED}"/>
                    </a:ext>
                  </a:extLst>
                </p:cNvPr>
                <p:cNvPicPr/>
                <p:nvPr/>
              </p:nvPicPr>
              <p:blipFill>
                <a:blip r:embed="rId908"/>
                <a:stretch>
                  <a:fillRect/>
                </a:stretch>
              </p:blipFill>
              <p:spPr>
                <a:xfrm>
                  <a:off x="7264045" y="5709701"/>
                  <a:ext cx="62640" cy="68760"/>
                </a:xfrm>
                <a:prstGeom prst="rect">
                  <a:avLst/>
                </a:prstGeom>
              </p:spPr>
            </p:pic>
          </mc:Fallback>
        </mc:AlternateContent>
      </p:grpSp>
    </p:spTree>
    <p:extLst>
      <p:ext uri="{BB962C8B-B14F-4D97-AF65-F5344CB8AC3E}">
        <p14:creationId xmlns:p14="http://schemas.microsoft.com/office/powerpoint/2010/main" val="282256578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15D6A-5997-CD9E-2566-07E10E7C7681}"/>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9E61228F-67AA-784C-BED8-A7AD1D886F54}"/>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7" name="Elipse 6">
            <a:extLst>
              <a:ext uri="{FF2B5EF4-FFF2-40B4-BE49-F238E27FC236}">
                <a16:creationId xmlns:a16="http://schemas.microsoft.com/office/drawing/2014/main" id="{A3BC279E-334E-B2D5-0DD5-283B9160AAF2}"/>
              </a:ext>
            </a:extLst>
          </p:cNvPr>
          <p:cNvSpPr/>
          <p:nvPr/>
        </p:nvSpPr>
        <p:spPr>
          <a:xfrm>
            <a:off x="2728380" y="3745354"/>
            <a:ext cx="540000" cy="540000"/>
          </a:xfrm>
          <a:prstGeom prst="ellipse">
            <a:avLst/>
          </a:prstGeom>
          <a:no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s-ES" sz="1600" b="1" dirty="0"/>
          </a:p>
        </p:txBody>
      </p:sp>
      <p:cxnSp>
        <p:nvCxnSpPr>
          <p:cNvPr id="8" name="Conector recto de flecha 7">
            <a:extLst>
              <a:ext uri="{FF2B5EF4-FFF2-40B4-BE49-F238E27FC236}">
                <a16:creationId xmlns:a16="http://schemas.microsoft.com/office/drawing/2014/main" id="{EE238304-FCF3-B41F-DA2C-A05C8B5ABD9C}"/>
              </a:ext>
            </a:extLst>
          </p:cNvPr>
          <p:cNvCxnSpPr>
            <a:cxnSpLocks/>
          </p:cNvCxnSpPr>
          <p:nvPr/>
        </p:nvCxnSpPr>
        <p:spPr>
          <a:xfrm>
            <a:off x="3268380" y="4015354"/>
            <a:ext cx="540000" cy="0"/>
          </a:xfrm>
          <a:prstGeom prst="straightConnector1">
            <a:avLst/>
          </a:prstGeom>
          <a:ln w="34925" cmpd="sng">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Elipse 9">
                <a:extLst>
                  <a:ext uri="{FF2B5EF4-FFF2-40B4-BE49-F238E27FC236}">
                    <a16:creationId xmlns:a16="http://schemas.microsoft.com/office/drawing/2014/main" id="{681A33FB-261C-716F-A4CC-8EEB2F811FA7}"/>
                  </a:ext>
                </a:extLst>
              </p:cNvPr>
              <p:cNvSpPr/>
              <p:nvPr/>
            </p:nvSpPr>
            <p:spPr>
              <a:xfrm>
                <a:off x="417375" y="3361695"/>
                <a:ext cx="540000" cy="540000"/>
              </a:xfrm>
              <a:prstGeom prst="ellipse">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𝑥</m:t>
                          </m:r>
                        </m:e>
                        <m:sub>
                          <m:r>
                            <a:rPr lang="es-ES" i="1">
                              <a:solidFill>
                                <a:schemeClr val="accent1">
                                  <a:lumMod val="50000"/>
                                </a:schemeClr>
                              </a:solidFill>
                              <a:latin typeface="Cambria Math" panose="02040503050406030204" pitchFamily="18" charset="0"/>
                              <a:ea typeface="Cambria Math" panose="02040503050406030204" pitchFamily="18" charset="0"/>
                            </a:rPr>
                            <m:t>1</m:t>
                          </m:r>
                        </m:sub>
                      </m:sSub>
                    </m:oMath>
                  </m:oMathPara>
                </a14:m>
                <a:endParaRPr lang="es-ES"/>
              </a:p>
            </p:txBody>
          </p:sp>
        </mc:Choice>
        <mc:Fallback xmlns="">
          <p:sp>
            <p:nvSpPr>
              <p:cNvPr id="10" name="Elipse 9">
                <a:extLst>
                  <a:ext uri="{FF2B5EF4-FFF2-40B4-BE49-F238E27FC236}">
                    <a16:creationId xmlns:a16="http://schemas.microsoft.com/office/drawing/2014/main" id="{681A33FB-261C-716F-A4CC-8EEB2F811FA7}"/>
                  </a:ext>
                </a:extLst>
              </p:cNvPr>
              <p:cNvSpPr>
                <a:spLocks noRot="1" noChangeAspect="1" noMove="1" noResize="1" noEditPoints="1" noAdjustHandles="1" noChangeArrowheads="1" noChangeShapeType="1" noTextEdit="1"/>
              </p:cNvSpPr>
              <p:nvPr/>
            </p:nvSpPr>
            <p:spPr>
              <a:xfrm>
                <a:off x="417375" y="3361695"/>
                <a:ext cx="540000" cy="540000"/>
              </a:xfrm>
              <a:prstGeom prst="ellipse">
                <a:avLst/>
              </a:prstGeom>
              <a:blipFill>
                <a:blip r:embed="rId3"/>
                <a:stretch>
                  <a:fillRect/>
                </a:stretch>
              </a:blipFill>
              <a:ln w="31750">
                <a:solidFill>
                  <a:schemeClr val="accent6">
                    <a:lumMod val="75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Elipse 10">
                <a:extLst>
                  <a:ext uri="{FF2B5EF4-FFF2-40B4-BE49-F238E27FC236}">
                    <a16:creationId xmlns:a16="http://schemas.microsoft.com/office/drawing/2014/main" id="{A5911B55-BF16-A292-A5AE-88D4EA7E0EB7}"/>
                  </a:ext>
                </a:extLst>
              </p:cNvPr>
              <p:cNvSpPr/>
              <p:nvPr/>
            </p:nvSpPr>
            <p:spPr>
              <a:xfrm>
                <a:off x="417375" y="4136513"/>
                <a:ext cx="540000" cy="540000"/>
              </a:xfrm>
              <a:prstGeom prst="ellipse">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𝑥</m:t>
                          </m:r>
                        </m:e>
                        <m:sub>
                          <m:r>
                            <a:rPr lang="es-ES" i="1">
                              <a:solidFill>
                                <a:schemeClr val="accent1">
                                  <a:lumMod val="50000"/>
                                </a:schemeClr>
                              </a:solidFill>
                              <a:latin typeface="Cambria Math" panose="02040503050406030204" pitchFamily="18" charset="0"/>
                              <a:ea typeface="Cambria Math" panose="02040503050406030204" pitchFamily="18" charset="0"/>
                            </a:rPr>
                            <m:t>2</m:t>
                          </m:r>
                        </m:sub>
                      </m:sSub>
                    </m:oMath>
                  </m:oMathPara>
                </a14:m>
                <a:endParaRPr lang="es-ES" dirty="0"/>
              </a:p>
            </p:txBody>
          </p:sp>
        </mc:Choice>
        <mc:Fallback xmlns="">
          <p:sp>
            <p:nvSpPr>
              <p:cNvPr id="11" name="Elipse 10">
                <a:extLst>
                  <a:ext uri="{FF2B5EF4-FFF2-40B4-BE49-F238E27FC236}">
                    <a16:creationId xmlns:a16="http://schemas.microsoft.com/office/drawing/2014/main" id="{A5911B55-BF16-A292-A5AE-88D4EA7E0EB7}"/>
                  </a:ext>
                </a:extLst>
              </p:cNvPr>
              <p:cNvSpPr>
                <a:spLocks noRot="1" noChangeAspect="1" noMove="1" noResize="1" noEditPoints="1" noAdjustHandles="1" noChangeArrowheads="1" noChangeShapeType="1" noTextEdit="1"/>
              </p:cNvSpPr>
              <p:nvPr/>
            </p:nvSpPr>
            <p:spPr>
              <a:xfrm>
                <a:off x="417375" y="4136513"/>
                <a:ext cx="540000" cy="540000"/>
              </a:xfrm>
              <a:prstGeom prst="ellipse">
                <a:avLst/>
              </a:prstGeom>
              <a:blipFill>
                <a:blip r:embed="rId4"/>
                <a:stretch>
                  <a:fillRect/>
                </a:stretch>
              </a:blipFill>
              <a:ln w="31750">
                <a:solidFill>
                  <a:schemeClr val="accent6">
                    <a:lumMod val="75000"/>
                  </a:schemeClr>
                </a:solidFill>
              </a:ln>
            </p:spPr>
            <p:txBody>
              <a:bodyPr/>
              <a:lstStyle/>
              <a:p>
                <a:r>
                  <a:rPr lang="es-ES">
                    <a:noFill/>
                  </a:rPr>
                  <a:t> </a:t>
                </a:r>
              </a:p>
            </p:txBody>
          </p:sp>
        </mc:Fallback>
      </mc:AlternateContent>
      <p:cxnSp>
        <p:nvCxnSpPr>
          <p:cNvPr id="12" name="Conector recto 11">
            <a:extLst>
              <a:ext uri="{FF2B5EF4-FFF2-40B4-BE49-F238E27FC236}">
                <a16:creationId xmlns:a16="http://schemas.microsoft.com/office/drawing/2014/main" id="{D687B599-38E6-997A-1CFF-283D411E2DC1}"/>
              </a:ext>
            </a:extLst>
          </p:cNvPr>
          <p:cNvCxnSpPr>
            <a:cxnSpLocks/>
            <a:stCxn id="10" idx="6"/>
            <a:endCxn id="14" idx="2"/>
          </p:cNvCxnSpPr>
          <p:nvPr/>
        </p:nvCxnSpPr>
        <p:spPr>
          <a:xfrm flipV="1">
            <a:off x="957375" y="2948488"/>
            <a:ext cx="664740" cy="683207"/>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2AD1F476-EF15-5769-0161-2F19F3C73187}"/>
              </a:ext>
            </a:extLst>
          </p:cNvPr>
          <p:cNvCxnSpPr>
            <a:cxnSpLocks/>
            <a:stCxn id="10" idx="6"/>
            <a:endCxn id="15" idx="2"/>
          </p:cNvCxnSpPr>
          <p:nvPr/>
        </p:nvCxnSpPr>
        <p:spPr>
          <a:xfrm>
            <a:off x="957375" y="3631695"/>
            <a:ext cx="664740" cy="3057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Elipse 13">
                <a:extLst>
                  <a:ext uri="{FF2B5EF4-FFF2-40B4-BE49-F238E27FC236}">
                    <a16:creationId xmlns:a16="http://schemas.microsoft.com/office/drawing/2014/main" id="{F230C94C-747B-1EF2-21A3-277996E41AF2}"/>
                  </a:ext>
                </a:extLst>
              </p:cNvPr>
              <p:cNvSpPr/>
              <p:nvPr/>
            </p:nvSpPr>
            <p:spPr>
              <a:xfrm>
                <a:off x="1622115" y="2678488"/>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4" name="Elipse 13">
                <a:extLst>
                  <a:ext uri="{FF2B5EF4-FFF2-40B4-BE49-F238E27FC236}">
                    <a16:creationId xmlns:a16="http://schemas.microsoft.com/office/drawing/2014/main" id="{F230C94C-747B-1EF2-21A3-277996E41AF2}"/>
                  </a:ext>
                </a:extLst>
              </p:cNvPr>
              <p:cNvSpPr>
                <a:spLocks noRot="1" noChangeAspect="1" noMove="1" noResize="1" noEditPoints="1" noAdjustHandles="1" noChangeArrowheads="1" noChangeShapeType="1" noTextEdit="1"/>
              </p:cNvSpPr>
              <p:nvPr/>
            </p:nvSpPr>
            <p:spPr>
              <a:xfrm>
                <a:off x="1622115" y="2678488"/>
                <a:ext cx="540000" cy="540000"/>
              </a:xfrm>
              <a:prstGeom prst="ellipse">
                <a:avLst/>
              </a:prstGeom>
              <a:blipFill>
                <a:blip r:embed="rId5"/>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Elipse 14">
                <a:extLst>
                  <a:ext uri="{FF2B5EF4-FFF2-40B4-BE49-F238E27FC236}">
                    <a16:creationId xmlns:a16="http://schemas.microsoft.com/office/drawing/2014/main" id="{5B9E2C02-D9B7-AA0B-B6F6-EB6B48EC420E}"/>
                  </a:ext>
                </a:extLst>
              </p:cNvPr>
              <p:cNvSpPr/>
              <p:nvPr/>
            </p:nvSpPr>
            <p:spPr>
              <a:xfrm>
                <a:off x="1622115" y="3392265"/>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2</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5" name="Elipse 14">
                <a:extLst>
                  <a:ext uri="{FF2B5EF4-FFF2-40B4-BE49-F238E27FC236}">
                    <a16:creationId xmlns:a16="http://schemas.microsoft.com/office/drawing/2014/main" id="{5B9E2C02-D9B7-AA0B-B6F6-EB6B48EC420E}"/>
                  </a:ext>
                </a:extLst>
              </p:cNvPr>
              <p:cNvSpPr>
                <a:spLocks noRot="1" noChangeAspect="1" noMove="1" noResize="1" noEditPoints="1" noAdjustHandles="1" noChangeArrowheads="1" noChangeShapeType="1" noTextEdit="1"/>
              </p:cNvSpPr>
              <p:nvPr/>
            </p:nvSpPr>
            <p:spPr>
              <a:xfrm>
                <a:off x="1622115" y="3392265"/>
                <a:ext cx="540000" cy="540000"/>
              </a:xfrm>
              <a:prstGeom prst="ellipse">
                <a:avLst/>
              </a:prstGeom>
              <a:blipFill>
                <a:blip r:embed="rId6"/>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6" name="Elipse 15">
                <a:extLst>
                  <a:ext uri="{FF2B5EF4-FFF2-40B4-BE49-F238E27FC236}">
                    <a16:creationId xmlns:a16="http://schemas.microsoft.com/office/drawing/2014/main" id="{481AD936-6FE3-444C-AD58-402AF2DE0DA9}"/>
                  </a:ext>
                </a:extLst>
              </p:cNvPr>
              <p:cNvSpPr/>
              <p:nvPr/>
            </p:nvSpPr>
            <p:spPr>
              <a:xfrm>
                <a:off x="1622115" y="4101305"/>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3</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6" name="Elipse 15">
                <a:extLst>
                  <a:ext uri="{FF2B5EF4-FFF2-40B4-BE49-F238E27FC236}">
                    <a16:creationId xmlns:a16="http://schemas.microsoft.com/office/drawing/2014/main" id="{481AD936-6FE3-444C-AD58-402AF2DE0DA9}"/>
                  </a:ext>
                </a:extLst>
              </p:cNvPr>
              <p:cNvSpPr>
                <a:spLocks noRot="1" noChangeAspect="1" noMove="1" noResize="1" noEditPoints="1" noAdjustHandles="1" noChangeArrowheads="1" noChangeShapeType="1" noTextEdit="1"/>
              </p:cNvSpPr>
              <p:nvPr/>
            </p:nvSpPr>
            <p:spPr>
              <a:xfrm>
                <a:off x="1622115" y="4101305"/>
                <a:ext cx="540000" cy="540000"/>
              </a:xfrm>
              <a:prstGeom prst="ellipse">
                <a:avLst/>
              </a:prstGeom>
              <a:blipFill>
                <a:blip r:embed="rId7"/>
                <a:stretch>
                  <a:fillRect/>
                </a:stretch>
              </a:blipFill>
              <a:ln w="31750">
                <a:solidFill>
                  <a:schemeClr val="accent1">
                    <a:lumMod val="50000"/>
                  </a:schemeClr>
                </a:solidFill>
              </a:ln>
            </p:spPr>
            <p:txBody>
              <a:bodyPr/>
              <a:lstStyle/>
              <a:p>
                <a:r>
                  <a:rPr lang="es-ES">
                    <a:noFill/>
                  </a:rPr>
                  <a:t> </a:t>
                </a:r>
              </a:p>
            </p:txBody>
          </p:sp>
        </mc:Fallback>
      </mc:AlternateContent>
      <p:cxnSp>
        <p:nvCxnSpPr>
          <p:cNvPr id="17" name="Conector recto 16">
            <a:extLst>
              <a:ext uri="{FF2B5EF4-FFF2-40B4-BE49-F238E27FC236}">
                <a16:creationId xmlns:a16="http://schemas.microsoft.com/office/drawing/2014/main" id="{1C807845-9A1F-58C9-8699-CF0F5309FDB7}"/>
              </a:ext>
            </a:extLst>
          </p:cNvPr>
          <p:cNvCxnSpPr>
            <a:cxnSpLocks/>
            <a:stCxn id="11" idx="6"/>
            <a:endCxn id="15" idx="2"/>
          </p:cNvCxnSpPr>
          <p:nvPr/>
        </p:nvCxnSpPr>
        <p:spPr>
          <a:xfrm flipV="1">
            <a:off x="957375" y="3662265"/>
            <a:ext cx="664740" cy="744248"/>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47A8DB65-C3EA-CF78-7D2F-6D72D0E29071}"/>
              </a:ext>
            </a:extLst>
          </p:cNvPr>
          <p:cNvCxnSpPr>
            <a:cxnSpLocks/>
            <a:stCxn id="10" idx="6"/>
            <a:endCxn id="16" idx="2"/>
          </p:cNvCxnSpPr>
          <p:nvPr/>
        </p:nvCxnSpPr>
        <p:spPr>
          <a:xfrm>
            <a:off x="957375" y="3631695"/>
            <a:ext cx="664740" cy="73961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725D7CB2-8DEE-C228-C45A-4ACD083F6399}"/>
              </a:ext>
            </a:extLst>
          </p:cNvPr>
          <p:cNvCxnSpPr>
            <a:cxnSpLocks/>
            <a:stCxn id="11" idx="6"/>
            <a:endCxn id="16" idx="2"/>
          </p:cNvCxnSpPr>
          <p:nvPr/>
        </p:nvCxnSpPr>
        <p:spPr>
          <a:xfrm flipV="1">
            <a:off x="957375" y="4371305"/>
            <a:ext cx="664740" cy="35208"/>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ACE5A6D8-5FBC-E56A-F1FA-A80848E4532F}"/>
              </a:ext>
            </a:extLst>
          </p:cNvPr>
          <p:cNvCxnSpPr>
            <a:cxnSpLocks/>
            <a:stCxn id="11" idx="6"/>
            <a:endCxn id="14" idx="2"/>
          </p:cNvCxnSpPr>
          <p:nvPr/>
        </p:nvCxnSpPr>
        <p:spPr>
          <a:xfrm flipV="1">
            <a:off x="957375" y="2948488"/>
            <a:ext cx="664740" cy="1458025"/>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4DA166BC-391C-4C1D-4535-2D43A50734AE}"/>
              </a:ext>
            </a:extLst>
          </p:cNvPr>
          <p:cNvCxnSpPr>
            <a:cxnSpLocks/>
            <a:stCxn id="14" idx="6"/>
            <a:endCxn id="7" idx="2"/>
          </p:cNvCxnSpPr>
          <p:nvPr/>
        </p:nvCxnSpPr>
        <p:spPr>
          <a:xfrm>
            <a:off x="2162115" y="2948488"/>
            <a:ext cx="566265" cy="1066866"/>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43141E38-3D2F-F227-19B3-921911B51214}"/>
              </a:ext>
            </a:extLst>
          </p:cNvPr>
          <p:cNvCxnSpPr>
            <a:cxnSpLocks/>
            <a:stCxn id="15" idx="6"/>
            <a:endCxn id="7" idx="2"/>
          </p:cNvCxnSpPr>
          <p:nvPr/>
        </p:nvCxnSpPr>
        <p:spPr>
          <a:xfrm>
            <a:off x="2162115" y="3662265"/>
            <a:ext cx="566265" cy="353089"/>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290F2EA7-14D4-A2CD-F200-145ADD501906}"/>
              </a:ext>
            </a:extLst>
          </p:cNvPr>
          <p:cNvCxnSpPr>
            <a:cxnSpLocks/>
            <a:stCxn id="16" idx="6"/>
            <a:endCxn id="7" idx="2"/>
          </p:cNvCxnSpPr>
          <p:nvPr/>
        </p:nvCxnSpPr>
        <p:spPr>
          <a:xfrm flipV="1">
            <a:off x="2162115" y="4015354"/>
            <a:ext cx="566265" cy="355951"/>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Elipse 23">
                <a:extLst>
                  <a:ext uri="{FF2B5EF4-FFF2-40B4-BE49-F238E27FC236}">
                    <a16:creationId xmlns:a16="http://schemas.microsoft.com/office/drawing/2014/main" id="{E12C7671-18AE-DB7A-643C-5FE546248C51}"/>
                  </a:ext>
                </a:extLst>
              </p:cNvPr>
              <p:cNvSpPr/>
              <p:nvPr/>
            </p:nvSpPr>
            <p:spPr>
              <a:xfrm>
                <a:off x="1622115" y="4810345"/>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24" name="Elipse 23">
                <a:extLst>
                  <a:ext uri="{FF2B5EF4-FFF2-40B4-BE49-F238E27FC236}">
                    <a16:creationId xmlns:a16="http://schemas.microsoft.com/office/drawing/2014/main" id="{E12C7671-18AE-DB7A-643C-5FE546248C51}"/>
                  </a:ext>
                </a:extLst>
              </p:cNvPr>
              <p:cNvSpPr>
                <a:spLocks noRot="1" noChangeAspect="1" noMove="1" noResize="1" noEditPoints="1" noAdjustHandles="1" noChangeArrowheads="1" noChangeShapeType="1" noTextEdit="1"/>
              </p:cNvSpPr>
              <p:nvPr/>
            </p:nvSpPr>
            <p:spPr>
              <a:xfrm>
                <a:off x="1622115" y="4810345"/>
                <a:ext cx="540000" cy="540000"/>
              </a:xfrm>
              <a:prstGeom prst="ellipse">
                <a:avLst/>
              </a:prstGeom>
              <a:blipFill>
                <a:blip r:embed="rId8"/>
                <a:stretch>
                  <a:fillRect/>
                </a:stretch>
              </a:blipFill>
              <a:ln w="31750">
                <a:solidFill>
                  <a:schemeClr val="accent1">
                    <a:lumMod val="50000"/>
                  </a:schemeClr>
                </a:solidFill>
              </a:ln>
            </p:spPr>
            <p:txBody>
              <a:bodyPr/>
              <a:lstStyle/>
              <a:p>
                <a:r>
                  <a:rPr lang="es-ES">
                    <a:noFill/>
                  </a:rPr>
                  <a:t> </a:t>
                </a:r>
              </a:p>
            </p:txBody>
          </p:sp>
        </mc:Fallback>
      </mc:AlternateContent>
      <p:cxnSp>
        <p:nvCxnSpPr>
          <p:cNvPr id="26" name="Conector recto 25">
            <a:extLst>
              <a:ext uri="{FF2B5EF4-FFF2-40B4-BE49-F238E27FC236}">
                <a16:creationId xmlns:a16="http://schemas.microsoft.com/office/drawing/2014/main" id="{E4C9AB03-EBF8-071C-E2BB-A52452394716}"/>
              </a:ext>
            </a:extLst>
          </p:cNvPr>
          <p:cNvCxnSpPr>
            <a:cxnSpLocks/>
            <a:stCxn id="11" idx="6"/>
            <a:endCxn id="24" idx="2"/>
          </p:cNvCxnSpPr>
          <p:nvPr/>
        </p:nvCxnSpPr>
        <p:spPr>
          <a:xfrm>
            <a:off x="957375" y="4406513"/>
            <a:ext cx="664740" cy="673832"/>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06A8DDAD-6025-B281-BCEC-70D80343C428}"/>
              </a:ext>
            </a:extLst>
          </p:cNvPr>
          <p:cNvCxnSpPr>
            <a:cxnSpLocks/>
            <a:stCxn id="10" idx="6"/>
            <a:endCxn id="24" idx="2"/>
          </p:cNvCxnSpPr>
          <p:nvPr/>
        </p:nvCxnSpPr>
        <p:spPr>
          <a:xfrm>
            <a:off x="957375" y="3631695"/>
            <a:ext cx="664740" cy="144865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384D62C2-8AF7-EB95-E71F-3D48B0A18E80}"/>
              </a:ext>
            </a:extLst>
          </p:cNvPr>
          <p:cNvCxnSpPr>
            <a:cxnSpLocks/>
            <a:stCxn id="24" idx="6"/>
            <a:endCxn id="7" idx="2"/>
          </p:cNvCxnSpPr>
          <p:nvPr/>
        </p:nvCxnSpPr>
        <p:spPr>
          <a:xfrm flipV="1">
            <a:off x="2162115" y="4015354"/>
            <a:ext cx="566265" cy="1064991"/>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71DFC6A1-899B-17D9-A23A-8D08A0E8F00E}"/>
                  </a:ext>
                </a:extLst>
              </p:cNvPr>
              <p:cNvSpPr txBox="1"/>
              <p:nvPr/>
            </p:nvSpPr>
            <p:spPr>
              <a:xfrm>
                <a:off x="2610359" y="3867765"/>
                <a:ext cx="776043" cy="3811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800" i="1" smtClean="0">
                              <a:solidFill>
                                <a:schemeClr val="accent1">
                                  <a:lumMod val="50000"/>
                                </a:schemeClr>
                              </a:solidFill>
                              <a:latin typeface="Cambria Math" panose="02040503050406030204" pitchFamily="18" charset="0"/>
                              <a:ea typeface="Cambria Math" panose="02040503050406030204" pitchFamily="18" charset="0"/>
                            </a:rPr>
                            <m:t>𝑎</m:t>
                          </m:r>
                        </m:e>
                        <m:sup>
                          <m:r>
                            <a:rPr lang="es-ES" sz="1800" b="0" i="1" smtClean="0">
                              <a:solidFill>
                                <a:schemeClr val="accent1">
                                  <a:lumMod val="50000"/>
                                </a:schemeClr>
                              </a:solidFill>
                              <a:latin typeface="Cambria Math" panose="02040503050406030204" pitchFamily="18" charset="0"/>
                              <a:ea typeface="Cambria Math" panose="02040503050406030204" pitchFamily="18" charset="0"/>
                            </a:rPr>
                            <m:t>[2]</m:t>
                          </m:r>
                        </m:sup>
                      </m:sSup>
                    </m:oMath>
                  </m:oMathPara>
                </a14:m>
                <a:endParaRPr lang="es-ES" dirty="0"/>
              </a:p>
            </p:txBody>
          </p:sp>
        </mc:Choice>
        <mc:Fallback xmlns="">
          <p:sp>
            <p:nvSpPr>
              <p:cNvPr id="36" name="CuadroTexto 35">
                <a:extLst>
                  <a:ext uri="{FF2B5EF4-FFF2-40B4-BE49-F238E27FC236}">
                    <a16:creationId xmlns:a16="http://schemas.microsoft.com/office/drawing/2014/main" id="{71DFC6A1-899B-17D9-A23A-8D08A0E8F00E}"/>
                  </a:ext>
                </a:extLst>
              </p:cNvPr>
              <p:cNvSpPr txBox="1">
                <a:spLocks noRot="1" noChangeAspect="1" noMove="1" noResize="1" noEditPoints="1" noAdjustHandles="1" noChangeArrowheads="1" noChangeShapeType="1" noTextEdit="1"/>
              </p:cNvSpPr>
              <p:nvPr/>
            </p:nvSpPr>
            <p:spPr>
              <a:xfrm>
                <a:off x="2610359" y="3867765"/>
                <a:ext cx="776043" cy="381130"/>
              </a:xfrm>
              <a:prstGeom prst="rect">
                <a:avLst/>
              </a:prstGeom>
              <a:blipFill>
                <a:blip r:embed="rId9"/>
                <a:stretch>
                  <a:fillRect/>
                </a:stretch>
              </a:blipFill>
            </p:spPr>
            <p:txBody>
              <a:bodyPr/>
              <a:lstStyle/>
              <a:p>
                <a:r>
                  <a:rPr lang="es-ES">
                    <a:noFill/>
                  </a:rPr>
                  <a:t> </a:t>
                </a:r>
              </a:p>
            </p:txBody>
          </p:sp>
        </mc:Fallback>
      </mc:AlternateContent>
      <p:sp>
        <p:nvSpPr>
          <p:cNvPr id="38" name="Rectángulo: esquinas redondeadas 37">
            <a:extLst>
              <a:ext uri="{FF2B5EF4-FFF2-40B4-BE49-F238E27FC236}">
                <a16:creationId xmlns:a16="http://schemas.microsoft.com/office/drawing/2014/main" id="{DA9D3B2D-8F02-F19B-565E-6B9287958DDC}"/>
              </a:ext>
            </a:extLst>
          </p:cNvPr>
          <p:cNvSpPr/>
          <p:nvPr/>
        </p:nvSpPr>
        <p:spPr>
          <a:xfrm>
            <a:off x="4354427" y="641161"/>
            <a:ext cx="7647136" cy="1259165"/>
          </a:xfrm>
          <a:prstGeom prst="roundRect">
            <a:avLst>
              <a:gd name="adj" fmla="val 19105"/>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s-ES" b="1" dirty="0" err="1">
                <a:solidFill>
                  <a:schemeClr val="accent1">
                    <a:lumMod val="50000"/>
                  </a:schemeClr>
                </a:solidFill>
              </a:rPr>
              <a:t>Backpropagation</a:t>
            </a:r>
            <a:endParaRPr lang="es-ES" b="1"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066AC6D9-880B-9173-41CB-0F8814A9248C}"/>
                  </a:ext>
                </a:extLst>
              </p:cNvPr>
              <p:cNvSpPr txBox="1"/>
              <p:nvPr/>
            </p:nvSpPr>
            <p:spPr>
              <a:xfrm>
                <a:off x="7755486" y="1139510"/>
                <a:ext cx="2425607" cy="624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𝑡</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oMath>
                  </m:oMathPara>
                </a14:m>
                <a:endParaRPr lang="es-ES" dirty="0"/>
              </a:p>
            </p:txBody>
          </p:sp>
        </mc:Choice>
        <mc:Fallback xmlns="">
          <p:sp>
            <p:nvSpPr>
              <p:cNvPr id="39" name="CuadroTexto 38">
                <a:extLst>
                  <a:ext uri="{FF2B5EF4-FFF2-40B4-BE49-F238E27FC236}">
                    <a16:creationId xmlns:a16="http://schemas.microsoft.com/office/drawing/2014/main" id="{066AC6D9-880B-9173-41CB-0F8814A9248C}"/>
                  </a:ext>
                </a:extLst>
              </p:cNvPr>
              <p:cNvSpPr txBox="1">
                <a:spLocks noRot="1" noChangeAspect="1" noMove="1" noResize="1" noEditPoints="1" noAdjustHandles="1" noChangeArrowheads="1" noChangeShapeType="1" noTextEdit="1"/>
              </p:cNvSpPr>
              <p:nvPr/>
            </p:nvSpPr>
            <p:spPr>
              <a:xfrm>
                <a:off x="7755486" y="1139510"/>
                <a:ext cx="2425607" cy="624017"/>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B6F686FA-67DC-4367-7E4D-480EE10175AD}"/>
                  </a:ext>
                </a:extLst>
              </p:cNvPr>
              <p:cNvSpPr txBox="1"/>
              <p:nvPr/>
            </p:nvSpPr>
            <p:spPr>
              <a:xfrm>
                <a:off x="10308908" y="1104623"/>
                <a:ext cx="1692655" cy="624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𝑡</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dirty="0"/>
              </a:p>
            </p:txBody>
          </p:sp>
        </mc:Choice>
        <mc:Fallback xmlns="">
          <p:sp>
            <p:nvSpPr>
              <p:cNvPr id="40" name="CuadroTexto 39">
                <a:extLst>
                  <a:ext uri="{FF2B5EF4-FFF2-40B4-BE49-F238E27FC236}">
                    <a16:creationId xmlns:a16="http://schemas.microsoft.com/office/drawing/2014/main" id="{B6F686FA-67DC-4367-7E4D-480EE10175AD}"/>
                  </a:ext>
                </a:extLst>
              </p:cNvPr>
              <p:cNvSpPr txBox="1">
                <a:spLocks noRot="1" noChangeAspect="1" noMove="1" noResize="1" noEditPoints="1" noAdjustHandles="1" noChangeArrowheads="1" noChangeShapeType="1" noTextEdit="1"/>
              </p:cNvSpPr>
              <p:nvPr/>
            </p:nvSpPr>
            <p:spPr>
              <a:xfrm>
                <a:off x="10308908" y="1104623"/>
                <a:ext cx="1692655" cy="624017"/>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78CF07E2-E72A-8EA0-D708-76E5A10D1FE9}"/>
                  </a:ext>
                </a:extLst>
              </p:cNvPr>
              <p:cNvSpPr txBox="1"/>
              <p:nvPr/>
            </p:nvSpPr>
            <p:spPr>
              <a:xfrm>
                <a:off x="4379515" y="1204053"/>
                <a:ext cx="3299431" cy="4458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41" name="CuadroTexto 40">
                <a:extLst>
                  <a:ext uri="{FF2B5EF4-FFF2-40B4-BE49-F238E27FC236}">
                    <a16:creationId xmlns:a16="http://schemas.microsoft.com/office/drawing/2014/main" id="{78CF07E2-E72A-8EA0-D708-76E5A10D1FE9}"/>
                  </a:ext>
                </a:extLst>
              </p:cNvPr>
              <p:cNvSpPr txBox="1">
                <a:spLocks noRot="1" noChangeAspect="1" noMove="1" noResize="1" noEditPoints="1" noAdjustHandles="1" noChangeArrowheads="1" noChangeShapeType="1" noTextEdit="1"/>
              </p:cNvSpPr>
              <p:nvPr/>
            </p:nvSpPr>
            <p:spPr>
              <a:xfrm>
                <a:off x="4379515" y="1204053"/>
                <a:ext cx="3299431" cy="445891"/>
              </a:xfrm>
              <a:prstGeom prst="rect">
                <a:avLst/>
              </a:prstGeom>
              <a:blipFill>
                <a:blip r:embed="rId12"/>
                <a:stretch>
                  <a:fillRect b="-1370"/>
                </a:stretch>
              </a:blipFill>
            </p:spPr>
            <p:txBody>
              <a:bodyPr/>
              <a:lstStyle/>
              <a:p>
                <a:r>
                  <a:rPr lang="es-ES">
                    <a:noFill/>
                  </a:rPr>
                  <a:t> </a:t>
                </a:r>
              </a:p>
            </p:txBody>
          </p:sp>
        </mc:Fallback>
      </mc:AlternateContent>
      <p:sp>
        <p:nvSpPr>
          <p:cNvPr id="46" name="Elipse 45">
            <a:extLst>
              <a:ext uri="{FF2B5EF4-FFF2-40B4-BE49-F238E27FC236}">
                <a16:creationId xmlns:a16="http://schemas.microsoft.com/office/drawing/2014/main" id="{FDCD1B01-82C4-72F3-7265-BCF6F9804648}"/>
              </a:ext>
            </a:extLst>
          </p:cNvPr>
          <p:cNvSpPr/>
          <p:nvPr/>
        </p:nvSpPr>
        <p:spPr>
          <a:xfrm>
            <a:off x="3961768" y="2463796"/>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b="1" dirty="0"/>
              <a:t>2</a:t>
            </a:r>
          </a:p>
        </p:txBody>
      </p:sp>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0FF9E0B9-3DA1-A909-0499-6E2007BB6BA7}"/>
                  </a:ext>
                </a:extLst>
              </p:cNvPr>
              <p:cNvSpPr txBox="1"/>
              <p:nvPr/>
            </p:nvSpPr>
            <p:spPr>
              <a:xfrm>
                <a:off x="-40583" y="5315137"/>
                <a:ext cx="2424545" cy="525528"/>
              </a:xfrm>
              <a:prstGeom prst="rect">
                <a:avLst/>
              </a:prstGeom>
              <a:noFill/>
            </p:spPr>
            <p:txBody>
              <a:bodyPr wrap="square">
                <a:spAutoFit/>
              </a:bodyPr>
              <a:lstStyle/>
              <a:p>
                <a:pPr lvl="1">
                  <a:lnSpc>
                    <a:spcPct val="150000"/>
                  </a:lnSpc>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 </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2</m:t>
                          </m:r>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a:rPr lang="es-ES" i="1">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dirty="0">
                  <a:solidFill>
                    <a:schemeClr val="accent1">
                      <a:lumMod val="50000"/>
                    </a:schemeClr>
                  </a:solidFill>
                </a:endParaRPr>
              </a:p>
            </p:txBody>
          </p:sp>
        </mc:Choice>
        <mc:Fallback xmlns="">
          <p:sp>
            <p:nvSpPr>
              <p:cNvPr id="30" name="CuadroTexto 29">
                <a:extLst>
                  <a:ext uri="{FF2B5EF4-FFF2-40B4-BE49-F238E27FC236}">
                    <a16:creationId xmlns:a16="http://schemas.microsoft.com/office/drawing/2014/main" id="{0FF9E0B9-3DA1-A909-0499-6E2007BB6BA7}"/>
                  </a:ext>
                </a:extLst>
              </p:cNvPr>
              <p:cNvSpPr txBox="1">
                <a:spLocks noRot="1" noChangeAspect="1" noMove="1" noResize="1" noEditPoints="1" noAdjustHandles="1" noChangeArrowheads="1" noChangeShapeType="1" noTextEdit="1"/>
              </p:cNvSpPr>
              <p:nvPr/>
            </p:nvSpPr>
            <p:spPr>
              <a:xfrm>
                <a:off x="-40583" y="5315137"/>
                <a:ext cx="2424545" cy="525528"/>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AAF7DB8B-85D3-AD73-47AE-677A6CE4B594}"/>
                  </a:ext>
                </a:extLst>
              </p:cNvPr>
              <p:cNvSpPr txBox="1"/>
              <p:nvPr/>
            </p:nvSpPr>
            <p:spPr>
              <a:xfrm>
                <a:off x="0" y="5964361"/>
                <a:ext cx="2327564" cy="525528"/>
              </a:xfrm>
              <a:prstGeom prst="rect">
                <a:avLst/>
              </a:prstGeom>
              <a:noFill/>
            </p:spPr>
            <p:txBody>
              <a:bodyPr wrap="square">
                <a:spAutoFit/>
              </a:bodyPr>
              <a:lstStyle/>
              <a:p>
                <a:pPr lvl="1">
                  <a:lnSpc>
                    <a:spcPct val="150000"/>
                  </a:lnSpc>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 </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a:rPr lang="es-ES" i="1">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dirty="0">
                  <a:solidFill>
                    <a:schemeClr val="accent1">
                      <a:lumMod val="50000"/>
                    </a:schemeClr>
                  </a:solidFill>
                </a:endParaRPr>
              </a:p>
            </p:txBody>
          </p:sp>
        </mc:Choice>
        <mc:Fallback xmlns="">
          <p:sp>
            <p:nvSpPr>
              <p:cNvPr id="32" name="CuadroTexto 31">
                <a:extLst>
                  <a:ext uri="{FF2B5EF4-FFF2-40B4-BE49-F238E27FC236}">
                    <a16:creationId xmlns:a16="http://schemas.microsoft.com/office/drawing/2014/main" id="{AAF7DB8B-85D3-AD73-47AE-677A6CE4B594}"/>
                  </a:ext>
                </a:extLst>
              </p:cNvPr>
              <p:cNvSpPr txBox="1">
                <a:spLocks noRot="1" noChangeAspect="1" noMove="1" noResize="1" noEditPoints="1" noAdjustHandles="1" noChangeArrowheads="1" noChangeShapeType="1" noTextEdit="1"/>
              </p:cNvSpPr>
              <p:nvPr/>
            </p:nvSpPr>
            <p:spPr>
              <a:xfrm>
                <a:off x="0" y="5964361"/>
                <a:ext cx="2327564" cy="525528"/>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3" name="CuadroTexto 72">
                <a:extLst>
                  <a:ext uri="{FF2B5EF4-FFF2-40B4-BE49-F238E27FC236}">
                    <a16:creationId xmlns:a16="http://schemas.microsoft.com/office/drawing/2014/main" id="{53B37DA9-8C1A-E7FC-2B3D-F69D7AD78EE7}"/>
                  </a:ext>
                </a:extLst>
              </p:cNvPr>
              <p:cNvSpPr txBox="1"/>
              <p:nvPr/>
            </p:nvSpPr>
            <p:spPr>
              <a:xfrm>
                <a:off x="905545" y="2171107"/>
                <a:ext cx="1973140" cy="4152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𝒂</m:t>
                          </m:r>
                        </m:e>
                        <m:sup>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1"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d>
                        <m:d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𝒛</m:t>
                              </m:r>
                            </m:e>
                            <m:sup>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smtClean="0">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73" name="CuadroTexto 72">
                <a:extLst>
                  <a:ext uri="{FF2B5EF4-FFF2-40B4-BE49-F238E27FC236}">
                    <a16:creationId xmlns:a16="http://schemas.microsoft.com/office/drawing/2014/main" id="{53B37DA9-8C1A-E7FC-2B3D-F69D7AD78EE7}"/>
                  </a:ext>
                </a:extLst>
              </p:cNvPr>
              <p:cNvSpPr txBox="1">
                <a:spLocks noRot="1" noChangeAspect="1" noMove="1" noResize="1" noEditPoints="1" noAdjustHandles="1" noChangeArrowheads="1" noChangeShapeType="1" noTextEdit="1"/>
              </p:cNvSpPr>
              <p:nvPr/>
            </p:nvSpPr>
            <p:spPr>
              <a:xfrm>
                <a:off x="905545" y="2171107"/>
                <a:ext cx="1973140" cy="415242"/>
              </a:xfrm>
              <a:prstGeom prst="rect">
                <a:avLst/>
              </a:prstGeom>
              <a:blipFill>
                <a:blip r:embed="rId15"/>
                <a:stretch>
                  <a:fillRect b="-1471"/>
                </a:stretch>
              </a:blipFill>
            </p:spPr>
            <p:txBody>
              <a:bodyPr/>
              <a:lstStyle/>
              <a:p>
                <a:r>
                  <a:rPr lang="es-ES">
                    <a:noFill/>
                  </a:rPr>
                  <a:t> </a:t>
                </a:r>
              </a:p>
            </p:txBody>
          </p:sp>
        </mc:Fallback>
      </mc:AlternateContent>
      <p:sp>
        <p:nvSpPr>
          <p:cNvPr id="76" name="CuadroTexto 75">
            <a:extLst>
              <a:ext uri="{FF2B5EF4-FFF2-40B4-BE49-F238E27FC236}">
                <a16:creationId xmlns:a16="http://schemas.microsoft.com/office/drawing/2014/main" id="{69107578-0BD1-8BF0-246C-C9698DEE11FC}"/>
              </a:ext>
            </a:extLst>
          </p:cNvPr>
          <p:cNvSpPr txBox="1"/>
          <p:nvPr/>
        </p:nvSpPr>
        <p:spPr>
          <a:xfrm>
            <a:off x="259710" y="134869"/>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Caso </a:t>
            </a:r>
            <a:r>
              <a:rPr lang="en-US" sz="2000" b="1" dirty="0" err="1">
                <a:solidFill>
                  <a:schemeClr val="accent1">
                    <a:lumMod val="50000"/>
                  </a:schemeClr>
                </a:solidFill>
              </a:rPr>
              <a:t>más</a:t>
            </a:r>
            <a:r>
              <a:rPr lang="en-US" sz="2000" b="1" dirty="0">
                <a:solidFill>
                  <a:schemeClr val="accent1">
                    <a:lumMod val="50000"/>
                  </a:schemeClr>
                </a:solidFill>
              </a:rPr>
              <a:t> </a:t>
            </a:r>
            <a:r>
              <a:rPr lang="en-US" sz="2000" b="1" dirty="0" err="1">
                <a:solidFill>
                  <a:schemeClr val="accent1">
                    <a:lumMod val="50000"/>
                  </a:schemeClr>
                </a:solidFill>
              </a:rPr>
              <a:t>complejo</a:t>
            </a:r>
            <a:endParaRPr lang="en-US" sz="2000"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79" name="CuadroTexto 78">
                <a:extLst>
                  <a:ext uri="{FF2B5EF4-FFF2-40B4-BE49-F238E27FC236}">
                    <a16:creationId xmlns:a16="http://schemas.microsoft.com/office/drawing/2014/main" id="{E3D5EDD0-DDB5-832A-43C2-1B4BB5C3F808}"/>
                  </a:ext>
                </a:extLst>
              </p:cNvPr>
              <p:cNvSpPr txBox="1"/>
              <p:nvPr/>
            </p:nvSpPr>
            <p:spPr>
              <a:xfrm>
                <a:off x="2982290" y="2201799"/>
                <a:ext cx="8934805" cy="6657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𝒛</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𝒂</m:t>
                              </m:r>
                            </m:e>
                            <m:sup>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𝒂</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𝒛</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𝟐</m:t>
                                  </m:r>
                                  <m:r>
                                    <a:rPr lang="es-ES" b="1" i="1">
                                      <a:solidFill>
                                        <a:schemeClr val="accent1">
                                          <a:lumMod val="50000"/>
                                        </a:schemeClr>
                                      </a:solidFill>
                                      <a:latin typeface="Cambria Math" panose="02040503050406030204" pitchFamily="18" charset="0"/>
                                      <a:ea typeface="Cambria Math" panose="02040503050406030204" pitchFamily="18" charset="0"/>
                                    </a:rPr>
                                    <m:t>]</m:t>
                                  </m:r>
                                </m:sup>
                              </m:sSup>
                            </m:e>
                          </m:d>
                        </m:e>
                        <m:sup>
                          <m:r>
                            <a:rPr lang="es-ES" b="1" i="1">
                              <a:solidFill>
                                <a:schemeClr val="accent1">
                                  <a:lumMod val="50000"/>
                                </a:schemeClr>
                              </a:solidFill>
                              <a:latin typeface="Cambria Math" panose="02040503050406030204" pitchFamily="18" charset="0"/>
                              <a:ea typeface="Cambria Math" panose="02040503050406030204" pitchFamily="18" charset="0"/>
                            </a:rPr>
                            <m:t>𝑻</m:t>
                          </m:r>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1</m:t>
                                  </m:r>
                                </m:e>
                              </m:d>
                            </m:sup>
                          </m:sSup>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𝒛</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79" name="CuadroTexto 78">
                <a:extLst>
                  <a:ext uri="{FF2B5EF4-FFF2-40B4-BE49-F238E27FC236}">
                    <a16:creationId xmlns:a16="http://schemas.microsoft.com/office/drawing/2014/main" id="{E3D5EDD0-DDB5-832A-43C2-1B4BB5C3F808}"/>
                  </a:ext>
                </a:extLst>
              </p:cNvPr>
              <p:cNvSpPr txBox="1">
                <a:spLocks noRot="1" noChangeAspect="1" noMove="1" noResize="1" noEditPoints="1" noAdjustHandles="1" noChangeArrowheads="1" noChangeShapeType="1" noTextEdit="1"/>
              </p:cNvSpPr>
              <p:nvPr/>
            </p:nvSpPr>
            <p:spPr>
              <a:xfrm>
                <a:off x="2982290" y="2201799"/>
                <a:ext cx="8934805" cy="665760"/>
              </a:xfrm>
              <a:prstGeom prst="rect">
                <a:avLst/>
              </a:prstGeom>
              <a:blipFill>
                <a:blip r:embed="rId16"/>
                <a:stretch>
                  <a:fillRect/>
                </a:stretch>
              </a:blipFill>
            </p:spPr>
            <p:txBody>
              <a:bodyPr/>
              <a:lstStyle/>
              <a:p>
                <a:r>
                  <a:rPr lang="es-ES">
                    <a:noFill/>
                  </a:rPr>
                  <a:t> </a:t>
                </a:r>
              </a:p>
            </p:txBody>
          </p:sp>
        </mc:Fallback>
      </mc:AlternateContent>
      <p:cxnSp>
        <p:nvCxnSpPr>
          <p:cNvPr id="80" name="Conector recto de flecha 79">
            <a:extLst>
              <a:ext uri="{FF2B5EF4-FFF2-40B4-BE49-F238E27FC236}">
                <a16:creationId xmlns:a16="http://schemas.microsoft.com/office/drawing/2014/main" id="{C1341757-A72A-91A6-BFE2-A1AAEBB98D65}"/>
              </a:ext>
            </a:extLst>
          </p:cNvPr>
          <p:cNvCxnSpPr>
            <a:cxnSpLocks/>
          </p:cNvCxnSpPr>
          <p:nvPr/>
        </p:nvCxnSpPr>
        <p:spPr>
          <a:xfrm>
            <a:off x="6409211" y="2907859"/>
            <a:ext cx="0" cy="930950"/>
          </a:xfrm>
          <a:prstGeom prst="straightConnector1">
            <a:avLst/>
          </a:prstGeom>
          <a:ln w="31750">
            <a:solidFill>
              <a:schemeClr val="accent5">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9" name="Rectángulo: esquinas redondeadas 88">
            <a:extLst>
              <a:ext uri="{FF2B5EF4-FFF2-40B4-BE49-F238E27FC236}">
                <a16:creationId xmlns:a16="http://schemas.microsoft.com/office/drawing/2014/main" id="{8F5B4680-89D2-8651-DF09-B8B0E4A7253D}"/>
              </a:ext>
            </a:extLst>
          </p:cNvPr>
          <p:cNvSpPr/>
          <p:nvPr/>
        </p:nvSpPr>
        <p:spPr>
          <a:xfrm>
            <a:off x="5839441" y="2238916"/>
            <a:ext cx="1235897" cy="665760"/>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92" name="CuadroTexto 91">
                <a:extLst>
                  <a:ext uri="{FF2B5EF4-FFF2-40B4-BE49-F238E27FC236}">
                    <a16:creationId xmlns:a16="http://schemas.microsoft.com/office/drawing/2014/main" id="{8CB05EB0-D19D-A4F3-A1FF-86ABA568F088}"/>
                  </a:ext>
                </a:extLst>
              </p:cNvPr>
              <p:cNvSpPr txBox="1"/>
              <p:nvPr/>
            </p:nvSpPr>
            <p:spPr>
              <a:xfrm>
                <a:off x="5430051" y="3878763"/>
                <a:ext cx="2840421" cy="4654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d>
                            <m:d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𝟐</m:t>
                                  </m:r>
                                  <m:r>
                                    <a:rPr lang="es-ES" b="1" i="1">
                                      <a:solidFill>
                                        <a:schemeClr val="accent1">
                                          <a:lumMod val="50000"/>
                                        </a:schemeClr>
                                      </a:solidFill>
                                      <a:latin typeface="Cambria Math" panose="02040503050406030204" pitchFamily="18" charset="0"/>
                                      <a:ea typeface="Cambria Math" panose="02040503050406030204" pitchFamily="18" charset="0"/>
                                    </a:rPr>
                                    <m:t>]</m:t>
                                  </m:r>
                                </m:sup>
                              </m:sSup>
                            </m:e>
                          </m:d>
                        </m:e>
                        <m:sup>
                          <m:r>
                            <a:rPr lang="es-ES" b="1" i="1" smtClean="0">
                              <a:solidFill>
                                <a:schemeClr val="accent1">
                                  <a:lumMod val="50000"/>
                                </a:schemeClr>
                              </a:solidFill>
                              <a:latin typeface="Cambria Math" panose="02040503050406030204" pitchFamily="18" charset="0"/>
                              <a:ea typeface="Cambria Math" panose="02040503050406030204" pitchFamily="18" charset="0"/>
                            </a:rPr>
                            <m:t>𝑻</m:t>
                          </m:r>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r>
                        <a:rPr lang="es-ES" i="1">
                          <a:solidFill>
                            <a:schemeClr val="accent1">
                              <a:lumMod val="50000"/>
                            </a:schemeClr>
                          </a:solidFill>
                          <a:latin typeface="Cambria Math" panose="02040503050406030204" pitchFamily="18" charset="0"/>
                          <a:ea typeface="Cambria Math" panose="02040503050406030204" pitchFamily="18" charset="0"/>
                        </a:rPr>
                        <m:t>∈</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a:rPr lang="es-ES" i="1">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dirty="0"/>
              </a:p>
            </p:txBody>
          </p:sp>
        </mc:Choice>
        <mc:Fallback xmlns="">
          <p:sp>
            <p:nvSpPr>
              <p:cNvPr id="92" name="CuadroTexto 91">
                <a:extLst>
                  <a:ext uri="{FF2B5EF4-FFF2-40B4-BE49-F238E27FC236}">
                    <a16:creationId xmlns:a16="http://schemas.microsoft.com/office/drawing/2014/main" id="{8CB05EB0-D19D-A4F3-A1FF-86ABA568F088}"/>
                  </a:ext>
                </a:extLst>
              </p:cNvPr>
              <p:cNvSpPr txBox="1">
                <a:spLocks noRot="1" noChangeAspect="1" noMove="1" noResize="1" noEditPoints="1" noAdjustHandles="1" noChangeArrowheads="1" noChangeShapeType="1" noTextEdit="1"/>
              </p:cNvSpPr>
              <p:nvPr/>
            </p:nvSpPr>
            <p:spPr>
              <a:xfrm>
                <a:off x="5430051" y="3878763"/>
                <a:ext cx="2840421" cy="465448"/>
              </a:xfrm>
              <a:prstGeom prst="rect">
                <a:avLst/>
              </a:prstGeom>
              <a:blipFill>
                <a:blip r:embed="rId17"/>
                <a:stretch>
                  <a:fillRect b="-7792"/>
                </a:stretch>
              </a:blipFill>
            </p:spPr>
            <p:txBody>
              <a:bodyPr/>
              <a:lstStyle/>
              <a:p>
                <a:r>
                  <a:rPr lang="es-ES">
                    <a:noFill/>
                  </a:rPr>
                  <a:t> </a:t>
                </a:r>
              </a:p>
            </p:txBody>
          </p:sp>
        </mc:Fallback>
      </mc:AlternateContent>
      <p:cxnSp>
        <p:nvCxnSpPr>
          <p:cNvPr id="95" name="Conector recto de flecha 94">
            <a:extLst>
              <a:ext uri="{FF2B5EF4-FFF2-40B4-BE49-F238E27FC236}">
                <a16:creationId xmlns:a16="http://schemas.microsoft.com/office/drawing/2014/main" id="{81A1C73A-0BA9-D6F0-7D2A-0B5B8D879E0F}"/>
              </a:ext>
            </a:extLst>
          </p:cNvPr>
          <p:cNvCxnSpPr>
            <a:cxnSpLocks/>
          </p:cNvCxnSpPr>
          <p:nvPr/>
        </p:nvCxnSpPr>
        <p:spPr>
          <a:xfrm>
            <a:off x="7488538" y="2948466"/>
            <a:ext cx="0" cy="463557"/>
          </a:xfrm>
          <a:prstGeom prst="straightConnector1">
            <a:avLst/>
          </a:prstGeom>
          <a:ln w="31750">
            <a:solidFill>
              <a:schemeClr val="accent5">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Rectángulo: esquinas redondeadas 95">
            <a:extLst>
              <a:ext uri="{FF2B5EF4-FFF2-40B4-BE49-F238E27FC236}">
                <a16:creationId xmlns:a16="http://schemas.microsoft.com/office/drawing/2014/main" id="{3F9F1C61-9F7E-60CE-4670-AD47A815244E}"/>
              </a:ext>
            </a:extLst>
          </p:cNvPr>
          <p:cNvSpPr/>
          <p:nvPr/>
        </p:nvSpPr>
        <p:spPr>
          <a:xfrm>
            <a:off x="7174520" y="2238916"/>
            <a:ext cx="609600" cy="665760"/>
          </a:xfrm>
          <a:prstGeom prst="roundRect">
            <a:avLst/>
          </a:prstGeom>
          <a:noFill/>
          <a:ln w="381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97" name="CuadroTexto 96">
                <a:extLst>
                  <a:ext uri="{FF2B5EF4-FFF2-40B4-BE49-F238E27FC236}">
                    <a16:creationId xmlns:a16="http://schemas.microsoft.com/office/drawing/2014/main" id="{EA923FFD-6685-F403-8A70-231729B94595}"/>
                  </a:ext>
                </a:extLst>
              </p:cNvPr>
              <p:cNvSpPr txBox="1"/>
              <p:nvPr/>
            </p:nvSpPr>
            <p:spPr>
              <a:xfrm>
                <a:off x="6773968" y="3371416"/>
                <a:ext cx="238200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i="1" smtClean="0">
                          <a:solidFill>
                            <a:schemeClr val="accent1">
                              <a:lumMod val="50000"/>
                            </a:schemeClr>
                          </a:solidFill>
                          <a:latin typeface="Cambria Math" panose="02040503050406030204" pitchFamily="18" charset="0"/>
                          <a:ea typeface="Cambria Math" panose="02040503050406030204" pitchFamily="18" charset="0"/>
                        </a:rPr>
                        <m:t>∈</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4</m:t>
                          </m:r>
                        </m:sub>
                      </m:sSub>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ℝ</m:t>
                          </m:r>
                        </m:e>
                      </m:d>
                      <m:r>
                        <m:rPr>
                          <m:nor/>
                        </m:rPr>
                        <a:rPr lang="es-ES" b="0" i="0" smtClean="0">
                          <a:solidFill>
                            <a:schemeClr val="accent1">
                              <a:lumMod val="50000"/>
                            </a:schemeClr>
                          </a:solidFill>
                          <a:latin typeface="Cambria Math" panose="02040503050406030204" pitchFamily="18" charset="0"/>
                          <a:ea typeface="Cambria Math" panose="02040503050406030204" pitchFamily="18" charset="0"/>
                        </a:rPr>
                        <m:t>  </m:t>
                      </m:r>
                      <m:r>
                        <m:rPr>
                          <m:nor/>
                        </m:rPr>
                        <a:rPr lang="es-ES" b="0" i="0" smtClean="0">
                          <a:solidFill>
                            <a:schemeClr val="accent1">
                              <a:lumMod val="50000"/>
                            </a:schemeClr>
                          </a:solidFill>
                          <a:latin typeface="Cambria Math" panose="02040503050406030204" pitchFamily="18" charset="0"/>
                          <a:ea typeface="Cambria Math" panose="02040503050406030204" pitchFamily="18" charset="0"/>
                        </a:rPr>
                        <m:t>diagonal</m:t>
                      </m:r>
                    </m:oMath>
                  </m:oMathPara>
                </a14:m>
                <a:endParaRPr lang="es-ES" dirty="0"/>
              </a:p>
            </p:txBody>
          </p:sp>
        </mc:Choice>
        <mc:Fallback xmlns="">
          <p:sp>
            <p:nvSpPr>
              <p:cNvPr id="97" name="CuadroTexto 96">
                <a:extLst>
                  <a:ext uri="{FF2B5EF4-FFF2-40B4-BE49-F238E27FC236}">
                    <a16:creationId xmlns:a16="http://schemas.microsoft.com/office/drawing/2014/main" id="{EA923FFD-6685-F403-8A70-231729B94595}"/>
                  </a:ext>
                </a:extLst>
              </p:cNvPr>
              <p:cNvSpPr txBox="1">
                <a:spLocks noRot="1" noChangeAspect="1" noMove="1" noResize="1" noEditPoints="1" noAdjustHandles="1" noChangeArrowheads="1" noChangeShapeType="1" noTextEdit="1"/>
              </p:cNvSpPr>
              <p:nvPr/>
            </p:nvSpPr>
            <p:spPr>
              <a:xfrm>
                <a:off x="6773968" y="3371416"/>
                <a:ext cx="2382003" cy="369332"/>
              </a:xfrm>
              <a:prstGeom prst="rect">
                <a:avLst/>
              </a:prstGeom>
              <a:blipFill>
                <a:blip r:embed="rId18"/>
                <a:stretch>
                  <a:fillRect b="-13115"/>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2B37C944-D3F5-F2DA-4B14-8098167E7320}"/>
                  </a:ext>
                </a:extLst>
              </p:cNvPr>
              <p:cNvSpPr txBox="1"/>
              <p:nvPr/>
            </p:nvSpPr>
            <p:spPr>
              <a:xfrm>
                <a:off x="10479760" y="2373485"/>
                <a:ext cx="162260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i="1" smtClean="0">
                          <a:solidFill>
                            <a:schemeClr val="accent1">
                              <a:lumMod val="50000"/>
                            </a:schemeClr>
                          </a:solidFill>
                          <a:latin typeface="Cambria Math" panose="02040503050406030204" pitchFamily="18" charset="0"/>
                          <a:ea typeface="Cambria Math" panose="02040503050406030204" pitchFamily="18" charset="0"/>
                        </a:rPr>
                        <m:t>∈</m:t>
                      </m:r>
                      <m:sSub>
                        <m:sSub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i="1">
                              <a:solidFill>
                                <a:schemeClr val="accent1">
                                  <a:lumMod val="50000"/>
                                </a:schemeClr>
                              </a:solidFill>
                              <a:latin typeface="Cambria Math" panose="02040503050406030204" pitchFamily="18" charset="0"/>
                              <a:ea typeface="Cambria Math" panose="02040503050406030204" pitchFamily="18" charset="0"/>
                            </a:rPr>
                            <m:t>4</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1</m:t>
                          </m:r>
                        </m:sub>
                      </m:sSub>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ℝ</m:t>
                          </m:r>
                        </m:e>
                      </m:d>
                    </m:oMath>
                  </m:oMathPara>
                </a14:m>
                <a:endParaRPr lang="es-ES" dirty="0"/>
              </a:p>
            </p:txBody>
          </p:sp>
        </mc:Choice>
        <mc:Fallback xmlns="">
          <p:sp>
            <p:nvSpPr>
              <p:cNvPr id="4" name="CuadroTexto 3">
                <a:extLst>
                  <a:ext uri="{FF2B5EF4-FFF2-40B4-BE49-F238E27FC236}">
                    <a16:creationId xmlns:a16="http://schemas.microsoft.com/office/drawing/2014/main" id="{2B37C944-D3F5-F2DA-4B14-8098167E7320}"/>
                  </a:ext>
                </a:extLst>
              </p:cNvPr>
              <p:cNvSpPr txBox="1">
                <a:spLocks noRot="1" noChangeAspect="1" noMove="1" noResize="1" noEditPoints="1" noAdjustHandles="1" noChangeArrowheads="1" noChangeShapeType="1" noTextEdit="1"/>
              </p:cNvSpPr>
              <p:nvPr/>
            </p:nvSpPr>
            <p:spPr>
              <a:xfrm>
                <a:off x="10479760" y="2373485"/>
                <a:ext cx="1622609" cy="369332"/>
              </a:xfrm>
              <a:prstGeom prst="rect">
                <a:avLst/>
              </a:prstGeom>
              <a:blipFill>
                <a:blip r:embed="rId19"/>
                <a:stretch>
                  <a:fillRect b="-1639"/>
                </a:stretch>
              </a:blipFill>
            </p:spPr>
            <p:txBody>
              <a:bodyPr/>
              <a:lstStyle/>
              <a:p>
                <a:r>
                  <a:rPr lang="es-ES">
                    <a:noFill/>
                  </a:rPr>
                  <a:t> </a:t>
                </a:r>
              </a:p>
            </p:txBody>
          </p:sp>
        </mc:Fallback>
      </mc:AlternateContent>
    </p:spTree>
    <p:extLst>
      <p:ext uri="{BB962C8B-B14F-4D97-AF65-F5344CB8AC3E}">
        <p14:creationId xmlns:p14="http://schemas.microsoft.com/office/powerpoint/2010/main" val="269708801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63E73-FA94-8C74-DD37-3E844347046B}"/>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C9B71F02-AAEE-358B-D26E-4CEC5029CD43}"/>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7" name="Elipse 6">
            <a:extLst>
              <a:ext uri="{FF2B5EF4-FFF2-40B4-BE49-F238E27FC236}">
                <a16:creationId xmlns:a16="http://schemas.microsoft.com/office/drawing/2014/main" id="{5B0C8557-66E6-8152-892C-7FB71E7949DB}"/>
              </a:ext>
            </a:extLst>
          </p:cNvPr>
          <p:cNvSpPr/>
          <p:nvPr/>
        </p:nvSpPr>
        <p:spPr>
          <a:xfrm>
            <a:off x="2728380" y="3745354"/>
            <a:ext cx="540000" cy="540000"/>
          </a:xfrm>
          <a:prstGeom prst="ellipse">
            <a:avLst/>
          </a:prstGeom>
          <a:no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s-ES" sz="1600" b="1" dirty="0"/>
          </a:p>
        </p:txBody>
      </p:sp>
      <mc:AlternateContent xmlns:mc="http://schemas.openxmlformats.org/markup-compatibility/2006" xmlns:a14="http://schemas.microsoft.com/office/drawing/2010/main">
        <mc:Choice Requires="a14">
          <p:sp>
            <p:nvSpPr>
              <p:cNvPr id="10" name="Elipse 9">
                <a:extLst>
                  <a:ext uri="{FF2B5EF4-FFF2-40B4-BE49-F238E27FC236}">
                    <a16:creationId xmlns:a16="http://schemas.microsoft.com/office/drawing/2014/main" id="{8095D408-AAB8-7CF2-E627-E0C3B1DF6469}"/>
                  </a:ext>
                </a:extLst>
              </p:cNvPr>
              <p:cNvSpPr/>
              <p:nvPr/>
            </p:nvSpPr>
            <p:spPr>
              <a:xfrm>
                <a:off x="417375" y="3361695"/>
                <a:ext cx="540000" cy="540000"/>
              </a:xfrm>
              <a:prstGeom prst="ellipse">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𝑥</m:t>
                          </m:r>
                        </m:e>
                        <m:sub>
                          <m:r>
                            <a:rPr lang="es-ES" i="1">
                              <a:solidFill>
                                <a:schemeClr val="accent1">
                                  <a:lumMod val="50000"/>
                                </a:schemeClr>
                              </a:solidFill>
                              <a:latin typeface="Cambria Math" panose="02040503050406030204" pitchFamily="18" charset="0"/>
                              <a:ea typeface="Cambria Math" panose="02040503050406030204" pitchFamily="18" charset="0"/>
                            </a:rPr>
                            <m:t>1</m:t>
                          </m:r>
                        </m:sub>
                      </m:sSub>
                    </m:oMath>
                  </m:oMathPara>
                </a14:m>
                <a:endParaRPr lang="es-ES"/>
              </a:p>
            </p:txBody>
          </p:sp>
        </mc:Choice>
        <mc:Fallback xmlns="">
          <p:sp>
            <p:nvSpPr>
              <p:cNvPr id="10" name="Elipse 9">
                <a:extLst>
                  <a:ext uri="{FF2B5EF4-FFF2-40B4-BE49-F238E27FC236}">
                    <a16:creationId xmlns:a16="http://schemas.microsoft.com/office/drawing/2014/main" id="{8095D408-AAB8-7CF2-E627-E0C3B1DF6469}"/>
                  </a:ext>
                </a:extLst>
              </p:cNvPr>
              <p:cNvSpPr>
                <a:spLocks noRot="1" noChangeAspect="1" noMove="1" noResize="1" noEditPoints="1" noAdjustHandles="1" noChangeArrowheads="1" noChangeShapeType="1" noTextEdit="1"/>
              </p:cNvSpPr>
              <p:nvPr/>
            </p:nvSpPr>
            <p:spPr>
              <a:xfrm>
                <a:off x="417375" y="3361695"/>
                <a:ext cx="540000" cy="540000"/>
              </a:xfrm>
              <a:prstGeom prst="ellipse">
                <a:avLst/>
              </a:prstGeom>
              <a:blipFill>
                <a:blip r:embed="rId3"/>
                <a:stretch>
                  <a:fillRect/>
                </a:stretch>
              </a:blipFill>
              <a:ln w="31750">
                <a:solidFill>
                  <a:schemeClr val="accent6">
                    <a:lumMod val="75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Elipse 10">
                <a:extLst>
                  <a:ext uri="{FF2B5EF4-FFF2-40B4-BE49-F238E27FC236}">
                    <a16:creationId xmlns:a16="http://schemas.microsoft.com/office/drawing/2014/main" id="{A592ABBD-B4EC-2CED-D2A5-0AF65FA89538}"/>
                  </a:ext>
                </a:extLst>
              </p:cNvPr>
              <p:cNvSpPr/>
              <p:nvPr/>
            </p:nvSpPr>
            <p:spPr>
              <a:xfrm>
                <a:off x="417375" y="4136513"/>
                <a:ext cx="540000" cy="540000"/>
              </a:xfrm>
              <a:prstGeom prst="ellipse">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𝑥</m:t>
                          </m:r>
                        </m:e>
                        <m:sub>
                          <m:r>
                            <a:rPr lang="es-ES" i="1">
                              <a:solidFill>
                                <a:schemeClr val="accent1">
                                  <a:lumMod val="50000"/>
                                </a:schemeClr>
                              </a:solidFill>
                              <a:latin typeface="Cambria Math" panose="02040503050406030204" pitchFamily="18" charset="0"/>
                              <a:ea typeface="Cambria Math" panose="02040503050406030204" pitchFamily="18" charset="0"/>
                            </a:rPr>
                            <m:t>2</m:t>
                          </m:r>
                        </m:sub>
                      </m:sSub>
                    </m:oMath>
                  </m:oMathPara>
                </a14:m>
                <a:endParaRPr lang="es-ES" dirty="0"/>
              </a:p>
            </p:txBody>
          </p:sp>
        </mc:Choice>
        <mc:Fallback xmlns="">
          <p:sp>
            <p:nvSpPr>
              <p:cNvPr id="11" name="Elipse 10">
                <a:extLst>
                  <a:ext uri="{FF2B5EF4-FFF2-40B4-BE49-F238E27FC236}">
                    <a16:creationId xmlns:a16="http://schemas.microsoft.com/office/drawing/2014/main" id="{A592ABBD-B4EC-2CED-D2A5-0AF65FA89538}"/>
                  </a:ext>
                </a:extLst>
              </p:cNvPr>
              <p:cNvSpPr>
                <a:spLocks noRot="1" noChangeAspect="1" noMove="1" noResize="1" noEditPoints="1" noAdjustHandles="1" noChangeArrowheads="1" noChangeShapeType="1" noTextEdit="1"/>
              </p:cNvSpPr>
              <p:nvPr/>
            </p:nvSpPr>
            <p:spPr>
              <a:xfrm>
                <a:off x="417375" y="4136513"/>
                <a:ext cx="540000" cy="540000"/>
              </a:xfrm>
              <a:prstGeom prst="ellipse">
                <a:avLst/>
              </a:prstGeom>
              <a:blipFill>
                <a:blip r:embed="rId4"/>
                <a:stretch>
                  <a:fillRect/>
                </a:stretch>
              </a:blipFill>
              <a:ln w="31750">
                <a:solidFill>
                  <a:schemeClr val="accent6">
                    <a:lumMod val="75000"/>
                  </a:schemeClr>
                </a:solidFill>
              </a:ln>
            </p:spPr>
            <p:txBody>
              <a:bodyPr/>
              <a:lstStyle/>
              <a:p>
                <a:r>
                  <a:rPr lang="es-ES">
                    <a:noFill/>
                  </a:rPr>
                  <a:t> </a:t>
                </a:r>
              </a:p>
            </p:txBody>
          </p:sp>
        </mc:Fallback>
      </mc:AlternateContent>
      <p:cxnSp>
        <p:nvCxnSpPr>
          <p:cNvPr id="12" name="Conector recto 11">
            <a:extLst>
              <a:ext uri="{FF2B5EF4-FFF2-40B4-BE49-F238E27FC236}">
                <a16:creationId xmlns:a16="http://schemas.microsoft.com/office/drawing/2014/main" id="{35C42112-2354-2A00-5CA4-3CE106A84CED}"/>
              </a:ext>
            </a:extLst>
          </p:cNvPr>
          <p:cNvCxnSpPr>
            <a:cxnSpLocks/>
            <a:stCxn id="10" idx="6"/>
            <a:endCxn id="14" idx="2"/>
          </p:cNvCxnSpPr>
          <p:nvPr/>
        </p:nvCxnSpPr>
        <p:spPr>
          <a:xfrm flipV="1">
            <a:off x="957375" y="2948488"/>
            <a:ext cx="664740" cy="683207"/>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2A55DD95-BA1A-FB04-9404-4B5619AFA04B}"/>
              </a:ext>
            </a:extLst>
          </p:cNvPr>
          <p:cNvCxnSpPr>
            <a:cxnSpLocks/>
            <a:stCxn id="10" idx="6"/>
            <a:endCxn id="15" idx="2"/>
          </p:cNvCxnSpPr>
          <p:nvPr/>
        </p:nvCxnSpPr>
        <p:spPr>
          <a:xfrm>
            <a:off x="957375" y="3631695"/>
            <a:ext cx="664740" cy="3057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Elipse 13">
                <a:extLst>
                  <a:ext uri="{FF2B5EF4-FFF2-40B4-BE49-F238E27FC236}">
                    <a16:creationId xmlns:a16="http://schemas.microsoft.com/office/drawing/2014/main" id="{7584253E-77B3-4283-D84F-80ACC05218E8}"/>
                  </a:ext>
                </a:extLst>
              </p:cNvPr>
              <p:cNvSpPr/>
              <p:nvPr/>
            </p:nvSpPr>
            <p:spPr>
              <a:xfrm>
                <a:off x="1622115" y="2678488"/>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4" name="Elipse 13">
                <a:extLst>
                  <a:ext uri="{FF2B5EF4-FFF2-40B4-BE49-F238E27FC236}">
                    <a16:creationId xmlns:a16="http://schemas.microsoft.com/office/drawing/2014/main" id="{7584253E-77B3-4283-D84F-80ACC05218E8}"/>
                  </a:ext>
                </a:extLst>
              </p:cNvPr>
              <p:cNvSpPr>
                <a:spLocks noRot="1" noChangeAspect="1" noMove="1" noResize="1" noEditPoints="1" noAdjustHandles="1" noChangeArrowheads="1" noChangeShapeType="1" noTextEdit="1"/>
              </p:cNvSpPr>
              <p:nvPr/>
            </p:nvSpPr>
            <p:spPr>
              <a:xfrm>
                <a:off x="1622115" y="2678488"/>
                <a:ext cx="540000" cy="540000"/>
              </a:xfrm>
              <a:prstGeom prst="ellipse">
                <a:avLst/>
              </a:prstGeom>
              <a:blipFill>
                <a:blip r:embed="rId5"/>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Elipse 14">
                <a:extLst>
                  <a:ext uri="{FF2B5EF4-FFF2-40B4-BE49-F238E27FC236}">
                    <a16:creationId xmlns:a16="http://schemas.microsoft.com/office/drawing/2014/main" id="{952F1D31-EDE0-9C73-77E0-962688E4E98D}"/>
                  </a:ext>
                </a:extLst>
              </p:cNvPr>
              <p:cNvSpPr/>
              <p:nvPr/>
            </p:nvSpPr>
            <p:spPr>
              <a:xfrm>
                <a:off x="1622115" y="3392265"/>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2</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5" name="Elipse 14">
                <a:extLst>
                  <a:ext uri="{FF2B5EF4-FFF2-40B4-BE49-F238E27FC236}">
                    <a16:creationId xmlns:a16="http://schemas.microsoft.com/office/drawing/2014/main" id="{952F1D31-EDE0-9C73-77E0-962688E4E98D}"/>
                  </a:ext>
                </a:extLst>
              </p:cNvPr>
              <p:cNvSpPr>
                <a:spLocks noRot="1" noChangeAspect="1" noMove="1" noResize="1" noEditPoints="1" noAdjustHandles="1" noChangeArrowheads="1" noChangeShapeType="1" noTextEdit="1"/>
              </p:cNvSpPr>
              <p:nvPr/>
            </p:nvSpPr>
            <p:spPr>
              <a:xfrm>
                <a:off x="1622115" y="3392265"/>
                <a:ext cx="540000" cy="540000"/>
              </a:xfrm>
              <a:prstGeom prst="ellipse">
                <a:avLst/>
              </a:prstGeom>
              <a:blipFill>
                <a:blip r:embed="rId6"/>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6" name="Elipse 15">
                <a:extLst>
                  <a:ext uri="{FF2B5EF4-FFF2-40B4-BE49-F238E27FC236}">
                    <a16:creationId xmlns:a16="http://schemas.microsoft.com/office/drawing/2014/main" id="{8DF754AE-0206-DD43-239E-0D37A0049CB6}"/>
                  </a:ext>
                </a:extLst>
              </p:cNvPr>
              <p:cNvSpPr/>
              <p:nvPr/>
            </p:nvSpPr>
            <p:spPr>
              <a:xfrm>
                <a:off x="1622115" y="4101305"/>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3</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6" name="Elipse 15">
                <a:extLst>
                  <a:ext uri="{FF2B5EF4-FFF2-40B4-BE49-F238E27FC236}">
                    <a16:creationId xmlns:a16="http://schemas.microsoft.com/office/drawing/2014/main" id="{8DF754AE-0206-DD43-239E-0D37A0049CB6}"/>
                  </a:ext>
                </a:extLst>
              </p:cNvPr>
              <p:cNvSpPr>
                <a:spLocks noRot="1" noChangeAspect="1" noMove="1" noResize="1" noEditPoints="1" noAdjustHandles="1" noChangeArrowheads="1" noChangeShapeType="1" noTextEdit="1"/>
              </p:cNvSpPr>
              <p:nvPr/>
            </p:nvSpPr>
            <p:spPr>
              <a:xfrm>
                <a:off x="1622115" y="4101305"/>
                <a:ext cx="540000" cy="540000"/>
              </a:xfrm>
              <a:prstGeom prst="ellipse">
                <a:avLst/>
              </a:prstGeom>
              <a:blipFill>
                <a:blip r:embed="rId7"/>
                <a:stretch>
                  <a:fillRect/>
                </a:stretch>
              </a:blipFill>
              <a:ln w="31750">
                <a:solidFill>
                  <a:schemeClr val="accent1">
                    <a:lumMod val="50000"/>
                  </a:schemeClr>
                </a:solidFill>
              </a:ln>
            </p:spPr>
            <p:txBody>
              <a:bodyPr/>
              <a:lstStyle/>
              <a:p>
                <a:r>
                  <a:rPr lang="es-ES">
                    <a:noFill/>
                  </a:rPr>
                  <a:t> </a:t>
                </a:r>
              </a:p>
            </p:txBody>
          </p:sp>
        </mc:Fallback>
      </mc:AlternateContent>
      <p:cxnSp>
        <p:nvCxnSpPr>
          <p:cNvPr id="17" name="Conector recto 16">
            <a:extLst>
              <a:ext uri="{FF2B5EF4-FFF2-40B4-BE49-F238E27FC236}">
                <a16:creationId xmlns:a16="http://schemas.microsoft.com/office/drawing/2014/main" id="{50F42230-2B97-4B1A-CA16-115F2DAFD0E4}"/>
              </a:ext>
            </a:extLst>
          </p:cNvPr>
          <p:cNvCxnSpPr>
            <a:cxnSpLocks/>
            <a:stCxn id="11" idx="6"/>
            <a:endCxn id="15" idx="2"/>
          </p:cNvCxnSpPr>
          <p:nvPr/>
        </p:nvCxnSpPr>
        <p:spPr>
          <a:xfrm flipV="1">
            <a:off x="957375" y="3662265"/>
            <a:ext cx="664740" cy="744248"/>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C3BA704A-39F9-39A0-D7E9-57F3774D3483}"/>
              </a:ext>
            </a:extLst>
          </p:cNvPr>
          <p:cNvCxnSpPr>
            <a:cxnSpLocks/>
            <a:stCxn id="10" idx="6"/>
            <a:endCxn id="16" idx="2"/>
          </p:cNvCxnSpPr>
          <p:nvPr/>
        </p:nvCxnSpPr>
        <p:spPr>
          <a:xfrm>
            <a:off x="957375" y="3631695"/>
            <a:ext cx="664740" cy="73961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BED0621D-93A9-2527-9C2F-D54CD942163A}"/>
              </a:ext>
            </a:extLst>
          </p:cNvPr>
          <p:cNvCxnSpPr>
            <a:cxnSpLocks/>
            <a:stCxn id="11" idx="6"/>
            <a:endCxn id="16" idx="2"/>
          </p:cNvCxnSpPr>
          <p:nvPr/>
        </p:nvCxnSpPr>
        <p:spPr>
          <a:xfrm flipV="1">
            <a:off x="957375" y="4371305"/>
            <a:ext cx="664740" cy="35208"/>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4DD8EED1-4629-1BD6-DF20-698C1F0684B0}"/>
              </a:ext>
            </a:extLst>
          </p:cNvPr>
          <p:cNvCxnSpPr>
            <a:cxnSpLocks/>
            <a:stCxn id="11" idx="6"/>
            <a:endCxn id="14" idx="2"/>
          </p:cNvCxnSpPr>
          <p:nvPr/>
        </p:nvCxnSpPr>
        <p:spPr>
          <a:xfrm flipV="1">
            <a:off x="957375" y="2948488"/>
            <a:ext cx="664740" cy="1458025"/>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5CF3405C-1B9B-E976-B52A-96B7F6C232F7}"/>
              </a:ext>
            </a:extLst>
          </p:cNvPr>
          <p:cNvCxnSpPr>
            <a:cxnSpLocks/>
            <a:stCxn id="14" idx="6"/>
            <a:endCxn id="7" idx="2"/>
          </p:cNvCxnSpPr>
          <p:nvPr/>
        </p:nvCxnSpPr>
        <p:spPr>
          <a:xfrm>
            <a:off x="2162115" y="2948488"/>
            <a:ext cx="566265" cy="1066866"/>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7EC47CB4-9DD2-9164-5050-479E81FCB2E7}"/>
              </a:ext>
            </a:extLst>
          </p:cNvPr>
          <p:cNvCxnSpPr>
            <a:cxnSpLocks/>
            <a:stCxn id="15" idx="6"/>
            <a:endCxn id="7" idx="2"/>
          </p:cNvCxnSpPr>
          <p:nvPr/>
        </p:nvCxnSpPr>
        <p:spPr>
          <a:xfrm>
            <a:off x="2162115" y="3662265"/>
            <a:ext cx="566265" cy="353089"/>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FB3947E9-13ED-8462-C520-0AE43BE35B44}"/>
              </a:ext>
            </a:extLst>
          </p:cNvPr>
          <p:cNvCxnSpPr>
            <a:cxnSpLocks/>
            <a:stCxn id="16" idx="6"/>
            <a:endCxn id="7" idx="2"/>
          </p:cNvCxnSpPr>
          <p:nvPr/>
        </p:nvCxnSpPr>
        <p:spPr>
          <a:xfrm flipV="1">
            <a:off x="2162115" y="4015354"/>
            <a:ext cx="566265" cy="355951"/>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Elipse 23">
                <a:extLst>
                  <a:ext uri="{FF2B5EF4-FFF2-40B4-BE49-F238E27FC236}">
                    <a16:creationId xmlns:a16="http://schemas.microsoft.com/office/drawing/2014/main" id="{DBF517B4-5C68-6D26-C64C-D474F63D67B7}"/>
                  </a:ext>
                </a:extLst>
              </p:cNvPr>
              <p:cNvSpPr/>
              <p:nvPr/>
            </p:nvSpPr>
            <p:spPr>
              <a:xfrm>
                <a:off x="1622115" y="4810345"/>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24" name="Elipse 23">
                <a:extLst>
                  <a:ext uri="{FF2B5EF4-FFF2-40B4-BE49-F238E27FC236}">
                    <a16:creationId xmlns:a16="http://schemas.microsoft.com/office/drawing/2014/main" id="{DBF517B4-5C68-6D26-C64C-D474F63D67B7}"/>
                  </a:ext>
                </a:extLst>
              </p:cNvPr>
              <p:cNvSpPr>
                <a:spLocks noRot="1" noChangeAspect="1" noMove="1" noResize="1" noEditPoints="1" noAdjustHandles="1" noChangeArrowheads="1" noChangeShapeType="1" noTextEdit="1"/>
              </p:cNvSpPr>
              <p:nvPr/>
            </p:nvSpPr>
            <p:spPr>
              <a:xfrm>
                <a:off x="1622115" y="4810345"/>
                <a:ext cx="540000" cy="540000"/>
              </a:xfrm>
              <a:prstGeom prst="ellipse">
                <a:avLst/>
              </a:prstGeom>
              <a:blipFill>
                <a:blip r:embed="rId8"/>
                <a:stretch>
                  <a:fillRect/>
                </a:stretch>
              </a:blipFill>
              <a:ln w="31750">
                <a:solidFill>
                  <a:schemeClr val="accent1">
                    <a:lumMod val="50000"/>
                  </a:schemeClr>
                </a:solidFill>
              </a:ln>
            </p:spPr>
            <p:txBody>
              <a:bodyPr/>
              <a:lstStyle/>
              <a:p>
                <a:r>
                  <a:rPr lang="es-ES">
                    <a:noFill/>
                  </a:rPr>
                  <a:t> </a:t>
                </a:r>
              </a:p>
            </p:txBody>
          </p:sp>
        </mc:Fallback>
      </mc:AlternateContent>
      <p:cxnSp>
        <p:nvCxnSpPr>
          <p:cNvPr id="26" name="Conector recto 25">
            <a:extLst>
              <a:ext uri="{FF2B5EF4-FFF2-40B4-BE49-F238E27FC236}">
                <a16:creationId xmlns:a16="http://schemas.microsoft.com/office/drawing/2014/main" id="{79CF143E-72B9-5C4F-570D-75B18297AA82}"/>
              </a:ext>
            </a:extLst>
          </p:cNvPr>
          <p:cNvCxnSpPr>
            <a:cxnSpLocks/>
            <a:stCxn id="11" idx="6"/>
            <a:endCxn id="24" idx="2"/>
          </p:cNvCxnSpPr>
          <p:nvPr/>
        </p:nvCxnSpPr>
        <p:spPr>
          <a:xfrm>
            <a:off x="957375" y="4406513"/>
            <a:ext cx="664740" cy="673832"/>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49D4DE2E-CD6E-1773-E3C2-1443C7B616AB}"/>
              </a:ext>
            </a:extLst>
          </p:cNvPr>
          <p:cNvCxnSpPr>
            <a:cxnSpLocks/>
            <a:stCxn id="10" idx="6"/>
            <a:endCxn id="24" idx="2"/>
          </p:cNvCxnSpPr>
          <p:nvPr/>
        </p:nvCxnSpPr>
        <p:spPr>
          <a:xfrm>
            <a:off x="957375" y="3631695"/>
            <a:ext cx="664740" cy="144865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7B4F84F8-DAD5-C452-78C8-024DE6FC1561}"/>
              </a:ext>
            </a:extLst>
          </p:cNvPr>
          <p:cNvCxnSpPr>
            <a:cxnSpLocks/>
            <a:stCxn id="24" idx="6"/>
            <a:endCxn id="7" idx="2"/>
          </p:cNvCxnSpPr>
          <p:nvPr/>
        </p:nvCxnSpPr>
        <p:spPr>
          <a:xfrm flipV="1">
            <a:off x="2162115" y="4015354"/>
            <a:ext cx="566265" cy="1064991"/>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3DC77278-C49C-8EE2-80A3-52CC0BDF7B89}"/>
                  </a:ext>
                </a:extLst>
              </p:cNvPr>
              <p:cNvSpPr txBox="1"/>
              <p:nvPr/>
            </p:nvSpPr>
            <p:spPr>
              <a:xfrm>
                <a:off x="2492337" y="3843795"/>
                <a:ext cx="1102706" cy="3811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800" i="1" smtClean="0">
                              <a:solidFill>
                                <a:schemeClr val="accent1">
                                  <a:lumMod val="50000"/>
                                </a:schemeClr>
                              </a:solidFill>
                              <a:latin typeface="Cambria Math" panose="02040503050406030204" pitchFamily="18" charset="0"/>
                              <a:ea typeface="Cambria Math" panose="02040503050406030204" pitchFamily="18" charset="0"/>
                            </a:rPr>
                            <m:t>𝑎</m:t>
                          </m:r>
                        </m:e>
                        <m:sup>
                          <m:r>
                            <a:rPr lang="es-ES" sz="1800" b="0" i="1" smtClean="0">
                              <a:solidFill>
                                <a:schemeClr val="accent1">
                                  <a:lumMod val="50000"/>
                                </a:schemeClr>
                              </a:solidFill>
                              <a:latin typeface="Cambria Math" panose="02040503050406030204" pitchFamily="18" charset="0"/>
                              <a:ea typeface="Cambria Math" panose="02040503050406030204" pitchFamily="18" charset="0"/>
                            </a:rPr>
                            <m:t>[2]</m:t>
                          </m:r>
                        </m:sup>
                      </m:sSup>
                    </m:oMath>
                  </m:oMathPara>
                </a14:m>
                <a:endParaRPr lang="es-ES" dirty="0"/>
              </a:p>
            </p:txBody>
          </p:sp>
        </mc:Choice>
        <mc:Fallback xmlns="">
          <p:sp>
            <p:nvSpPr>
              <p:cNvPr id="36" name="CuadroTexto 35">
                <a:extLst>
                  <a:ext uri="{FF2B5EF4-FFF2-40B4-BE49-F238E27FC236}">
                    <a16:creationId xmlns:a16="http://schemas.microsoft.com/office/drawing/2014/main" id="{3DC77278-C49C-8EE2-80A3-52CC0BDF7B89}"/>
                  </a:ext>
                </a:extLst>
              </p:cNvPr>
              <p:cNvSpPr txBox="1">
                <a:spLocks noRot="1" noChangeAspect="1" noMove="1" noResize="1" noEditPoints="1" noAdjustHandles="1" noChangeArrowheads="1" noChangeShapeType="1" noTextEdit="1"/>
              </p:cNvSpPr>
              <p:nvPr/>
            </p:nvSpPr>
            <p:spPr>
              <a:xfrm>
                <a:off x="2492337" y="3843795"/>
                <a:ext cx="1102706" cy="381130"/>
              </a:xfrm>
              <a:prstGeom prst="rect">
                <a:avLst/>
              </a:prstGeom>
              <a:blipFill>
                <a:blip r:embed="rId9"/>
                <a:stretch>
                  <a:fillRect/>
                </a:stretch>
              </a:blipFill>
            </p:spPr>
            <p:txBody>
              <a:bodyPr/>
              <a:lstStyle/>
              <a:p>
                <a:r>
                  <a:rPr lang="es-ES">
                    <a:noFill/>
                  </a:rPr>
                  <a:t> </a:t>
                </a:r>
              </a:p>
            </p:txBody>
          </p:sp>
        </mc:Fallback>
      </mc:AlternateContent>
      <p:sp>
        <p:nvSpPr>
          <p:cNvPr id="38" name="Rectángulo: esquinas redondeadas 37">
            <a:extLst>
              <a:ext uri="{FF2B5EF4-FFF2-40B4-BE49-F238E27FC236}">
                <a16:creationId xmlns:a16="http://schemas.microsoft.com/office/drawing/2014/main" id="{FE944465-8D70-6932-2F98-FB5C95442F24}"/>
              </a:ext>
            </a:extLst>
          </p:cNvPr>
          <p:cNvSpPr/>
          <p:nvPr/>
        </p:nvSpPr>
        <p:spPr>
          <a:xfrm>
            <a:off x="4354427" y="641161"/>
            <a:ext cx="7647136" cy="1259165"/>
          </a:xfrm>
          <a:prstGeom prst="roundRect">
            <a:avLst>
              <a:gd name="adj" fmla="val 19105"/>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s-ES" b="1" dirty="0" err="1">
                <a:solidFill>
                  <a:schemeClr val="accent1">
                    <a:lumMod val="50000"/>
                  </a:schemeClr>
                </a:solidFill>
              </a:rPr>
              <a:t>Backpropagation</a:t>
            </a:r>
            <a:endParaRPr lang="es-ES" b="1"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AD14A4FF-FAC4-1508-2CCD-ED75557990B1}"/>
                  </a:ext>
                </a:extLst>
              </p:cNvPr>
              <p:cNvSpPr txBox="1"/>
              <p:nvPr/>
            </p:nvSpPr>
            <p:spPr>
              <a:xfrm>
                <a:off x="7755486" y="1139510"/>
                <a:ext cx="2425607" cy="624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𝑡</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oMath>
                  </m:oMathPara>
                </a14:m>
                <a:endParaRPr lang="es-ES" dirty="0"/>
              </a:p>
            </p:txBody>
          </p:sp>
        </mc:Choice>
        <mc:Fallback xmlns="">
          <p:sp>
            <p:nvSpPr>
              <p:cNvPr id="39" name="CuadroTexto 38">
                <a:extLst>
                  <a:ext uri="{FF2B5EF4-FFF2-40B4-BE49-F238E27FC236}">
                    <a16:creationId xmlns:a16="http://schemas.microsoft.com/office/drawing/2014/main" id="{AD14A4FF-FAC4-1508-2CCD-ED75557990B1}"/>
                  </a:ext>
                </a:extLst>
              </p:cNvPr>
              <p:cNvSpPr txBox="1">
                <a:spLocks noRot="1" noChangeAspect="1" noMove="1" noResize="1" noEditPoints="1" noAdjustHandles="1" noChangeArrowheads="1" noChangeShapeType="1" noTextEdit="1"/>
              </p:cNvSpPr>
              <p:nvPr/>
            </p:nvSpPr>
            <p:spPr>
              <a:xfrm>
                <a:off x="7755486" y="1139510"/>
                <a:ext cx="2425607" cy="624017"/>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6B376884-E139-4CA1-0508-AC135D34137B}"/>
                  </a:ext>
                </a:extLst>
              </p:cNvPr>
              <p:cNvSpPr txBox="1"/>
              <p:nvPr/>
            </p:nvSpPr>
            <p:spPr>
              <a:xfrm>
                <a:off x="10308908" y="1104623"/>
                <a:ext cx="1692655" cy="624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𝑡</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dirty="0"/>
              </a:p>
            </p:txBody>
          </p:sp>
        </mc:Choice>
        <mc:Fallback xmlns="">
          <p:sp>
            <p:nvSpPr>
              <p:cNvPr id="40" name="CuadroTexto 39">
                <a:extLst>
                  <a:ext uri="{FF2B5EF4-FFF2-40B4-BE49-F238E27FC236}">
                    <a16:creationId xmlns:a16="http://schemas.microsoft.com/office/drawing/2014/main" id="{6B376884-E139-4CA1-0508-AC135D34137B}"/>
                  </a:ext>
                </a:extLst>
              </p:cNvPr>
              <p:cNvSpPr txBox="1">
                <a:spLocks noRot="1" noChangeAspect="1" noMove="1" noResize="1" noEditPoints="1" noAdjustHandles="1" noChangeArrowheads="1" noChangeShapeType="1" noTextEdit="1"/>
              </p:cNvSpPr>
              <p:nvPr/>
            </p:nvSpPr>
            <p:spPr>
              <a:xfrm>
                <a:off x="10308908" y="1104623"/>
                <a:ext cx="1692655" cy="624017"/>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06180191-14D5-141A-EDC4-C2CB1356B5C3}"/>
                  </a:ext>
                </a:extLst>
              </p:cNvPr>
              <p:cNvSpPr txBox="1"/>
              <p:nvPr/>
            </p:nvSpPr>
            <p:spPr>
              <a:xfrm>
                <a:off x="4379515" y="1204053"/>
                <a:ext cx="3299431" cy="4458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41" name="CuadroTexto 40">
                <a:extLst>
                  <a:ext uri="{FF2B5EF4-FFF2-40B4-BE49-F238E27FC236}">
                    <a16:creationId xmlns:a16="http://schemas.microsoft.com/office/drawing/2014/main" id="{06180191-14D5-141A-EDC4-C2CB1356B5C3}"/>
                  </a:ext>
                </a:extLst>
              </p:cNvPr>
              <p:cNvSpPr txBox="1">
                <a:spLocks noRot="1" noChangeAspect="1" noMove="1" noResize="1" noEditPoints="1" noAdjustHandles="1" noChangeArrowheads="1" noChangeShapeType="1" noTextEdit="1"/>
              </p:cNvSpPr>
              <p:nvPr/>
            </p:nvSpPr>
            <p:spPr>
              <a:xfrm>
                <a:off x="4379515" y="1204053"/>
                <a:ext cx="3299431" cy="445891"/>
              </a:xfrm>
              <a:prstGeom prst="rect">
                <a:avLst/>
              </a:prstGeom>
              <a:blipFill>
                <a:blip r:embed="rId12"/>
                <a:stretch>
                  <a:fillRect b="-1370"/>
                </a:stretch>
              </a:blipFill>
            </p:spPr>
            <p:txBody>
              <a:bodyPr/>
              <a:lstStyle/>
              <a:p>
                <a:r>
                  <a:rPr lang="es-ES">
                    <a:noFill/>
                  </a:rPr>
                  <a:t> </a:t>
                </a:r>
              </a:p>
            </p:txBody>
          </p:sp>
        </mc:Fallback>
      </mc:AlternateContent>
      <p:sp>
        <p:nvSpPr>
          <p:cNvPr id="46" name="Elipse 45">
            <a:extLst>
              <a:ext uri="{FF2B5EF4-FFF2-40B4-BE49-F238E27FC236}">
                <a16:creationId xmlns:a16="http://schemas.microsoft.com/office/drawing/2014/main" id="{B1774E45-2C32-F4F5-1DE4-388326A452C3}"/>
              </a:ext>
            </a:extLst>
          </p:cNvPr>
          <p:cNvSpPr/>
          <p:nvPr/>
        </p:nvSpPr>
        <p:spPr>
          <a:xfrm>
            <a:off x="3961768" y="2463796"/>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b="1" dirty="0"/>
              <a:t>2</a:t>
            </a:r>
          </a:p>
        </p:txBody>
      </p:sp>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FDBAA726-153B-8A4C-BF31-49B4E34FB043}"/>
                  </a:ext>
                </a:extLst>
              </p:cNvPr>
              <p:cNvSpPr txBox="1"/>
              <p:nvPr/>
            </p:nvSpPr>
            <p:spPr>
              <a:xfrm>
                <a:off x="-40583" y="5315137"/>
                <a:ext cx="2424545" cy="525528"/>
              </a:xfrm>
              <a:prstGeom prst="rect">
                <a:avLst/>
              </a:prstGeom>
              <a:noFill/>
            </p:spPr>
            <p:txBody>
              <a:bodyPr wrap="square">
                <a:spAutoFit/>
              </a:bodyPr>
              <a:lstStyle/>
              <a:p>
                <a:pPr lvl="1">
                  <a:lnSpc>
                    <a:spcPct val="150000"/>
                  </a:lnSpc>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 </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2</m:t>
                          </m:r>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a:rPr lang="es-ES" i="1">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dirty="0">
                  <a:solidFill>
                    <a:schemeClr val="accent1">
                      <a:lumMod val="50000"/>
                    </a:schemeClr>
                  </a:solidFill>
                </a:endParaRPr>
              </a:p>
            </p:txBody>
          </p:sp>
        </mc:Choice>
        <mc:Fallback xmlns="">
          <p:sp>
            <p:nvSpPr>
              <p:cNvPr id="30" name="CuadroTexto 29">
                <a:extLst>
                  <a:ext uri="{FF2B5EF4-FFF2-40B4-BE49-F238E27FC236}">
                    <a16:creationId xmlns:a16="http://schemas.microsoft.com/office/drawing/2014/main" id="{FDBAA726-153B-8A4C-BF31-49B4E34FB043}"/>
                  </a:ext>
                </a:extLst>
              </p:cNvPr>
              <p:cNvSpPr txBox="1">
                <a:spLocks noRot="1" noChangeAspect="1" noMove="1" noResize="1" noEditPoints="1" noAdjustHandles="1" noChangeArrowheads="1" noChangeShapeType="1" noTextEdit="1"/>
              </p:cNvSpPr>
              <p:nvPr/>
            </p:nvSpPr>
            <p:spPr>
              <a:xfrm>
                <a:off x="-40583" y="5315137"/>
                <a:ext cx="2424545" cy="525528"/>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667A58B7-8A16-9F41-6E4D-AE5E67C56DC7}"/>
                  </a:ext>
                </a:extLst>
              </p:cNvPr>
              <p:cNvSpPr txBox="1"/>
              <p:nvPr/>
            </p:nvSpPr>
            <p:spPr>
              <a:xfrm>
                <a:off x="0" y="5964361"/>
                <a:ext cx="2327564" cy="525528"/>
              </a:xfrm>
              <a:prstGeom prst="rect">
                <a:avLst/>
              </a:prstGeom>
              <a:noFill/>
            </p:spPr>
            <p:txBody>
              <a:bodyPr wrap="square">
                <a:spAutoFit/>
              </a:bodyPr>
              <a:lstStyle/>
              <a:p>
                <a:pPr lvl="1">
                  <a:lnSpc>
                    <a:spcPct val="150000"/>
                  </a:lnSpc>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 </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a:rPr lang="es-ES" i="1">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dirty="0">
                  <a:solidFill>
                    <a:schemeClr val="accent1">
                      <a:lumMod val="50000"/>
                    </a:schemeClr>
                  </a:solidFill>
                </a:endParaRPr>
              </a:p>
            </p:txBody>
          </p:sp>
        </mc:Choice>
        <mc:Fallback xmlns="">
          <p:sp>
            <p:nvSpPr>
              <p:cNvPr id="32" name="CuadroTexto 31">
                <a:extLst>
                  <a:ext uri="{FF2B5EF4-FFF2-40B4-BE49-F238E27FC236}">
                    <a16:creationId xmlns:a16="http://schemas.microsoft.com/office/drawing/2014/main" id="{667A58B7-8A16-9F41-6E4D-AE5E67C56DC7}"/>
                  </a:ext>
                </a:extLst>
              </p:cNvPr>
              <p:cNvSpPr txBox="1">
                <a:spLocks noRot="1" noChangeAspect="1" noMove="1" noResize="1" noEditPoints="1" noAdjustHandles="1" noChangeArrowheads="1" noChangeShapeType="1" noTextEdit="1"/>
              </p:cNvSpPr>
              <p:nvPr/>
            </p:nvSpPr>
            <p:spPr>
              <a:xfrm>
                <a:off x="0" y="5964361"/>
                <a:ext cx="2327564" cy="525528"/>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3" name="CuadroTexto 72">
                <a:extLst>
                  <a:ext uri="{FF2B5EF4-FFF2-40B4-BE49-F238E27FC236}">
                    <a16:creationId xmlns:a16="http://schemas.microsoft.com/office/drawing/2014/main" id="{56D81F71-99DE-99B7-6D12-FB4F8239E922}"/>
                  </a:ext>
                </a:extLst>
              </p:cNvPr>
              <p:cNvSpPr txBox="1"/>
              <p:nvPr/>
            </p:nvSpPr>
            <p:spPr>
              <a:xfrm>
                <a:off x="905545" y="2171107"/>
                <a:ext cx="1973140" cy="4152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𝒂</m:t>
                          </m:r>
                        </m:e>
                        <m:sup>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1"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d>
                        <m:d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𝒛</m:t>
                              </m:r>
                            </m:e>
                            <m:sup>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smtClean="0">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73" name="CuadroTexto 72">
                <a:extLst>
                  <a:ext uri="{FF2B5EF4-FFF2-40B4-BE49-F238E27FC236}">
                    <a16:creationId xmlns:a16="http://schemas.microsoft.com/office/drawing/2014/main" id="{56D81F71-99DE-99B7-6D12-FB4F8239E922}"/>
                  </a:ext>
                </a:extLst>
              </p:cNvPr>
              <p:cNvSpPr txBox="1">
                <a:spLocks noRot="1" noChangeAspect="1" noMove="1" noResize="1" noEditPoints="1" noAdjustHandles="1" noChangeArrowheads="1" noChangeShapeType="1" noTextEdit="1"/>
              </p:cNvSpPr>
              <p:nvPr/>
            </p:nvSpPr>
            <p:spPr>
              <a:xfrm>
                <a:off x="905545" y="2171107"/>
                <a:ext cx="1973140" cy="415242"/>
              </a:xfrm>
              <a:prstGeom prst="rect">
                <a:avLst/>
              </a:prstGeom>
              <a:blipFill>
                <a:blip r:embed="rId15"/>
                <a:stretch>
                  <a:fillRect b="-1471"/>
                </a:stretch>
              </a:blipFill>
            </p:spPr>
            <p:txBody>
              <a:bodyPr/>
              <a:lstStyle/>
              <a:p>
                <a:r>
                  <a:rPr lang="es-ES">
                    <a:noFill/>
                  </a:rPr>
                  <a:t> </a:t>
                </a:r>
              </a:p>
            </p:txBody>
          </p:sp>
        </mc:Fallback>
      </mc:AlternateContent>
      <p:sp>
        <p:nvSpPr>
          <p:cNvPr id="76" name="CuadroTexto 75">
            <a:extLst>
              <a:ext uri="{FF2B5EF4-FFF2-40B4-BE49-F238E27FC236}">
                <a16:creationId xmlns:a16="http://schemas.microsoft.com/office/drawing/2014/main" id="{0ED43254-E7E1-8F8E-1910-BE33818410F5}"/>
              </a:ext>
            </a:extLst>
          </p:cNvPr>
          <p:cNvSpPr txBox="1"/>
          <p:nvPr/>
        </p:nvSpPr>
        <p:spPr>
          <a:xfrm>
            <a:off x="259710" y="134869"/>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Caso </a:t>
            </a:r>
            <a:r>
              <a:rPr lang="en-US" sz="2000" b="1" dirty="0" err="1">
                <a:solidFill>
                  <a:schemeClr val="accent1">
                    <a:lumMod val="50000"/>
                  </a:schemeClr>
                </a:solidFill>
              </a:rPr>
              <a:t>más</a:t>
            </a:r>
            <a:r>
              <a:rPr lang="en-US" sz="2000" b="1" dirty="0">
                <a:solidFill>
                  <a:schemeClr val="accent1">
                    <a:lumMod val="50000"/>
                  </a:schemeClr>
                </a:solidFill>
              </a:rPr>
              <a:t> </a:t>
            </a:r>
            <a:r>
              <a:rPr lang="en-US" sz="2000" b="1" dirty="0" err="1">
                <a:solidFill>
                  <a:schemeClr val="accent1">
                    <a:lumMod val="50000"/>
                  </a:schemeClr>
                </a:solidFill>
              </a:rPr>
              <a:t>complejo</a:t>
            </a:r>
            <a:endParaRPr lang="en-US" sz="2000"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79" name="CuadroTexto 78">
                <a:extLst>
                  <a:ext uri="{FF2B5EF4-FFF2-40B4-BE49-F238E27FC236}">
                    <a16:creationId xmlns:a16="http://schemas.microsoft.com/office/drawing/2014/main" id="{277BF362-22BC-028E-76E9-DE0E44B30B85}"/>
                  </a:ext>
                </a:extLst>
              </p:cNvPr>
              <p:cNvSpPr txBox="1"/>
              <p:nvPr/>
            </p:nvSpPr>
            <p:spPr>
              <a:xfrm>
                <a:off x="2982290" y="2201799"/>
                <a:ext cx="8934805" cy="6657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𝒛</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𝒂</m:t>
                              </m:r>
                            </m:e>
                            <m:sup>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𝒂</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𝒛</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𝟐</m:t>
                                  </m:r>
                                  <m:r>
                                    <a:rPr lang="es-ES" b="1" i="1">
                                      <a:solidFill>
                                        <a:schemeClr val="accent1">
                                          <a:lumMod val="50000"/>
                                        </a:schemeClr>
                                      </a:solidFill>
                                      <a:latin typeface="Cambria Math" panose="02040503050406030204" pitchFamily="18" charset="0"/>
                                      <a:ea typeface="Cambria Math" panose="02040503050406030204" pitchFamily="18" charset="0"/>
                                    </a:rPr>
                                    <m:t>]</m:t>
                                  </m:r>
                                </m:sup>
                              </m:sSup>
                            </m:e>
                          </m:d>
                        </m:e>
                        <m:sup>
                          <m:r>
                            <a:rPr lang="es-ES" b="1" i="1">
                              <a:solidFill>
                                <a:schemeClr val="accent1">
                                  <a:lumMod val="50000"/>
                                </a:schemeClr>
                              </a:solidFill>
                              <a:latin typeface="Cambria Math" panose="02040503050406030204" pitchFamily="18" charset="0"/>
                              <a:ea typeface="Cambria Math" panose="02040503050406030204" pitchFamily="18" charset="0"/>
                            </a:rPr>
                            <m:t>𝑻</m:t>
                          </m:r>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1</m:t>
                                  </m:r>
                                </m:e>
                              </m:d>
                            </m:sup>
                          </m:sSup>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𝒛</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79" name="CuadroTexto 78">
                <a:extLst>
                  <a:ext uri="{FF2B5EF4-FFF2-40B4-BE49-F238E27FC236}">
                    <a16:creationId xmlns:a16="http://schemas.microsoft.com/office/drawing/2014/main" id="{277BF362-22BC-028E-76E9-DE0E44B30B85}"/>
                  </a:ext>
                </a:extLst>
              </p:cNvPr>
              <p:cNvSpPr txBox="1">
                <a:spLocks noRot="1" noChangeAspect="1" noMove="1" noResize="1" noEditPoints="1" noAdjustHandles="1" noChangeArrowheads="1" noChangeShapeType="1" noTextEdit="1"/>
              </p:cNvSpPr>
              <p:nvPr/>
            </p:nvSpPr>
            <p:spPr>
              <a:xfrm>
                <a:off x="2982290" y="2201799"/>
                <a:ext cx="8934805" cy="665760"/>
              </a:xfrm>
              <a:prstGeom prst="rect">
                <a:avLst/>
              </a:prstGeom>
              <a:blipFill>
                <a:blip r:embed="rId1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F65E75E2-7969-8FD5-68D3-428C8005AAC8}"/>
                  </a:ext>
                </a:extLst>
              </p:cNvPr>
              <p:cNvSpPr txBox="1"/>
              <p:nvPr/>
            </p:nvSpPr>
            <p:spPr>
              <a:xfrm>
                <a:off x="10479760" y="2373485"/>
                <a:ext cx="162260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i="1" smtClean="0">
                          <a:solidFill>
                            <a:schemeClr val="accent1">
                              <a:lumMod val="50000"/>
                            </a:schemeClr>
                          </a:solidFill>
                          <a:latin typeface="Cambria Math" panose="02040503050406030204" pitchFamily="18" charset="0"/>
                          <a:ea typeface="Cambria Math" panose="02040503050406030204" pitchFamily="18" charset="0"/>
                        </a:rPr>
                        <m:t>∈</m:t>
                      </m:r>
                      <m:sSub>
                        <m:sSub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i="1">
                              <a:solidFill>
                                <a:schemeClr val="accent1">
                                  <a:lumMod val="50000"/>
                                </a:schemeClr>
                              </a:solidFill>
                              <a:latin typeface="Cambria Math" panose="02040503050406030204" pitchFamily="18" charset="0"/>
                              <a:ea typeface="Cambria Math" panose="02040503050406030204" pitchFamily="18" charset="0"/>
                            </a:rPr>
                            <m:t>4</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1</m:t>
                          </m:r>
                        </m:sub>
                      </m:sSub>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ℝ</m:t>
                          </m:r>
                        </m:e>
                      </m:d>
                    </m:oMath>
                  </m:oMathPara>
                </a14:m>
                <a:endParaRPr lang="es-ES" dirty="0"/>
              </a:p>
            </p:txBody>
          </p:sp>
        </mc:Choice>
        <mc:Fallback xmlns="">
          <p:sp>
            <p:nvSpPr>
              <p:cNvPr id="4" name="CuadroTexto 3">
                <a:extLst>
                  <a:ext uri="{FF2B5EF4-FFF2-40B4-BE49-F238E27FC236}">
                    <a16:creationId xmlns:a16="http://schemas.microsoft.com/office/drawing/2014/main" id="{F65E75E2-7969-8FD5-68D3-428C8005AAC8}"/>
                  </a:ext>
                </a:extLst>
              </p:cNvPr>
              <p:cNvSpPr txBox="1">
                <a:spLocks noRot="1" noChangeAspect="1" noMove="1" noResize="1" noEditPoints="1" noAdjustHandles="1" noChangeArrowheads="1" noChangeShapeType="1" noTextEdit="1"/>
              </p:cNvSpPr>
              <p:nvPr/>
            </p:nvSpPr>
            <p:spPr>
              <a:xfrm>
                <a:off x="10479760" y="2373485"/>
                <a:ext cx="1622609" cy="369332"/>
              </a:xfrm>
              <a:prstGeom prst="rect">
                <a:avLst/>
              </a:prstGeom>
              <a:blipFill>
                <a:blip r:embed="rId17"/>
                <a:stretch>
                  <a:fillRect b="-163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D2846FC5-28FE-9A79-BE6D-140A9F5B4CB1}"/>
                  </a:ext>
                </a:extLst>
              </p:cNvPr>
              <p:cNvSpPr txBox="1"/>
              <p:nvPr/>
            </p:nvSpPr>
            <p:spPr>
              <a:xfrm>
                <a:off x="4592852" y="3392265"/>
                <a:ext cx="3553077" cy="6311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e>
                            <m:sup>
                              <m:d>
                                <m:dPr>
                                  <m:begChr m:val="["/>
                                  <m:endChr m:val="]"/>
                                  <m:ctrlPr>
                                    <a:rPr lang="es-ES" b="1" i="1" smtClean="0">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𝟏</m:t>
                                  </m:r>
                                </m:e>
                              </m:d>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p>
                          <m:d>
                            <m:dPr>
                              <m:begChr m:val="["/>
                              <m:endChr m:val="]"/>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𝟏</m:t>
                              </m:r>
                            </m:e>
                          </m:d>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𝒂</m:t>
                                  </m:r>
                                </m:e>
                                <m:sup>
                                  <m:d>
                                    <m:dPr>
                                      <m:begChr m:val="["/>
                                      <m:endChr m:val="]"/>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𝟎</m:t>
                                      </m:r>
                                    </m:e>
                                  </m:d>
                                </m:sup>
                              </m:sSup>
                            </m:e>
                          </m:d>
                        </m:e>
                        <m:sup>
                          <m:r>
                            <a:rPr lang="es-ES" b="0" i="1" smtClean="0">
                              <a:solidFill>
                                <a:schemeClr val="accent1">
                                  <a:lumMod val="50000"/>
                                </a:schemeClr>
                              </a:solidFill>
                              <a:latin typeface="Cambria Math" panose="02040503050406030204" pitchFamily="18" charset="0"/>
                              <a:ea typeface="Cambria Math" panose="02040503050406030204" pitchFamily="18" charset="0"/>
                            </a:rPr>
                            <m:t>𝑇</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i="1">
                              <a:solidFill>
                                <a:schemeClr val="accent1">
                                  <a:lumMod val="50000"/>
                                </a:schemeClr>
                              </a:solidFill>
                              <a:latin typeface="Cambria Math" panose="02040503050406030204" pitchFamily="18" charset="0"/>
                              <a:ea typeface="Cambria Math" panose="02040503050406030204" pitchFamily="18" charset="0"/>
                            </a:rPr>
                            <m:t>1</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4</m:t>
                          </m:r>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a:rPr lang="es-ES" i="1">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dirty="0"/>
              </a:p>
            </p:txBody>
          </p:sp>
        </mc:Choice>
        <mc:Fallback xmlns="">
          <p:sp>
            <p:nvSpPr>
              <p:cNvPr id="2" name="CuadroTexto 1">
                <a:extLst>
                  <a:ext uri="{FF2B5EF4-FFF2-40B4-BE49-F238E27FC236}">
                    <a16:creationId xmlns:a16="http://schemas.microsoft.com/office/drawing/2014/main" id="{D2846FC5-28FE-9A79-BE6D-140A9F5B4CB1}"/>
                  </a:ext>
                </a:extLst>
              </p:cNvPr>
              <p:cNvSpPr txBox="1">
                <a:spLocks noRot="1" noChangeAspect="1" noMove="1" noResize="1" noEditPoints="1" noAdjustHandles="1" noChangeArrowheads="1" noChangeShapeType="1" noTextEdit="1"/>
              </p:cNvSpPr>
              <p:nvPr/>
            </p:nvSpPr>
            <p:spPr>
              <a:xfrm>
                <a:off x="4592852" y="3392265"/>
                <a:ext cx="3553077" cy="631198"/>
              </a:xfrm>
              <a:prstGeom prst="rect">
                <a:avLst/>
              </a:prstGeom>
              <a:blipFill>
                <a:blip r:embed="rId18"/>
                <a:stretch>
                  <a:fillRect/>
                </a:stretch>
              </a:blipFill>
            </p:spPr>
            <p:txBody>
              <a:bodyPr/>
              <a:lstStyle/>
              <a:p>
                <a:r>
                  <a:rPr lang="es-ES">
                    <a:noFill/>
                  </a:rPr>
                  <a:t> </a:t>
                </a:r>
              </a:p>
            </p:txBody>
          </p:sp>
        </mc:Fallback>
      </mc:AlternateContent>
      <p:cxnSp>
        <p:nvCxnSpPr>
          <p:cNvPr id="6" name="Conector recto de flecha 5">
            <a:extLst>
              <a:ext uri="{FF2B5EF4-FFF2-40B4-BE49-F238E27FC236}">
                <a16:creationId xmlns:a16="http://schemas.microsoft.com/office/drawing/2014/main" id="{33E7DD6D-64A1-A85C-C68F-90BD103192CE}"/>
              </a:ext>
            </a:extLst>
          </p:cNvPr>
          <p:cNvCxnSpPr>
            <a:cxnSpLocks/>
          </p:cNvCxnSpPr>
          <p:nvPr/>
        </p:nvCxnSpPr>
        <p:spPr>
          <a:xfrm>
            <a:off x="4379515" y="3288950"/>
            <a:ext cx="0" cy="1981200"/>
          </a:xfrm>
          <a:prstGeom prst="straightConnector1">
            <a:avLst/>
          </a:prstGeom>
          <a:ln w="47625">
            <a:tailEnd type="triangle" w="lg" len="lg"/>
          </a:ln>
        </p:spPr>
        <p:style>
          <a:lnRef idx="1">
            <a:schemeClr val="accent1"/>
          </a:lnRef>
          <a:fillRef idx="0">
            <a:schemeClr val="accent1"/>
          </a:fillRef>
          <a:effectRef idx="0">
            <a:schemeClr val="accent1"/>
          </a:effectRef>
          <a:fontRef idx="minor">
            <a:schemeClr val="tx1"/>
          </a:fontRef>
        </p:style>
      </p:cxnSp>
      <p:cxnSp>
        <p:nvCxnSpPr>
          <p:cNvPr id="9" name="Conector recto de flecha 8">
            <a:extLst>
              <a:ext uri="{FF2B5EF4-FFF2-40B4-BE49-F238E27FC236}">
                <a16:creationId xmlns:a16="http://schemas.microsoft.com/office/drawing/2014/main" id="{0E1D77B1-AB84-2176-2A47-6B1AB11E0D76}"/>
              </a:ext>
            </a:extLst>
          </p:cNvPr>
          <p:cNvCxnSpPr>
            <a:cxnSpLocks/>
          </p:cNvCxnSpPr>
          <p:nvPr/>
        </p:nvCxnSpPr>
        <p:spPr>
          <a:xfrm>
            <a:off x="3268380" y="4015354"/>
            <a:ext cx="540000" cy="0"/>
          </a:xfrm>
          <a:prstGeom prst="straightConnector1">
            <a:avLst/>
          </a:prstGeom>
          <a:ln w="34925" cmpd="sng">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B3331A52-85FF-1384-8BD6-A137792D3B0B}"/>
                  </a:ext>
                </a:extLst>
              </p:cNvPr>
              <p:cNvSpPr txBox="1"/>
              <p:nvPr/>
            </p:nvSpPr>
            <p:spPr>
              <a:xfrm>
                <a:off x="4981635" y="4164364"/>
                <a:ext cx="6617737" cy="2211055"/>
              </a:xfrm>
              <a:prstGeom prst="rect">
                <a:avLst/>
              </a:prstGeom>
              <a:noFill/>
            </p:spPr>
            <p:txBody>
              <a:bodyPr wrap="square">
                <a:spAutoFit/>
              </a:bodyPr>
              <a:lstStyle/>
              <a:p>
                <a14:m>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d>
                              <m:dPr>
                                <m:begChr m:val="["/>
                                <m:endChr m:val="]"/>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𝟏</m:t>
                                </m:r>
                              </m:e>
                            </m:d>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m:t>
                    </m:r>
                    <m:d>
                      <m:dPr>
                        <m:begChr m:val="["/>
                        <m:endChr m:val="]"/>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1"/>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m>
                                      <m:mPr>
                                        <m:mcs>
                                          <m:mc>
                                            <m:mcPr>
                                              <m:count m:val="2"/>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ea typeface="Cambria Math" panose="02040503050406030204" pitchFamily="18" charset="0"/>
                                                    </a:rPr>
                                                    <m:t>𝑊</m:t>
                                                  </m:r>
                                                </m:e>
                                                <m:sub>
                                                  <m:r>
                                                    <a:rPr lang="es-ES" i="1">
                                                      <a:solidFill>
                                                        <a:schemeClr val="accent1">
                                                          <a:lumMod val="50000"/>
                                                        </a:schemeClr>
                                                      </a:solidFill>
                                                      <a:latin typeface="Cambria Math" panose="02040503050406030204" pitchFamily="18" charset="0"/>
                                                      <a:ea typeface="Cambria Math" panose="02040503050406030204" pitchFamily="18" charset="0"/>
                                                    </a:rPr>
                                                    <m:t>11</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1</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bSup>
                                            </m:den>
                                          </m:f>
                                        </m:e>
                                        <m:e>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ea typeface="Cambria Math" panose="02040503050406030204" pitchFamily="18" charset="0"/>
                                                    </a:rPr>
                                                    <m:t>𝑊</m:t>
                                                  </m:r>
                                                </m:e>
                                                <m:sub>
                                                  <m:r>
                                                    <a:rPr lang="es-ES" i="1">
                                                      <a:solidFill>
                                                        <a:schemeClr val="accent1">
                                                          <a:lumMod val="50000"/>
                                                        </a:schemeClr>
                                                      </a:solidFill>
                                                      <a:latin typeface="Cambria Math" panose="02040503050406030204" pitchFamily="18" charset="0"/>
                                                      <a:ea typeface="Cambria Math" panose="02040503050406030204" pitchFamily="18" charset="0"/>
                                                    </a:rPr>
                                                    <m:t>12</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1</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bSup>
                                            </m:den>
                                          </m:f>
                                        </m:e>
                                      </m:mr>
                                    </m:m>
                                  </m:e>
                                </m:mr>
                                <m:mr>
                                  <m:e>
                                    <m:m>
                                      <m:mPr>
                                        <m:mcs>
                                          <m:mc>
                                            <m:mcPr>
                                              <m:count m:val="2"/>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ea typeface="Cambria Math" panose="02040503050406030204" pitchFamily="18" charset="0"/>
                                                    </a:rPr>
                                                    <m:t>𝑊</m:t>
                                                  </m:r>
                                                </m:e>
                                                <m:sub>
                                                  <m:r>
                                                    <a:rPr lang="es-ES" i="1">
                                                      <a:solidFill>
                                                        <a:schemeClr val="accent1">
                                                          <a:lumMod val="50000"/>
                                                        </a:schemeClr>
                                                      </a:solidFill>
                                                      <a:latin typeface="Cambria Math" panose="02040503050406030204" pitchFamily="18" charset="0"/>
                                                      <a:ea typeface="Cambria Math" panose="02040503050406030204" pitchFamily="18" charset="0"/>
                                                    </a:rPr>
                                                    <m:t>21</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1</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bSup>
                                            </m:den>
                                          </m:f>
                                        </m:e>
                                        <m:e>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ea typeface="Cambria Math" panose="02040503050406030204" pitchFamily="18" charset="0"/>
                                                    </a:rPr>
                                                    <m:t>𝑊</m:t>
                                                  </m:r>
                                                </m:e>
                                                <m:sub>
                                                  <m:r>
                                                    <a:rPr lang="es-ES" i="1">
                                                      <a:solidFill>
                                                        <a:schemeClr val="accent1">
                                                          <a:lumMod val="50000"/>
                                                        </a:schemeClr>
                                                      </a:solidFill>
                                                      <a:latin typeface="Cambria Math" panose="02040503050406030204" pitchFamily="18" charset="0"/>
                                                      <a:ea typeface="Cambria Math" panose="02040503050406030204" pitchFamily="18" charset="0"/>
                                                    </a:rPr>
                                                    <m:t>22</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1</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bSup>
                                            </m:den>
                                          </m:f>
                                        </m:e>
                                      </m:mr>
                                    </m:m>
                                  </m:e>
                                </m:mr>
                              </m:m>
                            </m:e>
                          </m:mr>
                          <m:mr>
                            <m:e>
                              <m:m>
                                <m:mPr>
                                  <m:mcs>
                                    <m:mc>
                                      <m:mcPr>
                                        <m:count m:val="1"/>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m>
                                      <m:mPr>
                                        <m:mcs>
                                          <m:mc>
                                            <m:mcPr>
                                              <m:count m:val="2"/>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smtClean="0">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ea typeface="Cambria Math" panose="02040503050406030204" pitchFamily="18" charset="0"/>
                                                    </a:rPr>
                                                    <m:t>𝑊</m:t>
                                                  </m:r>
                                                </m:e>
                                                <m:sub>
                                                  <m:r>
                                                    <a:rPr lang="es-ES" i="1">
                                                      <a:solidFill>
                                                        <a:schemeClr val="accent1">
                                                          <a:lumMod val="50000"/>
                                                        </a:schemeClr>
                                                      </a:solidFill>
                                                      <a:latin typeface="Cambria Math" panose="02040503050406030204" pitchFamily="18" charset="0"/>
                                                      <a:ea typeface="Cambria Math" panose="02040503050406030204" pitchFamily="18" charset="0"/>
                                                    </a:rPr>
                                                    <m:t>31</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1</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bSup>
                                            </m:den>
                                          </m:f>
                                        </m:e>
                                        <m:e>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ea typeface="Cambria Math" panose="02040503050406030204" pitchFamily="18" charset="0"/>
                                                    </a:rPr>
                                                    <m:t>𝑊</m:t>
                                                  </m:r>
                                                </m:e>
                                                <m:sub>
                                                  <m:r>
                                                    <a:rPr lang="es-ES" b="0" i="1" smtClean="0">
                                                      <a:solidFill>
                                                        <a:schemeClr val="accent1">
                                                          <a:lumMod val="50000"/>
                                                        </a:schemeClr>
                                                      </a:solidFill>
                                                      <a:latin typeface="Cambria Math" panose="02040503050406030204" pitchFamily="18" charset="0"/>
                                                      <a:ea typeface="Cambria Math" panose="02040503050406030204" pitchFamily="18" charset="0"/>
                                                    </a:rPr>
                                                    <m:t>32</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1</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bSup>
                                            </m:den>
                                          </m:f>
                                        </m:e>
                                      </m:mr>
                                    </m:m>
                                  </m:e>
                                </m:mr>
                                <m:mr>
                                  <m:e>
                                    <m:m>
                                      <m:mPr>
                                        <m:mcs>
                                          <m:mc>
                                            <m:mcPr>
                                              <m:count m:val="2"/>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ea typeface="Cambria Math" panose="02040503050406030204" pitchFamily="18" charset="0"/>
                                                    </a:rPr>
                                                    <m:t>𝑊</m:t>
                                                  </m:r>
                                                </m:e>
                                                <m:sub>
                                                  <m:r>
                                                    <a:rPr lang="es-ES" i="1">
                                                      <a:solidFill>
                                                        <a:schemeClr val="accent1">
                                                          <a:lumMod val="50000"/>
                                                        </a:schemeClr>
                                                      </a:solidFill>
                                                      <a:latin typeface="Cambria Math" panose="02040503050406030204" pitchFamily="18" charset="0"/>
                                                      <a:ea typeface="Cambria Math" panose="02040503050406030204" pitchFamily="18" charset="0"/>
                                                    </a:rPr>
                                                    <m:t>41</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1</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bSup>
                                            </m:den>
                                          </m:f>
                                        </m:e>
                                        <m:e>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ea typeface="Cambria Math" panose="02040503050406030204" pitchFamily="18" charset="0"/>
                                                    </a:rPr>
                                                    <m:t>𝑊</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r>
                                                    <a:rPr lang="es-ES" i="1">
                                                      <a:solidFill>
                                                        <a:schemeClr val="accent1">
                                                          <a:lumMod val="50000"/>
                                                        </a:schemeClr>
                                                      </a:solidFill>
                                                      <a:latin typeface="Cambria Math" panose="02040503050406030204" pitchFamily="18" charset="0"/>
                                                      <a:ea typeface="Cambria Math" panose="02040503050406030204" pitchFamily="18" charset="0"/>
                                                    </a:rPr>
                                                    <m:t>2</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1</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bSup>
                                            </m:den>
                                          </m:f>
                                        </m:e>
                                      </m:mr>
                                    </m:m>
                                  </m:e>
                                </m:mr>
                              </m:m>
                            </m:e>
                          </m:mr>
                        </m:m>
                      </m:e>
                    </m:d>
                  </m:oMath>
                </a14:m>
                <a:r>
                  <a:rPr lang="es-ES" dirty="0">
                    <a:solidFill>
                      <a:schemeClr val="accent1">
                        <a:lumMod val="50000"/>
                      </a:schemeClr>
                    </a:solidFill>
                  </a:rPr>
                  <a:t>   (Matriz </a:t>
                </a:r>
                <a14:m>
                  <m:oMath xmlns:m="http://schemas.openxmlformats.org/officeDocument/2006/math">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ℝ</m:t>
                        </m:r>
                      </m:e>
                      <m:sup>
                        <m:r>
                          <a:rPr lang="es-ES" b="0" i="0" smtClean="0">
                            <a:solidFill>
                              <a:schemeClr val="accent1">
                                <a:lumMod val="50000"/>
                              </a:schemeClr>
                            </a:solidFill>
                            <a:latin typeface="Cambria Math" panose="02040503050406030204" pitchFamily="18" charset="0"/>
                            <a:ea typeface="Cambria Math" panose="02040503050406030204" pitchFamily="18" charset="0"/>
                          </a:rPr>
                          <m:t>4</m:t>
                        </m:r>
                        <m:r>
                          <m:rPr>
                            <m:sty m:val="p"/>
                          </m:rPr>
                          <a:rPr lang="es-ES" b="0" i="0" smtClean="0">
                            <a:solidFill>
                              <a:schemeClr val="accent1">
                                <a:lumMod val="50000"/>
                              </a:schemeClr>
                            </a:solidFill>
                            <a:latin typeface="Cambria Math" panose="02040503050406030204" pitchFamily="18" charset="0"/>
                            <a:ea typeface="Cambria Math" panose="02040503050406030204" pitchFamily="18" charset="0"/>
                          </a:rPr>
                          <m:t>x</m:t>
                        </m:r>
                        <m:r>
                          <a:rPr lang="es-ES" b="0" i="0" smtClean="0">
                            <a:solidFill>
                              <a:schemeClr val="accent1">
                                <a:lumMod val="50000"/>
                              </a:schemeClr>
                            </a:solidFill>
                            <a:latin typeface="Cambria Math" panose="02040503050406030204" pitchFamily="18" charset="0"/>
                            <a:ea typeface="Cambria Math" panose="02040503050406030204" pitchFamily="18" charset="0"/>
                          </a:rPr>
                          <m:t>2</m:t>
                        </m:r>
                      </m:sup>
                    </m:sSup>
                  </m:oMath>
                </a14:m>
                <a:r>
                  <a:rPr lang="es-ES" dirty="0">
                    <a:solidFill>
                      <a:schemeClr val="accent1">
                        <a:lumMod val="50000"/>
                      </a:schemeClr>
                    </a:solidFill>
                  </a:rPr>
                  <a:t> ) </a:t>
                </a:r>
                <a:r>
                  <a:rPr lang="es-ES" dirty="0">
                    <a:solidFill>
                      <a:schemeClr val="accent1">
                        <a:lumMod val="50000"/>
                      </a:schemeClr>
                    </a:solidFill>
                    <a:sym typeface="Wingdings" panose="05000000000000000000" pitchFamily="2" charset="2"/>
                  </a:rPr>
                  <a:t> </a:t>
                </a:r>
                <a:r>
                  <a:rPr lang="es-ES" dirty="0">
                    <a:solidFill>
                      <a:schemeClr val="accent1">
                        <a:lumMod val="50000"/>
                      </a:schemeClr>
                    </a:solidFill>
                  </a:rPr>
                  <a:t> </a:t>
                </a:r>
                <a14:m>
                  <m:oMath xmlns:m="http://schemas.openxmlformats.org/officeDocument/2006/math">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d>
                              <m:dPr>
                                <m:begChr m:val="["/>
                                <m:endChr m:val="]"/>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𝟏</m:t>
                                </m:r>
                              </m:e>
                            </m:d>
                          </m:sup>
                        </m:sSup>
                      </m:den>
                    </m:f>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p>
                        <m:d>
                          <m:dPr>
                            <m:begChr m:val="["/>
                            <m:endChr m:val="]"/>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𝟏</m:t>
                            </m:r>
                          </m:e>
                        </m:d>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[0]</m:t>
                                </m:r>
                              </m:sup>
                            </m:sSup>
                          </m:e>
                        </m:d>
                      </m:e>
                      <m:sup>
                        <m:r>
                          <a:rPr lang="es-ES" b="0" i="1" smtClean="0">
                            <a:solidFill>
                              <a:schemeClr val="accent1">
                                <a:lumMod val="50000"/>
                              </a:schemeClr>
                            </a:solidFill>
                            <a:latin typeface="Cambria Math" panose="02040503050406030204" pitchFamily="18" charset="0"/>
                            <a:ea typeface="Cambria Math" panose="02040503050406030204" pitchFamily="18" charset="0"/>
                          </a:rPr>
                          <m:t>𝑇</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  </m:t>
                    </m:r>
                  </m:oMath>
                </a14:m>
                <a:endParaRPr lang="es-ES" dirty="0"/>
              </a:p>
            </p:txBody>
          </p:sp>
        </mc:Choice>
        <mc:Fallback xmlns="">
          <p:sp>
            <p:nvSpPr>
              <p:cNvPr id="29" name="CuadroTexto 28">
                <a:extLst>
                  <a:ext uri="{FF2B5EF4-FFF2-40B4-BE49-F238E27FC236}">
                    <a16:creationId xmlns:a16="http://schemas.microsoft.com/office/drawing/2014/main" id="{B3331A52-85FF-1384-8BD6-A137792D3B0B}"/>
                  </a:ext>
                </a:extLst>
              </p:cNvPr>
              <p:cNvSpPr txBox="1">
                <a:spLocks noRot="1" noChangeAspect="1" noMove="1" noResize="1" noEditPoints="1" noAdjustHandles="1" noChangeArrowheads="1" noChangeShapeType="1" noTextEdit="1"/>
              </p:cNvSpPr>
              <p:nvPr/>
            </p:nvSpPr>
            <p:spPr>
              <a:xfrm>
                <a:off x="4981635" y="4164364"/>
                <a:ext cx="6617737" cy="2211055"/>
              </a:xfrm>
              <a:prstGeom prst="rect">
                <a:avLst/>
              </a:prstGeom>
              <a:blipFill>
                <a:blip r:embed="rId1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3CD2A44F-2F15-F820-482E-AD2D1A54EF92}"/>
                  </a:ext>
                </a:extLst>
              </p:cNvPr>
              <p:cNvSpPr txBox="1"/>
              <p:nvPr/>
            </p:nvSpPr>
            <p:spPr>
              <a:xfrm>
                <a:off x="9263564" y="5679727"/>
                <a:ext cx="1517986" cy="523220"/>
              </a:xfrm>
              <a:prstGeom prst="rect">
                <a:avLst/>
              </a:prstGeom>
              <a:noFill/>
            </p:spPr>
            <p:txBody>
              <a:bodyPr wrap="square">
                <a:spAutoFit/>
              </a:bodyPr>
              <a:lstStyle/>
              <a:p>
                <a:r>
                  <a:rPr lang="es-ES" sz="1400" dirty="0">
                    <a:solidFill>
                      <a:schemeClr val="accent1">
                        <a:lumMod val="50000"/>
                      </a:schemeClr>
                    </a:solidFill>
                    <a:sym typeface="Wingdings" panose="05000000000000000000" pitchFamily="2" charset="2"/>
                  </a:rPr>
                  <a:t>Vector columna </a:t>
                </a:r>
                <a14:m>
                  <m:oMath xmlns:m="http://schemas.openxmlformats.org/officeDocument/2006/math">
                    <m:r>
                      <a:rPr lang="es-ES" sz="1400" i="1" smtClean="0">
                        <a:solidFill>
                          <a:schemeClr val="accent1">
                            <a:lumMod val="50000"/>
                          </a:schemeClr>
                        </a:solidFill>
                        <a:latin typeface="Cambria Math" panose="02040503050406030204" pitchFamily="18" charset="0"/>
                        <a:ea typeface="Cambria Math" panose="02040503050406030204" pitchFamily="18" charset="0"/>
                      </a:rPr>
                      <m:t>∈</m:t>
                    </m:r>
                    <m:sSub>
                      <m:sSubPr>
                        <m:ctrlPr>
                          <a:rPr lang="es-ES" sz="1400" i="1">
                            <a:solidFill>
                              <a:schemeClr val="accent1">
                                <a:lumMod val="50000"/>
                              </a:schemeClr>
                            </a:solidFill>
                            <a:latin typeface="Cambria Math" panose="02040503050406030204" pitchFamily="18" charset="0"/>
                            <a:ea typeface="Cambria Math" panose="02040503050406030204" pitchFamily="18" charset="0"/>
                          </a:rPr>
                        </m:ctrlPr>
                      </m:sSubPr>
                      <m:e>
                        <m:r>
                          <a:rPr lang="es-ES" sz="1400" i="1">
                            <a:solidFill>
                              <a:schemeClr val="accent1">
                                <a:lumMod val="50000"/>
                              </a:schemeClr>
                            </a:solidFill>
                            <a:latin typeface="Cambria Math" panose="02040503050406030204" pitchFamily="18" charset="0"/>
                            <a:ea typeface="Cambria Math" panose="02040503050406030204" pitchFamily="18" charset="0"/>
                          </a:rPr>
                          <m:t>ℳ</m:t>
                        </m:r>
                      </m:e>
                      <m:sub>
                        <m:r>
                          <a:rPr lang="es-ES" sz="1400" b="0" i="1" smtClean="0">
                            <a:solidFill>
                              <a:schemeClr val="accent1">
                                <a:lumMod val="50000"/>
                              </a:schemeClr>
                            </a:solidFill>
                            <a:latin typeface="Cambria Math" panose="02040503050406030204" pitchFamily="18" charset="0"/>
                            <a:ea typeface="Cambria Math" panose="02040503050406030204" pitchFamily="18" charset="0"/>
                          </a:rPr>
                          <m:t>4</m:t>
                        </m:r>
                        <m:r>
                          <m:rPr>
                            <m:nor/>
                          </m:rPr>
                          <a:rPr lang="es-ES" sz="1400">
                            <a:solidFill>
                              <a:schemeClr val="accent1">
                                <a:lumMod val="50000"/>
                              </a:schemeClr>
                            </a:solidFill>
                            <a:latin typeface="Cambria Math" panose="02040503050406030204" pitchFamily="18" charset="0"/>
                            <a:ea typeface="Cambria Math" panose="02040503050406030204" pitchFamily="18" charset="0"/>
                          </a:rPr>
                          <m:t>×</m:t>
                        </m:r>
                        <m:r>
                          <a:rPr lang="es-ES" sz="1400" b="0" i="1" smtClean="0">
                            <a:solidFill>
                              <a:schemeClr val="accent1">
                                <a:lumMod val="50000"/>
                              </a:schemeClr>
                            </a:solidFill>
                            <a:latin typeface="Cambria Math" panose="02040503050406030204" pitchFamily="18" charset="0"/>
                            <a:ea typeface="Cambria Math" panose="02040503050406030204" pitchFamily="18" charset="0"/>
                          </a:rPr>
                          <m:t>1</m:t>
                        </m:r>
                      </m:sub>
                    </m:sSub>
                    <m:r>
                      <a:rPr lang="es-ES" sz="1400" i="1">
                        <a:solidFill>
                          <a:schemeClr val="accent1">
                            <a:lumMod val="50000"/>
                          </a:schemeClr>
                        </a:solidFill>
                        <a:latin typeface="Cambria Math" panose="02040503050406030204" pitchFamily="18" charset="0"/>
                        <a:ea typeface="Cambria Math" panose="02040503050406030204" pitchFamily="18" charset="0"/>
                      </a:rPr>
                      <m:t>(</m:t>
                    </m:r>
                    <m:r>
                      <a:rPr lang="es-ES" sz="1400" i="1">
                        <a:solidFill>
                          <a:schemeClr val="accent1">
                            <a:lumMod val="50000"/>
                          </a:schemeClr>
                        </a:solidFill>
                        <a:latin typeface="Cambria Math" panose="02040503050406030204" pitchFamily="18" charset="0"/>
                        <a:ea typeface="Cambria Math" panose="02040503050406030204" pitchFamily="18" charset="0"/>
                      </a:rPr>
                      <m:t>ℝ</m:t>
                    </m:r>
                    <m:r>
                      <a:rPr lang="es-ES" sz="1400" i="1">
                        <a:solidFill>
                          <a:schemeClr val="accent1">
                            <a:lumMod val="50000"/>
                          </a:schemeClr>
                        </a:solidFill>
                        <a:latin typeface="Cambria Math" panose="02040503050406030204" pitchFamily="18" charset="0"/>
                        <a:ea typeface="Cambria Math" panose="02040503050406030204" pitchFamily="18" charset="0"/>
                      </a:rPr>
                      <m:t>)</m:t>
                    </m:r>
                  </m:oMath>
                </a14:m>
                <a:endParaRPr lang="es-ES" sz="1400" dirty="0"/>
              </a:p>
            </p:txBody>
          </p:sp>
        </mc:Choice>
        <mc:Fallback xmlns="">
          <p:sp>
            <p:nvSpPr>
              <p:cNvPr id="31" name="CuadroTexto 30">
                <a:extLst>
                  <a:ext uri="{FF2B5EF4-FFF2-40B4-BE49-F238E27FC236}">
                    <a16:creationId xmlns:a16="http://schemas.microsoft.com/office/drawing/2014/main" id="{3CD2A44F-2F15-F820-482E-AD2D1A54EF92}"/>
                  </a:ext>
                </a:extLst>
              </p:cNvPr>
              <p:cNvSpPr txBox="1">
                <a:spLocks noRot="1" noChangeAspect="1" noMove="1" noResize="1" noEditPoints="1" noAdjustHandles="1" noChangeArrowheads="1" noChangeShapeType="1" noTextEdit="1"/>
              </p:cNvSpPr>
              <p:nvPr/>
            </p:nvSpPr>
            <p:spPr>
              <a:xfrm>
                <a:off x="9263564" y="5679727"/>
                <a:ext cx="1517986" cy="523220"/>
              </a:xfrm>
              <a:prstGeom prst="rect">
                <a:avLst/>
              </a:prstGeom>
              <a:blipFill>
                <a:blip r:embed="rId20"/>
                <a:stretch>
                  <a:fillRect l="-1205" t="-2326" b="-3488"/>
                </a:stretch>
              </a:blipFill>
            </p:spPr>
            <p:txBody>
              <a:bodyPr/>
              <a:lstStyle/>
              <a:p>
                <a:r>
                  <a:rPr lang="es-ES">
                    <a:noFill/>
                  </a:rPr>
                  <a:t> </a:t>
                </a:r>
              </a:p>
            </p:txBody>
          </p:sp>
        </mc:Fallback>
      </mc:AlternateContent>
      <p:sp>
        <p:nvSpPr>
          <p:cNvPr id="33" name="Rectángulo: esquinas redondeadas 32">
            <a:extLst>
              <a:ext uri="{FF2B5EF4-FFF2-40B4-BE49-F238E27FC236}">
                <a16:creationId xmlns:a16="http://schemas.microsoft.com/office/drawing/2014/main" id="{763E717F-3044-D16B-C625-5A48209D190E}"/>
              </a:ext>
            </a:extLst>
          </p:cNvPr>
          <p:cNvSpPr/>
          <p:nvPr/>
        </p:nvSpPr>
        <p:spPr>
          <a:xfrm>
            <a:off x="9923249" y="5001041"/>
            <a:ext cx="379004" cy="451333"/>
          </a:xfrm>
          <a:prstGeom prst="roundRect">
            <a:avLst/>
          </a:prstGeom>
          <a:noFill/>
          <a:ln w="19050">
            <a:solidFill>
              <a:schemeClr val="accent6">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Rectángulo: esquinas redondeadas 33">
            <a:extLst>
              <a:ext uri="{FF2B5EF4-FFF2-40B4-BE49-F238E27FC236}">
                <a16:creationId xmlns:a16="http://schemas.microsoft.com/office/drawing/2014/main" id="{9E319BE4-9B69-6FA9-0A68-BE003E1559CF}"/>
              </a:ext>
            </a:extLst>
          </p:cNvPr>
          <p:cNvSpPr/>
          <p:nvPr/>
        </p:nvSpPr>
        <p:spPr>
          <a:xfrm>
            <a:off x="10451582" y="5015952"/>
            <a:ext cx="737788" cy="449747"/>
          </a:xfrm>
          <a:prstGeom prst="roundRect">
            <a:avLst/>
          </a:prstGeom>
          <a:noFill/>
          <a:ln w="19050">
            <a:solidFill>
              <a:srgbClr val="7030A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A71821B0-5403-C104-6A08-BE7AE7B68C3E}"/>
                  </a:ext>
                </a:extLst>
              </p:cNvPr>
              <p:cNvSpPr txBox="1"/>
              <p:nvPr/>
            </p:nvSpPr>
            <p:spPr>
              <a:xfrm>
                <a:off x="10160253" y="4467425"/>
                <a:ext cx="2014549" cy="307777"/>
              </a:xfrm>
              <a:prstGeom prst="rect">
                <a:avLst/>
              </a:prstGeom>
              <a:noFill/>
            </p:spPr>
            <p:txBody>
              <a:bodyPr wrap="square">
                <a:spAutoFit/>
              </a:bodyPr>
              <a:lstStyle/>
              <a:p>
                <a:r>
                  <a:rPr lang="es-ES" sz="1400" dirty="0">
                    <a:solidFill>
                      <a:schemeClr val="accent1">
                        <a:lumMod val="50000"/>
                      </a:schemeClr>
                    </a:solidFill>
                    <a:sym typeface="Wingdings" panose="05000000000000000000" pitchFamily="2" charset="2"/>
                  </a:rPr>
                  <a:t>Vector fila </a:t>
                </a:r>
                <a14:m>
                  <m:oMath xmlns:m="http://schemas.openxmlformats.org/officeDocument/2006/math">
                    <m:r>
                      <a:rPr lang="es-ES" sz="1400" i="1" smtClean="0">
                        <a:solidFill>
                          <a:schemeClr val="accent1">
                            <a:lumMod val="50000"/>
                          </a:schemeClr>
                        </a:solidFill>
                        <a:latin typeface="Cambria Math" panose="02040503050406030204" pitchFamily="18" charset="0"/>
                        <a:ea typeface="Cambria Math" panose="02040503050406030204" pitchFamily="18" charset="0"/>
                      </a:rPr>
                      <m:t>∈</m:t>
                    </m:r>
                    <m:sSub>
                      <m:sSubPr>
                        <m:ctrlPr>
                          <a:rPr lang="es-ES" sz="1400" i="1">
                            <a:solidFill>
                              <a:schemeClr val="accent1">
                                <a:lumMod val="50000"/>
                              </a:schemeClr>
                            </a:solidFill>
                            <a:latin typeface="Cambria Math" panose="02040503050406030204" pitchFamily="18" charset="0"/>
                            <a:ea typeface="Cambria Math" panose="02040503050406030204" pitchFamily="18" charset="0"/>
                          </a:rPr>
                        </m:ctrlPr>
                      </m:sSubPr>
                      <m:e>
                        <m:r>
                          <a:rPr lang="es-ES" sz="1400" i="1">
                            <a:solidFill>
                              <a:schemeClr val="accent1">
                                <a:lumMod val="50000"/>
                              </a:schemeClr>
                            </a:solidFill>
                            <a:latin typeface="Cambria Math" panose="02040503050406030204" pitchFamily="18" charset="0"/>
                            <a:ea typeface="Cambria Math" panose="02040503050406030204" pitchFamily="18" charset="0"/>
                          </a:rPr>
                          <m:t>ℳ</m:t>
                        </m:r>
                      </m:e>
                      <m:sub>
                        <m:r>
                          <a:rPr lang="es-ES" sz="1400" i="1">
                            <a:solidFill>
                              <a:schemeClr val="accent1">
                                <a:lumMod val="50000"/>
                              </a:schemeClr>
                            </a:solidFill>
                            <a:latin typeface="Cambria Math" panose="02040503050406030204" pitchFamily="18" charset="0"/>
                            <a:ea typeface="Cambria Math" panose="02040503050406030204" pitchFamily="18" charset="0"/>
                          </a:rPr>
                          <m:t>1</m:t>
                        </m:r>
                        <m:r>
                          <m:rPr>
                            <m:nor/>
                          </m:rPr>
                          <a:rPr lang="es-ES" sz="1400">
                            <a:solidFill>
                              <a:schemeClr val="accent1">
                                <a:lumMod val="50000"/>
                              </a:schemeClr>
                            </a:solidFill>
                            <a:latin typeface="Cambria Math" panose="02040503050406030204" pitchFamily="18" charset="0"/>
                            <a:ea typeface="Cambria Math" panose="02040503050406030204" pitchFamily="18" charset="0"/>
                          </a:rPr>
                          <m:t>×</m:t>
                        </m:r>
                        <m:r>
                          <a:rPr lang="es-ES" sz="1400" b="0" i="1" smtClean="0">
                            <a:solidFill>
                              <a:schemeClr val="accent1">
                                <a:lumMod val="50000"/>
                              </a:schemeClr>
                            </a:solidFill>
                            <a:latin typeface="Cambria Math" panose="02040503050406030204" pitchFamily="18" charset="0"/>
                            <a:ea typeface="Cambria Math" panose="02040503050406030204" pitchFamily="18" charset="0"/>
                          </a:rPr>
                          <m:t>2</m:t>
                        </m:r>
                      </m:sub>
                    </m:sSub>
                    <m:r>
                      <a:rPr lang="es-ES" sz="1400" i="1">
                        <a:solidFill>
                          <a:schemeClr val="accent1">
                            <a:lumMod val="50000"/>
                          </a:schemeClr>
                        </a:solidFill>
                        <a:latin typeface="Cambria Math" panose="02040503050406030204" pitchFamily="18" charset="0"/>
                        <a:ea typeface="Cambria Math" panose="02040503050406030204" pitchFamily="18" charset="0"/>
                      </a:rPr>
                      <m:t>(</m:t>
                    </m:r>
                    <m:r>
                      <a:rPr lang="es-ES" sz="1400" i="1">
                        <a:solidFill>
                          <a:schemeClr val="accent1">
                            <a:lumMod val="50000"/>
                          </a:schemeClr>
                        </a:solidFill>
                        <a:latin typeface="Cambria Math" panose="02040503050406030204" pitchFamily="18" charset="0"/>
                        <a:ea typeface="Cambria Math" panose="02040503050406030204" pitchFamily="18" charset="0"/>
                      </a:rPr>
                      <m:t>ℝ</m:t>
                    </m:r>
                    <m:r>
                      <a:rPr lang="es-ES" sz="1400" i="1">
                        <a:solidFill>
                          <a:schemeClr val="accent1">
                            <a:lumMod val="50000"/>
                          </a:schemeClr>
                        </a:solidFill>
                        <a:latin typeface="Cambria Math" panose="02040503050406030204" pitchFamily="18" charset="0"/>
                        <a:ea typeface="Cambria Math" panose="02040503050406030204" pitchFamily="18" charset="0"/>
                      </a:rPr>
                      <m:t>)</m:t>
                    </m:r>
                  </m:oMath>
                </a14:m>
                <a:endParaRPr lang="es-ES" sz="1400" dirty="0"/>
              </a:p>
            </p:txBody>
          </p:sp>
        </mc:Choice>
        <mc:Fallback xmlns="">
          <p:sp>
            <p:nvSpPr>
              <p:cNvPr id="35" name="CuadroTexto 34">
                <a:extLst>
                  <a:ext uri="{FF2B5EF4-FFF2-40B4-BE49-F238E27FC236}">
                    <a16:creationId xmlns:a16="http://schemas.microsoft.com/office/drawing/2014/main" id="{A71821B0-5403-C104-6A08-BE7AE7B68C3E}"/>
                  </a:ext>
                </a:extLst>
              </p:cNvPr>
              <p:cNvSpPr txBox="1">
                <a:spLocks noRot="1" noChangeAspect="1" noMove="1" noResize="1" noEditPoints="1" noAdjustHandles="1" noChangeArrowheads="1" noChangeShapeType="1" noTextEdit="1"/>
              </p:cNvSpPr>
              <p:nvPr/>
            </p:nvSpPr>
            <p:spPr>
              <a:xfrm>
                <a:off x="10160253" y="4467425"/>
                <a:ext cx="2014549" cy="307777"/>
              </a:xfrm>
              <a:prstGeom prst="rect">
                <a:avLst/>
              </a:prstGeom>
              <a:blipFill>
                <a:blip r:embed="rId21"/>
                <a:stretch>
                  <a:fillRect l="-909" t="-4000" b="-20000"/>
                </a:stretch>
              </a:blipFill>
            </p:spPr>
            <p:txBody>
              <a:bodyPr/>
              <a:lstStyle/>
              <a:p>
                <a:r>
                  <a:rPr lang="es-ES">
                    <a:noFill/>
                  </a:rPr>
                  <a:t> </a:t>
                </a:r>
              </a:p>
            </p:txBody>
          </p:sp>
        </mc:Fallback>
      </mc:AlternateContent>
      <p:cxnSp>
        <p:nvCxnSpPr>
          <p:cNvPr id="37" name="Conector recto de flecha 36">
            <a:extLst>
              <a:ext uri="{FF2B5EF4-FFF2-40B4-BE49-F238E27FC236}">
                <a16:creationId xmlns:a16="http://schemas.microsoft.com/office/drawing/2014/main" id="{F5DEF84A-07DD-1060-C164-3056D48650BE}"/>
              </a:ext>
            </a:extLst>
          </p:cNvPr>
          <p:cNvCxnSpPr>
            <a:cxnSpLocks/>
          </p:cNvCxnSpPr>
          <p:nvPr/>
        </p:nvCxnSpPr>
        <p:spPr>
          <a:xfrm>
            <a:off x="10904372" y="4728025"/>
            <a:ext cx="0" cy="273016"/>
          </a:xfrm>
          <a:prstGeom prst="straightConnector1">
            <a:avLst/>
          </a:prstGeom>
          <a:ln w="127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103169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BDFFC-D3BB-3083-1005-5041069D98F2}"/>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C723BF57-5B72-77C8-11E2-774E418C267D}"/>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7" name="Elipse 6">
            <a:extLst>
              <a:ext uri="{FF2B5EF4-FFF2-40B4-BE49-F238E27FC236}">
                <a16:creationId xmlns:a16="http://schemas.microsoft.com/office/drawing/2014/main" id="{A8389761-805A-5B95-E89A-505880BCAF0D}"/>
              </a:ext>
            </a:extLst>
          </p:cNvPr>
          <p:cNvSpPr/>
          <p:nvPr/>
        </p:nvSpPr>
        <p:spPr>
          <a:xfrm>
            <a:off x="2728380" y="3745354"/>
            <a:ext cx="540000" cy="540000"/>
          </a:xfrm>
          <a:prstGeom prst="ellipse">
            <a:avLst/>
          </a:prstGeom>
          <a:no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s-ES" sz="1600" b="1" dirty="0"/>
          </a:p>
        </p:txBody>
      </p:sp>
      <mc:AlternateContent xmlns:mc="http://schemas.openxmlformats.org/markup-compatibility/2006" xmlns:a14="http://schemas.microsoft.com/office/drawing/2010/main">
        <mc:Choice Requires="a14">
          <p:sp>
            <p:nvSpPr>
              <p:cNvPr id="10" name="Elipse 9">
                <a:extLst>
                  <a:ext uri="{FF2B5EF4-FFF2-40B4-BE49-F238E27FC236}">
                    <a16:creationId xmlns:a16="http://schemas.microsoft.com/office/drawing/2014/main" id="{1F363465-BB92-3D85-D848-B9268DEFEEF4}"/>
                  </a:ext>
                </a:extLst>
              </p:cNvPr>
              <p:cNvSpPr/>
              <p:nvPr/>
            </p:nvSpPr>
            <p:spPr>
              <a:xfrm>
                <a:off x="417375" y="3361695"/>
                <a:ext cx="540000" cy="540000"/>
              </a:xfrm>
              <a:prstGeom prst="ellipse">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𝑥</m:t>
                          </m:r>
                        </m:e>
                        <m:sub>
                          <m:r>
                            <a:rPr lang="es-ES" i="1">
                              <a:solidFill>
                                <a:schemeClr val="accent1">
                                  <a:lumMod val="50000"/>
                                </a:schemeClr>
                              </a:solidFill>
                              <a:latin typeface="Cambria Math" panose="02040503050406030204" pitchFamily="18" charset="0"/>
                              <a:ea typeface="Cambria Math" panose="02040503050406030204" pitchFamily="18" charset="0"/>
                            </a:rPr>
                            <m:t>1</m:t>
                          </m:r>
                        </m:sub>
                      </m:sSub>
                    </m:oMath>
                  </m:oMathPara>
                </a14:m>
                <a:endParaRPr lang="es-ES"/>
              </a:p>
            </p:txBody>
          </p:sp>
        </mc:Choice>
        <mc:Fallback xmlns="">
          <p:sp>
            <p:nvSpPr>
              <p:cNvPr id="10" name="Elipse 9">
                <a:extLst>
                  <a:ext uri="{FF2B5EF4-FFF2-40B4-BE49-F238E27FC236}">
                    <a16:creationId xmlns:a16="http://schemas.microsoft.com/office/drawing/2014/main" id="{1F363465-BB92-3D85-D848-B9268DEFEEF4}"/>
                  </a:ext>
                </a:extLst>
              </p:cNvPr>
              <p:cNvSpPr>
                <a:spLocks noRot="1" noChangeAspect="1" noMove="1" noResize="1" noEditPoints="1" noAdjustHandles="1" noChangeArrowheads="1" noChangeShapeType="1" noTextEdit="1"/>
              </p:cNvSpPr>
              <p:nvPr/>
            </p:nvSpPr>
            <p:spPr>
              <a:xfrm>
                <a:off x="417375" y="3361695"/>
                <a:ext cx="540000" cy="540000"/>
              </a:xfrm>
              <a:prstGeom prst="ellipse">
                <a:avLst/>
              </a:prstGeom>
              <a:blipFill>
                <a:blip r:embed="rId3"/>
                <a:stretch>
                  <a:fillRect/>
                </a:stretch>
              </a:blipFill>
              <a:ln w="31750">
                <a:solidFill>
                  <a:schemeClr val="accent6">
                    <a:lumMod val="75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Elipse 10">
                <a:extLst>
                  <a:ext uri="{FF2B5EF4-FFF2-40B4-BE49-F238E27FC236}">
                    <a16:creationId xmlns:a16="http://schemas.microsoft.com/office/drawing/2014/main" id="{14831CFC-0682-C216-3F5F-35D0D106A344}"/>
                  </a:ext>
                </a:extLst>
              </p:cNvPr>
              <p:cNvSpPr/>
              <p:nvPr/>
            </p:nvSpPr>
            <p:spPr>
              <a:xfrm>
                <a:off x="417375" y="4136513"/>
                <a:ext cx="540000" cy="540000"/>
              </a:xfrm>
              <a:prstGeom prst="ellipse">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𝑥</m:t>
                          </m:r>
                        </m:e>
                        <m:sub>
                          <m:r>
                            <a:rPr lang="es-ES" i="1">
                              <a:solidFill>
                                <a:schemeClr val="accent1">
                                  <a:lumMod val="50000"/>
                                </a:schemeClr>
                              </a:solidFill>
                              <a:latin typeface="Cambria Math" panose="02040503050406030204" pitchFamily="18" charset="0"/>
                              <a:ea typeface="Cambria Math" panose="02040503050406030204" pitchFamily="18" charset="0"/>
                            </a:rPr>
                            <m:t>2</m:t>
                          </m:r>
                        </m:sub>
                      </m:sSub>
                    </m:oMath>
                  </m:oMathPara>
                </a14:m>
                <a:endParaRPr lang="es-ES" dirty="0"/>
              </a:p>
            </p:txBody>
          </p:sp>
        </mc:Choice>
        <mc:Fallback xmlns="">
          <p:sp>
            <p:nvSpPr>
              <p:cNvPr id="11" name="Elipse 10">
                <a:extLst>
                  <a:ext uri="{FF2B5EF4-FFF2-40B4-BE49-F238E27FC236}">
                    <a16:creationId xmlns:a16="http://schemas.microsoft.com/office/drawing/2014/main" id="{14831CFC-0682-C216-3F5F-35D0D106A344}"/>
                  </a:ext>
                </a:extLst>
              </p:cNvPr>
              <p:cNvSpPr>
                <a:spLocks noRot="1" noChangeAspect="1" noMove="1" noResize="1" noEditPoints="1" noAdjustHandles="1" noChangeArrowheads="1" noChangeShapeType="1" noTextEdit="1"/>
              </p:cNvSpPr>
              <p:nvPr/>
            </p:nvSpPr>
            <p:spPr>
              <a:xfrm>
                <a:off x="417375" y="4136513"/>
                <a:ext cx="540000" cy="540000"/>
              </a:xfrm>
              <a:prstGeom prst="ellipse">
                <a:avLst/>
              </a:prstGeom>
              <a:blipFill>
                <a:blip r:embed="rId4"/>
                <a:stretch>
                  <a:fillRect/>
                </a:stretch>
              </a:blipFill>
              <a:ln w="31750">
                <a:solidFill>
                  <a:schemeClr val="accent6">
                    <a:lumMod val="75000"/>
                  </a:schemeClr>
                </a:solidFill>
              </a:ln>
            </p:spPr>
            <p:txBody>
              <a:bodyPr/>
              <a:lstStyle/>
              <a:p>
                <a:r>
                  <a:rPr lang="es-ES">
                    <a:noFill/>
                  </a:rPr>
                  <a:t> </a:t>
                </a:r>
              </a:p>
            </p:txBody>
          </p:sp>
        </mc:Fallback>
      </mc:AlternateContent>
      <p:cxnSp>
        <p:nvCxnSpPr>
          <p:cNvPr id="12" name="Conector recto 11">
            <a:extLst>
              <a:ext uri="{FF2B5EF4-FFF2-40B4-BE49-F238E27FC236}">
                <a16:creationId xmlns:a16="http://schemas.microsoft.com/office/drawing/2014/main" id="{D64BDEC3-4689-F96E-34B4-B5F268D37CD1}"/>
              </a:ext>
            </a:extLst>
          </p:cNvPr>
          <p:cNvCxnSpPr>
            <a:cxnSpLocks/>
            <a:stCxn id="10" idx="6"/>
            <a:endCxn id="14" idx="2"/>
          </p:cNvCxnSpPr>
          <p:nvPr/>
        </p:nvCxnSpPr>
        <p:spPr>
          <a:xfrm flipV="1">
            <a:off x="957375" y="2948488"/>
            <a:ext cx="664740" cy="683207"/>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5BF57B27-819E-2C52-D6AB-686F3D136B08}"/>
              </a:ext>
            </a:extLst>
          </p:cNvPr>
          <p:cNvCxnSpPr>
            <a:cxnSpLocks/>
            <a:stCxn id="10" idx="6"/>
            <a:endCxn id="15" idx="2"/>
          </p:cNvCxnSpPr>
          <p:nvPr/>
        </p:nvCxnSpPr>
        <p:spPr>
          <a:xfrm>
            <a:off x="957375" y="3631695"/>
            <a:ext cx="664740" cy="3057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Elipse 13">
                <a:extLst>
                  <a:ext uri="{FF2B5EF4-FFF2-40B4-BE49-F238E27FC236}">
                    <a16:creationId xmlns:a16="http://schemas.microsoft.com/office/drawing/2014/main" id="{2305998E-B74B-2303-4A05-BDEDA9F3382F}"/>
                  </a:ext>
                </a:extLst>
              </p:cNvPr>
              <p:cNvSpPr/>
              <p:nvPr/>
            </p:nvSpPr>
            <p:spPr>
              <a:xfrm>
                <a:off x="1622115" y="2678488"/>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4" name="Elipse 13">
                <a:extLst>
                  <a:ext uri="{FF2B5EF4-FFF2-40B4-BE49-F238E27FC236}">
                    <a16:creationId xmlns:a16="http://schemas.microsoft.com/office/drawing/2014/main" id="{2305998E-B74B-2303-4A05-BDEDA9F3382F}"/>
                  </a:ext>
                </a:extLst>
              </p:cNvPr>
              <p:cNvSpPr>
                <a:spLocks noRot="1" noChangeAspect="1" noMove="1" noResize="1" noEditPoints="1" noAdjustHandles="1" noChangeArrowheads="1" noChangeShapeType="1" noTextEdit="1"/>
              </p:cNvSpPr>
              <p:nvPr/>
            </p:nvSpPr>
            <p:spPr>
              <a:xfrm>
                <a:off x="1622115" y="2678488"/>
                <a:ext cx="540000" cy="540000"/>
              </a:xfrm>
              <a:prstGeom prst="ellipse">
                <a:avLst/>
              </a:prstGeom>
              <a:blipFill>
                <a:blip r:embed="rId5"/>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Elipse 14">
                <a:extLst>
                  <a:ext uri="{FF2B5EF4-FFF2-40B4-BE49-F238E27FC236}">
                    <a16:creationId xmlns:a16="http://schemas.microsoft.com/office/drawing/2014/main" id="{04A786B9-B349-E8C8-8E62-743E62020F50}"/>
                  </a:ext>
                </a:extLst>
              </p:cNvPr>
              <p:cNvSpPr/>
              <p:nvPr/>
            </p:nvSpPr>
            <p:spPr>
              <a:xfrm>
                <a:off x="1622115" y="3392265"/>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2</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5" name="Elipse 14">
                <a:extLst>
                  <a:ext uri="{FF2B5EF4-FFF2-40B4-BE49-F238E27FC236}">
                    <a16:creationId xmlns:a16="http://schemas.microsoft.com/office/drawing/2014/main" id="{04A786B9-B349-E8C8-8E62-743E62020F50}"/>
                  </a:ext>
                </a:extLst>
              </p:cNvPr>
              <p:cNvSpPr>
                <a:spLocks noRot="1" noChangeAspect="1" noMove="1" noResize="1" noEditPoints="1" noAdjustHandles="1" noChangeArrowheads="1" noChangeShapeType="1" noTextEdit="1"/>
              </p:cNvSpPr>
              <p:nvPr/>
            </p:nvSpPr>
            <p:spPr>
              <a:xfrm>
                <a:off x="1622115" y="3392265"/>
                <a:ext cx="540000" cy="540000"/>
              </a:xfrm>
              <a:prstGeom prst="ellipse">
                <a:avLst/>
              </a:prstGeom>
              <a:blipFill>
                <a:blip r:embed="rId6"/>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6" name="Elipse 15">
                <a:extLst>
                  <a:ext uri="{FF2B5EF4-FFF2-40B4-BE49-F238E27FC236}">
                    <a16:creationId xmlns:a16="http://schemas.microsoft.com/office/drawing/2014/main" id="{CD968E80-A4F1-8CB3-D9A0-78C3DE242231}"/>
                  </a:ext>
                </a:extLst>
              </p:cNvPr>
              <p:cNvSpPr/>
              <p:nvPr/>
            </p:nvSpPr>
            <p:spPr>
              <a:xfrm>
                <a:off x="1622115" y="4101305"/>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3</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16" name="Elipse 15">
                <a:extLst>
                  <a:ext uri="{FF2B5EF4-FFF2-40B4-BE49-F238E27FC236}">
                    <a16:creationId xmlns:a16="http://schemas.microsoft.com/office/drawing/2014/main" id="{CD968E80-A4F1-8CB3-D9A0-78C3DE242231}"/>
                  </a:ext>
                </a:extLst>
              </p:cNvPr>
              <p:cNvSpPr>
                <a:spLocks noRot="1" noChangeAspect="1" noMove="1" noResize="1" noEditPoints="1" noAdjustHandles="1" noChangeArrowheads="1" noChangeShapeType="1" noTextEdit="1"/>
              </p:cNvSpPr>
              <p:nvPr/>
            </p:nvSpPr>
            <p:spPr>
              <a:xfrm>
                <a:off x="1622115" y="4101305"/>
                <a:ext cx="540000" cy="540000"/>
              </a:xfrm>
              <a:prstGeom prst="ellipse">
                <a:avLst/>
              </a:prstGeom>
              <a:blipFill>
                <a:blip r:embed="rId7"/>
                <a:stretch>
                  <a:fillRect/>
                </a:stretch>
              </a:blipFill>
              <a:ln w="31750">
                <a:solidFill>
                  <a:schemeClr val="accent1">
                    <a:lumMod val="50000"/>
                  </a:schemeClr>
                </a:solidFill>
              </a:ln>
            </p:spPr>
            <p:txBody>
              <a:bodyPr/>
              <a:lstStyle/>
              <a:p>
                <a:r>
                  <a:rPr lang="es-ES">
                    <a:noFill/>
                  </a:rPr>
                  <a:t> </a:t>
                </a:r>
              </a:p>
            </p:txBody>
          </p:sp>
        </mc:Fallback>
      </mc:AlternateContent>
      <p:cxnSp>
        <p:nvCxnSpPr>
          <p:cNvPr id="17" name="Conector recto 16">
            <a:extLst>
              <a:ext uri="{FF2B5EF4-FFF2-40B4-BE49-F238E27FC236}">
                <a16:creationId xmlns:a16="http://schemas.microsoft.com/office/drawing/2014/main" id="{6D79F9E7-CA72-CD2C-E56F-A4CCD3FE95B0}"/>
              </a:ext>
            </a:extLst>
          </p:cNvPr>
          <p:cNvCxnSpPr>
            <a:cxnSpLocks/>
            <a:stCxn id="11" idx="6"/>
            <a:endCxn id="15" idx="2"/>
          </p:cNvCxnSpPr>
          <p:nvPr/>
        </p:nvCxnSpPr>
        <p:spPr>
          <a:xfrm flipV="1">
            <a:off x="957375" y="3662265"/>
            <a:ext cx="664740" cy="744248"/>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67C7F0A3-95CE-C73C-EDDF-0E8D03370A9E}"/>
              </a:ext>
            </a:extLst>
          </p:cNvPr>
          <p:cNvCxnSpPr>
            <a:cxnSpLocks/>
            <a:stCxn id="10" idx="6"/>
            <a:endCxn id="16" idx="2"/>
          </p:cNvCxnSpPr>
          <p:nvPr/>
        </p:nvCxnSpPr>
        <p:spPr>
          <a:xfrm>
            <a:off x="957375" y="3631695"/>
            <a:ext cx="664740" cy="73961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60F0A4B0-4EAE-4865-C512-8A9E264F419A}"/>
              </a:ext>
            </a:extLst>
          </p:cNvPr>
          <p:cNvCxnSpPr>
            <a:cxnSpLocks/>
            <a:stCxn id="11" idx="6"/>
            <a:endCxn id="16" idx="2"/>
          </p:cNvCxnSpPr>
          <p:nvPr/>
        </p:nvCxnSpPr>
        <p:spPr>
          <a:xfrm flipV="1">
            <a:off x="957375" y="4371305"/>
            <a:ext cx="664740" cy="35208"/>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80C448A6-9C1B-F21B-7ABC-C464E9C28D1D}"/>
              </a:ext>
            </a:extLst>
          </p:cNvPr>
          <p:cNvCxnSpPr>
            <a:cxnSpLocks/>
            <a:stCxn id="11" idx="6"/>
            <a:endCxn id="14" idx="2"/>
          </p:cNvCxnSpPr>
          <p:nvPr/>
        </p:nvCxnSpPr>
        <p:spPr>
          <a:xfrm flipV="1">
            <a:off x="957375" y="2948488"/>
            <a:ext cx="664740" cy="1458025"/>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C68FAE31-3E9B-95FE-CC6B-70FAC1440F28}"/>
              </a:ext>
            </a:extLst>
          </p:cNvPr>
          <p:cNvCxnSpPr>
            <a:cxnSpLocks/>
            <a:stCxn id="14" idx="6"/>
            <a:endCxn id="7" idx="2"/>
          </p:cNvCxnSpPr>
          <p:nvPr/>
        </p:nvCxnSpPr>
        <p:spPr>
          <a:xfrm>
            <a:off x="2162115" y="2948488"/>
            <a:ext cx="566265" cy="1066866"/>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7F3DD6E7-96C8-38FA-84D0-67992B7095B6}"/>
              </a:ext>
            </a:extLst>
          </p:cNvPr>
          <p:cNvCxnSpPr>
            <a:cxnSpLocks/>
            <a:stCxn id="15" idx="6"/>
            <a:endCxn id="7" idx="2"/>
          </p:cNvCxnSpPr>
          <p:nvPr/>
        </p:nvCxnSpPr>
        <p:spPr>
          <a:xfrm>
            <a:off x="2162115" y="3662265"/>
            <a:ext cx="566265" cy="353089"/>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080FFBA8-1998-6F4B-C7F6-BEADAF58498C}"/>
              </a:ext>
            </a:extLst>
          </p:cNvPr>
          <p:cNvCxnSpPr>
            <a:cxnSpLocks/>
            <a:stCxn id="16" idx="6"/>
            <a:endCxn id="7" idx="2"/>
          </p:cNvCxnSpPr>
          <p:nvPr/>
        </p:nvCxnSpPr>
        <p:spPr>
          <a:xfrm flipV="1">
            <a:off x="2162115" y="4015354"/>
            <a:ext cx="566265" cy="355951"/>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Elipse 23">
                <a:extLst>
                  <a:ext uri="{FF2B5EF4-FFF2-40B4-BE49-F238E27FC236}">
                    <a16:creationId xmlns:a16="http://schemas.microsoft.com/office/drawing/2014/main" id="{51A0FD19-08E0-6A63-BD3E-D13B0C5572FB}"/>
                  </a:ext>
                </a:extLst>
              </p:cNvPr>
              <p:cNvSpPr/>
              <p:nvPr/>
            </p:nvSpPr>
            <p:spPr>
              <a:xfrm>
                <a:off x="1622115" y="4810345"/>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24" name="Elipse 23">
                <a:extLst>
                  <a:ext uri="{FF2B5EF4-FFF2-40B4-BE49-F238E27FC236}">
                    <a16:creationId xmlns:a16="http://schemas.microsoft.com/office/drawing/2014/main" id="{51A0FD19-08E0-6A63-BD3E-D13B0C5572FB}"/>
                  </a:ext>
                </a:extLst>
              </p:cNvPr>
              <p:cNvSpPr>
                <a:spLocks noRot="1" noChangeAspect="1" noMove="1" noResize="1" noEditPoints="1" noAdjustHandles="1" noChangeArrowheads="1" noChangeShapeType="1" noTextEdit="1"/>
              </p:cNvSpPr>
              <p:nvPr/>
            </p:nvSpPr>
            <p:spPr>
              <a:xfrm>
                <a:off x="1622115" y="4810345"/>
                <a:ext cx="540000" cy="540000"/>
              </a:xfrm>
              <a:prstGeom prst="ellipse">
                <a:avLst/>
              </a:prstGeom>
              <a:blipFill>
                <a:blip r:embed="rId8"/>
                <a:stretch>
                  <a:fillRect/>
                </a:stretch>
              </a:blipFill>
              <a:ln w="31750">
                <a:solidFill>
                  <a:schemeClr val="accent1">
                    <a:lumMod val="50000"/>
                  </a:schemeClr>
                </a:solidFill>
              </a:ln>
            </p:spPr>
            <p:txBody>
              <a:bodyPr/>
              <a:lstStyle/>
              <a:p>
                <a:r>
                  <a:rPr lang="es-ES">
                    <a:noFill/>
                  </a:rPr>
                  <a:t> </a:t>
                </a:r>
              </a:p>
            </p:txBody>
          </p:sp>
        </mc:Fallback>
      </mc:AlternateContent>
      <p:cxnSp>
        <p:nvCxnSpPr>
          <p:cNvPr id="26" name="Conector recto 25">
            <a:extLst>
              <a:ext uri="{FF2B5EF4-FFF2-40B4-BE49-F238E27FC236}">
                <a16:creationId xmlns:a16="http://schemas.microsoft.com/office/drawing/2014/main" id="{AAEF29C2-75C5-848B-ECEC-9ADD163F77D8}"/>
              </a:ext>
            </a:extLst>
          </p:cNvPr>
          <p:cNvCxnSpPr>
            <a:cxnSpLocks/>
            <a:stCxn id="11" idx="6"/>
            <a:endCxn id="24" idx="2"/>
          </p:cNvCxnSpPr>
          <p:nvPr/>
        </p:nvCxnSpPr>
        <p:spPr>
          <a:xfrm>
            <a:off x="957375" y="4406513"/>
            <a:ext cx="664740" cy="673832"/>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C42F1039-42A9-8570-C0F3-0247071BA3E8}"/>
              </a:ext>
            </a:extLst>
          </p:cNvPr>
          <p:cNvCxnSpPr>
            <a:cxnSpLocks/>
            <a:stCxn id="10" idx="6"/>
            <a:endCxn id="24" idx="2"/>
          </p:cNvCxnSpPr>
          <p:nvPr/>
        </p:nvCxnSpPr>
        <p:spPr>
          <a:xfrm>
            <a:off x="957375" y="3631695"/>
            <a:ext cx="664740" cy="144865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BA4A5EE-F0CC-7203-B31A-56B7FA1409C2}"/>
              </a:ext>
            </a:extLst>
          </p:cNvPr>
          <p:cNvCxnSpPr>
            <a:cxnSpLocks/>
            <a:stCxn id="24" idx="6"/>
            <a:endCxn id="7" idx="2"/>
          </p:cNvCxnSpPr>
          <p:nvPr/>
        </p:nvCxnSpPr>
        <p:spPr>
          <a:xfrm flipV="1">
            <a:off x="2162115" y="4015354"/>
            <a:ext cx="566265" cy="1064991"/>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72A712F1-9AEB-31FF-8A5A-D50B4ADE68D2}"/>
                  </a:ext>
                </a:extLst>
              </p:cNvPr>
              <p:cNvSpPr txBox="1"/>
              <p:nvPr/>
            </p:nvSpPr>
            <p:spPr>
              <a:xfrm>
                <a:off x="2492337" y="3843795"/>
                <a:ext cx="1102706" cy="3811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800" i="1" smtClean="0">
                              <a:solidFill>
                                <a:schemeClr val="accent1">
                                  <a:lumMod val="50000"/>
                                </a:schemeClr>
                              </a:solidFill>
                              <a:latin typeface="Cambria Math" panose="02040503050406030204" pitchFamily="18" charset="0"/>
                              <a:ea typeface="Cambria Math" panose="02040503050406030204" pitchFamily="18" charset="0"/>
                            </a:rPr>
                            <m:t>𝑎</m:t>
                          </m:r>
                        </m:e>
                        <m:sup>
                          <m:r>
                            <a:rPr lang="es-ES" sz="1800" b="0" i="1" smtClean="0">
                              <a:solidFill>
                                <a:schemeClr val="accent1">
                                  <a:lumMod val="50000"/>
                                </a:schemeClr>
                              </a:solidFill>
                              <a:latin typeface="Cambria Math" panose="02040503050406030204" pitchFamily="18" charset="0"/>
                              <a:ea typeface="Cambria Math" panose="02040503050406030204" pitchFamily="18" charset="0"/>
                            </a:rPr>
                            <m:t>[2]</m:t>
                          </m:r>
                        </m:sup>
                      </m:sSup>
                    </m:oMath>
                  </m:oMathPara>
                </a14:m>
                <a:endParaRPr lang="es-ES" dirty="0"/>
              </a:p>
            </p:txBody>
          </p:sp>
        </mc:Choice>
        <mc:Fallback xmlns="">
          <p:sp>
            <p:nvSpPr>
              <p:cNvPr id="36" name="CuadroTexto 35">
                <a:extLst>
                  <a:ext uri="{FF2B5EF4-FFF2-40B4-BE49-F238E27FC236}">
                    <a16:creationId xmlns:a16="http://schemas.microsoft.com/office/drawing/2014/main" id="{72A712F1-9AEB-31FF-8A5A-D50B4ADE68D2}"/>
                  </a:ext>
                </a:extLst>
              </p:cNvPr>
              <p:cNvSpPr txBox="1">
                <a:spLocks noRot="1" noChangeAspect="1" noMove="1" noResize="1" noEditPoints="1" noAdjustHandles="1" noChangeArrowheads="1" noChangeShapeType="1" noTextEdit="1"/>
              </p:cNvSpPr>
              <p:nvPr/>
            </p:nvSpPr>
            <p:spPr>
              <a:xfrm>
                <a:off x="2492337" y="3843795"/>
                <a:ext cx="1102706" cy="381130"/>
              </a:xfrm>
              <a:prstGeom prst="rect">
                <a:avLst/>
              </a:prstGeom>
              <a:blipFill>
                <a:blip r:embed="rId9"/>
                <a:stretch>
                  <a:fillRect/>
                </a:stretch>
              </a:blipFill>
            </p:spPr>
            <p:txBody>
              <a:bodyPr/>
              <a:lstStyle/>
              <a:p>
                <a:r>
                  <a:rPr lang="es-ES">
                    <a:noFill/>
                  </a:rPr>
                  <a:t> </a:t>
                </a:r>
              </a:p>
            </p:txBody>
          </p:sp>
        </mc:Fallback>
      </mc:AlternateContent>
      <p:sp>
        <p:nvSpPr>
          <p:cNvPr id="38" name="Rectángulo: esquinas redondeadas 37">
            <a:extLst>
              <a:ext uri="{FF2B5EF4-FFF2-40B4-BE49-F238E27FC236}">
                <a16:creationId xmlns:a16="http://schemas.microsoft.com/office/drawing/2014/main" id="{DC94D01F-C319-4412-7F00-425635EAAF0C}"/>
              </a:ext>
            </a:extLst>
          </p:cNvPr>
          <p:cNvSpPr/>
          <p:nvPr/>
        </p:nvSpPr>
        <p:spPr>
          <a:xfrm>
            <a:off x="4354427" y="641161"/>
            <a:ext cx="7647136" cy="1259165"/>
          </a:xfrm>
          <a:prstGeom prst="roundRect">
            <a:avLst>
              <a:gd name="adj" fmla="val 19105"/>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s-ES" b="1" dirty="0" err="1">
                <a:solidFill>
                  <a:schemeClr val="accent1">
                    <a:lumMod val="50000"/>
                  </a:schemeClr>
                </a:solidFill>
              </a:rPr>
              <a:t>Backpropagation</a:t>
            </a:r>
            <a:endParaRPr lang="es-ES" b="1"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7FA88A30-FB11-49F0-0E58-B2D32351250D}"/>
                  </a:ext>
                </a:extLst>
              </p:cNvPr>
              <p:cNvSpPr txBox="1"/>
              <p:nvPr/>
            </p:nvSpPr>
            <p:spPr>
              <a:xfrm>
                <a:off x="7755486" y="1139510"/>
                <a:ext cx="2425607" cy="624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𝑡</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oMath>
                  </m:oMathPara>
                </a14:m>
                <a:endParaRPr lang="es-ES" dirty="0"/>
              </a:p>
            </p:txBody>
          </p:sp>
        </mc:Choice>
        <mc:Fallback xmlns="">
          <p:sp>
            <p:nvSpPr>
              <p:cNvPr id="39" name="CuadroTexto 38">
                <a:extLst>
                  <a:ext uri="{FF2B5EF4-FFF2-40B4-BE49-F238E27FC236}">
                    <a16:creationId xmlns:a16="http://schemas.microsoft.com/office/drawing/2014/main" id="{7FA88A30-FB11-49F0-0E58-B2D32351250D}"/>
                  </a:ext>
                </a:extLst>
              </p:cNvPr>
              <p:cNvSpPr txBox="1">
                <a:spLocks noRot="1" noChangeAspect="1" noMove="1" noResize="1" noEditPoints="1" noAdjustHandles="1" noChangeArrowheads="1" noChangeShapeType="1" noTextEdit="1"/>
              </p:cNvSpPr>
              <p:nvPr/>
            </p:nvSpPr>
            <p:spPr>
              <a:xfrm>
                <a:off x="7755486" y="1139510"/>
                <a:ext cx="2425607" cy="624017"/>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94F1C4E9-6CBB-2039-66EC-994A1A51BA5C}"/>
                  </a:ext>
                </a:extLst>
              </p:cNvPr>
              <p:cNvSpPr txBox="1"/>
              <p:nvPr/>
            </p:nvSpPr>
            <p:spPr>
              <a:xfrm>
                <a:off x="10308908" y="1104623"/>
                <a:ext cx="1692655" cy="624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𝑏</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𝑡</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dirty="0"/>
              </a:p>
            </p:txBody>
          </p:sp>
        </mc:Choice>
        <mc:Fallback xmlns="">
          <p:sp>
            <p:nvSpPr>
              <p:cNvPr id="40" name="CuadroTexto 39">
                <a:extLst>
                  <a:ext uri="{FF2B5EF4-FFF2-40B4-BE49-F238E27FC236}">
                    <a16:creationId xmlns:a16="http://schemas.microsoft.com/office/drawing/2014/main" id="{94F1C4E9-6CBB-2039-66EC-994A1A51BA5C}"/>
                  </a:ext>
                </a:extLst>
              </p:cNvPr>
              <p:cNvSpPr txBox="1">
                <a:spLocks noRot="1" noChangeAspect="1" noMove="1" noResize="1" noEditPoints="1" noAdjustHandles="1" noChangeArrowheads="1" noChangeShapeType="1" noTextEdit="1"/>
              </p:cNvSpPr>
              <p:nvPr/>
            </p:nvSpPr>
            <p:spPr>
              <a:xfrm>
                <a:off x="10308908" y="1104623"/>
                <a:ext cx="1692655" cy="624017"/>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42D3A030-A235-B4F1-2AFB-A6432BC9A60F}"/>
                  </a:ext>
                </a:extLst>
              </p:cNvPr>
              <p:cNvSpPr txBox="1"/>
              <p:nvPr/>
            </p:nvSpPr>
            <p:spPr>
              <a:xfrm>
                <a:off x="4379515" y="1204053"/>
                <a:ext cx="3299431" cy="4458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𝛿</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𝑊</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p>
                          </m:sSup>
                        </m:e>
                        <m:sup>
                          <m:r>
                            <a:rPr lang="es-ES" i="1">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41" name="CuadroTexto 40">
                <a:extLst>
                  <a:ext uri="{FF2B5EF4-FFF2-40B4-BE49-F238E27FC236}">
                    <a16:creationId xmlns:a16="http://schemas.microsoft.com/office/drawing/2014/main" id="{42D3A030-A235-B4F1-2AFB-A6432BC9A60F}"/>
                  </a:ext>
                </a:extLst>
              </p:cNvPr>
              <p:cNvSpPr txBox="1">
                <a:spLocks noRot="1" noChangeAspect="1" noMove="1" noResize="1" noEditPoints="1" noAdjustHandles="1" noChangeArrowheads="1" noChangeShapeType="1" noTextEdit="1"/>
              </p:cNvSpPr>
              <p:nvPr/>
            </p:nvSpPr>
            <p:spPr>
              <a:xfrm>
                <a:off x="4379515" y="1204053"/>
                <a:ext cx="3299431" cy="445891"/>
              </a:xfrm>
              <a:prstGeom prst="rect">
                <a:avLst/>
              </a:prstGeom>
              <a:blipFill>
                <a:blip r:embed="rId12"/>
                <a:stretch>
                  <a:fillRect b="-1370"/>
                </a:stretch>
              </a:blipFill>
            </p:spPr>
            <p:txBody>
              <a:bodyPr/>
              <a:lstStyle/>
              <a:p>
                <a:r>
                  <a:rPr lang="es-ES">
                    <a:noFill/>
                  </a:rPr>
                  <a:t> </a:t>
                </a:r>
              </a:p>
            </p:txBody>
          </p:sp>
        </mc:Fallback>
      </mc:AlternateContent>
      <p:sp>
        <p:nvSpPr>
          <p:cNvPr id="46" name="Elipse 45">
            <a:extLst>
              <a:ext uri="{FF2B5EF4-FFF2-40B4-BE49-F238E27FC236}">
                <a16:creationId xmlns:a16="http://schemas.microsoft.com/office/drawing/2014/main" id="{071C6155-BD71-1659-7BB9-6BAAD212D0B1}"/>
              </a:ext>
            </a:extLst>
          </p:cNvPr>
          <p:cNvSpPr/>
          <p:nvPr/>
        </p:nvSpPr>
        <p:spPr>
          <a:xfrm>
            <a:off x="3961768" y="2463796"/>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b="1" dirty="0"/>
              <a:t>2</a:t>
            </a:r>
          </a:p>
        </p:txBody>
      </p:sp>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0FFA0D42-F97E-033D-22E4-6ED108994193}"/>
                  </a:ext>
                </a:extLst>
              </p:cNvPr>
              <p:cNvSpPr txBox="1"/>
              <p:nvPr/>
            </p:nvSpPr>
            <p:spPr>
              <a:xfrm>
                <a:off x="-40583" y="5315137"/>
                <a:ext cx="2424545" cy="525528"/>
              </a:xfrm>
              <a:prstGeom prst="rect">
                <a:avLst/>
              </a:prstGeom>
              <a:noFill/>
            </p:spPr>
            <p:txBody>
              <a:bodyPr wrap="square">
                <a:spAutoFit/>
              </a:bodyPr>
              <a:lstStyle/>
              <a:p>
                <a:pPr lvl="1">
                  <a:lnSpc>
                    <a:spcPct val="150000"/>
                  </a:lnSpc>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 </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2</m:t>
                          </m:r>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a:rPr lang="es-ES" i="1">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dirty="0">
                  <a:solidFill>
                    <a:schemeClr val="accent1">
                      <a:lumMod val="50000"/>
                    </a:schemeClr>
                  </a:solidFill>
                </a:endParaRPr>
              </a:p>
            </p:txBody>
          </p:sp>
        </mc:Choice>
        <mc:Fallback xmlns="">
          <p:sp>
            <p:nvSpPr>
              <p:cNvPr id="30" name="CuadroTexto 29">
                <a:extLst>
                  <a:ext uri="{FF2B5EF4-FFF2-40B4-BE49-F238E27FC236}">
                    <a16:creationId xmlns:a16="http://schemas.microsoft.com/office/drawing/2014/main" id="{0FFA0D42-F97E-033D-22E4-6ED108994193}"/>
                  </a:ext>
                </a:extLst>
              </p:cNvPr>
              <p:cNvSpPr txBox="1">
                <a:spLocks noRot="1" noChangeAspect="1" noMove="1" noResize="1" noEditPoints="1" noAdjustHandles="1" noChangeArrowheads="1" noChangeShapeType="1" noTextEdit="1"/>
              </p:cNvSpPr>
              <p:nvPr/>
            </p:nvSpPr>
            <p:spPr>
              <a:xfrm>
                <a:off x="-40583" y="5315137"/>
                <a:ext cx="2424545" cy="525528"/>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1C13DA7C-6D8F-DA28-2865-152B8A848B72}"/>
                  </a:ext>
                </a:extLst>
              </p:cNvPr>
              <p:cNvSpPr txBox="1"/>
              <p:nvPr/>
            </p:nvSpPr>
            <p:spPr>
              <a:xfrm>
                <a:off x="0" y="5964361"/>
                <a:ext cx="2327564" cy="525528"/>
              </a:xfrm>
              <a:prstGeom prst="rect">
                <a:avLst/>
              </a:prstGeom>
              <a:noFill/>
            </p:spPr>
            <p:txBody>
              <a:bodyPr wrap="square">
                <a:spAutoFit/>
              </a:bodyPr>
              <a:lstStyle/>
              <a:p>
                <a:pPr lvl="1">
                  <a:lnSpc>
                    <a:spcPct val="150000"/>
                  </a:lnSpc>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 </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a:rPr lang="es-ES" i="1">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dirty="0">
                  <a:solidFill>
                    <a:schemeClr val="accent1">
                      <a:lumMod val="50000"/>
                    </a:schemeClr>
                  </a:solidFill>
                </a:endParaRPr>
              </a:p>
            </p:txBody>
          </p:sp>
        </mc:Choice>
        <mc:Fallback xmlns="">
          <p:sp>
            <p:nvSpPr>
              <p:cNvPr id="32" name="CuadroTexto 31">
                <a:extLst>
                  <a:ext uri="{FF2B5EF4-FFF2-40B4-BE49-F238E27FC236}">
                    <a16:creationId xmlns:a16="http://schemas.microsoft.com/office/drawing/2014/main" id="{1C13DA7C-6D8F-DA28-2865-152B8A848B72}"/>
                  </a:ext>
                </a:extLst>
              </p:cNvPr>
              <p:cNvSpPr txBox="1">
                <a:spLocks noRot="1" noChangeAspect="1" noMove="1" noResize="1" noEditPoints="1" noAdjustHandles="1" noChangeArrowheads="1" noChangeShapeType="1" noTextEdit="1"/>
              </p:cNvSpPr>
              <p:nvPr/>
            </p:nvSpPr>
            <p:spPr>
              <a:xfrm>
                <a:off x="0" y="5964361"/>
                <a:ext cx="2327564" cy="525528"/>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3" name="CuadroTexto 72">
                <a:extLst>
                  <a:ext uri="{FF2B5EF4-FFF2-40B4-BE49-F238E27FC236}">
                    <a16:creationId xmlns:a16="http://schemas.microsoft.com/office/drawing/2014/main" id="{5129D6D9-78D5-ADD6-F0CB-EE66E51E725E}"/>
                  </a:ext>
                </a:extLst>
              </p:cNvPr>
              <p:cNvSpPr txBox="1"/>
              <p:nvPr/>
            </p:nvSpPr>
            <p:spPr>
              <a:xfrm>
                <a:off x="905545" y="2171107"/>
                <a:ext cx="1973140" cy="4152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𝒂</m:t>
                          </m:r>
                        </m:e>
                        <m:sup>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1"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d>
                        <m:d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𝒛</m:t>
                              </m:r>
                            </m:e>
                            <m:sup>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smtClean="0">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73" name="CuadroTexto 72">
                <a:extLst>
                  <a:ext uri="{FF2B5EF4-FFF2-40B4-BE49-F238E27FC236}">
                    <a16:creationId xmlns:a16="http://schemas.microsoft.com/office/drawing/2014/main" id="{5129D6D9-78D5-ADD6-F0CB-EE66E51E725E}"/>
                  </a:ext>
                </a:extLst>
              </p:cNvPr>
              <p:cNvSpPr txBox="1">
                <a:spLocks noRot="1" noChangeAspect="1" noMove="1" noResize="1" noEditPoints="1" noAdjustHandles="1" noChangeArrowheads="1" noChangeShapeType="1" noTextEdit="1"/>
              </p:cNvSpPr>
              <p:nvPr/>
            </p:nvSpPr>
            <p:spPr>
              <a:xfrm>
                <a:off x="905545" y="2171107"/>
                <a:ext cx="1973140" cy="415242"/>
              </a:xfrm>
              <a:prstGeom prst="rect">
                <a:avLst/>
              </a:prstGeom>
              <a:blipFill>
                <a:blip r:embed="rId15"/>
                <a:stretch>
                  <a:fillRect b="-1471"/>
                </a:stretch>
              </a:blipFill>
            </p:spPr>
            <p:txBody>
              <a:bodyPr/>
              <a:lstStyle/>
              <a:p>
                <a:r>
                  <a:rPr lang="es-ES">
                    <a:noFill/>
                  </a:rPr>
                  <a:t> </a:t>
                </a:r>
              </a:p>
            </p:txBody>
          </p:sp>
        </mc:Fallback>
      </mc:AlternateContent>
      <p:sp>
        <p:nvSpPr>
          <p:cNvPr id="76" name="CuadroTexto 75">
            <a:extLst>
              <a:ext uri="{FF2B5EF4-FFF2-40B4-BE49-F238E27FC236}">
                <a16:creationId xmlns:a16="http://schemas.microsoft.com/office/drawing/2014/main" id="{136FF5F3-58BE-B5CE-2678-4527EE8CD6B5}"/>
              </a:ext>
            </a:extLst>
          </p:cNvPr>
          <p:cNvSpPr txBox="1"/>
          <p:nvPr/>
        </p:nvSpPr>
        <p:spPr>
          <a:xfrm>
            <a:off x="259710" y="134869"/>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Caso </a:t>
            </a:r>
            <a:r>
              <a:rPr lang="en-US" sz="2000" b="1" dirty="0" err="1">
                <a:solidFill>
                  <a:schemeClr val="accent1">
                    <a:lumMod val="50000"/>
                  </a:schemeClr>
                </a:solidFill>
              </a:rPr>
              <a:t>más</a:t>
            </a:r>
            <a:r>
              <a:rPr lang="en-US" sz="2000" b="1" dirty="0">
                <a:solidFill>
                  <a:schemeClr val="accent1">
                    <a:lumMod val="50000"/>
                  </a:schemeClr>
                </a:solidFill>
              </a:rPr>
              <a:t> </a:t>
            </a:r>
            <a:r>
              <a:rPr lang="en-US" sz="2000" b="1" dirty="0" err="1">
                <a:solidFill>
                  <a:schemeClr val="accent1">
                    <a:lumMod val="50000"/>
                  </a:schemeClr>
                </a:solidFill>
              </a:rPr>
              <a:t>complejo</a:t>
            </a:r>
            <a:endParaRPr lang="en-US" sz="2000"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79" name="CuadroTexto 78">
                <a:extLst>
                  <a:ext uri="{FF2B5EF4-FFF2-40B4-BE49-F238E27FC236}">
                    <a16:creationId xmlns:a16="http://schemas.microsoft.com/office/drawing/2014/main" id="{2031E7D2-1F5B-3040-436D-18022E9802ED}"/>
                  </a:ext>
                </a:extLst>
              </p:cNvPr>
              <p:cNvSpPr txBox="1"/>
              <p:nvPr/>
            </p:nvSpPr>
            <p:spPr>
              <a:xfrm>
                <a:off x="2982290" y="2201799"/>
                <a:ext cx="8934805" cy="6657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𝒛</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𝑧</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𝒂</m:t>
                              </m:r>
                            </m:e>
                            <m:sup>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smtClean="0">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𝒂</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𝒛</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r>
                        <a:rPr lang="es-ES"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𝟐</m:t>
                                  </m:r>
                                  <m:r>
                                    <a:rPr lang="es-ES" b="1" i="1">
                                      <a:solidFill>
                                        <a:schemeClr val="accent1">
                                          <a:lumMod val="50000"/>
                                        </a:schemeClr>
                                      </a:solidFill>
                                      <a:latin typeface="Cambria Math" panose="02040503050406030204" pitchFamily="18" charset="0"/>
                                      <a:ea typeface="Cambria Math" panose="02040503050406030204" pitchFamily="18" charset="0"/>
                                    </a:rPr>
                                    <m:t>]</m:t>
                                  </m:r>
                                </m:sup>
                              </m:sSup>
                            </m:e>
                          </m:d>
                        </m:e>
                        <m:sup>
                          <m:r>
                            <a:rPr lang="es-ES" b="1" i="1">
                              <a:solidFill>
                                <a:schemeClr val="accent1">
                                  <a:lumMod val="50000"/>
                                </a:schemeClr>
                              </a:solidFill>
                              <a:latin typeface="Cambria Math" panose="02040503050406030204" pitchFamily="18" charset="0"/>
                              <a:ea typeface="Cambria Math" panose="02040503050406030204" pitchFamily="18" charset="0"/>
                            </a:rPr>
                            <m:t>𝑻</m:t>
                          </m:r>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𝛿</m:t>
                          </m:r>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p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1</m:t>
                                  </m:r>
                                </m:e>
                              </m:d>
                            </m:sup>
                          </m:sSup>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𝒛</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79" name="CuadroTexto 78">
                <a:extLst>
                  <a:ext uri="{FF2B5EF4-FFF2-40B4-BE49-F238E27FC236}">
                    <a16:creationId xmlns:a16="http://schemas.microsoft.com/office/drawing/2014/main" id="{2031E7D2-1F5B-3040-436D-18022E9802ED}"/>
                  </a:ext>
                </a:extLst>
              </p:cNvPr>
              <p:cNvSpPr txBox="1">
                <a:spLocks noRot="1" noChangeAspect="1" noMove="1" noResize="1" noEditPoints="1" noAdjustHandles="1" noChangeArrowheads="1" noChangeShapeType="1" noTextEdit="1"/>
              </p:cNvSpPr>
              <p:nvPr/>
            </p:nvSpPr>
            <p:spPr>
              <a:xfrm>
                <a:off x="2982290" y="2201799"/>
                <a:ext cx="8934805" cy="665760"/>
              </a:xfrm>
              <a:prstGeom prst="rect">
                <a:avLst/>
              </a:prstGeom>
              <a:blipFill>
                <a:blip r:embed="rId1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AB5DCBEC-F702-FDF5-40E5-697DB7786A70}"/>
                  </a:ext>
                </a:extLst>
              </p:cNvPr>
              <p:cNvSpPr txBox="1"/>
              <p:nvPr/>
            </p:nvSpPr>
            <p:spPr>
              <a:xfrm>
                <a:off x="10479760" y="2373485"/>
                <a:ext cx="162260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i="1" smtClean="0">
                          <a:solidFill>
                            <a:schemeClr val="accent1">
                              <a:lumMod val="50000"/>
                            </a:schemeClr>
                          </a:solidFill>
                          <a:latin typeface="Cambria Math" panose="02040503050406030204" pitchFamily="18" charset="0"/>
                          <a:ea typeface="Cambria Math" panose="02040503050406030204" pitchFamily="18" charset="0"/>
                        </a:rPr>
                        <m:t>∈</m:t>
                      </m:r>
                      <m:sSub>
                        <m:sSub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i="1">
                              <a:solidFill>
                                <a:schemeClr val="accent1">
                                  <a:lumMod val="50000"/>
                                </a:schemeClr>
                              </a:solidFill>
                              <a:latin typeface="Cambria Math" panose="02040503050406030204" pitchFamily="18" charset="0"/>
                              <a:ea typeface="Cambria Math" panose="02040503050406030204" pitchFamily="18" charset="0"/>
                            </a:rPr>
                            <m:t>4</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1</m:t>
                          </m:r>
                        </m:sub>
                      </m:sSub>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ℝ</m:t>
                          </m:r>
                        </m:e>
                      </m:d>
                    </m:oMath>
                  </m:oMathPara>
                </a14:m>
                <a:endParaRPr lang="es-ES" dirty="0"/>
              </a:p>
            </p:txBody>
          </p:sp>
        </mc:Choice>
        <mc:Fallback xmlns="">
          <p:sp>
            <p:nvSpPr>
              <p:cNvPr id="4" name="CuadroTexto 3">
                <a:extLst>
                  <a:ext uri="{FF2B5EF4-FFF2-40B4-BE49-F238E27FC236}">
                    <a16:creationId xmlns:a16="http://schemas.microsoft.com/office/drawing/2014/main" id="{AB5DCBEC-F702-FDF5-40E5-697DB7786A70}"/>
                  </a:ext>
                </a:extLst>
              </p:cNvPr>
              <p:cNvSpPr txBox="1">
                <a:spLocks noRot="1" noChangeAspect="1" noMove="1" noResize="1" noEditPoints="1" noAdjustHandles="1" noChangeArrowheads="1" noChangeShapeType="1" noTextEdit="1"/>
              </p:cNvSpPr>
              <p:nvPr/>
            </p:nvSpPr>
            <p:spPr>
              <a:xfrm>
                <a:off x="10479760" y="2373485"/>
                <a:ext cx="1622609" cy="369332"/>
              </a:xfrm>
              <a:prstGeom prst="rect">
                <a:avLst/>
              </a:prstGeom>
              <a:blipFill>
                <a:blip r:embed="rId17"/>
                <a:stretch>
                  <a:fillRect b="-1639"/>
                </a:stretch>
              </a:blipFill>
            </p:spPr>
            <p:txBody>
              <a:bodyPr/>
              <a:lstStyle/>
              <a:p>
                <a:r>
                  <a:rPr lang="es-ES">
                    <a:noFill/>
                  </a:rPr>
                  <a:t> </a:t>
                </a:r>
              </a:p>
            </p:txBody>
          </p:sp>
        </mc:Fallback>
      </mc:AlternateContent>
      <p:cxnSp>
        <p:nvCxnSpPr>
          <p:cNvPr id="6" name="Conector recto de flecha 5">
            <a:extLst>
              <a:ext uri="{FF2B5EF4-FFF2-40B4-BE49-F238E27FC236}">
                <a16:creationId xmlns:a16="http://schemas.microsoft.com/office/drawing/2014/main" id="{92B80DC7-EB2A-AF90-138A-3F047E89AEB1}"/>
              </a:ext>
            </a:extLst>
          </p:cNvPr>
          <p:cNvCxnSpPr>
            <a:cxnSpLocks/>
          </p:cNvCxnSpPr>
          <p:nvPr/>
        </p:nvCxnSpPr>
        <p:spPr>
          <a:xfrm>
            <a:off x="4379515" y="3288950"/>
            <a:ext cx="0" cy="1981200"/>
          </a:xfrm>
          <a:prstGeom prst="straightConnector1">
            <a:avLst/>
          </a:prstGeom>
          <a:ln w="47625">
            <a:tailEnd type="triangle" w="lg" len="lg"/>
          </a:ln>
        </p:spPr>
        <p:style>
          <a:lnRef idx="1">
            <a:schemeClr val="accent1"/>
          </a:lnRef>
          <a:fillRef idx="0">
            <a:schemeClr val="accent1"/>
          </a:fillRef>
          <a:effectRef idx="0">
            <a:schemeClr val="accent1"/>
          </a:effectRef>
          <a:fontRef idx="minor">
            <a:schemeClr val="tx1"/>
          </a:fontRef>
        </p:style>
      </p:cxnSp>
      <p:cxnSp>
        <p:nvCxnSpPr>
          <p:cNvPr id="9" name="Conector recto de flecha 8">
            <a:extLst>
              <a:ext uri="{FF2B5EF4-FFF2-40B4-BE49-F238E27FC236}">
                <a16:creationId xmlns:a16="http://schemas.microsoft.com/office/drawing/2014/main" id="{36F37C8F-D264-46FD-8E63-0C5E670F015A}"/>
              </a:ext>
            </a:extLst>
          </p:cNvPr>
          <p:cNvCxnSpPr>
            <a:cxnSpLocks/>
          </p:cNvCxnSpPr>
          <p:nvPr/>
        </p:nvCxnSpPr>
        <p:spPr>
          <a:xfrm>
            <a:off x="3268380" y="4015354"/>
            <a:ext cx="540000" cy="0"/>
          </a:xfrm>
          <a:prstGeom prst="straightConnector1">
            <a:avLst/>
          </a:prstGeom>
          <a:ln w="34925" cmpd="sng">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60089585-70B1-9F85-304E-A6C1A0A91098}"/>
                  </a:ext>
                </a:extLst>
              </p:cNvPr>
              <p:cNvSpPr txBox="1"/>
              <p:nvPr/>
            </p:nvSpPr>
            <p:spPr>
              <a:xfrm>
                <a:off x="4719550" y="3319686"/>
                <a:ext cx="2752899" cy="624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r>
                        <a:rPr lang="es-ES" i="1">
                          <a:solidFill>
                            <a:schemeClr val="accent6">
                              <a:lumMod val="50000"/>
                            </a:schemeClr>
                          </a:solidFill>
                          <a:latin typeface="Cambria Math" panose="02040503050406030204" pitchFamily="18" charset="0"/>
                          <a:ea typeface="Cambria Math" panose="02040503050406030204" pitchFamily="18" charset="0"/>
                        </a:rPr>
                        <m:t> </m:t>
                      </m:r>
                      <m:r>
                        <a:rPr lang="es-ES" i="1">
                          <a:solidFill>
                            <a:schemeClr val="accent1">
                              <a:lumMod val="50000"/>
                            </a:schemeClr>
                          </a:solidFill>
                          <a:latin typeface="Cambria Math" panose="02040503050406030204" pitchFamily="18" charset="0"/>
                          <a:ea typeface="Cambria Math" panose="02040503050406030204" pitchFamily="18" charset="0"/>
                        </a:rPr>
                        <m:t>= </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 </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ℳ</m:t>
                          </m:r>
                        </m:e>
                        <m:sub>
                          <m:r>
                            <a:rPr lang="es-ES" b="0" i="1" smtClean="0">
                              <a:solidFill>
                                <a:schemeClr val="accent1">
                                  <a:lumMod val="50000"/>
                                </a:schemeClr>
                              </a:solidFill>
                              <a:latin typeface="Cambria Math" panose="02040503050406030204" pitchFamily="18" charset="0"/>
                              <a:ea typeface="Cambria Math" panose="02040503050406030204" pitchFamily="18" charset="0"/>
                            </a:rPr>
                            <m:t>4</m:t>
                          </m:r>
                          <m:r>
                            <m:rPr>
                              <m:nor/>
                            </m:rPr>
                            <a:rPr lang="es-ES">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1</m:t>
                          </m:r>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a:rPr lang="es-ES" i="1">
                          <a:solidFill>
                            <a:schemeClr val="accent1">
                              <a:lumMod val="50000"/>
                            </a:schemeClr>
                          </a:solidFill>
                          <a:latin typeface="Cambria Math" panose="02040503050406030204" pitchFamily="18" charset="0"/>
                          <a:ea typeface="Cambria Math" panose="02040503050406030204" pitchFamily="18" charset="0"/>
                        </a:rPr>
                        <m:t>)</m:t>
                      </m:r>
                    </m:oMath>
                  </m:oMathPara>
                </a14:m>
                <a:endParaRPr lang="es-ES" dirty="0"/>
              </a:p>
            </p:txBody>
          </p:sp>
        </mc:Choice>
        <mc:Fallback xmlns="">
          <p:sp>
            <p:nvSpPr>
              <p:cNvPr id="5" name="CuadroTexto 4">
                <a:extLst>
                  <a:ext uri="{FF2B5EF4-FFF2-40B4-BE49-F238E27FC236}">
                    <a16:creationId xmlns:a16="http://schemas.microsoft.com/office/drawing/2014/main" id="{60089585-70B1-9F85-304E-A6C1A0A91098}"/>
                  </a:ext>
                </a:extLst>
              </p:cNvPr>
              <p:cNvSpPr txBox="1">
                <a:spLocks noRot="1" noChangeAspect="1" noMove="1" noResize="1" noEditPoints="1" noAdjustHandles="1" noChangeArrowheads="1" noChangeShapeType="1" noTextEdit="1"/>
              </p:cNvSpPr>
              <p:nvPr/>
            </p:nvSpPr>
            <p:spPr>
              <a:xfrm>
                <a:off x="4719550" y="3319686"/>
                <a:ext cx="2752899" cy="624017"/>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01DB4D3E-B723-BB7C-45BD-F5D77D5CEB05}"/>
                  </a:ext>
                </a:extLst>
              </p:cNvPr>
              <p:cNvSpPr txBox="1"/>
              <p:nvPr/>
            </p:nvSpPr>
            <p:spPr>
              <a:xfrm>
                <a:off x="3064237" y="4259272"/>
                <a:ext cx="6116916" cy="8471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i="1" smtClean="0">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𝑏</m:t>
                              </m:r>
                            </m:e>
                            <m:sub>
                              <m:r>
                                <a:rPr lang="es-ES" b="0" i="1" smtClean="0">
                                  <a:solidFill>
                                    <a:schemeClr val="accent1">
                                      <a:lumMod val="50000"/>
                                    </a:schemeClr>
                                  </a:solidFill>
                                  <a:latin typeface="Cambria Math" panose="02040503050406030204" pitchFamily="18" charset="0"/>
                                  <a:ea typeface="Cambria Math" panose="02040503050406030204" pitchFamily="18" charset="0"/>
                                </a:rPr>
                                <m:t>𝑖</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1</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bSup>
                        </m:den>
                      </m:f>
                      <m:r>
                        <a:rPr lang="es-ES"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ea typeface="Cambria Math" panose="02040503050406030204" pitchFamily="18" charset="0"/>
                                </a:rPr>
                                <m:t>𝑧</m:t>
                              </m:r>
                            </m:e>
                            <m:sub>
                              <m:r>
                                <a:rPr lang="es-ES" b="0" i="1" smtClean="0">
                                  <a:solidFill>
                                    <a:schemeClr val="accent1">
                                      <a:lumMod val="50000"/>
                                    </a:schemeClr>
                                  </a:solidFill>
                                  <a:latin typeface="Cambria Math" panose="02040503050406030204" pitchFamily="18" charset="0"/>
                                  <a:ea typeface="Cambria Math" panose="02040503050406030204" pitchFamily="18" charset="0"/>
                                </a:rPr>
                                <m:t>𝑖</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den>
                      </m:f>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ea typeface="Cambria Math" panose="02040503050406030204" pitchFamily="18" charset="0"/>
                                </a:rPr>
                                <m:t>𝑧</m:t>
                              </m:r>
                            </m:e>
                            <m:sub>
                              <m:r>
                                <a:rPr lang="es-ES" b="0" i="1" smtClean="0">
                                  <a:solidFill>
                                    <a:schemeClr val="accent1">
                                      <a:lumMod val="50000"/>
                                    </a:schemeClr>
                                  </a:solidFill>
                                  <a:latin typeface="Cambria Math" panose="02040503050406030204" pitchFamily="18" charset="0"/>
                                  <a:ea typeface="Cambria Math" panose="02040503050406030204" pitchFamily="18" charset="0"/>
                                </a:rPr>
                                <m:t>𝑖</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𝑏</m:t>
                              </m:r>
                            </m:e>
                            <m:sub>
                              <m:r>
                                <a:rPr lang="es-ES" i="1">
                                  <a:solidFill>
                                    <a:schemeClr val="accent1">
                                      <a:lumMod val="50000"/>
                                    </a:schemeClr>
                                  </a:solidFill>
                                  <a:latin typeface="Cambria Math" panose="02040503050406030204" pitchFamily="18" charset="0"/>
                                  <a:ea typeface="Cambria Math" panose="02040503050406030204" pitchFamily="18" charset="0"/>
                                </a:rPr>
                                <m:t>𝑖</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1</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bSup>
                        </m:den>
                      </m:f>
                      <m:r>
                        <a:rPr lang="es-ES" b="0" i="1" smtClean="0">
                          <a:solidFill>
                            <a:schemeClr val="accent1">
                              <a:lumMod val="50000"/>
                            </a:schemeClr>
                          </a:solidFill>
                          <a:latin typeface="Cambria Math" panose="02040503050406030204" pitchFamily="18" charset="0"/>
                          <a:ea typeface="Cambria Math" panose="02040503050406030204" pitchFamily="18" charset="0"/>
                        </a:rPr>
                        <m:t>=</m:t>
                      </m:r>
                      <m:sSubSup>
                        <m:sSubSup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𝛿</m:t>
                          </m:r>
                        </m:e>
                        <m:sub>
                          <m:r>
                            <a:rPr lang="es-ES" b="0" i="1" smtClean="0">
                              <a:solidFill>
                                <a:schemeClr val="accent1">
                                  <a:lumMod val="50000"/>
                                </a:schemeClr>
                              </a:solidFill>
                              <a:latin typeface="Cambria Math" panose="02040503050406030204" pitchFamily="18" charset="0"/>
                              <a:ea typeface="Cambria Math" panose="02040503050406030204" pitchFamily="18" charset="0"/>
                            </a:rPr>
                            <m:t>𝑖</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dirty="0"/>
              </a:p>
            </p:txBody>
          </p:sp>
        </mc:Choice>
        <mc:Fallback xmlns="">
          <p:sp>
            <p:nvSpPr>
              <p:cNvPr id="25" name="CuadroTexto 24">
                <a:extLst>
                  <a:ext uri="{FF2B5EF4-FFF2-40B4-BE49-F238E27FC236}">
                    <a16:creationId xmlns:a16="http://schemas.microsoft.com/office/drawing/2014/main" id="{01DB4D3E-B723-BB7C-45BD-F5D77D5CEB05}"/>
                  </a:ext>
                </a:extLst>
              </p:cNvPr>
              <p:cNvSpPr txBox="1">
                <a:spLocks noRot="1" noChangeAspect="1" noMove="1" noResize="1" noEditPoints="1" noAdjustHandles="1" noChangeArrowheads="1" noChangeShapeType="1" noTextEdit="1"/>
              </p:cNvSpPr>
              <p:nvPr/>
            </p:nvSpPr>
            <p:spPr>
              <a:xfrm>
                <a:off x="3064237" y="4259272"/>
                <a:ext cx="6116916" cy="847155"/>
              </a:xfrm>
              <a:prstGeom prst="rect">
                <a:avLst/>
              </a:prstGeom>
              <a:blipFill>
                <a:blip r:embed="rId19"/>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31417478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uadroTexto 18">
            <a:extLst>
              <a:ext uri="{FF2B5EF4-FFF2-40B4-BE49-F238E27FC236}">
                <a16:creationId xmlns:a16="http://schemas.microsoft.com/office/drawing/2014/main" id="{262649DC-A8E2-6D06-F594-6AF78D81C561}"/>
              </a:ext>
            </a:extLst>
          </p:cNvPr>
          <p:cNvSpPr txBox="1"/>
          <p:nvPr/>
        </p:nvSpPr>
        <p:spPr>
          <a:xfrm>
            <a:off x="5237020" y="1124964"/>
            <a:ext cx="6859552" cy="5078313"/>
          </a:xfrm>
          <a:prstGeom prst="rect">
            <a:avLst/>
          </a:prstGeom>
          <a:noFill/>
        </p:spPr>
        <p:txBody>
          <a:bodyPr wrap="square">
            <a:spAutoFit/>
          </a:bodyPr>
          <a:lstStyle/>
          <a:p>
            <a:pPr marL="285750" indent="-285750">
              <a:buFont typeface="Arial" panose="020B0604020202020204" pitchFamily="34" charset="0"/>
              <a:buChar char="•"/>
            </a:pPr>
            <a:r>
              <a:rPr lang="es-ES" dirty="0">
                <a:solidFill>
                  <a:schemeClr val="accent1">
                    <a:lumMod val="50000"/>
                  </a:schemeClr>
                </a:solidFill>
              </a:rPr>
              <a:t>Se inicializan los pesos de modo aleatorio.</a:t>
            </a:r>
          </a:p>
          <a:p>
            <a:pPr marL="285750" indent="-285750">
              <a:buFont typeface="Arial" panose="020B0604020202020204" pitchFamily="34" charset="0"/>
              <a:buChar char="•"/>
            </a:pPr>
            <a:r>
              <a:rPr lang="es-ES" dirty="0">
                <a:solidFill>
                  <a:schemeClr val="accent1">
                    <a:lumMod val="50000"/>
                  </a:schemeClr>
                </a:solidFill>
              </a:rPr>
              <a:t>Se selecciona un conjunto de datos de entre los datos de entrenamiento.</a:t>
            </a:r>
          </a:p>
          <a:p>
            <a:pPr marL="742950" lvl="1" indent="-285750">
              <a:buFont typeface="Arial" panose="020B0604020202020204" pitchFamily="34" charset="0"/>
              <a:buChar char="•"/>
            </a:pPr>
            <a:r>
              <a:rPr lang="en-US" b="1" dirty="0">
                <a:solidFill>
                  <a:schemeClr val="accent1">
                    <a:lumMod val="50000"/>
                  </a:schemeClr>
                </a:solidFill>
              </a:rPr>
              <a:t>Batch Gradient Descent </a:t>
            </a:r>
            <a:r>
              <a:rPr lang="en-US" dirty="0">
                <a:solidFill>
                  <a:schemeClr val="accent1">
                    <a:lumMod val="50000"/>
                  </a:schemeClr>
                </a:solidFill>
              </a:rPr>
              <a:t>(Todos </a:t>
            </a:r>
            <a:r>
              <a:rPr lang="en-US" dirty="0" err="1">
                <a:solidFill>
                  <a:schemeClr val="accent1">
                    <a:lumMod val="50000"/>
                  </a:schemeClr>
                </a:solidFill>
              </a:rPr>
              <a:t>los</a:t>
            </a:r>
            <a:r>
              <a:rPr lang="en-US" dirty="0">
                <a:solidFill>
                  <a:schemeClr val="accent1">
                    <a:lumMod val="50000"/>
                  </a:schemeClr>
                </a:solidFill>
              </a:rPr>
              <a:t> </a:t>
            </a:r>
            <a:r>
              <a:rPr lang="en-US" dirty="0" err="1">
                <a:solidFill>
                  <a:schemeClr val="accent1">
                    <a:lumMod val="50000"/>
                  </a:schemeClr>
                </a:solidFill>
              </a:rPr>
              <a:t>datos</a:t>
            </a:r>
            <a:r>
              <a:rPr lang="en-US" dirty="0">
                <a:solidFill>
                  <a:schemeClr val="accent1">
                    <a:lumMod val="50000"/>
                  </a:schemeClr>
                </a:solidFill>
              </a:rPr>
              <a:t> de </a:t>
            </a:r>
            <a:r>
              <a:rPr lang="en-US" dirty="0" err="1">
                <a:solidFill>
                  <a:schemeClr val="accent1">
                    <a:lumMod val="50000"/>
                  </a:schemeClr>
                </a:solidFill>
              </a:rPr>
              <a:t>entrenamiento</a:t>
            </a:r>
            <a:r>
              <a:rPr lang="en-US" dirty="0">
                <a:solidFill>
                  <a:schemeClr val="accent1">
                    <a:lumMod val="50000"/>
                  </a:schemeClr>
                </a:solidFill>
              </a:rPr>
              <a:t>)</a:t>
            </a:r>
          </a:p>
          <a:p>
            <a:pPr marL="742950" lvl="1" indent="-285750">
              <a:buFont typeface="Arial" panose="020B0604020202020204" pitchFamily="34" charset="0"/>
              <a:buChar char="•"/>
            </a:pPr>
            <a:r>
              <a:rPr lang="en-US" b="1" dirty="0">
                <a:solidFill>
                  <a:schemeClr val="accent1">
                    <a:lumMod val="50000"/>
                  </a:schemeClr>
                </a:solidFill>
              </a:rPr>
              <a:t>Mini-Batch Gradient Descent </a:t>
            </a:r>
            <a:r>
              <a:rPr lang="en-US" dirty="0">
                <a:solidFill>
                  <a:schemeClr val="accent1">
                    <a:lumMod val="50000"/>
                  </a:schemeClr>
                </a:solidFill>
              </a:rPr>
              <a:t>(Un conjunto </a:t>
            </a:r>
            <a:r>
              <a:rPr lang="en-US" dirty="0" err="1">
                <a:solidFill>
                  <a:schemeClr val="accent1">
                    <a:lumMod val="50000"/>
                  </a:schemeClr>
                </a:solidFill>
              </a:rPr>
              <a:t>aleatorio</a:t>
            </a:r>
            <a:r>
              <a:rPr lang="en-US" dirty="0">
                <a:solidFill>
                  <a:schemeClr val="accent1">
                    <a:lumMod val="50000"/>
                  </a:schemeClr>
                </a:solidFill>
              </a:rPr>
              <a:t> de </a:t>
            </a:r>
            <a:r>
              <a:rPr lang="en-US" dirty="0" err="1">
                <a:solidFill>
                  <a:schemeClr val="accent1">
                    <a:lumMod val="50000"/>
                  </a:schemeClr>
                </a:solidFill>
              </a:rPr>
              <a:t>ellos</a:t>
            </a:r>
            <a:r>
              <a:rPr lang="en-US" dirty="0">
                <a:solidFill>
                  <a:schemeClr val="accent1">
                    <a:lumMod val="50000"/>
                  </a:schemeClr>
                </a:solidFill>
              </a:rPr>
              <a:t>)</a:t>
            </a:r>
          </a:p>
          <a:p>
            <a:pPr marL="742950" lvl="1" indent="-285750">
              <a:buFont typeface="Arial" panose="020B0604020202020204" pitchFamily="34" charset="0"/>
              <a:buChar char="•"/>
            </a:pPr>
            <a:r>
              <a:rPr lang="en-US" b="1" dirty="0">
                <a:solidFill>
                  <a:schemeClr val="accent1">
                    <a:lumMod val="50000"/>
                  </a:schemeClr>
                </a:solidFill>
              </a:rPr>
              <a:t>Stochastic Gradient Descent </a:t>
            </a:r>
            <a:r>
              <a:rPr lang="en-US" dirty="0">
                <a:solidFill>
                  <a:schemeClr val="accent1">
                    <a:lumMod val="50000"/>
                  </a:schemeClr>
                </a:solidFill>
              </a:rPr>
              <a:t>(En </a:t>
            </a:r>
            <a:r>
              <a:rPr lang="en-US" dirty="0" err="1">
                <a:solidFill>
                  <a:schemeClr val="accent1">
                    <a:lumMod val="50000"/>
                  </a:schemeClr>
                </a:solidFill>
              </a:rPr>
              <a:t>cada</a:t>
            </a:r>
            <a:r>
              <a:rPr lang="en-US" dirty="0">
                <a:solidFill>
                  <a:schemeClr val="accent1">
                    <a:lumMod val="50000"/>
                  </a:schemeClr>
                </a:solidFill>
              </a:rPr>
              <a:t> </a:t>
            </a:r>
            <a:r>
              <a:rPr lang="en-US" dirty="0" err="1">
                <a:solidFill>
                  <a:schemeClr val="accent1">
                    <a:lumMod val="50000"/>
                  </a:schemeClr>
                </a:solidFill>
              </a:rPr>
              <a:t>iteración</a:t>
            </a:r>
            <a:r>
              <a:rPr lang="en-US" dirty="0">
                <a:solidFill>
                  <a:schemeClr val="accent1">
                    <a:lumMod val="50000"/>
                  </a:schemeClr>
                </a:solidFill>
              </a:rPr>
              <a:t> </a:t>
            </a:r>
            <a:r>
              <a:rPr lang="en-US" dirty="0" err="1">
                <a:solidFill>
                  <a:schemeClr val="accent1">
                    <a:lumMod val="50000"/>
                  </a:schemeClr>
                </a:solidFill>
              </a:rPr>
              <a:t>usamos</a:t>
            </a:r>
            <a:r>
              <a:rPr lang="en-US" dirty="0">
                <a:solidFill>
                  <a:schemeClr val="accent1">
                    <a:lumMod val="50000"/>
                  </a:schemeClr>
                </a:solidFill>
              </a:rPr>
              <a:t> un </a:t>
            </a:r>
            <a:r>
              <a:rPr lang="en-US" dirty="0" err="1">
                <a:solidFill>
                  <a:schemeClr val="accent1">
                    <a:lumMod val="50000"/>
                  </a:schemeClr>
                </a:solidFill>
              </a:rPr>
              <a:t>dato</a:t>
            </a:r>
            <a:r>
              <a:rPr lang="en-US" dirty="0">
                <a:solidFill>
                  <a:schemeClr val="accent1">
                    <a:lumMod val="50000"/>
                  </a:schemeClr>
                </a:solidFill>
              </a:rPr>
              <a:t> </a:t>
            </a:r>
            <a:r>
              <a:rPr lang="en-US" dirty="0" err="1">
                <a:solidFill>
                  <a:schemeClr val="accent1">
                    <a:lumMod val="50000"/>
                  </a:schemeClr>
                </a:solidFill>
              </a:rPr>
              <a:t>diferente</a:t>
            </a:r>
            <a:r>
              <a:rPr lang="en-US" dirty="0">
                <a:solidFill>
                  <a:schemeClr val="accent1">
                    <a:lumMod val="50000"/>
                  </a:schemeClr>
                </a:solidFill>
              </a:rPr>
              <a:t>)</a:t>
            </a:r>
          </a:p>
          <a:p>
            <a:pPr marL="742950" lvl="1" indent="-285750">
              <a:buFont typeface="Arial" panose="020B0604020202020204" pitchFamily="34" charset="0"/>
              <a:buChar char="•"/>
            </a:pPr>
            <a:endParaRPr lang="en-US" dirty="0">
              <a:solidFill>
                <a:schemeClr val="accent1">
                  <a:lumMod val="50000"/>
                </a:schemeClr>
              </a:solidFill>
            </a:endParaRPr>
          </a:p>
          <a:p>
            <a:pPr marL="285750" indent="-285750">
              <a:buFont typeface="Arial" panose="020B0604020202020204" pitchFamily="34" charset="0"/>
              <a:buChar char="•"/>
            </a:pPr>
            <a:r>
              <a:rPr lang="es-ES" dirty="0">
                <a:solidFill>
                  <a:schemeClr val="accent1">
                    <a:lumMod val="50000"/>
                  </a:schemeClr>
                </a:solidFill>
              </a:rPr>
              <a:t>Cada iteración completa con los datos seleccionados se denomina </a:t>
            </a:r>
            <a:r>
              <a:rPr lang="es-ES" i="1" dirty="0" err="1">
                <a:solidFill>
                  <a:schemeClr val="accent1">
                    <a:lumMod val="50000"/>
                  </a:schemeClr>
                </a:solidFill>
              </a:rPr>
              <a:t>epoch</a:t>
            </a:r>
            <a:r>
              <a:rPr lang="es-ES" i="1" dirty="0">
                <a:solidFill>
                  <a:schemeClr val="accent1">
                    <a:lumMod val="50000"/>
                  </a:schemeClr>
                </a:solidFill>
              </a:rPr>
              <a:t> </a:t>
            </a:r>
            <a:r>
              <a:rPr lang="es-ES" dirty="0">
                <a:solidFill>
                  <a:schemeClr val="accent1">
                    <a:lumMod val="50000"/>
                  </a:schemeClr>
                </a:solidFill>
              </a:rPr>
              <a:t>(época).</a:t>
            </a:r>
          </a:p>
          <a:p>
            <a:pPr marL="742950" lvl="1" indent="-285750">
              <a:buFont typeface="Arial" panose="020B0604020202020204" pitchFamily="34" charset="0"/>
              <a:buChar char="•"/>
            </a:pPr>
            <a:r>
              <a:rPr lang="es-ES" dirty="0">
                <a:solidFill>
                  <a:schemeClr val="accent1">
                    <a:lumMod val="50000"/>
                  </a:schemeClr>
                </a:solidFill>
              </a:rPr>
              <a:t>Con el </a:t>
            </a:r>
            <a:r>
              <a:rPr lang="es-ES" b="1" dirty="0">
                <a:solidFill>
                  <a:schemeClr val="accent1">
                    <a:lumMod val="50000"/>
                  </a:schemeClr>
                </a:solidFill>
              </a:rPr>
              <a:t>algoritmo de </a:t>
            </a:r>
            <a:r>
              <a:rPr lang="es-ES" b="1" dirty="0" err="1">
                <a:solidFill>
                  <a:schemeClr val="accent1">
                    <a:lumMod val="50000"/>
                  </a:schemeClr>
                </a:solidFill>
              </a:rPr>
              <a:t>backpropagation</a:t>
            </a:r>
            <a:r>
              <a:rPr lang="es-ES" b="1" dirty="0">
                <a:solidFill>
                  <a:schemeClr val="accent1">
                    <a:lumMod val="50000"/>
                  </a:schemeClr>
                </a:solidFill>
              </a:rPr>
              <a:t> </a:t>
            </a:r>
            <a:r>
              <a:rPr lang="es-ES" dirty="0">
                <a:solidFill>
                  <a:schemeClr val="accent1">
                    <a:lumMod val="50000"/>
                  </a:schemeClr>
                </a:solidFill>
              </a:rPr>
              <a:t>calculamos de manera eficiente las derivadas parciales de la función de pérdida respecto a todos los parámetros de la red (pesos y sesgos).</a:t>
            </a:r>
          </a:p>
          <a:p>
            <a:pPr marL="742950" lvl="1" indent="-285750">
              <a:buFont typeface="Arial" panose="020B0604020202020204" pitchFamily="34" charset="0"/>
              <a:buChar char="•"/>
            </a:pPr>
            <a:r>
              <a:rPr lang="es-ES" dirty="0">
                <a:solidFill>
                  <a:schemeClr val="accent1">
                    <a:lumMod val="50000"/>
                  </a:schemeClr>
                </a:solidFill>
              </a:rPr>
              <a:t>En </a:t>
            </a:r>
            <a:r>
              <a:rPr lang="es-ES" b="1" dirty="0">
                <a:solidFill>
                  <a:schemeClr val="accent1">
                    <a:lumMod val="50000"/>
                  </a:schemeClr>
                </a:solidFill>
              </a:rPr>
              <a:t>descenso de gradiente </a:t>
            </a:r>
            <a:r>
              <a:rPr lang="es-ES" dirty="0">
                <a:solidFill>
                  <a:schemeClr val="accent1">
                    <a:lumMod val="50000"/>
                  </a:schemeClr>
                </a:solidFill>
              </a:rPr>
              <a:t>a</a:t>
            </a:r>
            <a:r>
              <a:rPr lang="en-US" dirty="0" err="1">
                <a:solidFill>
                  <a:schemeClr val="accent1">
                    <a:lumMod val="50000"/>
                  </a:schemeClr>
                </a:solidFill>
              </a:rPr>
              <a:t>ctualizamos</a:t>
            </a:r>
            <a:r>
              <a:rPr lang="en-US" dirty="0">
                <a:solidFill>
                  <a:schemeClr val="accent1">
                    <a:lumMod val="50000"/>
                  </a:schemeClr>
                </a:solidFill>
              </a:rPr>
              <a:t> </a:t>
            </a:r>
            <a:r>
              <a:rPr lang="en-US" dirty="0" err="1">
                <a:solidFill>
                  <a:schemeClr val="accent1">
                    <a:lumMod val="50000"/>
                  </a:schemeClr>
                </a:solidFill>
              </a:rPr>
              <a:t>el</a:t>
            </a:r>
            <a:r>
              <a:rPr lang="en-US" dirty="0">
                <a:solidFill>
                  <a:schemeClr val="accent1">
                    <a:lumMod val="50000"/>
                  </a:schemeClr>
                </a:solidFill>
              </a:rPr>
              <a:t> valor de </a:t>
            </a:r>
            <a:r>
              <a:rPr lang="en-US" dirty="0" err="1">
                <a:solidFill>
                  <a:schemeClr val="accent1">
                    <a:lumMod val="50000"/>
                  </a:schemeClr>
                </a:solidFill>
              </a:rPr>
              <a:t>los</a:t>
            </a:r>
            <a:r>
              <a:rPr lang="en-US" dirty="0">
                <a:solidFill>
                  <a:schemeClr val="accent1">
                    <a:lumMod val="50000"/>
                  </a:schemeClr>
                </a:solidFill>
              </a:rPr>
              <a:t> pesos </a:t>
            </a:r>
            <a:r>
              <a:rPr lang="en-US" dirty="0" err="1">
                <a:solidFill>
                  <a:schemeClr val="accent1">
                    <a:lumMod val="50000"/>
                  </a:schemeClr>
                </a:solidFill>
              </a:rPr>
              <a:t>en</a:t>
            </a:r>
            <a:r>
              <a:rPr lang="en-US" dirty="0">
                <a:solidFill>
                  <a:schemeClr val="accent1">
                    <a:lumMod val="50000"/>
                  </a:schemeClr>
                </a:solidFill>
              </a:rPr>
              <a:t> la </a:t>
            </a:r>
            <a:r>
              <a:rPr lang="en-US" dirty="0" err="1">
                <a:solidFill>
                  <a:schemeClr val="accent1">
                    <a:lumMod val="50000"/>
                  </a:schemeClr>
                </a:solidFill>
              </a:rPr>
              <a:t>dirección</a:t>
            </a:r>
            <a:r>
              <a:rPr lang="en-US" dirty="0">
                <a:solidFill>
                  <a:schemeClr val="accent1">
                    <a:lumMod val="50000"/>
                  </a:schemeClr>
                </a:solidFill>
              </a:rPr>
              <a:t> </a:t>
            </a:r>
            <a:r>
              <a:rPr lang="en-US" dirty="0" err="1">
                <a:solidFill>
                  <a:schemeClr val="accent1">
                    <a:lumMod val="50000"/>
                  </a:schemeClr>
                </a:solidFill>
              </a:rPr>
              <a:t>opuesta</a:t>
            </a:r>
            <a:r>
              <a:rPr lang="en-US" dirty="0">
                <a:solidFill>
                  <a:schemeClr val="accent1">
                    <a:lumMod val="50000"/>
                  </a:schemeClr>
                </a:solidFill>
              </a:rPr>
              <a:t> al </a:t>
            </a:r>
            <a:r>
              <a:rPr lang="en-US" dirty="0" err="1">
                <a:solidFill>
                  <a:schemeClr val="accent1">
                    <a:lumMod val="50000"/>
                  </a:schemeClr>
                </a:solidFill>
              </a:rPr>
              <a:t>gradiente</a:t>
            </a:r>
            <a:r>
              <a:rPr lang="en-US" dirty="0">
                <a:solidFill>
                  <a:schemeClr val="accent1">
                    <a:lumMod val="50000"/>
                  </a:schemeClr>
                </a:solidFill>
              </a:rPr>
              <a:t>.</a:t>
            </a:r>
          </a:p>
          <a:p>
            <a:pPr marL="742950" lvl="1" indent="-285750">
              <a:buFont typeface="Arial" panose="020B0604020202020204" pitchFamily="34" charset="0"/>
              <a:buChar char="•"/>
            </a:pPr>
            <a:endParaRPr lang="en-US" dirty="0">
              <a:solidFill>
                <a:schemeClr val="accent1">
                  <a:lumMod val="50000"/>
                </a:schemeClr>
              </a:solidFill>
            </a:endParaRPr>
          </a:p>
          <a:p>
            <a:pPr marL="285750" indent="-285750">
              <a:buFont typeface="Arial" panose="020B0604020202020204" pitchFamily="34" charset="0"/>
              <a:buChar char="•"/>
            </a:pPr>
            <a:r>
              <a:rPr lang="en-US" dirty="0">
                <a:solidFill>
                  <a:schemeClr val="accent1">
                    <a:lumMod val="50000"/>
                  </a:schemeClr>
                </a:solidFill>
              </a:rPr>
              <a:t>El </a:t>
            </a:r>
            <a:r>
              <a:rPr lang="en-US" dirty="0" err="1">
                <a:solidFill>
                  <a:schemeClr val="accent1">
                    <a:lumMod val="50000"/>
                  </a:schemeClr>
                </a:solidFill>
              </a:rPr>
              <a:t>proceso</a:t>
            </a:r>
            <a:r>
              <a:rPr lang="en-US" dirty="0">
                <a:solidFill>
                  <a:schemeClr val="accent1">
                    <a:lumMod val="50000"/>
                  </a:schemeClr>
                </a:solidFill>
              </a:rPr>
              <a:t> </a:t>
            </a:r>
            <a:r>
              <a:rPr lang="en-US" dirty="0" err="1">
                <a:solidFill>
                  <a:schemeClr val="accent1">
                    <a:lumMod val="50000"/>
                  </a:schemeClr>
                </a:solidFill>
              </a:rPr>
              <a:t>iterativo</a:t>
            </a:r>
            <a:r>
              <a:rPr lang="en-US" dirty="0">
                <a:solidFill>
                  <a:schemeClr val="accent1">
                    <a:lumMod val="50000"/>
                  </a:schemeClr>
                </a:solidFill>
              </a:rPr>
              <a:t> </a:t>
            </a:r>
            <a:r>
              <a:rPr lang="en-US" dirty="0" err="1">
                <a:solidFill>
                  <a:schemeClr val="accent1">
                    <a:lumMod val="50000"/>
                  </a:schemeClr>
                </a:solidFill>
              </a:rPr>
              <a:t>nos</a:t>
            </a:r>
            <a:r>
              <a:rPr lang="en-US" dirty="0">
                <a:solidFill>
                  <a:schemeClr val="accent1">
                    <a:lumMod val="50000"/>
                  </a:schemeClr>
                </a:solidFill>
              </a:rPr>
              <a:t> </a:t>
            </a:r>
            <a:r>
              <a:rPr lang="en-US" dirty="0" err="1">
                <a:solidFill>
                  <a:schemeClr val="accent1">
                    <a:lumMod val="50000"/>
                  </a:schemeClr>
                </a:solidFill>
              </a:rPr>
              <a:t>devolverá</a:t>
            </a:r>
            <a:r>
              <a:rPr lang="en-US" dirty="0">
                <a:solidFill>
                  <a:schemeClr val="accent1">
                    <a:lumMod val="50000"/>
                  </a:schemeClr>
                </a:solidFill>
              </a:rPr>
              <a:t> </a:t>
            </a:r>
            <a:r>
              <a:rPr lang="en-US" dirty="0" err="1">
                <a:solidFill>
                  <a:schemeClr val="accent1">
                    <a:lumMod val="50000"/>
                  </a:schemeClr>
                </a:solidFill>
              </a:rPr>
              <a:t>el</a:t>
            </a:r>
            <a:r>
              <a:rPr lang="en-US" dirty="0">
                <a:solidFill>
                  <a:schemeClr val="accent1">
                    <a:lumMod val="50000"/>
                  </a:schemeClr>
                </a:solidFill>
              </a:rPr>
              <a:t> valor de </a:t>
            </a:r>
            <a:r>
              <a:rPr lang="en-US" dirty="0" err="1">
                <a:solidFill>
                  <a:schemeClr val="accent1">
                    <a:lumMod val="50000"/>
                  </a:schemeClr>
                </a:solidFill>
              </a:rPr>
              <a:t>los</a:t>
            </a:r>
            <a:r>
              <a:rPr lang="en-US" dirty="0">
                <a:solidFill>
                  <a:schemeClr val="accent1">
                    <a:lumMod val="50000"/>
                  </a:schemeClr>
                </a:solidFill>
              </a:rPr>
              <a:t> pesos que </a:t>
            </a:r>
            <a:r>
              <a:rPr lang="en-US" dirty="0" err="1">
                <a:solidFill>
                  <a:schemeClr val="accent1">
                    <a:lumMod val="50000"/>
                  </a:schemeClr>
                </a:solidFill>
              </a:rPr>
              <a:t>minimiza</a:t>
            </a:r>
            <a:r>
              <a:rPr lang="en-US" dirty="0">
                <a:solidFill>
                  <a:schemeClr val="accent1">
                    <a:lumMod val="50000"/>
                  </a:schemeClr>
                </a:solidFill>
              </a:rPr>
              <a:t> </a:t>
            </a:r>
            <a:r>
              <a:rPr lang="en-US" dirty="0" err="1">
                <a:solidFill>
                  <a:schemeClr val="accent1">
                    <a:lumMod val="50000"/>
                  </a:schemeClr>
                </a:solidFill>
              </a:rPr>
              <a:t>el</a:t>
            </a:r>
            <a:r>
              <a:rPr lang="en-US" dirty="0">
                <a:solidFill>
                  <a:schemeClr val="accent1">
                    <a:lumMod val="50000"/>
                  </a:schemeClr>
                </a:solidFill>
              </a:rPr>
              <a:t> error.</a:t>
            </a:r>
            <a:endParaRPr lang="es-ES" dirty="0"/>
          </a:p>
        </p:txBody>
      </p:sp>
      <p:sp>
        <p:nvSpPr>
          <p:cNvPr id="3" name="CuadroTexto 2">
            <a:extLst>
              <a:ext uri="{FF2B5EF4-FFF2-40B4-BE49-F238E27FC236}">
                <a16:creationId xmlns:a16="http://schemas.microsoft.com/office/drawing/2014/main" id="{B721C4E8-F774-C602-C20C-95042CFF3868}"/>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25" name="CuadroTexto 24">
            <a:extLst>
              <a:ext uri="{FF2B5EF4-FFF2-40B4-BE49-F238E27FC236}">
                <a16:creationId xmlns:a16="http://schemas.microsoft.com/office/drawing/2014/main" id="{498A8C18-B0B6-91E3-128B-38D4F813DC90}"/>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err="1">
                <a:solidFill>
                  <a:schemeClr val="accent1">
                    <a:lumMod val="50000"/>
                  </a:schemeClr>
                </a:solidFill>
              </a:rPr>
              <a:t>Cálculo</a:t>
            </a:r>
            <a:r>
              <a:rPr lang="en-US" sz="2000" b="1" dirty="0">
                <a:solidFill>
                  <a:schemeClr val="accent1">
                    <a:lumMod val="50000"/>
                  </a:schemeClr>
                </a:solidFill>
              </a:rPr>
              <a:t> de pesos y </a:t>
            </a:r>
            <a:r>
              <a:rPr lang="en-US" sz="2000" b="1" dirty="0" err="1">
                <a:solidFill>
                  <a:schemeClr val="accent1">
                    <a:lumMod val="50000"/>
                  </a:schemeClr>
                </a:solidFill>
              </a:rPr>
              <a:t>sesgos</a:t>
            </a:r>
            <a:r>
              <a:rPr lang="en-US" sz="2000" b="1" dirty="0">
                <a:solidFill>
                  <a:schemeClr val="accent1">
                    <a:lumMod val="50000"/>
                  </a:schemeClr>
                </a:solidFill>
              </a:rPr>
              <a:t> que </a:t>
            </a:r>
            <a:r>
              <a:rPr lang="en-US" sz="2000" b="1" dirty="0" err="1">
                <a:solidFill>
                  <a:schemeClr val="accent1">
                    <a:lumMod val="50000"/>
                  </a:schemeClr>
                </a:solidFill>
              </a:rPr>
              <a:t>minimizan</a:t>
            </a:r>
            <a:r>
              <a:rPr lang="en-US" sz="2000" b="1" dirty="0">
                <a:solidFill>
                  <a:schemeClr val="accent1">
                    <a:lumMod val="50000"/>
                  </a:schemeClr>
                </a:solidFill>
              </a:rPr>
              <a:t> </a:t>
            </a:r>
            <a:r>
              <a:rPr lang="en-US" sz="2000" b="1" dirty="0" err="1">
                <a:solidFill>
                  <a:schemeClr val="accent1">
                    <a:lumMod val="50000"/>
                  </a:schemeClr>
                </a:solidFill>
              </a:rPr>
              <a:t>el</a:t>
            </a:r>
            <a:r>
              <a:rPr lang="en-US" sz="2000" b="1" dirty="0">
                <a:solidFill>
                  <a:schemeClr val="accent1">
                    <a:lumMod val="50000"/>
                  </a:schemeClr>
                </a:solidFill>
              </a:rPr>
              <a:t> error. </a:t>
            </a:r>
            <a:r>
              <a:rPr lang="en-US" sz="2000" b="1" dirty="0" err="1">
                <a:solidFill>
                  <a:schemeClr val="accent1">
                    <a:lumMod val="50000"/>
                  </a:schemeClr>
                </a:solidFill>
              </a:rPr>
              <a:t>Descenso</a:t>
            </a:r>
            <a:r>
              <a:rPr lang="en-US" sz="2000" b="1" dirty="0">
                <a:solidFill>
                  <a:schemeClr val="accent1">
                    <a:lumMod val="50000"/>
                  </a:schemeClr>
                </a:solidFill>
              </a:rPr>
              <a:t> de </a:t>
            </a:r>
            <a:r>
              <a:rPr lang="en-US" sz="2000" b="1" dirty="0" err="1">
                <a:solidFill>
                  <a:schemeClr val="accent1">
                    <a:lumMod val="50000"/>
                  </a:schemeClr>
                </a:solidFill>
              </a:rPr>
              <a:t>Gradiente</a:t>
            </a:r>
            <a:r>
              <a:rPr lang="en-US" sz="2000" b="1" dirty="0">
                <a:solidFill>
                  <a:schemeClr val="accent1">
                    <a:lumMod val="50000"/>
                  </a:schemeClr>
                </a:solidFill>
              </a:rPr>
              <a:t> + Backpropagation II</a:t>
            </a:r>
            <a:endParaRPr lang="en-US" sz="2000"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4" name="Rectángulo: esquinas redondeadas 3">
                <a:extLst>
                  <a:ext uri="{FF2B5EF4-FFF2-40B4-BE49-F238E27FC236}">
                    <a16:creationId xmlns:a16="http://schemas.microsoft.com/office/drawing/2014/main" id="{8661EDBA-6D36-9DD4-A790-82705036C9AB}"/>
                  </a:ext>
                </a:extLst>
              </p:cNvPr>
              <p:cNvSpPr/>
              <p:nvPr/>
            </p:nvSpPr>
            <p:spPr>
              <a:xfrm>
                <a:off x="1077441" y="1183932"/>
                <a:ext cx="2961159" cy="822858"/>
              </a:xfrm>
              <a:prstGeom prst="roundRect">
                <a:avLst/>
              </a:prstGeom>
              <a:noFill/>
              <a:ln w="381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accent1">
                        <a:lumMod val="50000"/>
                      </a:schemeClr>
                    </a:solidFill>
                  </a:rPr>
                  <a:t>Inicialización de parámetros.</a:t>
                </a:r>
              </a:p>
              <a:p>
                <a:pPr algn="ct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𝟎</m:t>
                          </m:r>
                          <m:r>
                            <a:rPr lang="es-ES" b="1"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𝟎</m:t>
                          </m:r>
                          <m:r>
                            <a:rPr lang="es-ES" b="1" i="1">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dirty="0">
                  <a:solidFill>
                    <a:schemeClr val="accent1">
                      <a:lumMod val="50000"/>
                    </a:schemeClr>
                  </a:solidFill>
                </a:endParaRPr>
              </a:p>
            </p:txBody>
          </p:sp>
        </mc:Choice>
        <mc:Fallback xmlns="">
          <p:sp>
            <p:nvSpPr>
              <p:cNvPr id="4" name="Rectángulo: esquinas redondeadas 3">
                <a:extLst>
                  <a:ext uri="{FF2B5EF4-FFF2-40B4-BE49-F238E27FC236}">
                    <a16:creationId xmlns:a16="http://schemas.microsoft.com/office/drawing/2014/main" id="{8661EDBA-6D36-9DD4-A790-82705036C9AB}"/>
                  </a:ext>
                </a:extLst>
              </p:cNvPr>
              <p:cNvSpPr>
                <a:spLocks noRot="1" noChangeAspect="1" noMove="1" noResize="1" noEditPoints="1" noAdjustHandles="1" noChangeArrowheads="1" noChangeShapeType="1" noTextEdit="1"/>
              </p:cNvSpPr>
              <p:nvPr/>
            </p:nvSpPr>
            <p:spPr>
              <a:xfrm>
                <a:off x="1077441" y="1183932"/>
                <a:ext cx="2961159" cy="822858"/>
              </a:xfrm>
              <a:prstGeom prst="roundRect">
                <a:avLst/>
              </a:prstGeom>
              <a:blipFill>
                <a:blip r:embed="rId3"/>
                <a:stretch>
                  <a:fillRect/>
                </a:stretch>
              </a:blipFill>
              <a:ln w="38100">
                <a:solidFill>
                  <a:schemeClr val="accent6">
                    <a:lumMod val="50000"/>
                  </a:schemeClr>
                </a:solidFill>
              </a:ln>
            </p:spPr>
            <p:txBody>
              <a:bodyPr/>
              <a:lstStyle/>
              <a:p>
                <a:r>
                  <a:rPr lang="es-ES">
                    <a:noFill/>
                  </a:rPr>
                  <a:t> </a:t>
                </a:r>
              </a:p>
            </p:txBody>
          </p:sp>
        </mc:Fallback>
      </mc:AlternateContent>
      <p:sp>
        <p:nvSpPr>
          <p:cNvPr id="5" name="Rectángulo: esquinas redondeadas 4">
            <a:extLst>
              <a:ext uri="{FF2B5EF4-FFF2-40B4-BE49-F238E27FC236}">
                <a16:creationId xmlns:a16="http://schemas.microsoft.com/office/drawing/2014/main" id="{1507A0F5-CE10-FF4B-085E-C3C1473E772F}"/>
              </a:ext>
            </a:extLst>
          </p:cNvPr>
          <p:cNvSpPr/>
          <p:nvPr/>
        </p:nvSpPr>
        <p:spPr>
          <a:xfrm>
            <a:off x="556040" y="2532567"/>
            <a:ext cx="4003959" cy="2496633"/>
          </a:xfrm>
          <a:prstGeom prst="roundRect">
            <a:avLst>
              <a:gd name="adj" fmla="val 11223"/>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esquinas redondeadas 5">
            <a:extLst>
              <a:ext uri="{FF2B5EF4-FFF2-40B4-BE49-F238E27FC236}">
                <a16:creationId xmlns:a16="http://schemas.microsoft.com/office/drawing/2014/main" id="{DD2D1A3D-E24B-62AD-1E2A-F5BD0FD6DC49}"/>
              </a:ext>
            </a:extLst>
          </p:cNvPr>
          <p:cNvSpPr/>
          <p:nvPr/>
        </p:nvSpPr>
        <p:spPr>
          <a:xfrm>
            <a:off x="872521" y="2732406"/>
            <a:ext cx="3370991" cy="972331"/>
          </a:xfrm>
          <a:prstGeom prst="roundRect">
            <a:avLst>
              <a:gd name="adj" fmla="val 19105"/>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err="1">
                <a:solidFill>
                  <a:schemeClr val="accent1">
                    <a:lumMod val="50000"/>
                  </a:schemeClr>
                </a:solidFill>
              </a:rPr>
              <a:t>Backpropagation</a:t>
            </a:r>
            <a:endParaRPr lang="es-ES" sz="2400" b="1" dirty="0">
              <a:solidFill>
                <a:schemeClr val="accent1">
                  <a:lumMod val="50000"/>
                </a:schemeClr>
              </a:solidFill>
            </a:endParaRPr>
          </a:p>
        </p:txBody>
      </p:sp>
      <p:sp>
        <p:nvSpPr>
          <p:cNvPr id="12" name="Rectángulo: esquinas redondeadas 11">
            <a:extLst>
              <a:ext uri="{FF2B5EF4-FFF2-40B4-BE49-F238E27FC236}">
                <a16:creationId xmlns:a16="http://schemas.microsoft.com/office/drawing/2014/main" id="{CA686518-FA5A-5AAA-9EF9-91874CE80579}"/>
              </a:ext>
            </a:extLst>
          </p:cNvPr>
          <p:cNvSpPr/>
          <p:nvPr/>
        </p:nvSpPr>
        <p:spPr>
          <a:xfrm>
            <a:off x="872522" y="3878579"/>
            <a:ext cx="3370991" cy="972331"/>
          </a:xfrm>
          <a:prstGeom prst="roundRect">
            <a:avLst>
              <a:gd name="adj" fmla="val 19105"/>
            </a:avLst>
          </a:prstGeom>
          <a:noFill/>
          <a:ln w="254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dirty="0">
                <a:solidFill>
                  <a:schemeClr val="accent1">
                    <a:lumMod val="50000"/>
                  </a:schemeClr>
                </a:solidFill>
              </a:rPr>
              <a:t>Descenso de Gradiente</a:t>
            </a:r>
          </a:p>
        </p:txBody>
      </p:sp>
      <mc:AlternateContent xmlns:mc="http://schemas.openxmlformats.org/markup-compatibility/2006" xmlns:a14="http://schemas.microsoft.com/office/drawing/2010/main">
        <mc:Choice Requires="a14">
          <p:sp>
            <p:nvSpPr>
              <p:cNvPr id="13" name="Rectángulo: esquinas redondeadas 12">
                <a:extLst>
                  <a:ext uri="{FF2B5EF4-FFF2-40B4-BE49-F238E27FC236}">
                    <a16:creationId xmlns:a16="http://schemas.microsoft.com/office/drawing/2014/main" id="{DCB137DB-3524-702C-5E7E-4A83E509271C}"/>
                  </a:ext>
                </a:extLst>
              </p:cNvPr>
              <p:cNvSpPr/>
              <p:nvPr/>
            </p:nvSpPr>
            <p:spPr>
              <a:xfrm>
                <a:off x="1077441" y="5554977"/>
                <a:ext cx="2961159" cy="714542"/>
              </a:xfrm>
              <a:prstGeom prst="roundRect">
                <a:avLst>
                  <a:gd name="adj" fmla="val 13746"/>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solidFill>
                      <a:schemeClr val="accent1">
                        <a:lumMod val="50000"/>
                      </a:schemeClr>
                    </a:solidFill>
                  </a:rPr>
                  <a:t>Valores óptimos</a:t>
                </a:r>
              </a:p>
              <a:p>
                <a:pPr algn="ctr"/>
                <a14:m>
                  <m:oMathPara xmlns:m="http://schemas.openxmlformats.org/officeDocument/2006/math">
                    <m:oMathParaPr>
                      <m:jc m:val="centerGroup"/>
                    </m:oMathParaPr>
                    <m:oMath xmlns:m="http://schemas.openxmlformats.org/officeDocument/2006/math">
                      <m:r>
                        <a:rPr lang="es-ES" b="1" i="1">
                          <a:solidFill>
                            <a:schemeClr val="accent1">
                              <a:lumMod val="50000"/>
                            </a:schemeClr>
                          </a:solidFill>
                          <a:latin typeface="Cambria Math" panose="02040503050406030204" pitchFamily="18" charset="0"/>
                          <a:ea typeface="Cambria Math" panose="02040503050406030204" pitchFamily="18" charset="0"/>
                        </a:rPr>
                        <m:t>𝑾</m:t>
                      </m:r>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oMath>
                  </m:oMathPara>
                </a14:m>
                <a:endParaRPr lang="es-ES" dirty="0">
                  <a:solidFill>
                    <a:schemeClr val="accent1">
                      <a:lumMod val="50000"/>
                    </a:schemeClr>
                  </a:solidFill>
                </a:endParaRPr>
              </a:p>
            </p:txBody>
          </p:sp>
        </mc:Choice>
        <mc:Fallback xmlns="">
          <p:sp>
            <p:nvSpPr>
              <p:cNvPr id="13" name="Rectángulo: esquinas redondeadas 12">
                <a:extLst>
                  <a:ext uri="{FF2B5EF4-FFF2-40B4-BE49-F238E27FC236}">
                    <a16:creationId xmlns:a16="http://schemas.microsoft.com/office/drawing/2014/main" id="{DCB137DB-3524-702C-5E7E-4A83E509271C}"/>
                  </a:ext>
                </a:extLst>
              </p:cNvPr>
              <p:cNvSpPr>
                <a:spLocks noRot="1" noChangeAspect="1" noMove="1" noResize="1" noEditPoints="1" noAdjustHandles="1" noChangeArrowheads="1" noChangeShapeType="1" noTextEdit="1"/>
              </p:cNvSpPr>
              <p:nvPr/>
            </p:nvSpPr>
            <p:spPr>
              <a:xfrm>
                <a:off x="1077441" y="5554977"/>
                <a:ext cx="2961159" cy="714542"/>
              </a:xfrm>
              <a:prstGeom prst="roundRect">
                <a:avLst>
                  <a:gd name="adj" fmla="val 13746"/>
                </a:avLst>
              </a:prstGeom>
              <a:blipFill>
                <a:blip r:embed="rId4"/>
                <a:stretch>
                  <a:fillRect/>
                </a:stretch>
              </a:blipFill>
              <a:ln w="38100">
                <a:solidFill>
                  <a:srgbClr val="C00000"/>
                </a:solidFill>
              </a:ln>
            </p:spPr>
            <p:txBody>
              <a:bodyPr/>
              <a:lstStyle/>
              <a:p>
                <a:r>
                  <a:rPr lang="es-ES">
                    <a:noFill/>
                  </a:rPr>
                  <a:t> </a:t>
                </a:r>
              </a:p>
            </p:txBody>
          </p:sp>
        </mc:Fallback>
      </mc:AlternateContent>
      <p:sp>
        <p:nvSpPr>
          <p:cNvPr id="16" name="Flecha: hacia abajo 15">
            <a:extLst>
              <a:ext uri="{FF2B5EF4-FFF2-40B4-BE49-F238E27FC236}">
                <a16:creationId xmlns:a16="http://schemas.microsoft.com/office/drawing/2014/main" id="{716FD014-8788-B658-1E3B-D15420FA2BF5}"/>
              </a:ext>
            </a:extLst>
          </p:cNvPr>
          <p:cNvSpPr/>
          <p:nvPr/>
        </p:nvSpPr>
        <p:spPr>
          <a:xfrm>
            <a:off x="2412543" y="2047645"/>
            <a:ext cx="290946" cy="454385"/>
          </a:xfrm>
          <a:prstGeom prst="downArrow">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Flecha: hacia abajo 16">
            <a:extLst>
              <a:ext uri="{FF2B5EF4-FFF2-40B4-BE49-F238E27FC236}">
                <a16:creationId xmlns:a16="http://schemas.microsoft.com/office/drawing/2014/main" id="{633FB9AB-6AE4-CE13-D1E7-7F095896E18F}"/>
              </a:ext>
            </a:extLst>
          </p:cNvPr>
          <p:cNvSpPr/>
          <p:nvPr/>
        </p:nvSpPr>
        <p:spPr>
          <a:xfrm>
            <a:off x="2412543" y="5064603"/>
            <a:ext cx="290946" cy="454385"/>
          </a:xfrm>
          <a:prstGeom prst="downArrow">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38030785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721C4E8-F774-C602-C20C-95042CFF3868}"/>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25" name="CuadroTexto 24">
            <a:extLst>
              <a:ext uri="{FF2B5EF4-FFF2-40B4-BE49-F238E27FC236}">
                <a16:creationId xmlns:a16="http://schemas.microsoft.com/office/drawing/2014/main" id="{498A8C18-B0B6-91E3-128B-38D4F813DC90}"/>
              </a:ext>
            </a:extLst>
          </p:cNvPr>
          <p:cNvSpPr txBox="1"/>
          <p:nvPr/>
        </p:nvSpPr>
        <p:spPr>
          <a:xfrm>
            <a:off x="217336" y="444582"/>
            <a:ext cx="11879236" cy="553998"/>
          </a:xfrm>
          <a:prstGeom prst="rect">
            <a:avLst/>
          </a:prstGeom>
          <a:noFill/>
        </p:spPr>
        <p:txBody>
          <a:bodyPr wrap="square">
            <a:spAutoFit/>
          </a:bodyPr>
          <a:lstStyle/>
          <a:p>
            <a:pPr>
              <a:lnSpc>
                <a:spcPct val="150000"/>
              </a:lnSpc>
            </a:pPr>
            <a:r>
              <a:rPr lang="en-US" sz="2000" b="1" dirty="0" err="1" smtClean="0">
                <a:solidFill>
                  <a:schemeClr val="accent1">
                    <a:lumMod val="50000"/>
                  </a:schemeClr>
                </a:solidFill>
              </a:rPr>
              <a:t>Entrenamiento</a:t>
            </a:r>
            <a:r>
              <a:rPr lang="en-US" sz="2000" b="1" dirty="0" smtClean="0">
                <a:solidFill>
                  <a:schemeClr val="accent1">
                    <a:lumMod val="50000"/>
                  </a:schemeClr>
                </a:solidFill>
              </a:rPr>
              <a:t> de la red. </a:t>
            </a:r>
            <a:r>
              <a:rPr lang="en-US" sz="2000" b="1" dirty="0" err="1" smtClean="0">
                <a:solidFill>
                  <a:schemeClr val="accent1">
                    <a:lumMod val="50000"/>
                  </a:schemeClr>
                </a:solidFill>
              </a:rPr>
              <a:t>Pasos</a:t>
            </a:r>
            <a:endParaRPr lang="en-US" sz="2000"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E9FB0580-7AB4-F304-DE10-2CB7D7C5D796}"/>
                  </a:ext>
                </a:extLst>
              </p:cNvPr>
              <p:cNvSpPr txBox="1"/>
              <p:nvPr/>
            </p:nvSpPr>
            <p:spPr>
              <a:xfrm>
                <a:off x="259710" y="1147314"/>
                <a:ext cx="11672580" cy="5622565"/>
              </a:xfrm>
              <a:prstGeom prst="rect">
                <a:avLst/>
              </a:prstGeom>
              <a:noFill/>
            </p:spPr>
            <p:txBody>
              <a:bodyPr wrap="square">
                <a:spAutoFit/>
              </a:bodyPr>
              <a:lstStyle/>
              <a:p>
                <a:pPr marL="285750" indent="-285750">
                  <a:buFont typeface="Wingdings" panose="05000000000000000000" pitchFamily="2" charset="2"/>
                  <a:buChar char="Ø"/>
                </a:pPr>
                <a:r>
                  <a:rPr lang="es-ES" dirty="0" smtClean="0">
                    <a:solidFill>
                      <a:schemeClr val="accent1">
                        <a:lumMod val="50000"/>
                      </a:schemeClr>
                    </a:solidFill>
                  </a:rPr>
                  <a:t>Se inicializan los pesos de modo aleatorio. Se selecciona un conjunto de datos de entre los datos de entrenamiento. </a:t>
                </a:r>
              </a:p>
              <a:p>
                <a:r>
                  <a:rPr lang="es-ES" dirty="0">
                    <a:solidFill>
                      <a:schemeClr val="accent1">
                        <a:lumMod val="50000"/>
                      </a:schemeClr>
                    </a:solidFill>
                  </a:rPr>
                  <a:t>     Cada iteración completa con los datos seleccionados se denomina </a:t>
                </a:r>
                <a:r>
                  <a:rPr lang="es-ES" i="1" dirty="0" err="1">
                    <a:solidFill>
                      <a:schemeClr val="accent1">
                        <a:lumMod val="50000"/>
                      </a:schemeClr>
                    </a:solidFill>
                  </a:rPr>
                  <a:t>epoch</a:t>
                </a:r>
                <a:r>
                  <a:rPr lang="es-ES" i="1" dirty="0">
                    <a:solidFill>
                      <a:schemeClr val="accent1">
                        <a:lumMod val="50000"/>
                      </a:schemeClr>
                    </a:solidFill>
                  </a:rPr>
                  <a:t> </a:t>
                </a:r>
                <a:r>
                  <a:rPr lang="es-ES" dirty="0">
                    <a:solidFill>
                      <a:schemeClr val="accent1">
                        <a:lumMod val="50000"/>
                      </a:schemeClr>
                    </a:solidFill>
                  </a:rPr>
                  <a:t>(época).</a:t>
                </a:r>
              </a:p>
              <a:p>
                <a:endParaRPr lang="es-ES" dirty="0">
                  <a:solidFill>
                    <a:schemeClr val="accent1">
                      <a:lumMod val="50000"/>
                    </a:schemeClr>
                  </a:solidFill>
                </a:endParaRPr>
              </a:p>
              <a:p>
                <a:pPr marL="742950" lvl="1" indent="-285750">
                  <a:buFont typeface="Courier New" panose="02070309020205020404" pitchFamily="49" charset="0"/>
                  <a:buChar char="o"/>
                </a:pPr>
                <a:r>
                  <a:rPr lang="es-ES" dirty="0">
                    <a:solidFill>
                      <a:schemeClr val="accent1">
                        <a:lumMod val="50000"/>
                      </a:schemeClr>
                    </a:solidFill>
                  </a:rPr>
                  <a:t>Cada elemento del conjunto de datos:</a:t>
                </a:r>
              </a:p>
              <a:p>
                <a:endParaRPr lang="es-ES" dirty="0">
                  <a:solidFill>
                    <a:schemeClr val="accent1">
                      <a:lumMod val="50000"/>
                    </a:schemeClr>
                  </a:solidFill>
                </a:endParaRPr>
              </a:p>
              <a:p>
                <a:pPr marL="1200150" lvl="2" indent="-285750">
                  <a:lnSpc>
                    <a:spcPct val="150000"/>
                  </a:lnSpc>
                  <a:buFont typeface="Arial" panose="020B0604020202020204" pitchFamily="34" charset="0"/>
                  <a:buChar char="•"/>
                </a:pPr>
                <a:r>
                  <a:rPr lang="es-ES" dirty="0">
                    <a:solidFill>
                      <a:schemeClr val="accent1">
                        <a:lumMod val="50000"/>
                      </a:schemeClr>
                    </a:solidFill>
                  </a:rPr>
                  <a:t>Se pasa por la red neuronal (</a:t>
                </a:r>
                <a:r>
                  <a:rPr lang="es-ES" dirty="0" err="1">
                    <a:solidFill>
                      <a:schemeClr val="accent1">
                        <a:lumMod val="50000"/>
                      </a:schemeClr>
                    </a:solidFill>
                  </a:rPr>
                  <a:t>Feedforward</a:t>
                </a:r>
                <a:r>
                  <a:rPr lang="es-ES" dirty="0">
                    <a:solidFill>
                      <a:schemeClr val="accent1">
                        <a:lumMod val="50000"/>
                      </a:schemeClr>
                    </a:solidFill>
                  </a:rPr>
                  <a:t>) calculando la salida y almacenando el valor de los nodos en las capas intermedias </a:t>
                </a:r>
                <a14:m>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𝒂</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oMath>
                </a14:m>
                <a:r>
                  <a:rPr lang="es-ES" dirty="0">
                    <a:solidFill>
                      <a:schemeClr val="accent1">
                        <a:lumMod val="50000"/>
                      </a:schemeClr>
                    </a:solidFill>
                  </a:rPr>
                  <a:t>, </a:t>
                </a:r>
                <a14:m>
                  <m:oMath xmlns:m="http://schemas.openxmlformats.org/officeDocument/2006/math">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𝒛</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oMath>
                </a14:m>
                <a:r>
                  <a:rPr lang="es-ES" dirty="0">
                    <a:solidFill>
                      <a:schemeClr val="accent1">
                        <a:lumMod val="50000"/>
                      </a:schemeClr>
                    </a:solidFill>
                  </a:rPr>
                  <a:t>.</a:t>
                </a:r>
              </a:p>
              <a:p>
                <a:pPr marL="1200150" lvl="2" indent="-285750">
                  <a:lnSpc>
                    <a:spcPct val="150000"/>
                  </a:lnSpc>
                  <a:buFont typeface="Arial" panose="020B0604020202020204" pitchFamily="34" charset="0"/>
                  <a:buChar char="•"/>
                </a:pPr>
                <a:r>
                  <a:rPr lang="es-ES" dirty="0">
                    <a:solidFill>
                      <a:schemeClr val="accent1">
                        <a:lumMod val="50000"/>
                      </a:schemeClr>
                    </a:solidFill>
                  </a:rPr>
                  <a:t>En la última capa se calcula el error y </a:t>
                </a:r>
                <a14:m>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oMath>
                </a14:m>
                <a:r>
                  <a:rPr lang="es-ES" dirty="0">
                    <a:solidFill>
                      <a:schemeClr val="accent1">
                        <a:lumMod val="50000"/>
                      </a:schemeClr>
                    </a:solidFill>
                  </a:rPr>
                  <a:t>, gradiente de la función de pérdida respecto a la entrada de la última capa. Además, se calculan </a:t>
                </a:r>
                <a14:m>
                  <m:oMath xmlns:m="http://schemas.openxmlformats.org/officeDocument/2006/math">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6">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6">
                                    <a:lumMod val="50000"/>
                                  </a:schemeClr>
                                </a:solidFill>
                                <a:latin typeface="Cambria Math" panose="02040503050406030204" pitchFamily="18" charset="0"/>
                                <a:ea typeface="Cambria Math" panose="02040503050406030204" pitchFamily="18" charset="0"/>
                              </a:rPr>
                              <m:t>𝑾</m:t>
                            </m:r>
                          </m:e>
                          <m:sup>
                            <m:r>
                              <a:rPr lang="es-ES" b="0" i="1" smtClean="0">
                                <a:solidFill>
                                  <a:schemeClr val="accent6">
                                    <a:lumMod val="50000"/>
                                  </a:schemeClr>
                                </a:solidFill>
                                <a:latin typeface="Cambria Math" panose="02040503050406030204" pitchFamily="18" charset="0"/>
                                <a:ea typeface="Cambria Math" panose="02040503050406030204" pitchFamily="18" charset="0"/>
                              </a:rPr>
                              <m:t>[</m:t>
                            </m:r>
                            <m:r>
                              <a:rPr lang="es-ES" i="1">
                                <a:solidFill>
                                  <a:schemeClr val="accent6">
                                    <a:lumMod val="50000"/>
                                  </a:schemeClr>
                                </a:solidFill>
                                <a:latin typeface="Cambria Math" panose="02040503050406030204" pitchFamily="18" charset="0"/>
                                <a:ea typeface="Cambria Math" panose="02040503050406030204" pitchFamily="18" charset="0"/>
                              </a:rPr>
                              <m:t>𝐿</m:t>
                            </m:r>
                            <m:r>
                              <a:rPr lang="es-ES" i="1">
                                <a:solidFill>
                                  <a:schemeClr val="accent6">
                                    <a:lumMod val="50000"/>
                                  </a:schemeClr>
                                </a:solidFill>
                                <a:latin typeface="Cambria Math" panose="02040503050406030204" pitchFamily="18" charset="0"/>
                                <a:ea typeface="Cambria Math" panose="02040503050406030204" pitchFamily="18" charset="0"/>
                              </a:rPr>
                              <m:t>−1]</m:t>
                            </m:r>
                          </m:sup>
                        </m:sSup>
                      </m:den>
                    </m:f>
                    <m:r>
                      <a:rPr lang="es-ES" b="0" i="0" smtClean="0">
                        <a:solidFill>
                          <a:schemeClr val="accent6">
                            <a:lumMod val="50000"/>
                          </a:schemeClr>
                        </a:solidFill>
                        <a:latin typeface="Cambria Math" panose="02040503050406030204" pitchFamily="18" charset="0"/>
                        <a:ea typeface="Cambria Math" panose="02040503050406030204" pitchFamily="18" charset="0"/>
                      </a:rPr>
                      <m:t> </m:t>
                    </m:r>
                  </m:oMath>
                </a14:m>
                <a:r>
                  <a:rPr lang="es-ES" dirty="0">
                    <a:solidFill>
                      <a:schemeClr val="accent1">
                        <a:lumMod val="50000"/>
                      </a:schemeClr>
                    </a:solidFill>
                  </a:rPr>
                  <a:t>y </a:t>
                </a:r>
                <a14:m>
                  <m:oMath xmlns:m="http://schemas.openxmlformats.org/officeDocument/2006/math">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6">
                                    <a:lumMod val="50000"/>
                                  </a:schemeClr>
                                </a:solidFill>
                                <a:latin typeface="Cambria Math" panose="02040503050406030204" pitchFamily="18" charset="0"/>
                                <a:ea typeface="Cambria Math" panose="02040503050406030204" pitchFamily="18" charset="0"/>
                              </a:rPr>
                            </m:ctrlPr>
                          </m:sSupPr>
                          <m:e>
                            <m:r>
                              <a:rPr lang="es-ES" b="1" i="1">
                                <a:solidFill>
                                  <a:schemeClr val="accent6">
                                    <a:lumMod val="50000"/>
                                  </a:schemeClr>
                                </a:solidFill>
                                <a:latin typeface="Cambria Math" panose="02040503050406030204" pitchFamily="18" charset="0"/>
                                <a:ea typeface="Cambria Math" panose="02040503050406030204" pitchFamily="18" charset="0"/>
                              </a:rPr>
                              <m:t>𝒃</m:t>
                            </m:r>
                          </m:e>
                          <m:sup>
                            <m:r>
                              <a:rPr lang="es-ES" b="0" i="1" smtClean="0">
                                <a:solidFill>
                                  <a:schemeClr val="accent6">
                                    <a:lumMod val="50000"/>
                                  </a:schemeClr>
                                </a:solidFill>
                                <a:latin typeface="Cambria Math" panose="02040503050406030204" pitchFamily="18" charset="0"/>
                                <a:ea typeface="Cambria Math" panose="02040503050406030204" pitchFamily="18" charset="0"/>
                              </a:rPr>
                              <m:t>[</m:t>
                            </m:r>
                            <m:r>
                              <a:rPr lang="es-ES" i="1">
                                <a:solidFill>
                                  <a:schemeClr val="accent6">
                                    <a:lumMod val="50000"/>
                                  </a:schemeClr>
                                </a:solidFill>
                                <a:latin typeface="Cambria Math" panose="02040503050406030204" pitchFamily="18" charset="0"/>
                                <a:ea typeface="Cambria Math" panose="02040503050406030204" pitchFamily="18" charset="0"/>
                              </a:rPr>
                              <m:t>𝐿</m:t>
                            </m:r>
                            <m:r>
                              <a:rPr lang="es-ES" i="1">
                                <a:solidFill>
                                  <a:schemeClr val="accent6">
                                    <a:lumMod val="50000"/>
                                  </a:schemeClr>
                                </a:solidFill>
                                <a:latin typeface="Cambria Math" panose="02040503050406030204" pitchFamily="18" charset="0"/>
                                <a:ea typeface="Cambria Math" panose="02040503050406030204" pitchFamily="18" charset="0"/>
                              </a:rPr>
                              <m:t>−1]</m:t>
                            </m:r>
                          </m:sup>
                        </m:sSup>
                      </m:den>
                    </m:f>
                  </m:oMath>
                </a14:m>
                <a:r>
                  <a:rPr lang="es-ES" dirty="0">
                    <a:solidFill>
                      <a:schemeClr val="accent1">
                        <a:lumMod val="50000"/>
                      </a:schemeClr>
                    </a:solidFill>
                  </a:rPr>
                  <a:t>, las componentes del vector gradiente respecto a los pesos.</a:t>
                </a:r>
              </a:p>
              <a:p>
                <a:pPr marL="1200150" lvl="2" indent="-285750">
                  <a:lnSpc>
                    <a:spcPct val="150000"/>
                  </a:lnSpc>
                  <a:buFont typeface="Arial" panose="020B0604020202020204" pitchFamily="34" charset="0"/>
                  <a:buChar char="•"/>
                </a:pPr>
                <a:r>
                  <a:rPr lang="es-ES" dirty="0">
                    <a:solidFill>
                      <a:schemeClr val="accent1">
                        <a:lumMod val="50000"/>
                      </a:schemeClr>
                    </a:solidFill>
                  </a:rPr>
                  <a:t>De manera iterativa el error </a:t>
                </a:r>
                <a14:m>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oMath>
                </a14:m>
                <a:r>
                  <a:rPr lang="es-ES" dirty="0">
                    <a:solidFill>
                      <a:schemeClr val="accent1">
                        <a:lumMod val="50000"/>
                      </a:schemeClr>
                    </a:solidFill>
                  </a:rPr>
                  <a:t> se propaga hacia capas anteriores. En cada capa se calcula </a:t>
                </a:r>
                <a14:m>
                  <m:oMath xmlns:m="http://schemas.openxmlformats.org/officeDocument/2006/math">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oMath>
                </a14:m>
                <a:r>
                  <a:rPr lang="es-ES" dirty="0">
                    <a:solidFill>
                      <a:schemeClr val="accent1">
                        <a:lumMod val="50000"/>
                      </a:schemeClr>
                    </a:solidFill>
                  </a:rPr>
                  <a:t> y las componentes del vector gradiente respecto a los pesos correspondientes </a:t>
                </a:r>
                <a14:m>
                  <m:oMath xmlns:m="http://schemas.openxmlformats.org/officeDocument/2006/math">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6">
                                    <a:lumMod val="50000"/>
                                  </a:schemeClr>
                                </a:solidFill>
                                <a:latin typeface="Cambria Math" panose="02040503050406030204" pitchFamily="18" charset="0"/>
                                <a:ea typeface="Cambria Math" panose="02040503050406030204" pitchFamily="18" charset="0"/>
                              </a:rPr>
                            </m:ctrlPr>
                          </m:sSupPr>
                          <m:e>
                            <m:r>
                              <a:rPr lang="es-ES" b="1" i="1">
                                <a:solidFill>
                                  <a:schemeClr val="accent6">
                                    <a:lumMod val="50000"/>
                                  </a:schemeClr>
                                </a:solidFill>
                                <a:latin typeface="Cambria Math" panose="02040503050406030204" pitchFamily="18" charset="0"/>
                                <a:ea typeface="Cambria Math" panose="02040503050406030204" pitchFamily="18" charset="0"/>
                              </a:rPr>
                              <m:t>𝑾</m:t>
                            </m:r>
                          </m:e>
                          <m:sup>
                            <m:r>
                              <a:rPr lang="es-ES" i="1">
                                <a:solidFill>
                                  <a:schemeClr val="accent6">
                                    <a:lumMod val="50000"/>
                                  </a:schemeClr>
                                </a:solidFill>
                                <a:latin typeface="Cambria Math" panose="02040503050406030204" pitchFamily="18" charset="0"/>
                                <a:ea typeface="Cambria Math" panose="02040503050406030204" pitchFamily="18" charset="0"/>
                              </a:rPr>
                              <m:t>[</m:t>
                            </m:r>
                            <m:r>
                              <a:rPr lang="es-ES" b="0" i="1" smtClean="0">
                                <a:solidFill>
                                  <a:schemeClr val="accent6">
                                    <a:lumMod val="50000"/>
                                  </a:schemeClr>
                                </a:solidFill>
                                <a:latin typeface="Cambria Math" panose="02040503050406030204" pitchFamily="18" charset="0"/>
                                <a:ea typeface="Cambria Math" panose="02040503050406030204" pitchFamily="18" charset="0"/>
                              </a:rPr>
                              <m:t>𝑙</m:t>
                            </m:r>
                            <m:r>
                              <a:rPr lang="es-ES" i="1">
                                <a:solidFill>
                                  <a:schemeClr val="accent6">
                                    <a:lumMod val="50000"/>
                                  </a:schemeClr>
                                </a:solidFill>
                                <a:latin typeface="Cambria Math" panose="02040503050406030204" pitchFamily="18" charset="0"/>
                                <a:ea typeface="Cambria Math" panose="02040503050406030204" pitchFamily="18" charset="0"/>
                              </a:rPr>
                              <m:t>]</m:t>
                            </m:r>
                          </m:sup>
                        </m:sSup>
                      </m:den>
                    </m:f>
                    <m:r>
                      <a:rPr lang="es-ES">
                        <a:solidFill>
                          <a:schemeClr val="accent6">
                            <a:lumMod val="50000"/>
                          </a:schemeClr>
                        </a:solidFill>
                        <a:latin typeface="Cambria Math" panose="02040503050406030204" pitchFamily="18" charset="0"/>
                        <a:ea typeface="Cambria Math" panose="02040503050406030204" pitchFamily="18" charset="0"/>
                      </a:rPr>
                      <m:t> </m:t>
                    </m:r>
                  </m:oMath>
                </a14:m>
                <a:r>
                  <a:rPr lang="es-ES" dirty="0">
                    <a:solidFill>
                      <a:schemeClr val="accent1">
                        <a:lumMod val="50000"/>
                      </a:schemeClr>
                    </a:solidFill>
                  </a:rPr>
                  <a:t>y </a:t>
                </a:r>
                <a14:m>
                  <m:oMath xmlns:m="http://schemas.openxmlformats.org/officeDocument/2006/math">
                    <m:f>
                      <m:fPr>
                        <m:ctrlPr>
                          <a:rPr lang="es-ES" i="1">
                            <a:solidFill>
                              <a:schemeClr val="accent1">
                                <a:lumMod val="50000"/>
                              </a:schemeClr>
                            </a:solidFill>
                            <a:latin typeface="Cambria Math" panose="02040503050406030204" pitchFamily="18" charset="0"/>
                            <a:ea typeface="Cambria Math" panose="02040503050406030204" pitchFamily="18" charset="0"/>
                          </a:rPr>
                        </m:ctrlPr>
                      </m:fPr>
                      <m:num>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𝐽</m:t>
                        </m:r>
                      </m:num>
                      <m:den>
                        <m:r>
                          <m:rPr>
                            <m:brk m:alnAt="7"/>
                          </m:rP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6">
                                    <a:lumMod val="50000"/>
                                  </a:schemeClr>
                                </a:solidFill>
                                <a:latin typeface="Cambria Math" panose="02040503050406030204" pitchFamily="18" charset="0"/>
                                <a:ea typeface="Cambria Math" panose="02040503050406030204" pitchFamily="18" charset="0"/>
                              </a:rPr>
                            </m:ctrlPr>
                          </m:sSupPr>
                          <m:e>
                            <m:r>
                              <a:rPr lang="es-ES" b="1" i="1">
                                <a:solidFill>
                                  <a:schemeClr val="accent6">
                                    <a:lumMod val="50000"/>
                                  </a:schemeClr>
                                </a:solidFill>
                                <a:latin typeface="Cambria Math" panose="02040503050406030204" pitchFamily="18" charset="0"/>
                                <a:ea typeface="Cambria Math" panose="02040503050406030204" pitchFamily="18" charset="0"/>
                              </a:rPr>
                              <m:t>𝒃</m:t>
                            </m:r>
                          </m:e>
                          <m:sup>
                            <m:r>
                              <a:rPr lang="es-ES" i="1">
                                <a:solidFill>
                                  <a:schemeClr val="accent6">
                                    <a:lumMod val="50000"/>
                                  </a:schemeClr>
                                </a:solidFill>
                                <a:latin typeface="Cambria Math" panose="02040503050406030204" pitchFamily="18" charset="0"/>
                                <a:ea typeface="Cambria Math" panose="02040503050406030204" pitchFamily="18" charset="0"/>
                              </a:rPr>
                              <m:t>[</m:t>
                            </m:r>
                            <m:r>
                              <a:rPr lang="es-ES" b="0" i="1" smtClean="0">
                                <a:solidFill>
                                  <a:schemeClr val="accent6">
                                    <a:lumMod val="50000"/>
                                  </a:schemeClr>
                                </a:solidFill>
                                <a:latin typeface="Cambria Math" panose="02040503050406030204" pitchFamily="18" charset="0"/>
                                <a:ea typeface="Cambria Math" panose="02040503050406030204" pitchFamily="18" charset="0"/>
                              </a:rPr>
                              <m:t>𝑙</m:t>
                            </m:r>
                            <m:r>
                              <a:rPr lang="es-ES" i="1">
                                <a:solidFill>
                                  <a:schemeClr val="accent6">
                                    <a:lumMod val="50000"/>
                                  </a:schemeClr>
                                </a:solidFill>
                                <a:latin typeface="Cambria Math" panose="02040503050406030204" pitchFamily="18" charset="0"/>
                                <a:ea typeface="Cambria Math" panose="02040503050406030204" pitchFamily="18" charset="0"/>
                              </a:rPr>
                              <m:t>]</m:t>
                            </m:r>
                          </m:sup>
                        </m:sSup>
                      </m:den>
                    </m:f>
                  </m:oMath>
                </a14:m>
                <a:r>
                  <a:rPr lang="es-ES" dirty="0">
                    <a:solidFill>
                      <a:schemeClr val="accent1">
                        <a:lumMod val="50000"/>
                      </a:schemeClr>
                    </a:solidFill>
                  </a:rPr>
                  <a:t>.</a:t>
                </a:r>
              </a:p>
              <a:p>
                <a:pPr marL="1200150" lvl="2" indent="-285750">
                  <a:lnSpc>
                    <a:spcPct val="150000"/>
                  </a:lnSpc>
                  <a:buFont typeface="Arial" panose="020B0604020202020204" pitchFamily="34" charset="0"/>
                  <a:buChar char="•"/>
                </a:pPr>
                <a:r>
                  <a:rPr lang="es-ES" dirty="0">
                    <a:solidFill>
                      <a:schemeClr val="accent1">
                        <a:lumMod val="50000"/>
                      </a:schemeClr>
                    </a:solidFill>
                  </a:rPr>
                  <a:t>Al llegar a la primera capa habremos calculado la contribución del dato de entrada al vector gradiente</a:t>
                </a:r>
              </a:p>
              <a:p>
                <a:pPr marL="742950" lvl="1" indent="-285750">
                  <a:buFont typeface="Arial" panose="020B0604020202020204" pitchFamily="34" charset="0"/>
                  <a:buChar char="•"/>
                </a:pPr>
                <a:endParaRPr lang="es-ES" dirty="0">
                  <a:solidFill>
                    <a:schemeClr val="accent1">
                      <a:lumMod val="50000"/>
                    </a:schemeClr>
                  </a:solidFill>
                </a:endParaRPr>
              </a:p>
              <a:p>
                <a:pPr marL="742950" lvl="1" indent="-285750">
                  <a:buFont typeface="Courier New" panose="02070309020205020404" pitchFamily="49" charset="0"/>
                  <a:buChar char="o"/>
                </a:pPr>
                <a:r>
                  <a:rPr lang="es-ES" dirty="0">
                    <a:solidFill>
                      <a:schemeClr val="accent1">
                        <a:lumMod val="50000"/>
                      </a:schemeClr>
                    </a:solidFill>
                  </a:rPr>
                  <a:t>Con el nuevo vector gradiente calculado con la contribución de todos los datos de entrada, se actualiza el valor de los pesos y se empieza una nueva época con los mismos datos o con un conjunto diferente.</a:t>
                </a:r>
                <a:endParaRPr lang="es-ES" dirty="0"/>
              </a:p>
            </p:txBody>
          </p:sp>
        </mc:Choice>
        <mc:Fallback xmlns="">
          <p:sp>
            <p:nvSpPr>
              <p:cNvPr id="4" name="CuadroTexto 3">
                <a:extLst>
                  <a:ext uri="{FF2B5EF4-FFF2-40B4-BE49-F238E27FC236}">
                    <a16:creationId xmlns:a16="http://schemas.microsoft.com/office/drawing/2014/main" id="{E9FB0580-7AB4-F304-DE10-2CB7D7C5D796}"/>
                  </a:ext>
                </a:extLst>
              </p:cNvPr>
              <p:cNvSpPr txBox="1">
                <a:spLocks noRot="1" noChangeAspect="1" noMove="1" noResize="1" noEditPoints="1" noAdjustHandles="1" noChangeArrowheads="1" noChangeShapeType="1" noTextEdit="1"/>
              </p:cNvSpPr>
              <p:nvPr/>
            </p:nvSpPr>
            <p:spPr>
              <a:xfrm>
                <a:off x="259710" y="1147314"/>
                <a:ext cx="11672580" cy="5622565"/>
              </a:xfrm>
              <a:prstGeom prst="rect">
                <a:avLst/>
              </a:prstGeom>
              <a:blipFill>
                <a:blip r:embed="rId3"/>
                <a:stretch>
                  <a:fillRect l="-366" t="-542" b="-1408"/>
                </a:stretch>
              </a:blipFill>
            </p:spPr>
            <p:txBody>
              <a:bodyPr/>
              <a:lstStyle/>
              <a:p>
                <a:r>
                  <a:rPr lang="es-ES">
                    <a:noFill/>
                  </a:rPr>
                  <a:t> </a:t>
                </a:r>
              </a:p>
            </p:txBody>
          </p:sp>
        </mc:Fallback>
      </mc:AlternateContent>
    </p:spTree>
    <p:extLst>
      <p:ext uri="{BB962C8B-B14F-4D97-AF65-F5344CB8AC3E}">
        <p14:creationId xmlns:p14="http://schemas.microsoft.com/office/powerpoint/2010/main" val="80660015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721C4E8-F774-C602-C20C-95042CFF3868}"/>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25" name="CuadroTexto 24">
            <a:extLst>
              <a:ext uri="{FF2B5EF4-FFF2-40B4-BE49-F238E27FC236}">
                <a16:creationId xmlns:a16="http://schemas.microsoft.com/office/drawing/2014/main" id="{498A8C18-B0B6-91E3-128B-38D4F813DC90}"/>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Implementación</a:t>
            </a:r>
            <a:r>
              <a:rPr lang="en-US" sz="2000" b="1" dirty="0">
                <a:solidFill>
                  <a:schemeClr val="accent1">
                    <a:lumMod val="50000"/>
                  </a:schemeClr>
                </a:solidFill>
              </a:rPr>
              <a:t> </a:t>
            </a:r>
            <a:r>
              <a:rPr lang="en-US" sz="2000" b="1" dirty="0" err="1">
                <a:solidFill>
                  <a:schemeClr val="accent1">
                    <a:lumMod val="50000"/>
                  </a:schemeClr>
                </a:solidFill>
              </a:rPr>
              <a:t>en</a:t>
            </a:r>
            <a:r>
              <a:rPr lang="en-US" sz="2000" b="1" dirty="0">
                <a:solidFill>
                  <a:schemeClr val="accent1">
                    <a:lumMod val="50000"/>
                  </a:schemeClr>
                </a:solidFill>
              </a:rPr>
              <a:t> </a:t>
            </a:r>
            <a:r>
              <a:rPr lang="en-US" sz="2000" b="1" dirty="0" err="1">
                <a:solidFill>
                  <a:schemeClr val="accent1">
                    <a:lumMod val="50000"/>
                  </a:schemeClr>
                </a:solidFill>
              </a:rPr>
              <a:t>Pyhton</a:t>
            </a:r>
            <a:endParaRPr lang="en-US" sz="2000" dirty="0">
              <a:solidFill>
                <a:schemeClr val="accent1">
                  <a:lumMod val="50000"/>
                </a:schemeClr>
              </a:solidFill>
            </a:endParaRPr>
          </a:p>
        </p:txBody>
      </p:sp>
      <p:sp>
        <p:nvSpPr>
          <p:cNvPr id="32" name="CuadroTexto 31">
            <a:extLst>
              <a:ext uri="{FF2B5EF4-FFF2-40B4-BE49-F238E27FC236}">
                <a16:creationId xmlns:a16="http://schemas.microsoft.com/office/drawing/2014/main" id="{620BCBBE-0001-516B-571A-721ED6EAFBD6}"/>
              </a:ext>
            </a:extLst>
          </p:cNvPr>
          <p:cNvSpPr txBox="1"/>
          <p:nvPr/>
        </p:nvSpPr>
        <p:spPr>
          <a:xfrm>
            <a:off x="2971801" y="2966890"/>
            <a:ext cx="6066692" cy="3539430"/>
          </a:xfrm>
          <a:prstGeom prst="rect">
            <a:avLst/>
          </a:prstGeom>
          <a:noFill/>
        </p:spPr>
        <p:txBody>
          <a:bodyPr wrap="square">
            <a:spAutoFit/>
          </a:bodyPr>
          <a:lstStyle/>
          <a:p>
            <a:r>
              <a:rPr lang="es-ES" sz="1600" dirty="0" err="1" smtClean="0">
                <a:solidFill>
                  <a:srgbClr val="0000FF"/>
                </a:solidFill>
                <a:latin typeface="Consolas" panose="020B0609020204030204" pitchFamily="49" charset="0"/>
              </a:rPr>
              <a:t>import</a:t>
            </a:r>
            <a:r>
              <a:rPr lang="es-ES" sz="1600" dirty="0" smtClean="0">
                <a:solidFill>
                  <a:srgbClr val="000000"/>
                </a:solidFill>
                <a:latin typeface="Consolas" panose="020B0609020204030204" pitchFamily="49" charset="0"/>
              </a:rPr>
              <a:t> </a:t>
            </a:r>
            <a:r>
              <a:rPr lang="es-ES" sz="1600" dirty="0" err="1">
                <a:solidFill>
                  <a:srgbClr val="000000"/>
                </a:solidFill>
                <a:latin typeface="Consolas" panose="020B0609020204030204" pitchFamily="49" charset="0"/>
              </a:rPr>
              <a:t>numpy</a:t>
            </a:r>
            <a:r>
              <a:rPr lang="es-ES" sz="1600" dirty="0">
                <a:solidFill>
                  <a:srgbClr val="000000"/>
                </a:solidFill>
                <a:latin typeface="Consolas" panose="020B0609020204030204" pitchFamily="49" charset="0"/>
              </a:rPr>
              <a:t> </a:t>
            </a:r>
            <a:r>
              <a:rPr lang="es-ES" sz="1600" dirty="0">
                <a:solidFill>
                  <a:srgbClr val="0000FF"/>
                </a:solidFill>
                <a:latin typeface="Consolas" panose="020B0609020204030204" pitchFamily="49" charset="0"/>
              </a:rPr>
              <a:t>as</a:t>
            </a:r>
            <a:r>
              <a:rPr lang="es-ES" sz="1600" dirty="0">
                <a:solidFill>
                  <a:srgbClr val="000000"/>
                </a:solidFill>
                <a:latin typeface="Consolas" panose="020B0609020204030204" pitchFamily="49" charset="0"/>
              </a:rPr>
              <a:t> </a:t>
            </a:r>
            <a:r>
              <a:rPr lang="es-ES" sz="1600" dirty="0" err="1">
                <a:solidFill>
                  <a:srgbClr val="000000"/>
                </a:solidFill>
                <a:latin typeface="Consolas" panose="020B0609020204030204" pitchFamily="49" charset="0"/>
              </a:rPr>
              <a:t>np</a:t>
            </a:r>
            <a:endParaRPr lang="es-ES" sz="1600" dirty="0">
              <a:solidFill>
                <a:srgbClr val="000000"/>
              </a:solidFill>
              <a:latin typeface="Consolas" panose="020B0609020204030204" pitchFamily="49" charset="0"/>
            </a:endParaRPr>
          </a:p>
          <a:p>
            <a:r>
              <a:rPr lang="es-ES" sz="1600" dirty="0" err="1">
                <a:solidFill>
                  <a:srgbClr val="0000FF"/>
                </a:solidFill>
                <a:latin typeface="Consolas" panose="020B0609020204030204" pitchFamily="49" charset="0"/>
              </a:rPr>
              <a:t>import</a:t>
            </a:r>
            <a:r>
              <a:rPr lang="es-ES" sz="1600" dirty="0">
                <a:solidFill>
                  <a:srgbClr val="000000"/>
                </a:solidFill>
                <a:latin typeface="Consolas" panose="020B0609020204030204" pitchFamily="49" charset="0"/>
              </a:rPr>
              <a:t> </a:t>
            </a:r>
            <a:r>
              <a:rPr lang="es-ES" sz="1600" dirty="0" err="1">
                <a:solidFill>
                  <a:srgbClr val="000000"/>
                </a:solidFill>
                <a:latin typeface="Consolas" panose="020B0609020204030204" pitchFamily="49" charset="0"/>
              </a:rPr>
              <a:t>matplotlib.pyplot</a:t>
            </a:r>
            <a:r>
              <a:rPr lang="es-ES" sz="1600" dirty="0">
                <a:solidFill>
                  <a:srgbClr val="000000"/>
                </a:solidFill>
                <a:latin typeface="Consolas" panose="020B0609020204030204" pitchFamily="49" charset="0"/>
              </a:rPr>
              <a:t> </a:t>
            </a:r>
            <a:r>
              <a:rPr lang="es-ES" sz="1600" dirty="0">
                <a:solidFill>
                  <a:srgbClr val="0000FF"/>
                </a:solidFill>
                <a:latin typeface="Consolas" panose="020B0609020204030204" pitchFamily="49" charset="0"/>
              </a:rPr>
              <a:t>as</a:t>
            </a:r>
            <a:r>
              <a:rPr lang="es-ES" sz="1600" dirty="0">
                <a:solidFill>
                  <a:srgbClr val="000000"/>
                </a:solidFill>
                <a:latin typeface="Consolas" panose="020B0609020204030204" pitchFamily="49" charset="0"/>
              </a:rPr>
              <a:t> </a:t>
            </a:r>
            <a:r>
              <a:rPr lang="es-ES" sz="1600" dirty="0" err="1">
                <a:solidFill>
                  <a:srgbClr val="000000"/>
                </a:solidFill>
                <a:latin typeface="Consolas" panose="020B0609020204030204" pitchFamily="49" charset="0"/>
              </a:rPr>
              <a:t>plt</a:t>
            </a:r>
            <a:endParaRPr lang="es-ES" sz="1600" dirty="0">
              <a:solidFill>
                <a:srgbClr val="000000"/>
              </a:solidFill>
              <a:latin typeface="Consolas" panose="020B0609020204030204" pitchFamily="49" charset="0"/>
            </a:endParaRPr>
          </a:p>
          <a:p>
            <a:r>
              <a:rPr lang="es-ES" sz="1600" dirty="0">
                <a:solidFill>
                  <a:srgbClr val="000000"/>
                </a:solidFill>
                <a:latin typeface="Consolas" panose="020B0609020204030204" pitchFamily="49" charset="0"/>
              </a:rPr>
              <a:t/>
            </a:r>
            <a:br>
              <a:rPr lang="es-ES" sz="1600" dirty="0">
                <a:solidFill>
                  <a:srgbClr val="000000"/>
                </a:solidFill>
                <a:latin typeface="Consolas" panose="020B0609020204030204" pitchFamily="49" charset="0"/>
              </a:rPr>
            </a:br>
            <a:r>
              <a:rPr lang="es-ES" sz="1600" dirty="0">
                <a:solidFill>
                  <a:srgbClr val="008000"/>
                </a:solidFill>
                <a:latin typeface="Consolas" panose="020B0609020204030204" pitchFamily="49" charset="0"/>
              </a:rPr>
              <a:t># Función de activación </a:t>
            </a:r>
            <a:r>
              <a:rPr lang="es-ES" sz="1600" dirty="0" err="1">
                <a:solidFill>
                  <a:srgbClr val="008000"/>
                </a:solidFill>
                <a:latin typeface="Consolas" panose="020B0609020204030204" pitchFamily="49" charset="0"/>
              </a:rPr>
              <a:t>sigmoide</a:t>
            </a:r>
            <a:endParaRPr lang="es-ES" sz="1600" dirty="0">
              <a:solidFill>
                <a:srgbClr val="000000"/>
              </a:solidFill>
              <a:latin typeface="Consolas" panose="020B0609020204030204" pitchFamily="49" charset="0"/>
            </a:endParaRPr>
          </a:p>
          <a:p>
            <a:r>
              <a:rPr lang="es-ES" sz="1600" dirty="0" err="1">
                <a:solidFill>
                  <a:srgbClr val="0000FF"/>
                </a:solidFill>
                <a:latin typeface="Consolas" panose="020B0609020204030204" pitchFamily="49" charset="0"/>
              </a:rPr>
              <a:t>def</a:t>
            </a:r>
            <a:r>
              <a:rPr lang="es-ES" sz="1600" dirty="0">
                <a:solidFill>
                  <a:srgbClr val="000000"/>
                </a:solidFill>
                <a:latin typeface="Consolas" panose="020B0609020204030204" pitchFamily="49" charset="0"/>
              </a:rPr>
              <a:t> </a:t>
            </a:r>
            <a:r>
              <a:rPr lang="es-ES" sz="1600" dirty="0" err="1">
                <a:solidFill>
                  <a:srgbClr val="000000"/>
                </a:solidFill>
                <a:latin typeface="Consolas" panose="020B0609020204030204" pitchFamily="49" charset="0"/>
              </a:rPr>
              <a:t>sigmoid</a:t>
            </a:r>
            <a:r>
              <a:rPr lang="es-ES" sz="1600" dirty="0">
                <a:solidFill>
                  <a:srgbClr val="000000"/>
                </a:solidFill>
                <a:latin typeface="Consolas" panose="020B0609020204030204" pitchFamily="49" charset="0"/>
              </a:rPr>
              <a:t>(x):</a:t>
            </a:r>
          </a:p>
          <a:p>
            <a:r>
              <a:rPr lang="es-ES" sz="1600" dirty="0">
                <a:solidFill>
                  <a:srgbClr val="000000"/>
                </a:solidFill>
                <a:latin typeface="Consolas" panose="020B0609020204030204" pitchFamily="49" charset="0"/>
              </a:rPr>
              <a:t>    </a:t>
            </a:r>
            <a:r>
              <a:rPr lang="es-ES" sz="1600" dirty="0">
                <a:solidFill>
                  <a:srgbClr val="008000"/>
                </a:solidFill>
                <a:latin typeface="Consolas" panose="020B0609020204030204" pitchFamily="49" charset="0"/>
              </a:rPr>
              <a:t>#***** TU CODIGO AQUI ********* (1 línea)</a:t>
            </a:r>
            <a:endParaRPr lang="es-ES" sz="1600" dirty="0">
              <a:solidFill>
                <a:srgbClr val="000000"/>
              </a:solidFill>
              <a:latin typeface="Consolas" panose="020B0609020204030204" pitchFamily="49" charset="0"/>
            </a:endParaRPr>
          </a:p>
          <a:p>
            <a:r>
              <a:rPr lang="es-ES" sz="1600" dirty="0">
                <a:solidFill>
                  <a:srgbClr val="000000"/>
                </a:solidFill>
                <a:latin typeface="Consolas" panose="020B0609020204030204" pitchFamily="49" charset="0"/>
              </a:rPr>
              <a:t>    </a:t>
            </a:r>
            <a:r>
              <a:rPr lang="es-ES" sz="1600" dirty="0">
                <a:solidFill>
                  <a:srgbClr val="008000"/>
                </a:solidFill>
                <a:latin typeface="Consolas" panose="020B0609020204030204" pitchFamily="49" charset="0"/>
              </a:rPr>
              <a:t># </a:t>
            </a:r>
            <a:endParaRPr lang="es-ES" sz="1600" dirty="0">
              <a:solidFill>
                <a:srgbClr val="000000"/>
              </a:solidFill>
              <a:latin typeface="Consolas" panose="020B0609020204030204" pitchFamily="49" charset="0"/>
            </a:endParaRPr>
          </a:p>
          <a:p>
            <a:r>
              <a:rPr lang="es-ES" sz="1600" dirty="0">
                <a:solidFill>
                  <a:srgbClr val="000000"/>
                </a:solidFill>
                <a:latin typeface="Consolas" panose="020B0609020204030204" pitchFamily="49" charset="0"/>
              </a:rPr>
              <a:t>    </a:t>
            </a:r>
            <a:r>
              <a:rPr lang="es-ES" sz="1600" dirty="0">
                <a:solidFill>
                  <a:srgbClr val="008000"/>
                </a:solidFill>
                <a:latin typeface="Consolas" panose="020B0609020204030204" pitchFamily="49" charset="0"/>
              </a:rPr>
              <a:t>#***** TU CODIGO AQUI ********* </a:t>
            </a:r>
            <a:endParaRPr lang="es-ES" sz="1600" dirty="0">
              <a:solidFill>
                <a:srgbClr val="000000"/>
              </a:solidFill>
              <a:latin typeface="Consolas" panose="020B0609020204030204" pitchFamily="49" charset="0"/>
            </a:endParaRPr>
          </a:p>
          <a:p>
            <a:r>
              <a:rPr lang="es-ES" sz="1600" dirty="0">
                <a:solidFill>
                  <a:srgbClr val="000000"/>
                </a:solidFill>
                <a:latin typeface="Consolas" panose="020B0609020204030204" pitchFamily="49" charset="0"/>
              </a:rPr>
              <a:t/>
            </a:r>
            <a:br>
              <a:rPr lang="es-ES" sz="1600" dirty="0">
                <a:solidFill>
                  <a:srgbClr val="000000"/>
                </a:solidFill>
                <a:latin typeface="Consolas" panose="020B0609020204030204" pitchFamily="49" charset="0"/>
              </a:rPr>
            </a:br>
            <a:r>
              <a:rPr lang="es-ES" sz="1600" dirty="0">
                <a:solidFill>
                  <a:srgbClr val="008000"/>
                </a:solidFill>
                <a:latin typeface="Consolas" panose="020B0609020204030204" pitchFamily="49" charset="0"/>
              </a:rPr>
              <a:t># Derivada de la función </a:t>
            </a:r>
            <a:r>
              <a:rPr lang="es-ES" sz="1600" dirty="0" err="1">
                <a:solidFill>
                  <a:srgbClr val="008000"/>
                </a:solidFill>
                <a:latin typeface="Consolas" panose="020B0609020204030204" pitchFamily="49" charset="0"/>
              </a:rPr>
              <a:t>sigmoide</a:t>
            </a:r>
            <a:endParaRPr lang="es-ES" sz="1600" dirty="0">
              <a:solidFill>
                <a:srgbClr val="000000"/>
              </a:solidFill>
              <a:latin typeface="Consolas" panose="020B0609020204030204" pitchFamily="49" charset="0"/>
            </a:endParaRPr>
          </a:p>
          <a:p>
            <a:r>
              <a:rPr lang="es-ES" sz="1600" dirty="0" err="1">
                <a:solidFill>
                  <a:srgbClr val="0000FF"/>
                </a:solidFill>
                <a:latin typeface="Consolas" panose="020B0609020204030204" pitchFamily="49" charset="0"/>
              </a:rPr>
              <a:t>def</a:t>
            </a:r>
            <a:r>
              <a:rPr lang="es-ES" sz="1600" dirty="0">
                <a:solidFill>
                  <a:srgbClr val="000000"/>
                </a:solidFill>
                <a:latin typeface="Consolas" panose="020B0609020204030204" pitchFamily="49" charset="0"/>
              </a:rPr>
              <a:t> </a:t>
            </a:r>
            <a:r>
              <a:rPr lang="es-ES" sz="1600" dirty="0" err="1">
                <a:solidFill>
                  <a:srgbClr val="000000"/>
                </a:solidFill>
                <a:latin typeface="Consolas" panose="020B0609020204030204" pitchFamily="49" charset="0"/>
              </a:rPr>
              <a:t>sigmoid_derivative</a:t>
            </a:r>
            <a:r>
              <a:rPr lang="es-ES" sz="1600" dirty="0">
                <a:solidFill>
                  <a:srgbClr val="000000"/>
                </a:solidFill>
                <a:latin typeface="Consolas" panose="020B0609020204030204" pitchFamily="49" charset="0"/>
              </a:rPr>
              <a:t>(x):</a:t>
            </a:r>
          </a:p>
          <a:p>
            <a:r>
              <a:rPr lang="es-ES" sz="1600" dirty="0">
                <a:solidFill>
                  <a:srgbClr val="000000"/>
                </a:solidFill>
                <a:latin typeface="Consolas" panose="020B0609020204030204" pitchFamily="49" charset="0"/>
              </a:rPr>
              <a:t>    </a:t>
            </a:r>
            <a:r>
              <a:rPr lang="es-ES" sz="1600" dirty="0">
                <a:solidFill>
                  <a:srgbClr val="008000"/>
                </a:solidFill>
                <a:latin typeface="Consolas" panose="020B0609020204030204" pitchFamily="49" charset="0"/>
              </a:rPr>
              <a:t>#***** TU CODIGO AQUI ********* (1 línea)</a:t>
            </a:r>
            <a:endParaRPr lang="es-ES" sz="1600" dirty="0">
              <a:solidFill>
                <a:srgbClr val="000000"/>
              </a:solidFill>
              <a:latin typeface="Consolas" panose="020B0609020204030204" pitchFamily="49" charset="0"/>
            </a:endParaRPr>
          </a:p>
          <a:p>
            <a:r>
              <a:rPr lang="es-ES" sz="1600" dirty="0">
                <a:solidFill>
                  <a:srgbClr val="000000"/>
                </a:solidFill>
                <a:latin typeface="Consolas" panose="020B0609020204030204" pitchFamily="49" charset="0"/>
              </a:rPr>
              <a:t>    </a:t>
            </a:r>
            <a:r>
              <a:rPr lang="es-ES" sz="1600" dirty="0">
                <a:solidFill>
                  <a:srgbClr val="008000"/>
                </a:solidFill>
                <a:latin typeface="Consolas" panose="020B0609020204030204" pitchFamily="49" charset="0"/>
              </a:rPr>
              <a:t># </a:t>
            </a:r>
            <a:endParaRPr lang="es-ES" sz="1600" dirty="0">
              <a:solidFill>
                <a:srgbClr val="000000"/>
              </a:solidFill>
              <a:latin typeface="Consolas" panose="020B0609020204030204" pitchFamily="49" charset="0"/>
            </a:endParaRPr>
          </a:p>
          <a:p>
            <a:r>
              <a:rPr lang="es-ES" sz="1600" dirty="0">
                <a:solidFill>
                  <a:srgbClr val="000000"/>
                </a:solidFill>
                <a:latin typeface="Consolas" panose="020B0609020204030204" pitchFamily="49" charset="0"/>
              </a:rPr>
              <a:t>    </a:t>
            </a:r>
            <a:r>
              <a:rPr lang="es-ES" sz="1600" dirty="0">
                <a:solidFill>
                  <a:srgbClr val="008000"/>
                </a:solidFill>
                <a:latin typeface="Consolas" panose="020B0609020204030204" pitchFamily="49" charset="0"/>
              </a:rPr>
              <a:t>#***** TU CODIGO AQUI ********* </a:t>
            </a:r>
            <a:endParaRPr lang="es-ES" sz="1600" dirty="0">
              <a:solidFill>
                <a:srgbClr val="000000"/>
              </a:solidFill>
              <a:latin typeface="Consolas" panose="020B0609020204030204" pitchFamily="49" charset="0"/>
            </a:endParaRPr>
          </a:p>
        </p:txBody>
      </p:sp>
      <p:sp>
        <p:nvSpPr>
          <p:cNvPr id="41" name="CuadroTexto 40">
            <a:extLst>
              <a:ext uri="{FF2B5EF4-FFF2-40B4-BE49-F238E27FC236}">
                <a16:creationId xmlns:a16="http://schemas.microsoft.com/office/drawing/2014/main" id="{74250087-093B-F493-7A46-FA0CE9ABEC35}"/>
              </a:ext>
            </a:extLst>
          </p:cNvPr>
          <p:cNvSpPr txBox="1"/>
          <p:nvPr/>
        </p:nvSpPr>
        <p:spPr>
          <a:xfrm>
            <a:off x="259710" y="1002588"/>
            <a:ext cx="11672580" cy="1754326"/>
          </a:xfrm>
          <a:prstGeom prst="rect">
            <a:avLst/>
          </a:prstGeom>
          <a:noFill/>
        </p:spPr>
        <p:txBody>
          <a:bodyPr wrap="square">
            <a:spAutoFit/>
          </a:bodyPr>
          <a:lstStyle/>
          <a:p>
            <a:r>
              <a:rPr lang="es-ES" dirty="0">
                <a:solidFill>
                  <a:schemeClr val="accent1">
                    <a:lumMod val="50000"/>
                  </a:schemeClr>
                </a:solidFill>
              </a:rPr>
              <a:t>Recorremos el código identificando la aplicación del método del descenso de gradiente para actualizar en cada época la aproximación de la matriz de pesos y </a:t>
            </a:r>
            <a:r>
              <a:rPr lang="es-ES" dirty="0" err="1">
                <a:solidFill>
                  <a:schemeClr val="accent1">
                    <a:lumMod val="50000"/>
                  </a:schemeClr>
                </a:solidFill>
              </a:rPr>
              <a:t>bias</a:t>
            </a:r>
            <a:r>
              <a:rPr lang="es-ES" dirty="0">
                <a:solidFill>
                  <a:schemeClr val="accent1">
                    <a:lumMod val="50000"/>
                  </a:schemeClr>
                </a:solidFill>
              </a:rPr>
              <a:t>. El gradiente en cada época lo calculamos mediante el algoritmo de </a:t>
            </a:r>
            <a:r>
              <a:rPr lang="es-ES" dirty="0" err="1">
                <a:solidFill>
                  <a:schemeClr val="accent1">
                    <a:lumMod val="50000"/>
                  </a:schemeClr>
                </a:solidFill>
              </a:rPr>
              <a:t>backpropagation</a:t>
            </a:r>
            <a:r>
              <a:rPr lang="es-ES" dirty="0">
                <a:solidFill>
                  <a:schemeClr val="accent1">
                    <a:lumMod val="50000"/>
                  </a:schemeClr>
                </a:solidFill>
              </a:rPr>
              <a:t>. En esta primera versión actualizaremos el gradiente después de cada punto de entrenamiento</a:t>
            </a:r>
            <a:r>
              <a:rPr lang="es-ES" dirty="0" smtClean="0">
                <a:solidFill>
                  <a:schemeClr val="accent1">
                    <a:lumMod val="50000"/>
                  </a:schemeClr>
                </a:solidFill>
              </a:rPr>
              <a:t>.</a:t>
            </a:r>
          </a:p>
          <a:p>
            <a:endParaRPr lang="es-ES" dirty="0">
              <a:solidFill>
                <a:schemeClr val="accent1">
                  <a:lumMod val="50000"/>
                </a:schemeClr>
              </a:solidFill>
            </a:endParaRPr>
          </a:p>
          <a:p>
            <a:endParaRPr lang="es-ES" dirty="0" smtClean="0">
              <a:solidFill>
                <a:schemeClr val="accent1">
                  <a:lumMod val="50000"/>
                </a:schemeClr>
              </a:solidFill>
            </a:endParaRPr>
          </a:p>
          <a:p>
            <a:r>
              <a:rPr lang="es-ES" dirty="0" smtClean="0">
                <a:solidFill>
                  <a:schemeClr val="accent1">
                    <a:lumMod val="50000"/>
                  </a:schemeClr>
                </a:solidFill>
              </a:rPr>
              <a:t>Completa el fichero </a:t>
            </a:r>
            <a:r>
              <a:rPr lang="es-ES" i="1" dirty="0" err="1">
                <a:solidFill>
                  <a:schemeClr val="accent1">
                    <a:lumMod val="50000"/>
                  </a:schemeClr>
                </a:solidFill>
              </a:rPr>
              <a:t>red_neuronal_standard.ipynb</a:t>
            </a:r>
            <a:endParaRPr lang="es-ES" dirty="0">
              <a:solidFill>
                <a:schemeClr val="accent1">
                  <a:lumMod val="50000"/>
                </a:schemeClr>
              </a:solidFill>
            </a:endParaRPr>
          </a:p>
        </p:txBody>
      </p:sp>
    </p:spTree>
    <p:extLst>
      <p:ext uri="{BB962C8B-B14F-4D97-AF65-F5344CB8AC3E}">
        <p14:creationId xmlns:p14="http://schemas.microsoft.com/office/powerpoint/2010/main" val="337829263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C8091A3D-FD6B-E77B-F529-DE899EBD73B5}"/>
              </a:ext>
            </a:extLst>
          </p:cNvPr>
          <p:cNvPicPr>
            <a:picLocks noChangeAspect="1"/>
          </p:cNvPicPr>
          <p:nvPr/>
        </p:nvPicPr>
        <p:blipFill>
          <a:blip r:embed="rId3"/>
          <a:stretch>
            <a:fillRect/>
          </a:stretch>
        </p:blipFill>
        <p:spPr>
          <a:xfrm>
            <a:off x="7559040" y="2653421"/>
            <a:ext cx="4460577" cy="4204579"/>
          </a:xfrm>
          <a:prstGeom prst="rect">
            <a:avLst/>
          </a:prstGeom>
        </p:spPr>
      </p:pic>
      <p:sp>
        <p:nvSpPr>
          <p:cNvPr id="3" name="CuadroTexto 2">
            <a:extLst>
              <a:ext uri="{FF2B5EF4-FFF2-40B4-BE49-F238E27FC236}">
                <a16:creationId xmlns:a16="http://schemas.microsoft.com/office/drawing/2014/main" id="{B721C4E8-F774-C602-C20C-95042CFF3868}"/>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25" name="CuadroTexto 24">
            <a:extLst>
              <a:ext uri="{FF2B5EF4-FFF2-40B4-BE49-F238E27FC236}">
                <a16:creationId xmlns:a16="http://schemas.microsoft.com/office/drawing/2014/main" id="{498A8C18-B0B6-91E3-128B-38D4F813DC90}"/>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Implementación</a:t>
            </a:r>
            <a:r>
              <a:rPr lang="en-US" sz="2000" b="1" dirty="0">
                <a:solidFill>
                  <a:schemeClr val="accent1">
                    <a:lumMod val="50000"/>
                  </a:schemeClr>
                </a:solidFill>
              </a:rPr>
              <a:t> </a:t>
            </a:r>
            <a:r>
              <a:rPr lang="en-US" sz="2000" b="1" dirty="0" err="1">
                <a:solidFill>
                  <a:schemeClr val="accent1">
                    <a:lumMod val="50000"/>
                  </a:schemeClr>
                </a:solidFill>
              </a:rPr>
              <a:t>en</a:t>
            </a:r>
            <a:r>
              <a:rPr lang="en-US" sz="2000" b="1" dirty="0">
                <a:solidFill>
                  <a:schemeClr val="accent1">
                    <a:lumMod val="50000"/>
                  </a:schemeClr>
                </a:solidFill>
              </a:rPr>
              <a:t> </a:t>
            </a:r>
            <a:r>
              <a:rPr lang="en-US" sz="2000" b="1" dirty="0" err="1">
                <a:solidFill>
                  <a:schemeClr val="accent1">
                    <a:lumMod val="50000"/>
                  </a:schemeClr>
                </a:solidFill>
              </a:rPr>
              <a:t>Pyhton</a:t>
            </a:r>
            <a:endParaRPr lang="en-US" sz="2000" dirty="0">
              <a:solidFill>
                <a:schemeClr val="accent1">
                  <a:lumMod val="50000"/>
                </a:schemeClr>
              </a:solidFill>
            </a:endParaRPr>
          </a:p>
        </p:txBody>
      </p:sp>
      <p:sp>
        <p:nvSpPr>
          <p:cNvPr id="32" name="CuadroTexto 31">
            <a:extLst>
              <a:ext uri="{FF2B5EF4-FFF2-40B4-BE49-F238E27FC236}">
                <a16:creationId xmlns:a16="http://schemas.microsoft.com/office/drawing/2014/main" id="{620BCBBE-0001-516B-571A-721ED6EAFBD6}"/>
              </a:ext>
            </a:extLst>
          </p:cNvPr>
          <p:cNvSpPr txBox="1"/>
          <p:nvPr/>
        </p:nvSpPr>
        <p:spPr>
          <a:xfrm>
            <a:off x="334787" y="1245010"/>
            <a:ext cx="11300953" cy="5016758"/>
          </a:xfrm>
          <a:prstGeom prst="rect">
            <a:avLst/>
          </a:prstGeom>
          <a:noFill/>
        </p:spPr>
        <p:txBody>
          <a:bodyPr wrap="square">
            <a:spAutoFit/>
          </a:bodyPr>
          <a:lstStyle/>
          <a:p>
            <a:r>
              <a:rPr lang="es-ES" sz="1600" b="0" dirty="0">
                <a:solidFill>
                  <a:srgbClr val="008000"/>
                </a:solidFill>
                <a:effectLst/>
                <a:highlight>
                  <a:srgbClr val="FFFFFF"/>
                </a:highlight>
                <a:latin typeface="Consolas" panose="020B0609020204030204" pitchFamily="49" charset="0"/>
              </a:rPr>
              <a:t># Visualización de los resultados</a:t>
            </a:r>
            <a:endParaRPr lang="es-ES" sz="1600" b="0" dirty="0">
              <a:solidFill>
                <a:srgbClr val="000000"/>
              </a:solidFill>
              <a:effectLst/>
              <a:highlight>
                <a:srgbClr val="FFFFFF"/>
              </a:highlight>
              <a:latin typeface="Consolas" panose="020B0609020204030204" pitchFamily="49" charset="0"/>
            </a:endParaRPr>
          </a:p>
          <a:p>
            <a:r>
              <a:rPr lang="es-ES" sz="1600" b="0" dirty="0" err="1">
                <a:solidFill>
                  <a:srgbClr val="000000"/>
                </a:solidFill>
                <a:effectLst/>
                <a:highlight>
                  <a:srgbClr val="FFFFFF"/>
                </a:highlight>
                <a:latin typeface="Consolas" panose="020B0609020204030204" pitchFamily="49" charset="0"/>
              </a:rPr>
              <a:t>plt.figure</a:t>
            </a:r>
            <a:r>
              <a:rPr lang="es-ES" sz="1600" b="0" dirty="0">
                <a:solidFill>
                  <a:srgbClr val="000000"/>
                </a:solidFill>
                <a:effectLst/>
                <a:highlight>
                  <a:srgbClr val="FFFFFF"/>
                </a:highlight>
                <a:latin typeface="Consolas" panose="020B0609020204030204" pitchFamily="49" charset="0"/>
              </a:rPr>
              <a:t>(</a:t>
            </a:r>
            <a:r>
              <a:rPr lang="es-ES" sz="1600" b="0" dirty="0" err="1">
                <a:solidFill>
                  <a:srgbClr val="000000"/>
                </a:solidFill>
                <a:effectLst/>
                <a:highlight>
                  <a:srgbClr val="FFFFFF"/>
                </a:highlight>
                <a:latin typeface="Consolas" panose="020B0609020204030204" pitchFamily="49" charset="0"/>
              </a:rPr>
              <a:t>figsize</a:t>
            </a:r>
            <a:r>
              <a:rPr lang="es-ES" sz="1600" b="0" dirty="0">
                <a:solidFill>
                  <a:srgbClr val="000000"/>
                </a:solidFill>
                <a:effectLst/>
                <a:highlight>
                  <a:srgbClr val="FFFFFF"/>
                </a:highlight>
                <a:latin typeface="Consolas" panose="020B0609020204030204" pitchFamily="49" charset="0"/>
              </a:rPr>
              <a:t>=(</a:t>
            </a:r>
            <a:r>
              <a:rPr lang="es-ES" sz="1600" b="0" dirty="0">
                <a:solidFill>
                  <a:srgbClr val="098658"/>
                </a:solidFill>
                <a:effectLst/>
                <a:highlight>
                  <a:srgbClr val="FFFFFF"/>
                </a:highlight>
                <a:latin typeface="Consolas" panose="020B0609020204030204" pitchFamily="49" charset="0"/>
              </a:rPr>
              <a:t>6</a:t>
            </a:r>
            <a:r>
              <a:rPr lang="es-ES" sz="1600" b="0" dirty="0">
                <a:solidFill>
                  <a:srgbClr val="000000"/>
                </a:solidFill>
                <a:effectLst/>
                <a:highlight>
                  <a:srgbClr val="FFFFFF"/>
                </a:highlight>
                <a:latin typeface="Consolas" panose="020B0609020204030204" pitchFamily="49" charset="0"/>
              </a:rPr>
              <a:t>, </a:t>
            </a:r>
            <a:r>
              <a:rPr lang="es-ES" sz="1600" b="0" dirty="0">
                <a:solidFill>
                  <a:srgbClr val="098658"/>
                </a:solidFill>
                <a:effectLst/>
                <a:highlight>
                  <a:srgbClr val="FFFFFF"/>
                </a:highlight>
                <a:latin typeface="Consolas" panose="020B0609020204030204" pitchFamily="49" charset="0"/>
              </a:rPr>
              <a:t>6</a:t>
            </a:r>
            <a:r>
              <a:rPr lang="es-ES" sz="1600" b="0" dirty="0">
                <a:solidFill>
                  <a:srgbClr val="000000"/>
                </a:solidFill>
                <a:effectLst/>
                <a:highlight>
                  <a:srgbClr val="FFFFFF"/>
                </a:highlight>
                <a:latin typeface="Consolas" panose="020B0609020204030204" pitchFamily="49" charset="0"/>
              </a:rPr>
              <a:t>))</a:t>
            </a:r>
          </a:p>
          <a:p>
            <a:r>
              <a:rPr lang="es-ES" sz="1600" b="0" dirty="0" err="1">
                <a:solidFill>
                  <a:srgbClr val="000000"/>
                </a:solidFill>
                <a:effectLst/>
                <a:highlight>
                  <a:srgbClr val="FFFFFF"/>
                </a:highlight>
                <a:latin typeface="Consolas" panose="020B0609020204030204" pitchFamily="49" charset="0"/>
              </a:rPr>
              <a:t>plt.scatter</a:t>
            </a:r>
            <a:r>
              <a:rPr lang="es-ES" sz="1600" b="0" dirty="0">
                <a:solidFill>
                  <a:srgbClr val="000000"/>
                </a:solidFill>
                <a:effectLst/>
                <a:highlight>
                  <a:srgbClr val="FFFFFF"/>
                </a:highlight>
                <a:latin typeface="Consolas" panose="020B0609020204030204" pitchFamily="49" charset="0"/>
              </a:rPr>
              <a:t>(X[</a:t>
            </a:r>
            <a:r>
              <a:rPr lang="es-ES" sz="1600" b="0" dirty="0" err="1">
                <a:solidFill>
                  <a:srgbClr val="000000"/>
                </a:solidFill>
                <a:effectLst/>
                <a:highlight>
                  <a:srgbClr val="FFFFFF"/>
                </a:highlight>
                <a:latin typeface="Consolas" panose="020B0609020204030204" pitchFamily="49" charset="0"/>
              </a:rPr>
              <a:t>predictions</a:t>
            </a:r>
            <a:r>
              <a:rPr lang="es-ES" sz="1600" b="0" dirty="0">
                <a:solidFill>
                  <a:srgbClr val="000000"/>
                </a:solidFill>
                <a:effectLst/>
                <a:highlight>
                  <a:srgbClr val="FFFFFF"/>
                </a:highlight>
                <a:latin typeface="Consolas" panose="020B0609020204030204" pitchFamily="49" charset="0"/>
              </a:rPr>
              <a:t> == </a:t>
            </a:r>
            <a:r>
              <a:rPr lang="es-ES" sz="1600" b="0" dirty="0">
                <a:solidFill>
                  <a:srgbClr val="098658"/>
                </a:solidFill>
                <a:effectLst/>
                <a:highlight>
                  <a:srgbClr val="FFFFFF"/>
                </a:highlight>
                <a:latin typeface="Consolas" panose="020B0609020204030204" pitchFamily="49" charset="0"/>
              </a:rPr>
              <a:t>0</a:t>
            </a:r>
            <a:r>
              <a:rPr lang="es-ES" sz="1600" b="0" dirty="0">
                <a:solidFill>
                  <a:srgbClr val="000000"/>
                </a:solidFill>
                <a:effectLst/>
                <a:highlight>
                  <a:srgbClr val="FFFFFF"/>
                </a:highlight>
                <a:latin typeface="Consolas" panose="020B0609020204030204" pitchFamily="49" charset="0"/>
              </a:rPr>
              <a:t>, </a:t>
            </a:r>
            <a:r>
              <a:rPr lang="es-ES" sz="1600" b="0" dirty="0">
                <a:solidFill>
                  <a:srgbClr val="098658"/>
                </a:solidFill>
                <a:effectLst/>
                <a:highlight>
                  <a:srgbClr val="FFFFFF"/>
                </a:highlight>
                <a:latin typeface="Consolas" panose="020B0609020204030204" pitchFamily="49" charset="0"/>
              </a:rPr>
              <a:t>0</a:t>
            </a:r>
            <a:r>
              <a:rPr lang="es-ES" sz="1600" b="0" dirty="0">
                <a:solidFill>
                  <a:srgbClr val="000000"/>
                </a:solidFill>
                <a:effectLst/>
                <a:highlight>
                  <a:srgbClr val="FFFFFF"/>
                </a:highlight>
                <a:latin typeface="Consolas" panose="020B0609020204030204" pitchFamily="49" charset="0"/>
              </a:rPr>
              <a:t>], X[</a:t>
            </a:r>
            <a:r>
              <a:rPr lang="es-ES" sz="1600" b="0" dirty="0" err="1">
                <a:solidFill>
                  <a:srgbClr val="000000"/>
                </a:solidFill>
                <a:effectLst/>
                <a:highlight>
                  <a:srgbClr val="FFFFFF"/>
                </a:highlight>
                <a:latin typeface="Consolas" panose="020B0609020204030204" pitchFamily="49" charset="0"/>
              </a:rPr>
              <a:t>predictions</a:t>
            </a:r>
            <a:r>
              <a:rPr lang="es-ES" sz="1600" b="0" dirty="0">
                <a:solidFill>
                  <a:srgbClr val="000000"/>
                </a:solidFill>
                <a:effectLst/>
                <a:highlight>
                  <a:srgbClr val="FFFFFF"/>
                </a:highlight>
                <a:latin typeface="Consolas" panose="020B0609020204030204" pitchFamily="49" charset="0"/>
              </a:rPr>
              <a:t> == </a:t>
            </a:r>
            <a:r>
              <a:rPr lang="es-ES" sz="1600" b="0" dirty="0">
                <a:solidFill>
                  <a:srgbClr val="098658"/>
                </a:solidFill>
                <a:effectLst/>
                <a:highlight>
                  <a:srgbClr val="FFFFFF"/>
                </a:highlight>
                <a:latin typeface="Consolas" panose="020B0609020204030204" pitchFamily="49" charset="0"/>
              </a:rPr>
              <a:t>0</a:t>
            </a:r>
            <a:r>
              <a:rPr lang="es-ES" sz="1600" b="0" dirty="0">
                <a:solidFill>
                  <a:srgbClr val="000000"/>
                </a:solidFill>
                <a:effectLst/>
                <a:highlight>
                  <a:srgbClr val="FFFFFF"/>
                </a:highlight>
                <a:latin typeface="Consolas" panose="020B0609020204030204" pitchFamily="49" charset="0"/>
              </a:rPr>
              <a:t>, </a:t>
            </a:r>
            <a:r>
              <a:rPr lang="es-ES" sz="1600" b="0" dirty="0">
                <a:solidFill>
                  <a:srgbClr val="098658"/>
                </a:solidFill>
                <a:effectLst/>
                <a:highlight>
                  <a:srgbClr val="FFFFFF"/>
                </a:highlight>
                <a:latin typeface="Consolas" panose="020B0609020204030204" pitchFamily="49" charset="0"/>
              </a:rPr>
              <a:t>1</a:t>
            </a:r>
            <a:r>
              <a:rPr lang="es-ES" sz="1600" b="0" dirty="0">
                <a:solidFill>
                  <a:srgbClr val="000000"/>
                </a:solidFill>
                <a:effectLst/>
                <a:highlight>
                  <a:srgbClr val="FFFFFF"/>
                </a:highlight>
                <a:latin typeface="Consolas" panose="020B0609020204030204" pitchFamily="49" charset="0"/>
              </a:rPr>
              <a:t>], c=</a:t>
            </a:r>
            <a:r>
              <a:rPr lang="es-ES" sz="1600" b="0" dirty="0">
                <a:solidFill>
                  <a:srgbClr val="A31515"/>
                </a:solidFill>
                <a:effectLst/>
                <a:highlight>
                  <a:srgbClr val="FFFFFF"/>
                </a:highlight>
                <a:latin typeface="Consolas" panose="020B0609020204030204" pitchFamily="49" charset="0"/>
              </a:rPr>
              <a:t>'red'</a:t>
            </a:r>
            <a:r>
              <a:rPr lang="es-ES" sz="1600" b="0" dirty="0">
                <a:solidFill>
                  <a:srgbClr val="000000"/>
                </a:solidFill>
                <a:effectLst/>
                <a:highlight>
                  <a:srgbClr val="FFFFFF"/>
                </a:highlight>
                <a:latin typeface="Consolas" panose="020B0609020204030204" pitchFamily="49" charset="0"/>
              </a:rPr>
              <a:t>, </a:t>
            </a:r>
            <a:r>
              <a:rPr lang="es-ES" sz="1600" b="0" dirty="0" err="1">
                <a:solidFill>
                  <a:srgbClr val="000000"/>
                </a:solidFill>
                <a:effectLst/>
                <a:highlight>
                  <a:srgbClr val="FFFFFF"/>
                </a:highlight>
                <a:latin typeface="Consolas" panose="020B0609020204030204" pitchFamily="49" charset="0"/>
              </a:rPr>
              <a:t>label</a:t>
            </a:r>
            <a:r>
              <a:rPr lang="es-ES" sz="1600" b="0" dirty="0">
                <a:solidFill>
                  <a:srgbClr val="000000"/>
                </a:solidFill>
                <a:effectLst/>
                <a:highlight>
                  <a:srgbClr val="FFFFFF"/>
                </a:highlight>
                <a:latin typeface="Consolas" panose="020B0609020204030204" pitchFamily="49" charset="0"/>
              </a:rPr>
              <a:t>=</a:t>
            </a:r>
            <a:r>
              <a:rPr lang="es-ES" sz="1600" b="0" dirty="0">
                <a:solidFill>
                  <a:srgbClr val="A31515"/>
                </a:solidFill>
                <a:effectLst/>
                <a:highlight>
                  <a:srgbClr val="FFFFFF"/>
                </a:highlight>
                <a:latin typeface="Consolas" panose="020B0609020204030204" pitchFamily="49" charset="0"/>
              </a:rPr>
              <a:t>'Clase 0 (Fuera)'</a:t>
            </a:r>
            <a:r>
              <a:rPr lang="es-ES" sz="1600" b="0" dirty="0">
                <a:solidFill>
                  <a:srgbClr val="000000"/>
                </a:solidFill>
                <a:effectLst/>
                <a:highlight>
                  <a:srgbClr val="FFFFFF"/>
                </a:highlight>
                <a:latin typeface="Consolas" panose="020B0609020204030204" pitchFamily="49" charset="0"/>
              </a:rPr>
              <a:t>)</a:t>
            </a:r>
          </a:p>
          <a:p>
            <a:r>
              <a:rPr lang="es-ES" sz="1600" b="0" dirty="0" err="1">
                <a:solidFill>
                  <a:srgbClr val="000000"/>
                </a:solidFill>
                <a:effectLst/>
                <a:highlight>
                  <a:srgbClr val="FFFFFF"/>
                </a:highlight>
                <a:latin typeface="Consolas" panose="020B0609020204030204" pitchFamily="49" charset="0"/>
              </a:rPr>
              <a:t>plt.scatter</a:t>
            </a:r>
            <a:r>
              <a:rPr lang="es-ES" sz="1600" b="0" dirty="0">
                <a:solidFill>
                  <a:srgbClr val="000000"/>
                </a:solidFill>
                <a:effectLst/>
                <a:highlight>
                  <a:srgbClr val="FFFFFF"/>
                </a:highlight>
                <a:latin typeface="Consolas" panose="020B0609020204030204" pitchFamily="49" charset="0"/>
              </a:rPr>
              <a:t>(X[</a:t>
            </a:r>
            <a:r>
              <a:rPr lang="es-ES" sz="1600" b="0" dirty="0" err="1">
                <a:solidFill>
                  <a:srgbClr val="000000"/>
                </a:solidFill>
                <a:effectLst/>
                <a:highlight>
                  <a:srgbClr val="FFFFFF"/>
                </a:highlight>
                <a:latin typeface="Consolas" panose="020B0609020204030204" pitchFamily="49" charset="0"/>
              </a:rPr>
              <a:t>predictions</a:t>
            </a:r>
            <a:r>
              <a:rPr lang="es-ES" sz="1600" b="0" dirty="0">
                <a:solidFill>
                  <a:srgbClr val="000000"/>
                </a:solidFill>
                <a:effectLst/>
                <a:highlight>
                  <a:srgbClr val="FFFFFF"/>
                </a:highlight>
                <a:latin typeface="Consolas" panose="020B0609020204030204" pitchFamily="49" charset="0"/>
              </a:rPr>
              <a:t> == </a:t>
            </a:r>
            <a:r>
              <a:rPr lang="es-ES" sz="1600" b="0" dirty="0">
                <a:solidFill>
                  <a:srgbClr val="098658"/>
                </a:solidFill>
                <a:effectLst/>
                <a:highlight>
                  <a:srgbClr val="FFFFFF"/>
                </a:highlight>
                <a:latin typeface="Consolas" panose="020B0609020204030204" pitchFamily="49" charset="0"/>
              </a:rPr>
              <a:t>1</a:t>
            </a:r>
            <a:r>
              <a:rPr lang="es-ES" sz="1600" b="0" dirty="0">
                <a:solidFill>
                  <a:srgbClr val="000000"/>
                </a:solidFill>
                <a:effectLst/>
                <a:highlight>
                  <a:srgbClr val="FFFFFF"/>
                </a:highlight>
                <a:latin typeface="Consolas" panose="020B0609020204030204" pitchFamily="49" charset="0"/>
              </a:rPr>
              <a:t>, </a:t>
            </a:r>
            <a:r>
              <a:rPr lang="es-ES" sz="1600" b="0" dirty="0">
                <a:solidFill>
                  <a:srgbClr val="098658"/>
                </a:solidFill>
                <a:effectLst/>
                <a:highlight>
                  <a:srgbClr val="FFFFFF"/>
                </a:highlight>
                <a:latin typeface="Consolas" panose="020B0609020204030204" pitchFamily="49" charset="0"/>
              </a:rPr>
              <a:t>0</a:t>
            </a:r>
            <a:r>
              <a:rPr lang="es-ES" sz="1600" b="0" dirty="0">
                <a:solidFill>
                  <a:srgbClr val="000000"/>
                </a:solidFill>
                <a:effectLst/>
                <a:highlight>
                  <a:srgbClr val="FFFFFF"/>
                </a:highlight>
                <a:latin typeface="Consolas" panose="020B0609020204030204" pitchFamily="49" charset="0"/>
              </a:rPr>
              <a:t>], X[</a:t>
            </a:r>
            <a:r>
              <a:rPr lang="es-ES" sz="1600" b="0" dirty="0" err="1">
                <a:solidFill>
                  <a:srgbClr val="000000"/>
                </a:solidFill>
                <a:effectLst/>
                <a:highlight>
                  <a:srgbClr val="FFFFFF"/>
                </a:highlight>
                <a:latin typeface="Consolas" panose="020B0609020204030204" pitchFamily="49" charset="0"/>
              </a:rPr>
              <a:t>predictions</a:t>
            </a:r>
            <a:r>
              <a:rPr lang="es-ES" sz="1600" b="0" dirty="0">
                <a:solidFill>
                  <a:srgbClr val="000000"/>
                </a:solidFill>
                <a:effectLst/>
                <a:highlight>
                  <a:srgbClr val="FFFFFF"/>
                </a:highlight>
                <a:latin typeface="Consolas" panose="020B0609020204030204" pitchFamily="49" charset="0"/>
              </a:rPr>
              <a:t> == </a:t>
            </a:r>
            <a:r>
              <a:rPr lang="es-ES" sz="1600" b="0" dirty="0">
                <a:solidFill>
                  <a:srgbClr val="098658"/>
                </a:solidFill>
                <a:effectLst/>
                <a:highlight>
                  <a:srgbClr val="FFFFFF"/>
                </a:highlight>
                <a:latin typeface="Consolas" panose="020B0609020204030204" pitchFamily="49" charset="0"/>
              </a:rPr>
              <a:t>1</a:t>
            </a:r>
            <a:r>
              <a:rPr lang="es-ES" sz="1600" b="0" dirty="0">
                <a:solidFill>
                  <a:srgbClr val="000000"/>
                </a:solidFill>
                <a:effectLst/>
                <a:highlight>
                  <a:srgbClr val="FFFFFF"/>
                </a:highlight>
                <a:latin typeface="Consolas" panose="020B0609020204030204" pitchFamily="49" charset="0"/>
              </a:rPr>
              <a:t>, </a:t>
            </a:r>
            <a:r>
              <a:rPr lang="es-ES" sz="1600" b="0" dirty="0">
                <a:solidFill>
                  <a:srgbClr val="098658"/>
                </a:solidFill>
                <a:effectLst/>
                <a:highlight>
                  <a:srgbClr val="FFFFFF"/>
                </a:highlight>
                <a:latin typeface="Consolas" panose="020B0609020204030204" pitchFamily="49" charset="0"/>
              </a:rPr>
              <a:t>1</a:t>
            </a:r>
            <a:r>
              <a:rPr lang="es-ES" sz="1600" b="0" dirty="0">
                <a:solidFill>
                  <a:srgbClr val="000000"/>
                </a:solidFill>
                <a:effectLst/>
                <a:highlight>
                  <a:srgbClr val="FFFFFF"/>
                </a:highlight>
                <a:latin typeface="Consolas" panose="020B0609020204030204" pitchFamily="49" charset="0"/>
              </a:rPr>
              <a:t>], c=</a:t>
            </a:r>
            <a:r>
              <a:rPr lang="es-ES" sz="1600" b="0" dirty="0">
                <a:solidFill>
                  <a:srgbClr val="A31515"/>
                </a:solidFill>
                <a:effectLst/>
                <a:highlight>
                  <a:srgbClr val="FFFFFF"/>
                </a:highlight>
                <a:latin typeface="Consolas" panose="020B0609020204030204" pitchFamily="49" charset="0"/>
              </a:rPr>
              <a:t>'blue'</a:t>
            </a:r>
            <a:r>
              <a:rPr lang="es-ES" sz="1600" b="0" dirty="0">
                <a:solidFill>
                  <a:srgbClr val="000000"/>
                </a:solidFill>
                <a:effectLst/>
                <a:highlight>
                  <a:srgbClr val="FFFFFF"/>
                </a:highlight>
                <a:latin typeface="Consolas" panose="020B0609020204030204" pitchFamily="49" charset="0"/>
              </a:rPr>
              <a:t>, </a:t>
            </a:r>
            <a:r>
              <a:rPr lang="es-ES" sz="1600" b="0" dirty="0" err="1">
                <a:solidFill>
                  <a:srgbClr val="000000"/>
                </a:solidFill>
                <a:effectLst/>
                <a:highlight>
                  <a:srgbClr val="FFFFFF"/>
                </a:highlight>
                <a:latin typeface="Consolas" panose="020B0609020204030204" pitchFamily="49" charset="0"/>
              </a:rPr>
              <a:t>label</a:t>
            </a:r>
            <a:r>
              <a:rPr lang="es-ES" sz="1600" b="0" dirty="0">
                <a:solidFill>
                  <a:srgbClr val="000000"/>
                </a:solidFill>
                <a:effectLst/>
                <a:highlight>
                  <a:srgbClr val="FFFFFF"/>
                </a:highlight>
                <a:latin typeface="Consolas" panose="020B0609020204030204" pitchFamily="49" charset="0"/>
              </a:rPr>
              <a:t>=</a:t>
            </a:r>
            <a:r>
              <a:rPr lang="es-ES" sz="1600" b="0" dirty="0">
                <a:solidFill>
                  <a:srgbClr val="A31515"/>
                </a:solidFill>
                <a:effectLst/>
                <a:highlight>
                  <a:srgbClr val="FFFFFF"/>
                </a:highlight>
                <a:latin typeface="Consolas" panose="020B0609020204030204" pitchFamily="49" charset="0"/>
              </a:rPr>
              <a:t>'Clase 1 (Dentro)'</a:t>
            </a:r>
            <a:r>
              <a:rPr lang="es-ES" sz="1600" b="0" dirty="0">
                <a:solidFill>
                  <a:srgbClr val="000000"/>
                </a:solidFill>
                <a:effectLst/>
                <a:highlight>
                  <a:srgbClr val="FFFFFF"/>
                </a:highlight>
                <a:latin typeface="Consolas" panose="020B0609020204030204" pitchFamily="49" charset="0"/>
              </a:rPr>
              <a:t>)</a:t>
            </a:r>
          </a:p>
          <a:p>
            <a:r>
              <a:rPr lang="es-ES" sz="1600" b="0" dirty="0" err="1">
                <a:solidFill>
                  <a:srgbClr val="000000"/>
                </a:solidFill>
                <a:effectLst/>
                <a:highlight>
                  <a:srgbClr val="FFFFFF"/>
                </a:highlight>
                <a:latin typeface="Consolas" panose="020B0609020204030204" pitchFamily="49" charset="0"/>
              </a:rPr>
              <a:t>plt.xlabel</a:t>
            </a:r>
            <a:r>
              <a:rPr lang="es-ES" sz="1600" b="0" dirty="0">
                <a:solidFill>
                  <a:srgbClr val="000000"/>
                </a:solidFill>
                <a:effectLst/>
                <a:highlight>
                  <a:srgbClr val="FFFFFF"/>
                </a:highlight>
                <a:latin typeface="Consolas" panose="020B0609020204030204" pitchFamily="49" charset="0"/>
              </a:rPr>
              <a:t>(</a:t>
            </a:r>
            <a:r>
              <a:rPr lang="es-ES" sz="1600" b="0" dirty="0">
                <a:solidFill>
                  <a:srgbClr val="A31515"/>
                </a:solidFill>
                <a:effectLst/>
                <a:highlight>
                  <a:srgbClr val="FFFFFF"/>
                </a:highlight>
                <a:latin typeface="Consolas" panose="020B0609020204030204" pitchFamily="49" charset="0"/>
              </a:rPr>
              <a:t>'$x_1$'</a:t>
            </a:r>
            <a:r>
              <a:rPr lang="es-ES" sz="1600" b="0" dirty="0">
                <a:solidFill>
                  <a:srgbClr val="000000"/>
                </a:solidFill>
                <a:effectLst/>
                <a:highlight>
                  <a:srgbClr val="FFFFFF"/>
                </a:highlight>
                <a:latin typeface="Consolas" panose="020B0609020204030204" pitchFamily="49" charset="0"/>
              </a:rPr>
              <a:t>)</a:t>
            </a:r>
          </a:p>
          <a:p>
            <a:r>
              <a:rPr lang="es-ES" sz="1600" b="0" dirty="0" err="1">
                <a:solidFill>
                  <a:srgbClr val="000000"/>
                </a:solidFill>
                <a:effectLst/>
                <a:highlight>
                  <a:srgbClr val="FFFFFF"/>
                </a:highlight>
                <a:latin typeface="Consolas" panose="020B0609020204030204" pitchFamily="49" charset="0"/>
              </a:rPr>
              <a:t>plt.ylabel</a:t>
            </a:r>
            <a:r>
              <a:rPr lang="es-ES" sz="1600" b="0" dirty="0">
                <a:solidFill>
                  <a:srgbClr val="000000"/>
                </a:solidFill>
                <a:effectLst/>
                <a:highlight>
                  <a:srgbClr val="FFFFFF"/>
                </a:highlight>
                <a:latin typeface="Consolas" panose="020B0609020204030204" pitchFamily="49" charset="0"/>
              </a:rPr>
              <a:t>(</a:t>
            </a:r>
            <a:r>
              <a:rPr lang="es-ES" sz="1600" b="0" dirty="0">
                <a:solidFill>
                  <a:srgbClr val="A31515"/>
                </a:solidFill>
                <a:effectLst/>
                <a:highlight>
                  <a:srgbClr val="FFFFFF"/>
                </a:highlight>
                <a:latin typeface="Consolas" panose="020B0609020204030204" pitchFamily="49" charset="0"/>
              </a:rPr>
              <a:t>'$x_2$'</a:t>
            </a:r>
            <a:r>
              <a:rPr lang="es-ES" sz="1600" b="0" dirty="0">
                <a:solidFill>
                  <a:srgbClr val="000000"/>
                </a:solidFill>
                <a:effectLst/>
                <a:highlight>
                  <a:srgbClr val="FFFFFF"/>
                </a:highlight>
                <a:latin typeface="Consolas" panose="020B0609020204030204" pitchFamily="49" charset="0"/>
              </a:rPr>
              <a:t>)</a:t>
            </a:r>
          </a:p>
          <a:p>
            <a:r>
              <a:rPr lang="es-ES" sz="1600" b="0" dirty="0" err="1">
                <a:solidFill>
                  <a:srgbClr val="000000"/>
                </a:solidFill>
                <a:effectLst/>
                <a:highlight>
                  <a:srgbClr val="FFFFFF"/>
                </a:highlight>
                <a:latin typeface="Consolas" panose="020B0609020204030204" pitchFamily="49" charset="0"/>
              </a:rPr>
              <a:t>plt.title</a:t>
            </a:r>
            <a:r>
              <a:rPr lang="es-ES" sz="1600" b="0" dirty="0">
                <a:solidFill>
                  <a:srgbClr val="000000"/>
                </a:solidFill>
                <a:effectLst/>
                <a:highlight>
                  <a:srgbClr val="FFFFFF"/>
                </a:highlight>
                <a:latin typeface="Consolas" panose="020B0609020204030204" pitchFamily="49" charset="0"/>
              </a:rPr>
              <a:t>(</a:t>
            </a:r>
            <a:r>
              <a:rPr lang="es-ES" sz="1600" b="0" dirty="0">
                <a:solidFill>
                  <a:srgbClr val="A31515"/>
                </a:solidFill>
                <a:effectLst/>
                <a:highlight>
                  <a:srgbClr val="FFFFFF"/>
                </a:highlight>
                <a:latin typeface="Consolas" panose="020B0609020204030204" pitchFamily="49" charset="0"/>
              </a:rPr>
              <a:t>'Clasificación de Puntos Dentro/Fuera del Círculo Unidad'</a:t>
            </a:r>
            <a:r>
              <a:rPr lang="es-ES" sz="1600" b="0" dirty="0">
                <a:solidFill>
                  <a:srgbClr val="000000"/>
                </a:solidFill>
                <a:effectLst/>
                <a:highlight>
                  <a:srgbClr val="FFFFFF"/>
                </a:highlight>
                <a:latin typeface="Consolas" panose="020B0609020204030204" pitchFamily="49" charset="0"/>
              </a:rPr>
              <a:t>)</a:t>
            </a:r>
          </a:p>
          <a:p>
            <a:r>
              <a:rPr lang="es-ES" sz="1600" b="0" dirty="0" err="1">
                <a:solidFill>
                  <a:srgbClr val="000000"/>
                </a:solidFill>
                <a:effectLst/>
                <a:highlight>
                  <a:srgbClr val="FFFFFF"/>
                </a:highlight>
                <a:latin typeface="Consolas" panose="020B0609020204030204" pitchFamily="49" charset="0"/>
              </a:rPr>
              <a:t>plt.legend</a:t>
            </a:r>
            <a:r>
              <a:rPr lang="es-ES" sz="1600" b="0" dirty="0">
                <a:solidFill>
                  <a:srgbClr val="000000"/>
                </a:solidFill>
                <a:effectLst/>
                <a:highlight>
                  <a:srgbClr val="FFFFFF"/>
                </a:highlight>
                <a:latin typeface="Consolas" panose="020B0609020204030204" pitchFamily="49" charset="0"/>
              </a:rPr>
              <a:t>()</a:t>
            </a:r>
          </a:p>
          <a:p>
            <a:r>
              <a:rPr lang="es-ES" sz="1600" b="0" dirty="0" err="1">
                <a:solidFill>
                  <a:srgbClr val="000000"/>
                </a:solidFill>
                <a:effectLst/>
                <a:highlight>
                  <a:srgbClr val="FFFFFF"/>
                </a:highlight>
                <a:latin typeface="Consolas" panose="020B0609020204030204" pitchFamily="49" charset="0"/>
              </a:rPr>
              <a:t>plt.grid</a:t>
            </a:r>
            <a:r>
              <a:rPr lang="es-ES" sz="1600" b="0" dirty="0">
                <a:solidFill>
                  <a:srgbClr val="000000"/>
                </a:solidFill>
                <a:effectLst/>
                <a:highlight>
                  <a:srgbClr val="FFFFFF"/>
                </a:highlight>
                <a:latin typeface="Consolas" panose="020B0609020204030204" pitchFamily="49" charset="0"/>
              </a:rPr>
              <a:t>(</a:t>
            </a:r>
            <a:r>
              <a:rPr lang="es-ES" sz="1600" b="0" dirty="0">
                <a:solidFill>
                  <a:srgbClr val="0000FF"/>
                </a:solidFill>
                <a:effectLst/>
                <a:highlight>
                  <a:srgbClr val="FFFFFF"/>
                </a:highlight>
                <a:latin typeface="Consolas" panose="020B0609020204030204" pitchFamily="49" charset="0"/>
              </a:rPr>
              <a:t>True</a:t>
            </a:r>
            <a:r>
              <a:rPr lang="es-ES" sz="1600" b="0" dirty="0">
                <a:solidFill>
                  <a:srgbClr val="000000"/>
                </a:solidFill>
                <a:effectLst/>
                <a:highlight>
                  <a:srgbClr val="FFFFFF"/>
                </a:highlight>
                <a:latin typeface="Consolas" panose="020B0609020204030204" pitchFamily="49" charset="0"/>
              </a:rPr>
              <a:t>)</a:t>
            </a:r>
          </a:p>
          <a:p>
            <a:r>
              <a:rPr lang="es-ES" sz="1600" b="0" dirty="0" err="1">
                <a:solidFill>
                  <a:srgbClr val="000000"/>
                </a:solidFill>
                <a:effectLst/>
                <a:highlight>
                  <a:srgbClr val="FFFFFF"/>
                </a:highlight>
                <a:latin typeface="Consolas" panose="020B0609020204030204" pitchFamily="49" charset="0"/>
              </a:rPr>
              <a:t>plt.show</a:t>
            </a:r>
            <a:r>
              <a:rPr lang="es-ES" sz="1600" b="0" dirty="0">
                <a:solidFill>
                  <a:srgbClr val="000000"/>
                </a:solidFill>
                <a:effectLst/>
                <a:highlight>
                  <a:srgbClr val="FFFFFF"/>
                </a:highlight>
                <a:latin typeface="Consolas" panose="020B0609020204030204" pitchFamily="49" charset="0"/>
              </a:rPr>
              <a:t>()</a:t>
            </a:r>
          </a:p>
          <a:p>
            <a:r>
              <a:rPr lang="es-ES" sz="1600" b="0" dirty="0">
                <a:solidFill>
                  <a:srgbClr val="000000"/>
                </a:solidFill>
                <a:effectLst/>
                <a:highlight>
                  <a:srgbClr val="FFFFFF"/>
                </a:highlight>
                <a:latin typeface="Consolas" panose="020B0609020204030204" pitchFamily="49" charset="0"/>
              </a:rPr>
              <a:t/>
            </a:r>
            <a:br>
              <a:rPr lang="es-ES" sz="1600" b="0" dirty="0">
                <a:solidFill>
                  <a:srgbClr val="000000"/>
                </a:solidFill>
                <a:effectLst/>
                <a:highlight>
                  <a:srgbClr val="FFFFFF"/>
                </a:highlight>
                <a:latin typeface="Consolas" panose="020B0609020204030204" pitchFamily="49" charset="0"/>
              </a:rPr>
            </a:br>
            <a:r>
              <a:rPr lang="es-ES" sz="1600" b="0" dirty="0">
                <a:solidFill>
                  <a:srgbClr val="008000"/>
                </a:solidFill>
                <a:effectLst/>
                <a:highlight>
                  <a:srgbClr val="FFFFFF"/>
                </a:highlight>
                <a:latin typeface="Consolas" panose="020B0609020204030204" pitchFamily="49" charset="0"/>
              </a:rPr>
              <a:t># Imprimir los pesos finales</a:t>
            </a:r>
            <a:endParaRPr lang="es-ES" sz="1600" b="0" dirty="0">
              <a:solidFill>
                <a:srgbClr val="000000"/>
              </a:solidFill>
              <a:effectLst/>
              <a:highlight>
                <a:srgbClr val="FFFFFF"/>
              </a:highlight>
              <a:latin typeface="Consolas" panose="020B0609020204030204" pitchFamily="49" charset="0"/>
            </a:endParaRPr>
          </a:p>
          <a:p>
            <a:r>
              <a:rPr lang="es-ES" sz="1600" b="0" dirty="0" err="1">
                <a:solidFill>
                  <a:srgbClr val="000000"/>
                </a:solidFill>
                <a:effectLst/>
                <a:highlight>
                  <a:srgbClr val="FFFFFF"/>
                </a:highlight>
                <a:latin typeface="Consolas" panose="020B0609020204030204" pitchFamily="49" charset="0"/>
              </a:rPr>
              <a:t>print</a:t>
            </a:r>
            <a:r>
              <a:rPr lang="es-ES" sz="1600" b="0" dirty="0">
                <a:solidFill>
                  <a:srgbClr val="000000"/>
                </a:solidFill>
                <a:effectLst/>
                <a:highlight>
                  <a:srgbClr val="FFFFFF"/>
                </a:highlight>
                <a:latin typeface="Consolas" panose="020B0609020204030204" pitchFamily="49" charset="0"/>
              </a:rPr>
              <a:t>(</a:t>
            </a:r>
            <a:r>
              <a:rPr lang="es-ES" sz="1600" b="0" dirty="0">
                <a:solidFill>
                  <a:srgbClr val="A31515"/>
                </a:solidFill>
                <a:effectLst/>
                <a:highlight>
                  <a:srgbClr val="FFFFFF"/>
                </a:highlight>
                <a:latin typeface="Consolas" panose="020B0609020204030204" pitchFamily="49" charset="0"/>
              </a:rPr>
              <a:t>"Pesos de la capa oculta (W1, b1):"</a:t>
            </a:r>
            <a:r>
              <a:rPr lang="es-ES" sz="1600" b="0" dirty="0">
                <a:solidFill>
                  <a:srgbClr val="000000"/>
                </a:solidFill>
                <a:effectLst/>
                <a:highlight>
                  <a:srgbClr val="FFFFFF"/>
                </a:highlight>
                <a:latin typeface="Consolas" panose="020B0609020204030204" pitchFamily="49" charset="0"/>
              </a:rPr>
              <a:t>)</a:t>
            </a:r>
          </a:p>
          <a:p>
            <a:r>
              <a:rPr lang="es-ES" sz="1600" b="0" dirty="0" err="1">
                <a:solidFill>
                  <a:srgbClr val="000000"/>
                </a:solidFill>
                <a:effectLst/>
                <a:highlight>
                  <a:srgbClr val="FFFFFF"/>
                </a:highlight>
                <a:latin typeface="Consolas" panose="020B0609020204030204" pitchFamily="49" charset="0"/>
              </a:rPr>
              <a:t>print</a:t>
            </a:r>
            <a:r>
              <a:rPr lang="es-ES" sz="1600" b="0" dirty="0">
                <a:solidFill>
                  <a:srgbClr val="000000"/>
                </a:solidFill>
                <a:effectLst/>
                <a:highlight>
                  <a:srgbClr val="FFFFFF"/>
                </a:highlight>
                <a:latin typeface="Consolas" panose="020B0609020204030204" pitchFamily="49" charset="0"/>
              </a:rPr>
              <a:t>(W1)</a:t>
            </a:r>
          </a:p>
          <a:p>
            <a:r>
              <a:rPr lang="es-ES" sz="1600" b="0" dirty="0" err="1">
                <a:solidFill>
                  <a:srgbClr val="000000"/>
                </a:solidFill>
                <a:effectLst/>
                <a:highlight>
                  <a:srgbClr val="FFFFFF"/>
                </a:highlight>
                <a:latin typeface="Consolas" panose="020B0609020204030204" pitchFamily="49" charset="0"/>
              </a:rPr>
              <a:t>print</a:t>
            </a:r>
            <a:r>
              <a:rPr lang="es-ES" sz="1600" b="0" dirty="0">
                <a:solidFill>
                  <a:srgbClr val="000000"/>
                </a:solidFill>
                <a:effectLst/>
                <a:highlight>
                  <a:srgbClr val="FFFFFF"/>
                </a:highlight>
                <a:latin typeface="Consolas" panose="020B0609020204030204" pitchFamily="49" charset="0"/>
              </a:rPr>
              <a:t>(b1)</a:t>
            </a:r>
          </a:p>
          <a:p>
            <a:r>
              <a:rPr lang="es-ES" sz="1600" b="0" dirty="0">
                <a:solidFill>
                  <a:srgbClr val="000000"/>
                </a:solidFill>
                <a:effectLst/>
                <a:highlight>
                  <a:srgbClr val="FFFFFF"/>
                </a:highlight>
                <a:latin typeface="Consolas" panose="020B0609020204030204" pitchFamily="49" charset="0"/>
              </a:rPr>
              <a:t/>
            </a:r>
            <a:br>
              <a:rPr lang="es-ES" sz="1600" b="0" dirty="0">
                <a:solidFill>
                  <a:srgbClr val="000000"/>
                </a:solidFill>
                <a:effectLst/>
                <a:highlight>
                  <a:srgbClr val="FFFFFF"/>
                </a:highlight>
                <a:latin typeface="Consolas" panose="020B0609020204030204" pitchFamily="49" charset="0"/>
              </a:rPr>
            </a:br>
            <a:r>
              <a:rPr lang="es-ES" sz="1600" b="0" dirty="0" err="1">
                <a:solidFill>
                  <a:srgbClr val="000000"/>
                </a:solidFill>
                <a:effectLst/>
                <a:highlight>
                  <a:srgbClr val="FFFFFF"/>
                </a:highlight>
                <a:latin typeface="Consolas" panose="020B0609020204030204" pitchFamily="49" charset="0"/>
              </a:rPr>
              <a:t>print</a:t>
            </a:r>
            <a:r>
              <a:rPr lang="es-ES" sz="1600" b="0" dirty="0">
                <a:solidFill>
                  <a:srgbClr val="000000"/>
                </a:solidFill>
                <a:effectLst/>
                <a:highlight>
                  <a:srgbClr val="FFFFFF"/>
                </a:highlight>
                <a:latin typeface="Consolas" panose="020B0609020204030204" pitchFamily="49" charset="0"/>
              </a:rPr>
              <a:t>(</a:t>
            </a:r>
            <a:r>
              <a:rPr lang="es-ES" sz="1600" b="0" dirty="0">
                <a:solidFill>
                  <a:srgbClr val="A31515"/>
                </a:solidFill>
                <a:effectLst/>
                <a:highlight>
                  <a:srgbClr val="FFFFFF"/>
                </a:highlight>
                <a:latin typeface="Consolas" panose="020B0609020204030204" pitchFamily="49" charset="0"/>
              </a:rPr>
              <a:t>"\</a:t>
            </a:r>
            <a:r>
              <a:rPr lang="es-ES" sz="1600" b="0" dirty="0" err="1">
                <a:solidFill>
                  <a:srgbClr val="A31515"/>
                </a:solidFill>
                <a:effectLst/>
                <a:highlight>
                  <a:srgbClr val="FFFFFF"/>
                </a:highlight>
                <a:latin typeface="Consolas" panose="020B0609020204030204" pitchFamily="49" charset="0"/>
              </a:rPr>
              <a:t>nPesos</a:t>
            </a:r>
            <a:r>
              <a:rPr lang="es-ES" sz="1600" b="0" dirty="0">
                <a:solidFill>
                  <a:srgbClr val="A31515"/>
                </a:solidFill>
                <a:effectLst/>
                <a:highlight>
                  <a:srgbClr val="FFFFFF"/>
                </a:highlight>
                <a:latin typeface="Consolas" panose="020B0609020204030204" pitchFamily="49" charset="0"/>
              </a:rPr>
              <a:t> de la capa de salida (W2, b2):"</a:t>
            </a:r>
            <a:r>
              <a:rPr lang="es-ES" sz="1600" b="0" dirty="0">
                <a:solidFill>
                  <a:srgbClr val="000000"/>
                </a:solidFill>
                <a:effectLst/>
                <a:highlight>
                  <a:srgbClr val="FFFFFF"/>
                </a:highlight>
                <a:latin typeface="Consolas" panose="020B0609020204030204" pitchFamily="49" charset="0"/>
              </a:rPr>
              <a:t>)</a:t>
            </a:r>
          </a:p>
          <a:p>
            <a:r>
              <a:rPr lang="es-ES" sz="1600" b="0" dirty="0" err="1">
                <a:solidFill>
                  <a:srgbClr val="000000"/>
                </a:solidFill>
                <a:effectLst/>
                <a:highlight>
                  <a:srgbClr val="FFFFFF"/>
                </a:highlight>
                <a:latin typeface="Consolas" panose="020B0609020204030204" pitchFamily="49" charset="0"/>
              </a:rPr>
              <a:t>print</a:t>
            </a:r>
            <a:r>
              <a:rPr lang="es-ES" sz="1600" b="0" dirty="0">
                <a:solidFill>
                  <a:srgbClr val="000000"/>
                </a:solidFill>
                <a:effectLst/>
                <a:highlight>
                  <a:srgbClr val="FFFFFF"/>
                </a:highlight>
                <a:latin typeface="Consolas" panose="020B0609020204030204" pitchFamily="49" charset="0"/>
              </a:rPr>
              <a:t>(W2)</a:t>
            </a:r>
          </a:p>
          <a:p>
            <a:r>
              <a:rPr lang="es-ES" sz="1600" b="0" dirty="0" err="1">
                <a:solidFill>
                  <a:srgbClr val="000000"/>
                </a:solidFill>
                <a:effectLst/>
                <a:highlight>
                  <a:srgbClr val="FFFFFF"/>
                </a:highlight>
                <a:latin typeface="Consolas" panose="020B0609020204030204" pitchFamily="49" charset="0"/>
              </a:rPr>
              <a:t>print</a:t>
            </a:r>
            <a:r>
              <a:rPr lang="es-ES" sz="1600" b="0" dirty="0">
                <a:solidFill>
                  <a:srgbClr val="000000"/>
                </a:solidFill>
                <a:effectLst/>
                <a:highlight>
                  <a:srgbClr val="FFFFFF"/>
                </a:highlight>
                <a:latin typeface="Consolas" panose="020B0609020204030204" pitchFamily="49" charset="0"/>
              </a:rPr>
              <a:t>(b2)</a:t>
            </a:r>
          </a:p>
          <a:p>
            <a:endParaRPr lang="es-ES" sz="1600" b="0" dirty="0">
              <a:solidFill>
                <a:srgbClr val="000000"/>
              </a:solidFill>
              <a:effectLst/>
              <a:highlight>
                <a:srgbClr val="FFFFFF"/>
              </a:highlight>
              <a:latin typeface="Consolas" panose="020B0609020204030204" pitchFamily="49" charset="0"/>
            </a:endParaRPr>
          </a:p>
        </p:txBody>
      </p:sp>
    </p:spTree>
    <p:extLst>
      <p:ext uri="{BB962C8B-B14F-4D97-AF65-F5344CB8AC3E}">
        <p14:creationId xmlns:p14="http://schemas.microsoft.com/office/powerpoint/2010/main" val="197426072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721C4E8-F774-C602-C20C-95042CFF3868}"/>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7" name="CuadroTexto 6">
            <a:extLst>
              <a:ext uri="{FF2B5EF4-FFF2-40B4-BE49-F238E27FC236}">
                <a16:creationId xmlns:a16="http://schemas.microsoft.com/office/drawing/2014/main" id="{93FB16DD-97A1-9BA5-8681-F103FBEEB82E}"/>
              </a:ext>
            </a:extLst>
          </p:cNvPr>
          <p:cNvSpPr txBox="1"/>
          <p:nvPr/>
        </p:nvSpPr>
        <p:spPr>
          <a:xfrm>
            <a:off x="214041" y="447385"/>
            <a:ext cx="7072610" cy="506292"/>
          </a:xfrm>
          <a:prstGeom prst="rect">
            <a:avLst/>
          </a:prstGeom>
          <a:noFill/>
        </p:spPr>
        <p:txBody>
          <a:bodyPr wrap="square">
            <a:spAutoFit/>
          </a:bodyPr>
          <a:lstStyle/>
          <a:p>
            <a:pPr>
              <a:lnSpc>
                <a:spcPct val="150000"/>
              </a:lnSpc>
            </a:pPr>
            <a:r>
              <a:rPr lang="en-US" sz="2000" b="1" dirty="0" err="1">
                <a:solidFill>
                  <a:schemeClr val="accent1">
                    <a:lumMod val="50000"/>
                  </a:schemeClr>
                </a:solidFill>
              </a:rPr>
              <a:t>Perceptrón</a:t>
            </a:r>
            <a:r>
              <a:rPr lang="en-US" sz="2000" b="1" dirty="0">
                <a:solidFill>
                  <a:schemeClr val="accent1">
                    <a:lumMod val="50000"/>
                  </a:schemeClr>
                </a:solidFill>
              </a:rPr>
              <a:t> </a:t>
            </a:r>
            <a:r>
              <a:rPr lang="en-US" sz="2000" b="1" dirty="0" err="1">
                <a:solidFill>
                  <a:schemeClr val="accent1">
                    <a:lumMod val="50000"/>
                  </a:schemeClr>
                </a:solidFill>
              </a:rPr>
              <a:t>Multicapa</a:t>
            </a:r>
            <a:r>
              <a:rPr lang="en-US" sz="2000" b="1" dirty="0">
                <a:solidFill>
                  <a:schemeClr val="accent1">
                    <a:lumMod val="50000"/>
                  </a:schemeClr>
                </a:solidFill>
              </a:rPr>
              <a:t> (MLP). </a:t>
            </a:r>
            <a:r>
              <a:rPr lang="en-US" sz="2000" b="1" dirty="0" err="1">
                <a:solidFill>
                  <a:schemeClr val="accent1">
                    <a:lumMod val="50000"/>
                  </a:schemeClr>
                </a:solidFill>
              </a:rPr>
              <a:t>FeedForward</a:t>
            </a:r>
            <a:r>
              <a:rPr lang="en-US" sz="2000" b="1" dirty="0">
                <a:solidFill>
                  <a:schemeClr val="accent1">
                    <a:lumMod val="50000"/>
                  </a:schemeClr>
                </a:solidFill>
              </a:rPr>
              <a:t> Propagation</a:t>
            </a:r>
            <a:endParaRPr lang="en-US" sz="2000" dirty="0">
              <a:solidFill>
                <a:schemeClr val="accent1">
                  <a:lumMod val="50000"/>
                </a:schemeClr>
              </a:solidFill>
            </a:endParaRPr>
          </a:p>
        </p:txBody>
      </p:sp>
      <p:grpSp>
        <p:nvGrpSpPr>
          <p:cNvPr id="4" name="Grupo 3">
            <a:extLst>
              <a:ext uri="{FF2B5EF4-FFF2-40B4-BE49-F238E27FC236}">
                <a16:creationId xmlns:a16="http://schemas.microsoft.com/office/drawing/2014/main" id="{3794CD6C-5EB5-7B7A-AB74-A21348B294C2}"/>
              </a:ext>
            </a:extLst>
          </p:cNvPr>
          <p:cNvGrpSpPr/>
          <p:nvPr/>
        </p:nvGrpSpPr>
        <p:grpSpPr>
          <a:xfrm>
            <a:off x="91945" y="1057224"/>
            <a:ext cx="3430255" cy="2478179"/>
            <a:chOff x="466137" y="1833209"/>
            <a:chExt cx="4169929" cy="2859461"/>
          </a:xfrm>
        </p:grpSpPr>
        <mc:AlternateContent xmlns:mc="http://schemas.openxmlformats.org/markup-compatibility/2006" xmlns:a14="http://schemas.microsoft.com/office/drawing/2010/main">
          <mc:Choice Requires="a14">
            <p:sp>
              <p:nvSpPr>
                <p:cNvPr id="8" name="Elipse 7">
                  <a:extLst>
                    <a:ext uri="{FF2B5EF4-FFF2-40B4-BE49-F238E27FC236}">
                      <a16:creationId xmlns:a16="http://schemas.microsoft.com/office/drawing/2014/main" id="{CDBCE0B3-EAC4-2853-26E5-AE408D73189A}"/>
                    </a:ext>
                  </a:extLst>
                </p:cNvPr>
                <p:cNvSpPr/>
                <p:nvPr/>
              </p:nvSpPr>
              <p:spPr>
                <a:xfrm>
                  <a:off x="3726158" y="2950758"/>
                  <a:ext cx="540000" cy="540000"/>
                </a:xfrm>
                <a:prstGeom prst="ellipse">
                  <a:avLst/>
                </a:prstGeom>
                <a:no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sSup>
                          <m:sSupPr>
                            <m:ctrlPr>
                              <a:rPr lang="es-ES" sz="1400" i="1">
                                <a:solidFill>
                                  <a:schemeClr val="accent1">
                                    <a:lumMod val="50000"/>
                                  </a:schemeClr>
                                </a:solidFill>
                                <a:latin typeface="Cambria Math" panose="02040503050406030204" pitchFamily="18" charset="0"/>
                                <a:ea typeface="Cambria Math" panose="02040503050406030204" pitchFamily="18" charset="0"/>
                              </a:rPr>
                            </m:ctrlPr>
                          </m:sSupPr>
                          <m:e>
                            <m:r>
                              <a:rPr lang="es-ES" sz="1400" i="1">
                                <a:solidFill>
                                  <a:schemeClr val="accent1">
                                    <a:lumMod val="50000"/>
                                  </a:schemeClr>
                                </a:solidFill>
                                <a:latin typeface="Cambria Math" panose="02040503050406030204" pitchFamily="18" charset="0"/>
                                <a:ea typeface="Cambria Math" panose="02040503050406030204" pitchFamily="18" charset="0"/>
                              </a:rPr>
                              <m:t>𝑎</m:t>
                            </m:r>
                          </m:e>
                          <m:sup>
                            <m:r>
                              <a:rPr lang="es-ES" sz="1400" i="1">
                                <a:solidFill>
                                  <a:schemeClr val="accent1">
                                    <a:lumMod val="50000"/>
                                  </a:schemeClr>
                                </a:solidFill>
                                <a:latin typeface="Cambria Math" panose="02040503050406030204" pitchFamily="18" charset="0"/>
                                <a:ea typeface="Cambria Math" panose="02040503050406030204" pitchFamily="18" charset="0"/>
                              </a:rPr>
                              <m:t>[2]</m:t>
                            </m:r>
                          </m:sup>
                        </m:sSup>
                      </m:oMath>
                    </m:oMathPara>
                  </a14:m>
                  <a:endParaRPr lang="es-ES" sz="1400" b="1" dirty="0"/>
                </a:p>
              </p:txBody>
            </p:sp>
          </mc:Choice>
          <mc:Fallback xmlns="">
            <p:sp>
              <p:nvSpPr>
                <p:cNvPr id="8" name="Elipse 7">
                  <a:extLst>
                    <a:ext uri="{FF2B5EF4-FFF2-40B4-BE49-F238E27FC236}">
                      <a16:creationId xmlns:a16="http://schemas.microsoft.com/office/drawing/2014/main" id="{CDBCE0B3-EAC4-2853-26E5-AE408D73189A}"/>
                    </a:ext>
                  </a:extLst>
                </p:cNvPr>
                <p:cNvSpPr>
                  <a:spLocks noRot="1" noChangeAspect="1" noMove="1" noResize="1" noEditPoints="1" noAdjustHandles="1" noChangeArrowheads="1" noChangeShapeType="1" noTextEdit="1"/>
                </p:cNvSpPr>
                <p:nvPr/>
              </p:nvSpPr>
              <p:spPr>
                <a:xfrm>
                  <a:off x="3726158" y="2950758"/>
                  <a:ext cx="540000" cy="540000"/>
                </a:xfrm>
                <a:prstGeom prst="ellipse">
                  <a:avLst/>
                </a:prstGeom>
                <a:blipFill>
                  <a:blip r:embed="rId2"/>
                  <a:stretch>
                    <a:fillRect/>
                  </a:stretch>
                </a:blipFill>
                <a:ln w="34925">
                  <a:solidFill>
                    <a:srgbClr val="C00000"/>
                  </a:solidFill>
                </a:ln>
              </p:spPr>
              <p:txBody>
                <a:bodyPr/>
                <a:lstStyle/>
                <a:p>
                  <a:r>
                    <a:rPr lang="es-ES">
                      <a:noFill/>
                    </a:rPr>
                    <a:t> </a:t>
                  </a:r>
                </a:p>
              </p:txBody>
            </p:sp>
          </mc:Fallback>
        </mc:AlternateContent>
        <p:cxnSp>
          <p:nvCxnSpPr>
            <p:cNvPr id="9" name="Conector recto de flecha 8">
              <a:extLst>
                <a:ext uri="{FF2B5EF4-FFF2-40B4-BE49-F238E27FC236}">
                  <a16:creationId xmlns:a16="http://schemas.microsoft.com/office/drawing/2014/main" id="{2F159A31-B5CA-532B-58B3-28EC219DE35C}"/>
                </a:ext>
              </a:extLst>
            </p:cNvPr>
            <p:cNvCxnSpPr>
              <a:cxnSpLocks/>
              <a:stCxn id="8" idx="6"/>
            </p:cNvCxnSpPr>
            <p:nvPr/>
          </p:nvCxnSpPr>
          <p:spPr>
            <a:xfrm>
              <a:off x="4266158" y="3220758"/>
              <a:ext cx="369908" cy="0"/>
            </a:xfrm>
            <a:prstGeom prst="straightConnector1">
              <a:avLst/>
            </a:prstGeom>
            <a:ln w="34925" cmpd="sng">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Elipse 18">
                  <a:extLst>
                    <a:ext uri="{FF2B5EF4-FFF2-40B4-BE49-F238E27FC236}">
                      <a16:creationId xmlns:a16="http://schemas.microsoft.com/office/drawing/2014/main" id="{D413D6DC-181D-C406-1546-D911F8DFA4F6}"/>
                    </a:ext>
                  </a:extLst>
                </p:cNvPr>
                <p:cNvSpPr/>
                <p:nvPr/>
              </p:nvSpPr>
              <p:spPr>
                <a:xfrm>
                  <a:off x="466137" y="2561956"/>
                  <a:ext cx="540000" cy="540000"/>
                </a:xfrm>
                <a:prstGeom prst="ellipse">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s-ES" sz="1600" i="1">
                                <a:solidFill>
                                  <a:schemeClr val="accent1">
                                    <a:lumMod val="50000"/>
                                  </a:schemeClr>
                                </a:solidFill>
                                <a:latin typeface="Cambria Math" panose="02040503050406030204" pitchFamily="18" charset="0"/>
                                <a:ea typeface="Cambria Math" panose="02040503050406030204" pitchFamily="18" charset="0"/>
                              </a:rPr>
                            </m:ctrlPr>
                          </m:sSubPr>
                          <m:e>
                            <m:r>
                              <a:rPr lang="es-ES" sz="1600" i="1">
                                <a:solidFill>
                                  <a:schemeClr val="accent1">
                                    <a:lumMod val="50000"/>
                                  </a:schemeClr>
                                </a:solidFill>
                                <a:latin typeface="Cambria Math" panose="02040503050406030204" pitchFamily="18" charset="0"/>
                                <a:ea typeface="Cambria Math" panose="02040503050406030204" pitchFamily="18" charset="0"/>
                              </a:rPr>
                              <m:t>𝑥</m:t>
                            </m:r>
                          </m:e>
                          <m:sub>
                            <m:r>
                              <a:rPr lang="es-ES" sz="1600" i="1">
                                <a:solidFill>
                                  <a:schemeClr val="accent1">
                                    <a:lumMod val="50000"/>
                                  </a:schemeClr>
                                </a:solidFill>
                                <a:latin typeface="Cambria Math" panose="02040503050406030204" pitchFamily="18" charset="0"/>
                                <a:ea typeface="Cambria Math" panose="02040503050406030204" pitchFamily="18" charset="0"/>
                              </a:rPr>
                              <m:t>1</m:t>
                            </m:r>
                          </m:sub>
                        </m:sSub>
                      </m:oMath>
                    </m:oMathPara>
                  </a14:m>
                  <a:endParaRPr lang="es-ES" sz="1600" dirty="0"/>
                </a:p>
              </p:txBody>
            </p:sp>
          </mc:Choice>
          <mc:Fallback xmlns="">
            <p:sp>
              <p:nvSpPr>
                <p:cNvPr id="19" name="Elipse 18">
                  <a:extLst>
                    <a:ext uri="{FF2B5EF4-FFF2-40B4-BE49-F238E27FC236}">
                      <a16:creationId xmlns:a16="http://schemas.microsoft.com/office/drawing/2014/main" id="{D413D6DC-181D-C406-1546-D911F8DFA4F6}"/>
                    </a:ext>
                  </a:extLst>
                </p:cNvPr>
                <p:cNvSpPr>
                  <a:spLocks noRot="1" noChangeAspect="1" noMove="1" noResize="1" noEditPoints="1" noAdjustHandles="1" noChangeArrowheads="1" noChangeShapeType="1" noTextEdit="1"/>
                </p:cNvSpPr>
                <p:nvPr/>
              </p:nvSpPr>
              <p:spPr>
                <a:xfrm>
                  <a:off x="466137" y="2561956"/>
                  <a:ext cx="540000" cy="540000"/>
                </a:xfrm>
                <a:prstGeom prst="ellipse">
                  <a:avLst/>
                </a:prstGeom>
                <a:blipFill>
                  <a:blip r:embed="rId3"/>
                  <a:stretch>
                    <a:fillRect/>
                  </a:stretch>
                </a:blipFill>
                <a:ln w="31750">
                  <a:solidFill>
                    <a:schemeClr val="accent6">
                      <a:lumMod val="75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Elipse 19">
                  <a:extLst>
                    <a:ext uri="{FF2B5EF4-FFF2-40B4-BE49-F238E27FC236}">
                      <a16:creationId xmlns:a16="http://schemas.microsoft.com/office/drawing/2014/main" id="{5B7FF133-05E7-8EC9-987C-81BDFC977F16}"/>
                    </a:ext>
                  </a:extLst>
                </p:cNvPr>
                <p:cNvSpPr/>
                <p:nvPr/>
              </p:nvSpPr>
              <p:spPr>
                <a:xfrm>
                  <a:off x="466137" y="3336774"/>
                  <a:ext cx="540000" cy="540000"/>
                </a:xfrm>
                <a:prstGeom prst="ellipse">
                  <a:avLst/>
                </a:prstGeom>
                <a:noFill/>
                <a:ln w="317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s-ES" sz="1600" i="1">
                                <a:solidFill>
                                  <a:schemeClr val="accent1">
                                    <a:lumMod val="50000"/>
                                  </a:schemeClr>
                                </a:solidFill>
                                <a:latin typeface="Cambria Math" panose="02040503050406030204" pitchFamily="18" charset="0"/>
                                <a:ea typeface="Cambria Math" panose="02040503050406030204" pitchFamily="18" charset="0"/>
                              </a:rPr>
                            </m:ctrlPr>
                          </m:sSubPr>
                          <m:e>
                            <m:r>
                              <a:rPr lang="es-ES" sz="1600" i="1">
                                <a:solidFill>
                                  <a:schemeClr val="accent1">
                                    <a:lumMod val="50000"/>
                                  </a:schemeClr>
                                </a:solidFill>
                                <a:latin typeface="Cambria Math" panose="02040503050406030204" pitchFamily="18" charset="0"/>
                                <a:ea typeface="Cambria Math" panose="02040503050406030204" pitchFamily="18" charset="0"/>
                              </a:rPr>
                              <m:t>𝑥</m:t>
                            </m:r>
                          </m:e>
                          <m:sub>
                            <m:r>
                              <a:rPr lang="es-ES" sz="1600" i="1">
                                <a:solidFill>
                                  <a:schemeClr val="accent1">
                                    <a:lumMod val="50000"/>
                                  </a:schemeClr>
                                </a:solidFill>
                                <a:latin typeface="Cambria Math" panose="02040503050406030204" pitchFamily="18" charset="0"/>
                                <a:ea typeface="Cambria Math" panose="02040503050406030204" pitchFamily="18" charset="0"/>
                              </a:rPr>
                              <m:t>2</m:t>
                            </m:r>
                          </m:sub>
                        </m:sSub>
                      </m:oMath>
                    </m:oMathPara>
                  </a14:m>
                  <a:endParaRPr lang="es-ES" sz="1600" dirty="0"/>
                </a:p>
              </p:txBody>
            </p:sp>
          </mc:Choice>
          <mc:Fallback xmlns="">
            <p:sp>
              <p:nvSpPr>
                <p:cNvPr id="20" name="Elipse 19">
                  <a:extLst>
                    <a:ext uri="{FF2B5EF4-FFF2-40B4-BE49-F238E27FC236}">
                      <a16:creationId xmlns:a16="http://schemas.microsoft.com/office/drawing/2014/main" id="{5B7FF133-05E7-8EC9-987C-81BDFC977F16}"/>
                    </a:ext>
                  </a:extLst>
                </p:cNvPr>
                <p:cNvSpPr>
                  <a:spLocks noRot="1" noChangeAspect="1" noMove="1" noResize="1" noEditPoints="1" noAdjustHandles="1" noChangeArrowheads="1" noChangeShapeType="1" noTextEdit="1"/>
                </p:cNvSpPr>
                <p:nvPr/>
              </p:nvSpPr>
              <p:spPr>
                <a:xfrm>
                  <a:off x="466137" y="3336774"/>
                  <a:ext cx="540000" cy="540000"/>
                </a:xfrm>
                <a:prstGeom prst="ellipse">
                  <a:avLst/>
                </a:prstGeom>
                <a:blipFill>
                  <a:blip r:embed="rId4"/>
                  <a:stretch>
                    <a:fillRect/>
                  </a:stretch>
                </a:blipFill>
                <a:ln w="31750">
                  <a:solidFill>
                    <a:schemeClr val="accent6">
                      <a:lumMod val="75000"/>
                    </a:schemeClr>
                  </a:solidFill>
                </a:ln>
              </p:spPr>
              <p:txBody>
                <a:bodyPr/>
                <a:lstStyle/>
                <a:p>
                  <a:r>
                    <a:rPr lang="es-ES">
                      <a:noFill/>
                    </a:rPr>
                    <a:t> </a:t>
                  </a:r>
                </a:p>
              </p:txBody>
            </p:sp>
          </mc:Fallback>
        </mc:AlternateContent>
        <p:cxnSp>
          <p:nvCxnSpPr>
            <p:cNvPr id="21" name="Conector recto 20">
              <a:extLst>
                <a:ext uri="{FF2B5EF4-FFF2-40B4-BE49-F238E27FC236}">
                  <a16:creationId xmlns:a16="http://schemas.microsoft.com/office/drawing/2014/main" id="{60207598-1C49-3239-C452-CF7C258603FA}"/>
                </a:ext>
              </a:extLst>
            </p:cNvPr>
            <p:cNvCxnSpPr>
              <a:cxnSpLocks/>
              <a:stCxn id="19" idx="6"/>
            </p:cNvCxnSpPr>
            <p:nvPr/>
          </p:nvCxnSpPr>
          <p:spPr>
            <a:xfrm flipV="1">
              <a:off x="1006137" y="2050647"/>
              <a:ext cx="1352978" cy="781309"/>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0F5D4888-D4E5-DC33-D9DB-8EA0021B1E96}"/>
                </a:ext>
              </a:extLst>
            </p:cNvPr>
            <p:cNvCxnSpPr>
              <a:cxnSpLocks/>
              <a:stCxn id="19" idx="6"/>
            </p:cNvCxnSpPr>
            <p:nvPr/>
          </p:nvCxnSpPr>
          <p:spPr>
            <a:xfrm flipV="1">
              <a:off x="1006137" y="2829159"/>
              <a:ext cx="1352320" cy="2797"/>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A08695CE-253F-4C7D-9567-95CD91DA1682}"/>
                </a:ext>
              </a:extLst>
            </p:cNvPr>
            <p:cNvCxnSpPr>
              <a:cxnSpLocks/>
              <a:stCxn id="20" idx="6"/>
            </p:cNvCxnSpPr>
            <p:nvPr/>
          </p:nvCxnSpPr>
          <p:spPr>
            <a:xfrm flipV="1">
              <a:off x="1006137" y="2829159"/>
              <a:ext cx="1352320" cy="777615"/>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CC6EDA31-6CAA-08C6-B04F-44EDBB203634}"/>
                </a:ext>
              </a:extLst>
            </p:cNvPr>
            <p:cNvCxnSpPr>
              <a:cxnSpLocks/>
              <a:stCxn id="19" idx="6"/>
            </p:cNvCxnSpPr>
            <p:nvPr/>
          </p:nvCxnSpPr>
          <p:spPr>
            <a:xfrm>
              <a:off x="1006137" y="2831956"/>
              <a:ext cx="1351991" cy="775715"/>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DAE8F1BA-28C4-19D2-7C1D-48D1627F5612}"/>
                </a:ext>
              </a:extLst>
            </p:cNvPr>
            <p:cNvCxnSpPr>
              <a:cxnSpLocks/>
              <a:stCxn id="20" idx="6"/>
            </p:cNvCxnSpPr>
            <p:nvPr/>
          </p:nvCxnSpPr>
          <p:spPr>
            <a:xfrm>
              <a:off x="1006137" y="3606774"/>
              <a:ext cx="1351991" cy="897"/>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99F5D80E-80EB-169C-E5FF-73615A801975}"/>
                </a:ext>
              </a:extLst>
            </p:cNvPr>
            <p:cNvCxnSpPr>
              <a:cxnSpLocks/>
              <a:stCxn id="20" idx="6"/>
            </p:cNvCxnSpPr>
            <p:nvPr/>
          </p:nvCxnSpPr>
          <p:spPr>
            <a:xfrm flipV="1">
              <a:off x="1006137" y="2050647"/>
              <a:ext cx="1352978" cy="1556127"/>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2C7F7F16-5A6C-85B2-5725-8CFF4A37101A}"/>
                </a:ext>
              </a:extLst>
            </p:cNvPr>
            <p:cNvCxnSpPr>
              <a:cxnSpLocks/>
              <a:endCxn id="8" idx="2"/>
            </p:cNvCxnSpPr>
            <p:nvPr/>
          </p:nvCxnSpPr>
          <p:spPr>
            <a:xfrm>
              <a:off x="2899115" y="2050647"/>
              <a:ext cx="827043" cy="117011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E27904B6-8300-F80F-9990-18F537941957}"/>
                </a:ext>
              </a:extLst>
            </p:cNvPr>
            <p:cNvCxnSpPr>
              <a:cxnSpLocks/>
              <a:endCxn id="8" idx="2"/>
            </p:cNvCxnSpPr>
            <p:nvPr/>
          </p:nvCxnSpPr>
          <p:spPr>
            <a:xfrm>
              <a:off x="2898457" y="2829159"/>
              <a:ext cx="827701" cy="391599"/>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Conector recto 31">
              <a:extLst>
                <a:ext uri="{FF2B5EF4-FFF2-40B4-BE49-F238E27FC236}">
                  <a16:creationId xmlns:a16="http://schemas.microsoft.com/office/drawing/2014/main" id="{E9289AAA-0F8A-EF8F-4178-3C5BE04DA338}"/>
                </a:ext>
              </a:extLst>
            </p:cNvPr>
            <p:cNvCxnSpPr>
              <a:cxnSpLocks/>
              <a:endCxn id="8" idx="2"/>
            </p:cNvCxnSpPr>
            <p:nvPr/>
          </p:nvCxnSpPr>
          <p:spPr>
            <a:xfrm flipV="1">
              <a:off x="2898128" y="3220758"/>
              <a:ext cx="828030" cy="386913"/>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3" name="Conector recto 32">
              <a:extLst>
                <a:ext uri="{FF2B5EF4-FFF2-40B4-BE49-F238E27FC236}">
                  <a16:creationId xmlns:a16="http://schemas.microsoft.com/office/drawing/2014/main" id="{19245AFD-47BC-3B5C-04D1-FA512D6A5DA3}"/>
                </a:ext>
              </a:extLst>
            </p:cNvPr>
            <p:cNvCxnSpPr>
              <a:cxnSpLocks/>
              <a:stCxn id="20" idx="6"/>
            </p:cNvCxnSpPr>
            <p:nvPr/>
          </p:nvCxnSpPr>
          <p:spPr>
            <a:xfrm>
              <a:off x="1006137" y="3606774"/>
              <a:ext cx="1328381" cy="777454"/>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Conector recto 33">
              <a:extLst>
                <a:ext uri="{FF2B5EF4-FFF2-40B4-BE49-F238E27FC236}">
                  <a16:creationId xmlns:a16="http://schemas.microsoft.com/office/drawing/2014/main" id="{B58384E3-779A-584B-AB01-04FFB32ED9C3}"/>
                </a:ext>
              </a:extLst>
            </p:cNvPr>
            <p:cNvCxnSpPr>
              <a:cxnSpLocks/>
              <a:stCxn id="19" idx="6"/>
            </p:cNvCxnSpPr>
            <p:nvPr/>
          </p:nvCxnSpPr>
          <p:spPr>
            <a:xfrm>
              <a:off x="1006137" y="2831956"/>
              <a:ext cx="1328381" cy="1552272"/>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AA9E1728-F2AD-8BB9-8236-8F7A202808BD}"/>
                </a:ext>
              </a:extLst>
            </p:cNvPr>
            <p:cNvCxnSpPr>
              <a:cxnSpLocks/>
              <a:endCxn id="8" idx="2"/>
            </p:cNvCxnSpPr>
            <p:nvPr/>
          </p:nvCxnSpPr>
          <p:spPr>
            <a:xfrm flipV="1">
              <a:off x="2874518" y="3220758"/>
              <a:ext cx="851640" cy="1163470"/>
            </a:xfrm>
            <a:prstGeom prst="line">
              <a:avLst/>
            </a:prstGeom>
            <a:ln w="28575">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Elipse 35">
                  <a:extLst>
                    <a:ext uri="{FF2B5EF4-FFF2-40B4-BE49-F238E27FC236}">
                      <a16:creationId xmlns:a16="http://schemas.microsoft.com/office/drawing/2014/main" id="{29D0CC1B-B0CC-801F-C050-0F0EBD5F95F4}"/>
                    </a:ext>
                  </a:extLst>
                </p:cNvPr>
                <p:cNvSpPr/>
                <p:nvPr/>
              </p:nvSpPr>
              <p:spPr>
                <a:xfrm>
                  <a:off x="2356877" y="1833209"/>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sz="140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sz="1400" i="1">
                                <a:solidFill>
                                  <a:schemeClr val="accent1">
                                    <a:lumMod val="50000"/>
                                  </a:schemeClr>
                                </a:solidFill>
                                <a:latin typeface="Cambria Math" panose="02040503050406030204" pitchFamily="18" charset="0"/>
                                <a:ea typeface="Cambria Math" panose="02040503050406030204" pitchFamily="18" charset="0"/>
                              </a:rPr>
                              <m:t>𝑎</m:t>
                            </m:r>
                          </m:e>
                          <m:sub>
                            <m:r>
                              <a:rPr lang="es-ES" sz="1400" i="1">
                                <a:solidFill>
                                  <a:schemeClr val="accent1">
                                    <a:lumMod val="50000"/>
                                  </a:schemeClr>
                                </a:solidFill>
                                <a:latin typeface="Cambria Math" panose="02040503050406030204" pitchFamily="18" charset="0"/>
                                <a:ea typeface="Cambria Math" panose="02040503050406030204" pitchFamily="18" charset="0"/>
                              </a:rPr>
                              <m:t>1</m:t>
                            </m:r>
                          </m:sub>
                          <m:sup>
                            <m:r>
                              <a:rPr lang="es-ES" sz="1400"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sz="1400" dirty="0"/>
                </a:p>
              </p:txBody>
            </p:sp>
          </mc:Choice>
          <mc:Fallback xmlns="">
            <p:sp>
              <p:nvSpPr>
                <p:cNvPr id="36" name="Elipse 35">
                  <a:extLst>
                    <a:ext uri="{FF2B5EF4-FFF2-40B4-BE49-F238E27FC236}">
                      <a16:creationId xmlns:a16="http://schemas.microsoft.com/office/drawing/2014/main" id="{29D0CC1B-B0CC-801F-C050-0F0EBD5F95F4}"/>
                    </a:ext>
                  </a:extLst>
                </p:cNvPr>
                <p:cNvSpPr>
                  <a:spLocks noRot="1" noChangeAspect="1" noMove="1" noResize="1" noEditPoints="1" noAdjustHandles="1" noChangeArrowheads="1" noChangeShapeType="1" noTextEdit="1"/>
                </p:cNvSpPr>
                <p:nvPr/>
              </p:nvSpPr>
              <p:spPr>
                <a:xfrm>
                  <a:off x="2356877" y="1833209"/>
                  <a:ext cx="540000" cy="540000"/>
                </a:xfrm>
                <a:prstGeom prst="ellipse">
                  <a:avLst/>
                </a:prstGeom>
                <a:blipFill>
                  <a:blip r:embed="rId5"/>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8" name="Elipse 37">
                  <a:extLst>
                    <a:ext uri="{FF2B5EF4-FFF2-40B4-BE49-F238E27FC236}">
                      <a16:creationId xmlns:a16="http://schemas.microsoft.com/office/drawing/2014/main" id="{FEBC63F2-ADF5-6617-A7C0-870EF7C86CBB}"/>
                    </a:ext>
                  </a:extLst>
                </p:cNvPr>
                <p:cNvSpPr/>
                <p:nvPr/>
              </p:nvSpPr>
              <p:spPr>
                <a:xfrm>
                  <a:off x="2356877" y="2592098"/>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sz="140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sz="1400" i="1">
                                <a:solidFill>
                                  <a:schemeClr val="accent1">
                                    <a:lumMod val="50000"/>
                                  </a:schemeClr>
                                </a:solidFill>
                                <a:latin typeface="Cambria Math" panose="02040503050406030204" pitchFamily="18" charset="0"/>
                                <a:ea typeface="Cambria Math" panose="02040503050406030204" pitchFamily="18" charset="0"/>
                              </a:rPr>
                              <m:t>𝑎</m:t>
                            </m:r>
                          </m:e>
                          <m:sub>
                            <m:r>
                              <a:rPr lang="es-ES" sz="1400" i="1">
                                <a:solidFill>
                                  <a:schemeClr val="accent1">
                                    <a:lumMod val="50000"/>
                                  </a:schemeClr>
                                </a:solidFill>
                                <a:latin typeface="Cambria Math" panose="02040503050406030204" pitchFamily="18" charset="0"/>
                                <a:ea typeface="Cambria Math" panose="02040503050406030204" pitchFamily="18" charset="0"/>
                              </a:rPr>
                              <m:t>2</m:t>
                            </m:r>
                          </m:sub>
                          <m:sup>
                            <m:r>
                              <a:rPr lang="es-ES" sz="1400"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sz="1400" dirty="0"/>
                </a:p>
              </p:txBody>
            </p:sp>
          </mc:Choice>
          <mc:Fallback xmlns="">
            <p:sp>
              <p:nvSpPr>
                <p:cNvPr id="38" name="Elipse 37">
                  <a:extLst>
                    <a:ext uri="{FF2B5EF4-FFF2-40B4-BE49-F238E27FC236}">
                      <a16:creationId xmlns:a16="http://schemas.microsoft.com/office/drawing/2014/main" id="{FEBC63F2-ADF5-6617-A7C0-870EF7C86CBB}"/>
                    </a:ext>
                  </a:extLst>
                </p:cNvPr>
                <p:cNvSpPr>
                  <a:spLocks noRot="1" noChangeAspect="1" noMove="1" noResize="1" noEditPoints="1" noAdjustHandles="1" noChangeArrowheads="1" noChangeShapeType="1" noTextEdit="1"/>
                </p:cNvSpPr>
                <p:nvPr/>
              </p:nvSpPr>
              <p:spPr>
                <a:xfrm>
                  <a:off x="2356877" y="2592098"/>
                  <a:ext cx="540000" cy="540000"/>
                </a:xfrm>
                <a:prstGeom prst="ellipse">
                  <a:avLst/>
                </a:prstGeom>
                <a:blipFill>
                  <a:blip r:embed="rId6"/>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3" name="Elipse 52">
                  <a:extLst>
                    <a:ext uri="{FF2B5EF4-FFF2-40B4-BE49-F238E27FC236}">
                      <a16:creationId xmlns:a16="http://schemas.microsoft.com/office/drawing/2014/main" id="{C731DB64-D1E3-5374-C606-690E8C8CE07F}"/>
                    </a:ext>
                  </a:extLst>
                </p:cNvPr>
                <p:cNvSpPr/>
                <p:nvPr/>
              </p:nvSpPr>
              <p:spPr>
                <a:xfrm>
                  <a:off x="2356877" y="3351854"/>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sz="140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sz="1400" i="1">
                                <a:solidFill>
                                  <a:schemeClr val="accent1">
                                    <a:lumMod val="50000"/>
                                  </a:schemeClr>
                                </a:solidFill>
                                <a:latin typeface="Cambria Math" panose="02040503050406030204" pitchFamily="18" charset="0"/>
                                <a:ea typeface="Cambria Math" panose="02040503050406030204" pitchFamily="18" charset="0"/>
                              </a:rPr>
                              <m:t>𝑎</m:t>
                            </m:r>
                          </m:e>
                          <m:sub>
                            <m:r>
                              <a:rPr lang="es-ES" sz="1400" i="1">
                                <a:solidFill>
                                  <a:schemeClr val="accent1">
                                    <a:lumMod val="50000"/>
                                  </a:schemeClr>
                                </a:solidFill>
                                <a:latin typeface="Cambria Math" panose="02040503050406030204" pitchFamily="18" charset="0"/>
                                <a:ea typeface="Cambria Math" panose="02040503050406030204" pitchFamily="18" charset="0"/>
                              </a:rPr>
                              <m:t>3</m:t>
                            </m:r>
                          </m:sub>
                          <m:sup>
                            <m:r>
                              <a:rPr lang="es-ES" sz="1400"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sz="1400" dirty="0"/>
                </a:p>
              </p:txBody>
            </p:sp>
          </mc:Choice>
          <mc:Fallback xmlns="">
            <p:sp>
              <p:nvSpPr>
                <p:cNvPr id="53" name="Elipse 52">
                  <a:extLst>
                    <a:ext uri="{FF2B5EF4-FFF2-40B4-BE49-F238E27FC236}">
                      <a16:creationId xmlns:a16="http://schemas.microsoft.com/office/drawing/2014/main" id="{C731DB64-D1E3-5374-C606-690E8C8CE07F}"/>
                    </a:ext>
                  </a:extLst>
                </p:cNvPr>
                <p:cNvSpPr>
                  <a:spLocks noRot="1" noChangeAspect="1" noMove="1" noResize="1" noEditPoints="1" noAdjustHandles="1" noChangeArrowheads="1" noChangeShapeType="1" noTextEdit="1"/>
                </p:cNvSpPr>
                <p:nvPr/>
              </p:nvSpPr>
              <p:spPr>
                <a:xfrm>
                  <a:off x="2356877" y="3351854"/>
                  <a:ext cx="540000" cy="540000"/>
                </a:xfrm>
                <a:prstGeom prst="ellipse">
                  <a:avLst/>
                </a:prstGeom>
                <a:blipFill>
                  <a:blip r:embed="rId7"/>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4" name="Elipse 53">
                  <a:extLst>
                    <a:ext uri="{FF2B5EF4-FFF2-40B4-BE49-F238E27FC236}">
                      <a16:creationId xmlns:a16="http://schemas.microsoft.com/office/drawing/2014/main" id="{78A89277-514E-1746-7FA3-2BFD00378395}"/>
                    </a:ext>
                  </a:extLst>
                </p:cNvPr>
                <p:cNvSpPr/>
                <p:nvPr/>
              </p:nvSpPr>
              <p:spPr>
                <a:xfrm>
                  <a:off x="2334518" y="4152670"/>
                  <a:ext cx="540000" cy="540000"/>
                </a:xfrm>
                <a:prstGeom prst="ellipse">
                  <a:avLst/>
                </a:prstGeom>
                <a:no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es-ES" sz="1400"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sz="1400" i="1">
                                <a:solidFill>
                                  <a:schemeClr val="accent1">
                                    <a:lumMod val="50000"/>
                                  </a:schemeClr>
                                </a:solidFill>
                                <a:latin typeface="Cambria Math" panose="02040503050406030204" pitchFamily="18" charset="0"/>
                                <a:ea typeface="Cambria Math" panose="02040503050406030204" pitchFamily="18" charset="0"/>
                              </a:rPr>
                              <m:t>𝑎</m:t>
                            </m:r>
                          </m:e>
                          <m:sub>
                            <m:r>
                              <a:rPr lang="es-ES" sz="1400" b="0" i="1" smtClean="0">
                                <a:solidFill>
                                  <a:schemeClr val="accent1">
                                    <a:lumMod val="50000"/>
                                  </a:schemeClr>
                                </a:solidFill>
                                <a:latin typeface="Cambria Math" panose="02040503050406030204" pitchFamily="18" charset="0"/>
                                <a:ea typeface="Cambria Math" panose="02040503050406030204" pitchFamily="18" charset="0"/>
                              </a:rPr>
                              <m:t>4</m:t>
                            </m:r>
                          </m:sub>
                          <m:sup>
                            <m:r>
                              <a:rPr lang="es-ES" sz="1400" b="0" i="1" smtClean="0">
                                <a:solidFill>
                                  <a:schemeClr val="accent1">
                                    <a:lumMod val="50000"/>
                                  </a:schemeClr>
                                </a:solidFill>
                                <a:latin typeface="Cambria Math" panose="02040503050406030204" pitchFamily="18" charset="0"/>
                                <a:ea typeface="Cambria Math" panose="02040503050406030204" pitchFamily="18" charset="0"/>
                              </a:rPr>
                              <m:t>[1]</m:t>
                            </m:r>
                          </m:sup>
                        </m:sSubSup>
                      </m:oMath>
                    </m:oMathPara>
                  </a14:m>
                  <a:endParaRPr lang="es-ES" sz="1400" dirty="0"/>
                </a:p>
              </p:txBody>
            </p:sp>
          </mc:Choice>
          <mc:Fallback xmlns="">
            <p:sp>
              <p:nvSpPr>
                <p:cNvPr id="54" name="Elipse 53">
                  <a:extLst>
                    <a:ext uri="{FF2B5EF4-FFF2-40B4-BE49-F238E27FC236}">
                      <a16:creationId xmlns:a16="http://schemas.microsoft.com/office/drawing/2014/main" id="{78A89277-514E-1746-7FA3-2BFD00378395}"/>
                    </a:ext>
                  </a:extLst>
                </p:cNvPr>
                <p:cNvSpPr>
                  <a:spLocks noRot="1" noChangeAspect="1" noMove="1" noResize="1" noEditPoints="1" noAdjustHandles="1" noChangeArrowheads="1" noChangeShapeType="1" noTextEdit="1"/>
                </p:cNvSpPr>
                <p:nvPr/>
              </p:nvSpPr>
              <p:spPr>
                <a:xfrm>
                  <a:off x="2334518" y="4152670"/>
                  <a:ext cx="540000" cy="540000"/>
                </a:xfrm>
                <a:prstGeom prst="ellipse">
                  <a:avLst/>
                </a:prstGeom>
                <a:blipFill>
                  <a:blip r:embed="rId8"/>
                  <a:stretch>
                    <a:fillRect/>
                  </a:stretch>
                </a:blipFill>
                <a:ln w="31750">
                  <a:solidFill>
                    <a:schemeClr val="accent1">
                      <a:lumMod val="50000"/>
                    </a:schemeClr>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5" name="CuadroTexto 54">
                  <a:extLst>
                    <a:ext uri="{FF2B5EF4-FFF2-40B4-BE49-F238E27FC236}">
                      <a16:creationId xmlns:a16="http://schemas.microsoft.com/office/drawing/2014/main" id="{E666B284-E8B2-3889-E94C-72DE37AF20CB}"/>
                    </a:ext>
                  </a:extLst>
                </p:cNvPr>
                <p:cNvSpPr txBox="1"/>
                <p:nvPr/>
              </p:nvSpPr>
              <p:spPr>
                <a:xfrm>
                  <a:off x="953556" y="2068404"/>
                  <a:ext cx="827043" cy="4028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1" i="1" smtClean="0">
                                <a:solidFill>
                                  <a:schemeClr val="accent1">
                                    <a:lumMod val="50000"/>
                                  </a:schemeClr>
                                </a:solidFill>
                                <a:latin typeface="Cambria Math" panose="02040503050406030204" pitchFamily="18" charset="0"/>
                                <a:ea typeface="Cambria Math" panose="02040503050406030204" pitchFamily="18" charset="0"/>
                              </a:rPr>
                              <m:t>𝑾</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1</m:t>
                            </m:r>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sup>
                        </m:sSup>
                      </m:oMath>
                    </m:oMathPara>
                  </a14:m>
                  <a:endParaRPr lang="es-ES" sz="1600" dirty="0"/>
                </a:p>
              </p:txBody>
            </p:sp>
          </mc:Choice>
          <mc:Fallback xmlns="">
            <p:sp>
              <p:nvSpPr>
                <p:cNvPr id="55" name="CuadroTexto 54">
                  <a:extLst>
                    <a:ext uri="{FF2B5EF4-FFF2-40B4-BE49-F238E27FC236}">
                      <a16:creationId xmlns:a16="http://schemas.microsoft.com/office/drawing/2014/main" id="{E666B284-E8B2-3889-E94C-72DE37AF20CB}"/>
                    </a:ext>
                  </a:extLst>
                </p:cNvPr>
                <p:cNvSpPr txBox="1">
                  <a:spLocks noRot="1" noChangeAspect="1" noMove="1" noResize="1" noEditPoints="1" noAdjustHandles="1" noChangeArrowheads="1" noChangeShapeType="1" noTextEdit="1"/>
                </p:cNvSpPr>
                <p:nvPr/>
              </p:nvSpPr>
              <p:spPr>
                <a:xfrm>
                  <a:off x="953556" y="2068404"/>
                  <a:ext cx="827043" cy="40285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6" name="CuadroTexto 55">
                  <a:extLst>
                    <a:ext uri="{FF2B5EF4-FFF2-40B4-BE49-F238E27FC236}">
                      <a16:creationId xmlns:a16="http://schemas.microsoft.com/office/drawing/2014/main" id="{C784AAC7-D9BE-3483-D64D-473BFA4050D5}"/>
                    </a:ext>
                  </a:extLst>
                </p:cNvPr>
                <p:cNvSpPr txBox="1"/>
                <p:nvPr/>
              </p:nvSpPr>
              <p:spPr>
                <a:xfrm>
                  <a:off x="3153886" y="2085710"/>
                  <a:ext cx="676405" cy="4028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1" i="1" smtClean="0">
                                <a:solidFill>
                                  <a:schemeClr val="accent1">
                                    <a:lumMod val="50000"/>
                                  </a:schemeClr>
                                </a:solidFill>
                                <a:latin typeface="Cambria Math" panose="02040503050406030204" pitchFamily="18" charset="0"/>
                                <a:ea typeface="Cambria Math" panose="02040503050406030204" pitchFamily="18" charset="0"/>
                              </a:rPr>
                              <m:t>𝑾</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[2]</m:t>
                            </m:r>
                          </m:sup>
                        </m:sSup>
                      </m:oMath>
                    </m:oMathPara>
                  </a14:m>
                  <a:endParaRPr lang="es-ES" sz="1600" dirty="0"/>
                </a:p>
              </p:txBody>
            </p:sp>
          </mc:Choice>
          <mc:Fallback xmlns="">
            <p:sp>
              <p:nvSpPr>
                <p:cNvPr id="56" name="CuadroTexto 55">
                  <a:extLst>
                    <a:ext uri="{FF2B5EF4-FFF2-40B4-BE49-F238E27FC236}">
                      <a16:creationId xmlns:a16="http://schemas.microsoft.com/office/drawing/2014/main" id="{C784AAC7-D9BE-3483-D64D-473BFA4050D5}"/>
                    </a:ext>
                  </a:extLst>
                </p:cNvPr>
                <p:cNvSpPr txBox="1">
                  <a:spLocks noRot="1" noChangeAspect="1" noMove="1" noResize="1" noEditPoints="1" noAdjustHandles="1" noChangeArrowheads="1" noChangeShapeType="1" noTextEdit="1"/>
                </p:cNvSpPr>
                <p:nvPr/>
              </p:nvSpPr>
              <p:spPr>
                <a:xfrm>
                  <a:off x="3153886" y="2085710"/>
                  <a:ext cx="676405" cy="402851"/>
                </a:xfrm>
                <a:prstGeom prst="rect">
                  <a:avLst/>
                </a:prstGeom>
                <a:blipFill>
                  <a:blip r:embed="rId10"/>
                  <a:stretch>
                    <a:fillRect/>
                  </a:stretch>
                </a:blipFill>
              </p:spPr>
              <p:txBody>
                <a:bodyPr/>
                <a:lstStyle/>
                <a:p>
                  <a:r>
                    <a:rPr lang="es-ES">
                      <a:noFill/>
                    </a:rPr>
                    <a:t> </a:t>
                  </a:r>
                </a:p>
              </p:txBody>
            </p:sp>
          </mc:Fallback>
        </mc:AlternateContent>
      </p:grpSp>
      <mc:AlternateContent xmlns:mc="http://schemas.openxmlformats.org/markup-compatibility/2006" xmlns:a14="http://schemas.microsoft.com/office/drawing/2010/main">
        <mc:Choice Requires="a14">
          <p:sp>
            <p:nvSpPr>
              <p:cNvPr id="57" name="CuadroTexto 56">
                <a:extLst>
                  <a:ext uri="{FF2B5EF4-FFF2-40B4-BE49-F238E27FC236}">
                    <a16:creationId xmlns:a16="http://schemas.microsoft.com/office/drawing/2014/main" id="{5E130DF6-DE50-1A4F-B1E0-E4A57C0FF780}"/>
                  </a:ext>
                </a:extLst>
              </p:cNvPr>
              <p:cNvSpPr txBox="1"/>
              <p:nvPr/>
            </p:nvSpPr>
            <p:spPr>
              <a:xfrm>
                <a:off x="91945" y="3771425"/>
                <a:ext cx="3985129" cy="9197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1" i="1" smtClean="0">
                              <a:solidFill>
                                <a:schemeClr val="accent1">
                                  <a:lumMod val="50000"/>
                                </a:schemeClr>
                              </a:solidFill>
                              <a:latin typeface="Cambria Math" panose="02040503050406030204" pitchFamily="18" charset="0"/>
                              <a:ea typeface="Cambria Math" panose="02040503050406030204" pitchFamily="18" charset="0"/>
                            </a:rPr>
                            <m:t>𝑾</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ea typeface="Cambria Math" panose="02040503050406030204" pitchFamily="18" charset="0"/>
                            </a:rPr>
                            <m:t>1</m:t>
                          </m:r>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d>
                        <m:dPr>
                          <m:ctrlPr>
                            <a:rPr lang="es-ES" sz="1600" b="0" i="1" smtClean="0">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2"/>
                                    <m:mcJc m:val="center"/>
                                  </m:mcPr>
                                </m:mc>
                              </m:mcs>
                              <m:ctrlPr>
                                <a:rPr lang="es-ES" sz="1600" b="0" i="1" smtClean="0">
                                  <a:solidFill>
                                    <a:schemeClr val="accent1">
                                      <a:lumMod val="50000"/>
                                    </a:schemeClr>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sz="1600" b="0" i="1" smtClean="0">
                                        <a:solidFill>
                                          <a:srgbClr val="00B050"/>
                                        </a:solidFill>
                                        <a:latin typeface="Cambria Math" panose="02040503050406030204" pitchFamily="18" charset="0"/>
                                        <a:ea typeface="Cambria Math" panose="02040503050406030204" pitchFamily="18" charset="0"/>
                                      </a:rPr>
                                    </m:ctrlPr>
                                  </m:mPr>
                                  <m:mr>
                                    <m:e>
                                      <m:r>
                                        <m:rPr>
                                          <m:brk m:alnAt="7"/>
                                        </m:rPr>
                                        <a:rPr lang="es-ES" sz="1600" b="0" i="1" smtClean="0">
                                          <a:solidFill>
                                            <a:srgbClr val="00B050"/>
                                          </a:solidFill>
                                          <a:latin typeface="Cambria Math" panose="02040503050406030204" pitchFamily="18" charset="0"/>
                                          <a:ea typeface="Cambria Math" panose="02040503050406030204" pitchFamily="18" charset="0"/>
                                        </a:rPr>
                                        <m:t>−</m:t>
                                      </m:r>
                                      <m:r>
                                        <a:rPr lang="es-ES" sz="1600" b="0" i="1" smtClean="0">
                                          <a:solidFill>
                                            <a:srgbClr val="00B050"/>
                                          </a:solidFill>
                                          <a:latin typeface="Cambria Math" panose="02040503050406030204" pitchFamily="18" charset="0"/>
                                          <a:ea typeface="Cambria Math" panose="02040503050406030204" pitchFamily="18" charset="0"/>
                                        </a:rPr>
                                        <m:t>8.7</m:t>
                                      </m:r>
                                    </m:e>
                                  </m:mr>
                                  <m:mr>
                                    <m:e>
                                      <m:r>
                                        <a:rPr lang="es-ES" sz="1600" b="0" i="1" smtClean="0">
                                          <a:solidFill>
                                            <a:srgbClr val="00B050"/>
                                          </a:solidFill>
                                          <a:latin typeface="Cambria Math" panose="02040503050406030204" pitchFamily="18" charset="0"/>
                                          <a:ea typeface="Cambria Math" panose="02040503050406030204" pitchFamily="18" charset="0"/>
                                        </a:rPr>
                                        <m:t>7.6</m:t>
                                      </m:r>
                                    </m:e>
                                  </m:mr>
                                </m:m>
                              </m:e>
                              <m:e>
                                <m:m>
                                  <m:mPr>
                                    <m:mcs>
                                      <m:mc>
                                        <m:mcPr>
                                          <m:count m:val="1"/>
                                          <m:mcJc m:val="center"/>
                                        </m:mcPr>
                                      </m:mc>
                                    </m:mcs>
                                    <m:ctrlPr>
                                      <a:rPr lang="es-ES" sz="1600" b="0" i="1" smtClean="0">
                                        <a:solidFill>
                                          <a:schemeClr val="accent1">
                                            <a:lumMod val="50000"/>
                                          </a:schemeClr>
                                        </a:solidFill>
                                        <a:latin typeface="Cambria Math" panose="02040503050406030204" pitchFamily="18" charset="0"/>
                                        <a:ea typeface="Cambria Math" panose="02040503050406030204" pitchFamily="18" charset="0"/>
                                      </a:rPr>
                                    </m:ctrlPr>
                                  </m:mPr>
                                  <m:mr>
                                    <m:e>
                                      <m:r>
                                        <m:rPr>
                                          <m:brk m:alnAt="7"/>
                                        </m:rPr>
                                        <a:rPr lang="es-ES" sz="1600" b="0" i="1" smtClean="0">
                                          <a:solidFill>
                                            <a:schemeClr val="accent2"/>
                                          </a:solidFill>
                                          <a:latin typeface="Cambria Math" panose="02040503050406030204" pitchFamily="18" charset="0"/>
                                          <a:ea typeface="Cambria Math" panose="02040503050406030204" pitchFamily="18" charset="0"/>
                                        </a:rPr>
                                        <m:t>−</m:t>
                                      </m:r>
                                      <m:r>
                                        <a:rPr lang="es-ES" sz="1600" b="0" i="1" smtClean="0">
                                          <a:solidFill>
                                            <a:schemeClr val="accent2"/>
                                          </a:solidFill>
                                          <a:latin typeface="Cambria Math" panose="02040503050406030204" pitchFamily="18" charset="0"/>
                                          <a:ea typeface="Cambria Math" panose="02040503050406030204" pitchFamily="18" charset="0"/>
                                        </a:rPr>
                                        <m:t>11.1</m:t>
                                      </m:r>
                                    </m:e>
                                  </m:mr>
                                  <m:mr>
                                    <m:e>
                                      <m:r>
                                        <a:rPr lang="es-ES" sz="1600" b="0" i="1" smtClean="0">
                                          <a:solidFill>
                                            <a:schemeClr val="accent2"/>
                                          </a:solidFill>
                                          <a:latin typeface="Cambria Math" panose="02040503050406030204" pitchFamily="18" charset="0"/>
                                          <a:ea typeface="Cambria Math" panose="02040503050406030204" pitchFamily="18" charset="0"/>
                                        </a:rPr>
                                        <m:t>−5.4</m:t>
                                      </m:r>
                                    </m:e>
                                  </m:mr>
                                </m:m>
                              </m:e>
                            </m:mr>
                            <m:mr>
                              <m:e>
                                <m:m>
                                  <m:mPr>
                                    <m:mcs>
                                      <m:mc>
                                        <m:mcPr>
                                          <m:count m:val="1"/>
                                          <m:mcJc m:val="center"/>
                                        </m:mcPr>
                                      </m:mc>
                                    </m:mcs>
                                    <m:ctrlPr>
                                      <a:rPr lang="es-ES" sz="1600" b="0" i="1" smtClean="0">
                                        <a:solidFill>
                                          <a:srgbClr val="00B050"/>
                                        </a:solidFill>
                                        <a:latin typeface="Cambria Math" panose="02040503050406030204" pitchFamily="18" charset="0"/>
                                        <a:ea typeface="Cambria Math" panose="02040503050406030204" pitchFamily="18" charset="0"/>
                                      </a:rPr>
                                    </m:ctrlPr>
                                  </m:mPr>
                                  <m:mr>
                                    <m:e>
                                      <m:r>
                                        <m:rPr>
                                          <m:brk m:alnAt="7"/>
                                        </m:rPr>
                                        <a:rPr lang="es-ES" sz="1600" b="0" i="1" smtClean="0">
                                          <a:solidFill>
                                            <a:srgbClr val="00B050"/>
                                          </a:solidFill>
                                          <a:latin typeface="Cambria Math" panose="02040503050406030204" pitchFamily="18" charset="0"/>
                                          <a:ea typeface="Cambria Math" panose="02040503050406030204" pitchFamily="18" charset="0"/>
                                        </a:rPr>
                                        <m:t>−</m:t>
                                      </m:r>
                                      <m:r>
                                        <a:rPr lang="es-ES" sz="1600" b="0" i="1" smtClean="0">
                                          <a:solidFill>
                                            <a:srgbClr val="00B050"/>
                                          </a:solidFill>
                                          <a:latin typeface="Cambria Math" panose="02040503050406030204" pitchFamily="18" charset="0"/>
                                          <a:ea typeface="Cambria Math" panose="02040503050406030204" pitchFamily="18" charset="0"/>
                                        </a:rPr>
                                        <m:t>12.2</m:t>
                                      </m:r>
                                    </m:e>
                                  </m:mr>
                                  <m:mr>
                                    <m:e>
                                      <m:r>
                                        <a:rPr lang="es-ES" sz="1600" b="0" i="1" smtClean="0">
                                          <a:solidFill>
                                            <a:srgbClr val="00B050"/>
                                          </a:solidFill>
                                          <a:latin typeface="Cambria Math" panose="02040503050406030204" pitchFamily="18" charset="0"/>
                                          <a:ea typeface="Cambria Math" panose="02040503050406030204" pitchFamily="18" charset="0"/>
                                        </a:rPr>
                                        <m:t>5.0</m:t>
                                      </m:r>
                                    </m:e>
                                  </m:mr>
                                </m:m>
                              </m:e>
                              <m:e>
                                <m:m>
                                  <m:mPr>
                                    <m:mcs>
                                      <m:mc>
                                        <m:mcPr>
                                          <m:count m:val="1"/>
                                          <m:mcJc m:val="center"/>
                                        </m:mcPr>
                                      </m:mc>
                                    </m:mcs>
                                    <m:ctrlPr>
                                      <a:rPr lang="es-ES" sz="1600" b="0" i="1" smtClean="0">
                                        <a:solidFill>
                                          <a:schemeClr val="accent2"/>
                                        </a:solidFill>
                                        <a:latin typeface="Cambria Math" panose="02040503050406030204" pitchFamily="18" charset="0"/>
                                        <a:ea typeface="Cambria Math" panose="02040503050406030204" pitchFamily="18" charset="0"/>
                                      </a:rPr>
                                    </m:ctrlPr>
                                  </m:mPr>
                                  <m:mr>
                                    <m:e>
                                      <m:r>
                                        <m:rPr>
                                          <m:brk m:alnAt="7"/>
                                        </m:rPr>
                                        <a:rPr lang="es-ES" sz="1600" b="0" i="1" smtClean="0">
                                          <a:solidFill>
                                            <a:schemeClr val="accent2"/>
                                          </a:solidFill>
                                          <a:latin typeface="Cambria Math" panose="02040503050406030204" pitchFamily="18" charset="0"/>
                                          <a:ea typeface="Cambria Math" panose="02040503050406030204" pitchFamily="18" charset="0"/>
                                        </a:rPr>
                                        <m:t>7</m:t>
                                      </m:r>
                                      <m:r>
                                        <a:rPr lang="es-ES" sz="1600" b="0" i="1" smtClean="0">
                                          <a:solidFill>
                                            <a:schemeClr val="accent2"/>
                                          </a:solidFill>
                                          <a:latin typeface="Cambria Math" panose="02040503050406030204" pitchFamily="18" charset="0"/>
                                          <a:ea typeface="Cambria Math" panose="02040503050406030204" pitchFamily="18" charset="0"/>
                                        </a:rPr>
                                        <m:t>.7</m:t>
                                      </m:r>
                                    </m:e>
                                  </m:mr>
                                  <m:mr>
                                    <m:e>
                                      <m:r>
                                        <a:rPr lang="es-ES" sz="1600" b="0" i="1" smtClean="0">
                                          <a:solidFill>
                                            <a:schemeClr val="accent2"/>
                                          </a:solidFill>
                                          <a:latin typeface="Cambria Math" panose="02040503050406030204" pitchFamily="18" charset="0"/>
                                          <a:ea typeface="Cambria Math" panose="02040503050406030204" pitchFamily="18" charset="0"/>
                                        </a:rPr>
                                        <m:t>8.3</m:t>
                                      </m:r>
                                    </m:e>
                                  </m:mr>
                                </m:m>
                              </m:e>
                            </m:mr>
                          </m:m>
                        </m:e>
                      </m:d>
                      <m:r>
                        <a:rPr lang="es-ES" sz="1600"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sz="1600"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1" i="1" smtClean="0">
                              <a:solidFill>
                                <a:schemeClr val="accent1">
                                  <a:lumMod val="50000"/>
                                </a:schemeClr>
                              </a:solidFill>
                              <a:latin typeface="Cambria Math" panose="02040503050406030204" pitchFamily="18" charset="0"/>
                              <a:ea typeface="Cambria Math" panose="02040503050406030204" pitchFamily="18" charset="0"/>
                            </a:rPr>
                            <m:t>𝒃</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[1</m:t>
                          </m:r>
                          <m:r>
                            <a:rPr lang="es-ES" sz="1600" b="1" i="1" smtClean="0">
                              <a:solidFill>
                                <a:schemeClr val="accent1">
                                  <a:lumMod val="50000"/>
                                </a:schemeClr>
                              </a:solidFill>
                              <a:latin typeface="Cambria Math" panose="02040503050406030204" pitchFamily="18" charset="0"/>
                              <a:ea typeface="Cambria Math" panose="02040503050406030204" pitchFamily="18" charset="0"/>
                            </a:rPr>
                            <m:t>]</m:t>
                          </m:r>
                        </m:sup>
                      </m:s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d>
                        <m:d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1"/>
                                    <m:mcJc m:val="center"/>
                                  </m:mcPr>
                                </m:mc>
                              </m:mcs>
                              <m:ctrlPr>
                                <a:rPr lang="es-ES" sz="1600" i="1" smtClean="0">
                                  <a:solidFill>
                                    <a:srgbClr val="7030A0"/>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sz="1600" i="1" smtClean="0">
                                        <a:solidFill>
                                          <a:srgbClr val="7030A0"/>
                                        </a:solidFill>
                                        <a:latin typeface="Cambria Math" panose="02040503050406030204" pitchFamily="18" charset="0"/>
                                        <a:ea typeface="Cambria Math" panose="02040503050406030204" pitchFamily="18" charset="0"/>
                                      </a:rPr>
                                    </m:ctrlPr>
                                  </m:mPr>
                                  <m:mr>
                                    <m:e>
                                      <m:r>
                                        <m:rPr>
                                          <m:brk m:alnAt="7"/>
                                        </m:rPr>
                                        <a:rPr lang="es-ES" sz="1600" b="0" i="1" smtClean="0">
                                          <a:solidFill>
                                            <a:srgbClr val="7030A0"/>
                                          </a:solidFill>
                                          <a:latin typeface="Cambria Math" panose="02040503050406030204" pitchFamily="18" charset="0"/>
                                          <a:ea typeface="Cambria Math" panose="02040503050406030204" pitchFamily="18" charset="0"/>
                                        </a:rPr>
                                        <m:t>−</m:t>
                                      </m:r>
                                      <m:r>
                                        <a:rPr lang="es-ES" sz="1600" b="0" i="1" smtClean="0">
                                          <a:solidFill>
                                            <a:srgbClr val="7030A0"/>
                                          </a:solidFill>
                                          <a:latin typeface="Cambria Math" panose="02040503050406030204" pitchFamily="18" charset="0"/>
                                          <a:ea typeface="Cambria Math" panose="02040503050406030204" pitchFamily="18" charset="0"/>
                                        </a:rPr>
                                        <m:t>11.2</m:t>
                                      </m:r>
                                    </m:e>
                                  </m:mr>
                                  <m:mr>
                                    <m:e>
                                      <m:r>
                                        <a:rPr lang="es-ES" sz="1600" b="0" i="1" smtClean="0">
                                          <a:solidFill>
                                            <a:srgbClr val="7030A0"/>
                                          </a:solidFill>
                                          <a:latin typeface="Cambria Math" panose="02040503050406030204" pitchFamily="18" charset="0"/>
                                          <a:ea typeface="Cambria Math" panose="02040503050406030204" pitchFamily="18" charset="0"/>
                                        </a:rPr>
                                        <m:t>−6.8</m:t>
                                      </m:r>
                                    </m:e>
                                  </m:mr>
                                </m:m>
                              </m:e>
                            </m:mr>
                            <m:mr>
                              <m:e>
                                <m:m>
                                  <m:mPr>
                                    <m:mcs>
                                      <m:mc>
                                        <m:mcPr>
                                          <m:count m:val="1"/>
                                          <m:mcJc m:val="center"/>
                                        </m:mcPr>
                                      </m:mc>
                                    </m:mcs>
                                    <m:ctrlPr>
                                      <a:rPr lang="es-ES" sz="1600" i="1" smtClean="0">
                                        <a:solidFill>
                                          <a:srgbClr val="7030A0"/>
                                        </a:solidFill>
                                        <a:latin typeface="Cambria Math" panose="02040503050406030204" pitchFamily="18" charset="0"/>
                                        <a:ea typeface="Cambria Math" panose="02040503050406030204" pitchFamily="18" charset="0"/>
                                      </a:rPr>
                                    </m:ctrlPr>
                                  </m:mPr>
                                  <m:mr>
                                    <m:e>
                                      <m:r>
                                        <m:rPr>
                                          <m:brk m:alnAt="7"/>
                                        </m:rPr>
                                        <a:rPr lang="es-ES" sz="1600" b="0" i="1" smtClean="0">
                                          <a:solidFill>
                                            <a:srgbClr val="7030A0"/>
                                          </a:solidFill>
                                          <a:latin typeface="Cambria Math" panose="02040503050406030204" pitchFamily="18" charset="0"/>
                                          <a:ea typeface="Cambria Math" panose="02040503050406030204" pitchFamily="18" charset="0"/>
                                        </a:rPr>
                                        <m:t>−</m:t>
                                      </m:r>
                                      <m:r>
                                        <a:rPr lang="es-ES" sz="1600" b="0" i="1" smtClean="0">
                                          <a:solidFill>
                                            <a:srgbClr val="7030A0"/>
                                          </a:solidFill>
                                          <a:latin typeface="Cambria Math" panose="02040503050406030204" pitchFamily="18" charset="0"/>
                                          <a:ea typeface="Cambria Math" panose="02040503050406030204" pitchFamily="18" charset="0"/>
                                        </a:rPr>
                                        <m:t>11.3</m:t>
                                      </m:r>
                                    </m:e>
                                  </m:mr>
                                  <m:mr>
                                    <m:e>
                                      <m:r>
                                        <a:rPr lang="es-ES" sz="1600" b="0" i="1" smtClean="0">
                                          <a:solidFill>
                                            <a:srgbClr val="7030A0"/>
                                          </a:solidFill>
                                          <a:latin typeface="Cambria Math" panose="02040503050406030204" pitchFamily="18" charset="0"/>
                                          <a:ea typeface="Cambria Math" panose="02040503050406030204" pitchFamily="18" charset="0"/>
                                        </a:rPr>
                                        <m:t>−7.0</m:t>
                                      </m:r>
                                    </m:e>
                                  </m:mr>
                                </m:m>
                              </m:e>
                            </m:mr>
                          </m:m>
                        </m:e>
                      </m:d>
                    </m:oMath>
                  </m:oMathPara>
                </a14:m>
                <a:endParaRPr lang="es-ES" sz="1600" i="1" dirty="0">
                  <a:solidFill>
                    <a:schemeClr val="accent1">
                      <a:lumMod val="50000"/>
                    </a:schemeClr>
                  </a:solidFill>
                  <a:latin typeface="Cambria Math" panose="02040503050406030204" pitchFamily="18" charset="0"/>
                  <a:ea typeface="Cambria Math" panose="02040503050406030204" pitchFamily="18" charset="0"/>
                </a:endParaRPr>
              </a:p>
            </p:txBody>
          </p:sp>
        </mc:Choice>
        <mc:Fallback xmlns="">
          <p:sp>
            <p:nvSpPr>
              <p:cNvPr id="57" name="CuadroTexto 56">
                <a:extLst>
                  <a:ext uri="{FF2B5EF4-FFF2-40B4-BE49-F238E27FC236}">
                    <a16:creationId xmlns:a16="http://schemas.microsoft.com/office/drawing/2014/main" id="{5E130DF6-DE50-1A4F-B1E0-E4A57C0FF780}"/>
                  </a:ext>
                </a:extLst>
              </p:cNvPr>
              <p:cNvSpPr txBox="1">
                <a:spLocks noRot="1" noChangeAspect="1" noMove="1" noResize="1" noEditPoints="1" noAdjustHandles="1" noChangeArrowheads="1" noChangeShapeType="1" noTextEdit="1"/>
              </p:cNvSpPr>
              <p:nvPr/>
            </p:nvSpPr>
            <p:spPr>
              <a:xfrm>
                <a:off x="91945" y="3771425"/>
                <a:ext cx="3985129" cy="919739"/>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8" name="CuadroTexto 57">
                <a:extLst>
                  <a:ext uri="{FF2B5EF4-FFF2-40B4-BE49-F238E27FC236}">
                    <a16:creationId xmlns:a16="http://schemas.microsoft.com/office/drawing/2014/main" id="{1D05184D-22FD-4170-C0B2-D8F96431179C}"/>
                  </a:ext>
                </a:extLst>
              </p:cNvPr>
              <p:cNvSpPr txBox="1"/>
              <p:nvPr/>
            </p:nvSpPr>
            <p:spPr>
              <a:xfrm>
                <a:off x="214041" y="5077505"/>
                <a:ext cx="2839687" cy="9684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ES" sz="160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1" i="1" smtClean="0">
                              <a:solidFill>
                                <a:schemeClr val="accent1">
                                  <a:lumMod val="50000"/>
                                </a:schemeClr>
                              </a:solidFill>
                              <a:latin typeface="Cambria Math" panose="02040503050406030204" pitchFamily="18" charset="0"/>
                              <a:ea typeface="Cambria Math" panose="02040503050406030204" pitchFamily="18" charset="0"/>
                            </a:rPr>
                            <m:t>𝑾</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[2]</m:t>
                          </m:r>
                        </m:sup>
                      </m:s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sz="1600" b="0" i="1" smtClean="0">
                              <a:solidFill>
                                <a:schemeClr val="accent1">
                                  <a:lumMod val="50000"/>
                                </a:schemeClr>
                              </a:solidFill>
                              <a:latin typeface="Cambria Math" panose="02040503050406030204" pitchFamily="18" charset="0"/>
                              <a:ea typeface="Cambria Math" panose="02040503050406030204" pitchFamily="18" charset="0"/>
                            </a:rPr>
                          </m:ctrlPr>
                        </m:sSupPr>
                        <m:e>
                          <m:d>
                            <m:dPr>
                              <m:ctrlPr>
                                <a:rPr lang="es-ES" sz="1600" b="0" i="1" smtClean="0">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1"/>
                                        <m:mcJc m:val="center"/>
                                      </m:mcPr>
                                    </m:mc>
                                  </m:mcs>
                                  <m:ctrlPr>
                                    <a:rPr lang="es-ES" sz="1600" i="1">
                                      <a:solidFill>
                                        <a:schemeClr val="accent1">
                                          <a:lumMod val="50000"/>
                                        </a:schemeClr>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sz="1600" i="1">
                                            <a:solidFill>
                                              <a:schemeClr val="accent1">
                                                <a:lumMod val="50000"/>
                                              </a:schemeClr>
                                            </a:solidFill>
                                            <a:latin typeface="Cambria Math" panose="02040503050406030204" pitchFamily="18" charset="0"/>
                                            <a:ea typeface="Cambria Math" panose="02040503050406030204" pitchFamily="18" charset="0"/>
                                          </a:rPr>
                                        </m:ctrlPr>
                                      </m:mPr>
                                      <m:mr>
                                        <m:e>
                                          <m:r>
                                            <m:rPr>
                                              <m:brk m:alnAt="7"/>
                                            </m:rPr>
                                            <a:rPr lang="es-ES" sz="1600" i="1" smtClean="0">
                                              <a:solidFill>
                                                <a:srgbClr val="FF0000"/>
                                              </a:solidFill>
                                              <a:latin typeface="Cambria Math" panose="02040503050406030204" pitchFamily="18" charset="0"/>
                                              <a:ea typeface="Cambria Math" panose="02040503050406030204" pitchFamily="18" charset="0"/>
                                            </a:rPr>
                                            <m:t>−</m:t>
                                          </m:r>
                                          <m:r>
                                            <a:rPr lang="es-ES" sz="1600" b="0" i="1" smtClean="0">
                                              <a:solidFill>
                                                <a:srgbClr val="FF0000"/>
                                              </a:solidFill>
                                              <a:latin typeface="Cambria Math" panose="02040503050406030204" pitchFamily="18" charset="0"/>
                                              <a:ea typeface="Cambria Math" panose="02040503050406030204" pitchFamily="18" charset="0"/>
                                            </a:rPr>
                                            <m:t>33</m:t>
                                          </m:r>
                                          <m:r>
                                            <a:rPr lang="es-ES" sz="1600" i="1">
                                              <a:solidFill>
                                                <a:srgbClr val="FF0000"/>
                                              </a:solidFill>
                                              <a:latin typeface="Cambria Math" panose="02040503050406030204" pitchFamily="18" charset="0"/>
                                              <a:ea typeface="Cambria Math" panose="02040503050406030204" pitchFamily="18" charset="0"/>
                                            </a:rPr>
                                            <m:t>.</m:t>
                                          </m:r>
                                          <m:r>
                                            <a:rPr lang="es-ES" sz="1600" b="0" i="1" smtClean="0">
                                              <a:solidFill>
                                                <a:srgbClr val="FF0000"/>
                                              </a:solidFill>
                                              <a:latin typeface="Cambria Math" panose="02040503050406030204" pitchFamily="18" charset="0"/>
                                              <a:ea typeface="Cambria Math" panose="02040503050406030204" pitchFamily="18" charset="0"/>
                                            </a:rPr>
                                            <m:t>8</m:t>
                                          </m:r>
                                        </m:e>
                                      </m:mr>
                                      <m:mr>
                                        <m:e>
                                          <m:r>
                                            <a:rPr lang="es-ES" sz="1600" i="1" smtClean="0">
                                              <a:solidFill>
                                                <a:schemeClr val="accent4">
                                                  <a:lumMod val="75000"/>
                                                </a:schemeClr>
                                              </a:solidFill>
                                              <a:latin typeface="Cambria Math" panose="02040503050406030204" pitchFamily="18" charset="0"/>
                                              <a:ea typeface="Cambria Math" panose="02040503050406030204" pitchFamily="18" charset="0"/>
                                            </a:rPr>
                                            <m:t>−</m:t>
                                          </m:r>
                                          <m:r>
                                            <a:rPr lang="es-ES" sz="1600" b="0" i="1" smtClean="0">
                                              <a:solidFill>
                                                <a:schemeClr val="accent4">
                                                  <a:lumMod val="75000"/>
                                                </a:schemeClr>
                                              </a:solidFill>
                                              <a:latin typeface="Cambria Math" panose="02040503050406030204" pitchFamily="18" charset="0"/>
                                              <a:ea typeface="Cambria Math" panose="02040503050406030204" pitchFamily="18" charset="0"/>
                                            </a:rPr>
                                            <m:t>34</m:t>
                                          </m:r>
                                          <m:r>
                                            <a:rPr lang="es-ES" sz="1600" i="1">
                                              <a:solidFill>
                                                <a:schemeClr val="accent4">
                                                  <a:lumMod val="75000"/>
                                                </a:schemeClr>
                                              </a:solidFill>
                                              <a:latin typeface="Cambria Math" panose="02040503050406030204" pitchFamily="18" charset="0"/>
                                              <a:ea typeface="Cambria Math" panose="02040503050406030204" pitchFamily="18" charset="0"/>
                                            </a:rPr>
                                            <m:t>.</m:t>
                                          </m:r>
                                          <m:r>
                                            <a:rPr lang="es-ES" sz="1600" b="0" i="1" smtClean="0">
                                              <a:solidFill>
                                                <a:schemeClr val="accent4">
                                                  <a:lumMod val="75000"/>
                                                </a:schemeClr>
                                              </a:solidFill>
                                              <a:latin typeface="Cambria Math" panose="02040503050406030204" pitchFamily="18" charset="0"/>
                                              <a:ea typeface="Cambria Math" panose="02040503050406030204" pitchFamily="18" charset="0"/>
                                            </a:rPr>
                                            <m:t>3</m:t>
                                          </m:r>
                                        </m:e>
                                      </m:mr>
                                    </m:m>
                                  </m:e>
                                </m:mr>
                                <m:mr>
                                  <m:e>
                                    <m:m>
                                      <m:mPr>
                                        <m:mcs>
                                          <m:mc>
                                            <m:mcPr>
                                              <m:count m:val="1"/>
                                              <m:mcJc m:val="center"/>
                                            </m:mcPr>
                                          </m:mc>
                                        </m:mcs>
                                        <m:ctrlPr>
                                          <a:rPr lang="es-ES" sz="1600" i="1">
                                            <a:solidFill>
                                              <a:schemeClr val="accent1">
                                                <a:lumMod val="50000"/>
                                              </a:schemeClr>
                                            </a:solidFill>
                                            <a:latin typeface="Cambria Math" panose="02040503050406030204" pitchFamily="18" charset="0"/>
                                            <a:ea typeface="Cambria Math" panose="02040503050406030204" pitchFamily="18" charset="0"/>
                                          </a:rPr>
                                        </m:ctrlPr>
                                      </m:mPr>
                                      <m:mr>
                                        <m:e>
                                          <m:r>
                                            <m:rPr>
                                              <m:brk m:alnAt="7"/>
                                            </m:rPr>
                                            <a:rPr lang="es-ES" sz="1600" i="1" smtClean="0">
                                              <a:solidFill>
                                                <a:srgbClr val="00B0F0"/>
                                              </a:solidFill>
                                              <a:latin typeface="Cambria Math" panose="02040503050406030204" pitchFamily="18" charset="0"/>
                                              <a:ea typeface="Cambria Math" panose="02040503050406030204" pitchFamily="18" charset="0"/>
                                            </a:rPr>
                                            <m:t>−</m:t>
                                          </m:r>
                                          <m:r>
                                            <a:rPr lang="es-ES" sz="1600" b="0" i="1" smtClean="0">
                                              <a:solidFill>
                                                <a:srgbClr val="00B0F0"/>
                                              </a:solidFill>
                                              <a:latin typeface="Cambria Math" panose="02040503050406030204" pitchFamily="18" charset="0"/>
                                              <a:ea typeface="Cambria Math" panose="02040503050406030204" pitchFamily="18" charset="0"/>
                                            </a:rPr>
                                            <m:t>33</m:t>
                                          </m:r>
                                          <m:r>
                                            <a:rPr lang="es-ES" sz="1600" i="1">
                                              <a:solidFill>
                                                <a:srgbClr val="00B0F0"/>
                                              </a:solidFill>
                                              <a:latin typeface="Cambria Math" panose="02040503050406030204" pitchFamily="18" charset="0"/>
                                              <a:ea typeface="Cambria Math" panose="02040503050406030204" pitchFamily="18" charset="0"/>
                                            </a:rPr>
                                            <m:t>.</m:t>
                                          </m:r>
                                          <m:r>
                                            <a:rPr lang="es-ES" sz="1600" b="0" i="1" smtClean="0">
                                              <a:solidFill>
                                                <a:srgbClr val="00B0F0"/>
                                              </a:solidFill>
                                              <a:latin typeface="Cambria Math" panose="02040503050406030204" pitchFamily="18" charset="0"/>
                                              <a:ea typeface="Cambria Math" panose="02040503050406030204" pitchFamily="18" charset="0"/>
                                            </a:rPr>
                                            <m:t>6</m:t>
                                          </m:r>
                                        </m:e>
                                      </m:mr>
                                      <m:mr>
                                        <m:e>
                                          <m:r>
                                            <a:rPr lang="es-ES" sz="1600" i="1" smtClean="0">
                                              <a:solidFill>
                                                <a:schemeClr val="accent6">
                                                  <a:lumMod val="50000"/>
                                                </a:schemeClr>
                                              </a:solidFill>
                                              <a:latin typeface="Cambria Math" panose="02040503050406030204" pitchFamily="18" charset="0"/>
                                              <a:ea typeface="Cambria Math" panose="02040503050406030204" pitchFamily="18" charset="0"/>
                                            </a:rPr>
                                            <m:t>−</m:t>
                                          </m:r>
                                          <m:r>
                                            <a:rPr lang="es-ES" sz="1600" b="0" i="1" smtClean="0">
                                              <a:solidFill>
                                                <a:schemeClr val="accent6">
                                                  <a:lumMod val="50000"/>
                                                </a:schemeClr>
                                              </a:solidFill>
                                              <a:latin typeface="Cambria Math" panose="02040503050406030204" pitchFamily="18" charset="0"/>
                                              <a:ea typeface="Cambria Math" panose="02040503050406030204" pitchFamily="18" charset="0"/>
                                            </a:rPr>
                                            <m:t>33</m:t>
                                          </m:r>
                                          <m:r>
                                            <a:rPr lang="es-ES" sz="1600" i="1">
                                              <a:solidFill>
                                                <a:schemeClr val="accent6">
                                                  <a:lumMod val="50000"/>
                                                </a:schemeClr>
                                              </a:solidFill>
                                              <a:latin typeface="Cambria Math" panose="02040503050406030204" pitchFamily="18" charset="0"/>
                                              <a:ea typeface="Cambria Math" panose="02040503050406030204" pitchFamily="18" charset="0"/>
                                            </a:rPr>
                                            <m:t>.</m:t>
                                          </m:r>
                                          <m:r>
                                            <a:rPr lang="es-ES" sz="1600" b="0" i="1" smtClean="0">
                                              <a:solidFill>
                                                <a:schemeClr val="accent6">
                                                  <a:lumMod val="50000"/>
                                                </a:schemeClr>
                                              </a:solidFill>
                                              <a:latin typeface="Cambria Math" panose="02040503050406030204" pitchFamily="18" charset="0"/>
                                              <a:ea typeface="Cambria Math" panose="02040503050406030204" pitchFamily="18" charset="0"/>
                                            </a:rPr>
                                            <m:t>9</m:t>
                                          </m:r>
                                        </m:e>
                                      </m:mr>
                                    </m:m>
                                  </m:e>
                                </m:mr>
                              </m:m>
                            </m:e>
                          </m:d>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𝑇</m:t>
                          </m:r>
                        </m:sup>
                      </m:sSup>
                      <m:r>
                        <a:rPr lang="es-ES" sz="1600" b="0" i="1" smtClean="0">
                          <a:solidFill>
                            <a:schemeClr val="accent1">
                              <a:lumMod val="50000"/>
                            </a:schemeClr>
                          </a:solidFill>
                          <a:latin typeface="Cambria Math" panose="02040503050406030204" pitchFamily="18" charset="0"/>
                          <a:ea typeface="Cambria Math" panose="02040503050406030204" pitchFamily="18" charset="0"/>
                        </a:rPr>
                        <m:t>;  </m:t>
                      </m:r>
                      <m:sSup>
                        <m:sSupPr>
                          <m:ctrlPr>
                            <a:rPr lang="es-ES" sz="1600" b="0"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sz="1600" b="0" i="1" smtClean="0">
                              <a:solidFill>
                                <a:schemeClr val="accent1">
                                  <a:lumMod val="50000"/>
                                </a:schemeClr>
                              </a:solidFill>
                              <a:latin typeface="Cambria Math" panose="02040503050406030204" pitchFamily="18" charset="0"/>
                              <a:ea typeface="Cambria Math" panose="02040503050406030204" pitchFamily="18" charset="0"/>
                            </a:rPr>
                            <m:t>𝑏</m:t>
                          </m:r>
                        </m:e>
                        <m:sup>
                          <m:r>
                            <a:rPr lang="es-ES" sz="1600" b="0" i="1" smtClean="0">
                              <a:solidFill>
                                <a:schemeClr val="accent1">
                                  <a:lumMod val="50000"/>
                                </a:schemeClr>
                              </a:solidFill>
                              <a:latin typeface="Cambria Math" panose="02040503050406030204" pitchFamily="18" charset="0"/>
                              <a:ea typeface="Cambria Math" panose="02040503050406030204" pitchFamily="18" charset="0"/>
                            </a:rPr>
                            <m:t>[2]</m:t>
                          </m:r>
                        </m:sup>
                      </m:sSup>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r>
                        <a:rPr lang="es-ES" sz="1600" b="0" i="1" smtClean="0">
                          <a:solidFill>
                            <a:schemeClr val="bg1">
                              <a:lumMod val="50000"/>
                            </a:schemeClr>
                          </a:solidFill>
                          <a:latin typeface="Cambria Math" panose="02040503050406030204" pitchFamily="18" charset="0"/>
                          <a:ea typeface="Cambria Math" panose="02040503050406030204" pitchFamily="18" charset="0"/>
                        </a:rPr>
                        <m:t>30.9</m:t>
                      </m:r>
                    </m:oMath>
                  </m:oMathPara>
                </a14:m>
                <a:endParaRPr lang="es-ES" sz="1600" i="1" dirty="0">
                  <a:solidFill>
                    <a:schemeClr val="accent1">
                      <a:lumMod val="50000"/>
                    </a:schemeClr>
                  </a:solidFill>
                  <a:latin typeface="Cambria Math" panose="02040503050406030204" pitchFamily="18" charset="0"/>
                  <a:ea typeface="Cambria Math" panose="02040503050406030204" pitchFamily="18" charset="0"/>
                </a:endParaRPr>
              </a:p>
            </p:txBody>
          </p:sp>
        </mc:Choice>
        <mc:Fallback xmlns="">
          <p:sp>
            <p:nvSpPr>
              <p:cNvPr id="58" name="CuadroTexto 57">
                <a:extLst>
                  <a:ext uri="{FF2B5EF4-FFF2-40B4-BE49-F238E27FC236}">
                    <a16:creationId xmlns:a16="http://schemas.microsoft.com/office/drawing/2014/main" id="{1D05184D-22FD-4170-C0B2-D8F96431179C}"/>
                  </a:ext>
                </a:extLst>
              </p:cNvPr>
              <p:cNvSpPr txBox="1">
                <a:spLocks noRot="1" noChangeAspect="1" noMove="1" noResize="1" noEditPoints="1" noAdjustHandles="1" noChangeArrowheads="1" noChangeShapeType="1" noTextEdit="1"/>
              </p:cNvSpPr>
              <p:nvPr/>
            </p:nvSpPr>
            <p:spPr>
              <a:xfrm>
                <a:off x="214041" y="5077505"/>
                <a:ext cx="2839687" cy="968470"/>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6CA6DB83-2FD5-321A-6DCC-CC69FCF2DBDC}"/>
                  </a:ext>
                </a:extLst>
              </p:cNvPr>
              <p:cNvSpPr txBox="1"/>
              <p:nvPr/>
            </p:nvSpPr>
            <p:spPr>
              <a:xfrm>
                <a:off x="4544068" y="1791802"/>
                <a:ext cx="7500799" cy="116313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𝒂</m:t>
                          </m:r>
                        </m:e>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1</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r>
                            <a:rPr lang="es-ES" b="1" i="1">
                              <a:solidFill>
                                <a:schemeClr val="accent1">
                                  <a:lumMod val="50000"/>
                                </a:schemeClr>
                              </a:solidFill>
                              <a:latin typeface="Cambria Math" panose="02040503050406030204" pitchFamily="18" charset="0"/>
                            </a:rPr>
                            <m:t>𝑿</m:t>
                          </m:r>
                          <m:r>
                            <a:rPr lang="es-ES" b="1" i="1" smtClean="0">
                              <a:solidFill>
                                <a:schemeClr val="accent1">
                                  <a:lumMod val="50000"/>
                                </a:schemeClr>
                              </a:solidFill>
                              <a:latin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i="1">
                                  <a:solidFill>
                                    <a:schemeClr val="accent1">
                                      <a:lumMod val="50000"/>
                                    </a:schemeClr>
                                  </a:solidFill>
                                  <a:latin typeface="Cambria Math" panose="02040503050406030204" pitchFamily="18" charset="0"/>
                                  <a:ea typeface="Cambria Math" panose="02040503050406030204" pitchFamily="18" charset="0"/>
                                </a:rPr>
                                <m:t>[1</m:t>
                              </m:r>
                              <m:r>
                                <a:rPr lang="es-ES" b="1" i="1">
                                  <a:solidFill>
                                    <a:schemeClr val="accent1">
                                      <a:lumMod val="50000"/>
                                    </a:schemeClr>
                                  </a:solidFill>
                                  <a:latin typeface="Cambria Math" panose="02040503050406030204" pitchFamily="18" charset="0"/>
                                  <a:ea typeface="Cambria Math" panose="02040503050406030204" pitchFamily="18" charset="0"/>
                                </a:rPr>
                                <m:t>]</m:t>
                              </m:r>
                            </m:sup>
                          </m:sSup>
                        </m:e>
                      </m:d>
                      <m:r>
                        <a:rPr lang="es-ES" b="1" i="1" smtClean="0">
                          <a:solidFill>
                            <a:schemeClr val="accent1">
                              <a:lumMod val="50000"/>
                            </a:schemeClr>
                          </a:solidFill>
                          <a:latin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i="1">
                              <a:solidFill>
                                <a:schemeClr val="accent1">
                                  <a:lumMod val="50000"/>
                                </a:schemeClr>
                              </a:solidFill>
                              <a:latin typeface="Cambria Math" panose="02040503050406030204" pitchFamily="18" charset="0"/>
                              <a:ea typeface="Cambria Math" panose="02040503050406030204" pitchFamily="18" charset="0"/>
                            </a:rPr>
                            <m:t>1</m:t>
                          </m:r>
                        </m:sup>
                      </m:sSup>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2"/>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i="1">
                                            <a:solidFill>
                                              <a:srgbClr val="00B050"/>
                                            </a:solidFill>
                                            <a:latin typeface="Cambria Math" panose="02040503050406030204" pitchFamily="18" charset="0"/>
                                            <a:ea typeface="Cambria Math" panose="02040503050406030204" pitchFamily="18" charset="0"/>
                                          </a:rPr>
                                        </m:ctrlPr>
                                      </m:mPr>
                                      <m:mr>
                                        <m:e>
                                          <m:r>
                                            <m:rPr>
                                              <m:brk m:alnAt="7"/>
                                            </m:rPr>
                                            <a:rPr lang="es-ES" i="1">
                                              <a:solidFill>
                                                <a:srgbClr val="00B050"/>
                                              </a:solidFill>
                                              <a:latin typeface="Cambria Math" panose="02040503050406030204" pitchFamily="18" charset="0"/>
                                              <a:ea typeface="Cambria Math" panose="02040503050406030204" pitchFamily="18" charset="0"/>
                                            </a:rPr>
                                            <m:t>−</m:t>
                                          </m:r>
                                          <m:r>
                                            <a:rPr lang="es-ES" i="1">
                                              <a:solidFill>
                                                <a:srgbClr val="00B050"/>
                                              </a:solidFill>
                                              <a:latin typeface="Cambria Math" panose="02040503050406030204" pitchFamily="18" charset="0"/>
                                              <a:ea typeface="Cambria Math" panose="02040503050406030204" pitchFamily="18" charset="0"/>
                                            </a:rPr>
                                            <m:t>8.7</m:t>
                                          </m:r>
                                        </m:e>
                                      </m:mr>
                                      <m:mr>
                                        <m:e>
                                          <m:r>
                                            <a:rPr lang="es-ES" i="1">
                                              <a:solidFill>
                                                <a:srgbClr val="00B050"/>
                                              </a:solidFill>
                                              <a:latin typeface="Cambria Math" panose="02040503050406030204" pitchFamily="18" charset="0"/>
                                              <a:ea typeface="Cambria Math" panose="02040503050406030204" pitchFamily="18" charset="0"/>
                                            </a:rPr>
                                            <m:t>7.6</m:t>
                                          </m:r>
                                        </m:e>
                                      </m:mr>
                                    </m:m>
                                  </m:e>
                                  <m:e>
                                    <m:m>
                                      <m:mPr>
                                        <m:mcs>
                                          <m:mc>
                                            <m:mcPr>
                                              <m:count m:val="1"/>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r>
                                            <m:rPr>
                                              <m:brk m:alnAt="7"/>
                                            </m:rPr>
                                            <a:rPr lang="es-ES" i="1">
                                              <a:solidFill>
                                                <a:schemeClr val="accent2"/>
                                              </a:solidFill>
                                              <a:latin typeface="Cambria Math" panose="02040503050406030204" pitchFamily="18" charset="0"/>
                                              <a:ea typeface="Cambria Math" panose="02040503050406030204" pitchFamily="18" charset="0"/>
                                            </a:rPr>
                                            <m:t>−</m:t>
                                          </m:r>
                                          <m:r>
                                            <a:rPr lang="es-ES" i="1">
                                              <a:solidFill>
                                                <a:schemeClr val="accent2"/>
                                              </a:solidFill>
                                              <a:latin typeface="Cambria Math" panose="02040503050406030204" pitchFamily="18" charset="0"/>
                                              <a:ea typeface="Cambria Math" panose="02040503050406030204" pitchFamily="18" charset="0"/>
                                            </a:rPr>
                                            <m:t>11.1</m:t>
                                          </m:r>
                                        </m:e>
                                      </m:mr>
                                      <m:mr>
                                        <m:e>
                                          <m:r>
                                            <a:rPr lang="es-ES" i="1">
                                              <a:solidFill>
                                                <a:schemeClr val="accent2"/>
                                              </a:solidFill>
                                              <a:latin typeface="Cambria Math" panose="02040503050406030204" pitchFamily="18" charset="0"/>
                                              <a:ea typeface="Cambria Math" panose="02040503050406030204" pitchFamily="18" charset="0"/>
                                            </a:rPr>
                                            <m:t>−5.4</m:t>
                                          </m:r>
                                        </m:e>
                                      </m:mr>
                                    </m:m>
                                  </m:e>
                                </m:mr>
                                <m:mr>
                                  <m:e>
                                    <m:m>
                                      <m:mPr>
                                        <m:mcs>
                                          <m:mc>
                                            <m:mcPr>
                                              <m:count m:val="1"/>
                                              <m:mcJc m:val="center"/>
                                            </m:mcPr>
                                          </m:mc>
                                        </m:mcs>
                                        <m:ctrlPr>
                                          <a:rPr lang="es-ES" i="1">
                                            <a:solidFill>
                                              <a:srgbClr val="00B050"/>
                                            </a:solidFill>
                                            <a:latin typeface="Cambria Math" panose="02040503050406030204" pitchFamily="18" charset="0"/>
                                            <a:ea typeface="Cambria Math" panose="02040503050406030204" pitchFamily="18" charset="0"/>
                                          </a:rPr>
                                        </m:ctrlPr>
                                      </m:mPr>
                                      <m:mr>
                                        <m:e>
                                          <m:r>
                                            <m:rPr>
                                              <m:brk m:alnAt="7"/>
                                            </m:rPr>
                                            <a:rPr lang="es-ES" i="1">
                                              <a:solidFill>
                                                <a:srgbClr val="00B050"/>
                                              </a:solidFill>
                                              <a:latin typeface="Cambria Math" panose="02040503050406030204" pitchFamily="18" charset="0"/>
                                              <a:ea typeface="Cambria Math" panose="02040503050406030204" pitchFamily="18" charset="0"/>
                                            </a:rPr>
                                            <m:t>−</m:t>
                                          </m:r>
                                          <m:r>
                                            <a:rPr lang="es-ES" i="1">
                                              <a:solidFill>
                                                <a:srgbClr val="00B050"/>
                                              </a:solidFill>
                                              <a:latin typeface="Cambria Math" panose="02040503050406030204" pitchFamily="18" charset="0"/>
                                              <a:ea typeface="Cambria Math" panose="02040503050406030204" pitchFamily="18" charset="0"/>
                                            </a:rPr>
                                            <m:t>12.2</m:t>
                                          </m:r>
                                        </m:e>
                                      </m:mr>
                                      <m:mr>
                                        <m:e>
                                          <m:r>
                                            <a:rPr lang="es-ES" i="1">
                                              <a:solidFill>
                                                <a:srgbClr val="00B050"/>
                                              </a:solidFill>
                                              <a:latin typeface="Cambria Math" panose="02040503050406030204" pitchFamily="18" charset="0"/>
                                              <a:ea typeface="Cambria Math" panose="02040503050406030204" pitchFamily="18" charset="0"/>
                                            </a:rPr>
                                            <m:t>5.0</m:t>
                                          </m:r>
                                        </m:e>
                                      </m:mr>
                                    </m:m>
                                  </m:e>
                                  <m:e>
                                    <m:m>
                                      <m:mPr>
                                        <m:mcs>
                                          <m:mc>
                                            <m:mcPr>
                                              <m:count m:val="1"/>
                                              <m:mcJc m:val="center"/>
                                            </m:mcPr>
                                          </m:mc>
                                        </m:mcs>
                                        <m:ctrlPr>
                                          <a:rPr lang="es-ES" i="1">
                                            <a:solidFill>
                                              <a:schemeClr val="accent2"/>
                                            </a:solidFill>
                                            <a:latin typeface="Cambria Math" panose="02040503050406030204" pitchFamily="18" charset="0"/>
                                            <a:ea typeface="Cambria Math" panose="02040503050406030204" pitchFamily="18" charset="0"/>
                                          </a:rPr>
                                        </m:ctrlPr>
                                      </m:mPr>
                                      <m:mr>
                                        <m:e>
                                          <m:r>
                                            <m:rPr>
                                              <m:brk m:alnAt="7"/>
                                            </m:rPr>
                                            <a:rPr lang="es-ES" i="1">
                                              <a:solidFill>
                                                <a:schemeClr val="accent2"/>
                                              </a:solidFill>
                                              <a:latin typeface="Cambria Math" panose="02040503050406030204" pitchFamily="18" charset="0"/>
                                              <a:ea typeface="Cambria Math" panose="02040503050406030204" pitchFamily="18" charset="0"/>
                                            </a:rPr>
                                            <m:t>7</m:t>
                                          </m:r>
                                          <m:r>
                                            <a:rPr lang="es-ES" i="1">
                                              <a:solidFill>
                                                <a:schemeClr val="accent2"/>
                                              </a:solidFill>
                                              <a:latin typeface="Cambria Math" panose="02040503050406030204" pitchFamily="18" charset="0"/>
                                              <a:ea typeface="Cambria Math" panose="02040503050406030204" pitchFamily="18" charset="0"/>
                                            </a:rPr>
                                            <m:t>.7</m:t>
                                          </m:r>
                                        </m:e>
                                      </m:mr>
                                      <m:mr>
                                        <m:e>
                                          <m:r>
                                            <a:rPr lang="es-ES" i="1">
                                              <a:solidFill>
                                                <a:schemeClr val="accent2"/>
                                              </a:solidFill>
                                              <a:latin typeface="Cambria Math" panose="02040503050406030204" pitchFamily="18" charset="0"/>
                                              <a:ea typeface="Cambria Math" panose="02040503050406030204" pitchFamily="18" charset="0"/>
                                            </a:rPr>
                                            <m:t>8.3</m:t>
                                          </m:r>
                                        </m:e>
                                      </m:mr>
                                    </m:m>
                                  </m:e>
                                </m:mr>
                              </m:m>
                            </m:e>
                          </m:d>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1"/>
                                        <m:mcJc m:val="center"/>
                                      </m:mcPr>
                                    </m:mc>
                                  </m:mcs>
                                  <m:ctrlPr>
                                    <a:rPr lang="es-ES" i="1" smtClean="0">
                                      <a:solidFill>
                                        <a:schemeClr val="accent1">
                                          <a:lumMod val="50000"/>
                                        </a:schemeClr>
                                      </a:solidFill>
                                      <a:latin typeface="Cambria Math" panose="02040503050406030204" pitchFamily="18" charset="0"/>
                                      <a:ea typeface="Cambria Math" panose="02040503050406030204" pitchFamily="18" charset="0"/>
                                    </a:rPr>
                                  </m:ctrlPr>
                                </m:mPr>
                                <m:mr>
                                  <m:e>
                                    <m:sSub>
                                      <m:sSub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bPr>
                                      <m:e>
                                        <m:r>
                                          <m:rPr>
                                            <m:brk m:alnAt="7"/>
                                          </m:rPr>
                                          <a:rPr lang="es-ES" b="0" i="1" smtClean="0">
                                            <a:solidFill>
                                              <a:schemeClr val="accent1">
                                                <a:lumMod val="50000"/>
                                              </a:schemeClr>
                                            </a:solidFill>
                                            <a:latin typeface="Cambria Math" panose="02040503050406030204" pitchFamily="18" charset="0"/>
                                            <a:ea typeface="Cambria Math" panose="02040503050406030204" pitchFamily="18" charset="0"/>
                                          </a:rPr>
                                          <m:t>𝑥</m:t>
                                        </m:r>
                                      </m:e>
                                      <m:sub>
                                        <m:r>
                                          <m:rPr>
                                            <m:brk m:alnAt="7"/>
                                          </m:rPr>
                                          <a:rPr lang="es-ES" b="0" i="1" smtClean="0">
                                            <a:solidFill>
                                              <a:schemeClr val="accent1">
                                                <a:lumMod val="50000"/>
                                              </a:schemeClr>
                                            </a:solidFill>
                                            <a:latin typeface="Cambria Math" panose="02040503050406030204" pitchFamily="18" charset="0"/>
                                            <a:ea typeface="Cambria Math" panose="02040503050406030204" pitchFamily="18" charset="0"/>
                                          </a:rPr>
                                          <m:t>1</m:t>
                                        </m:r>
                                      </m:sub>
                                    </m:sSub>
                                  </m:e>
                                </m:mr>
                                <m:mr>
                                  <m:e>
                                    <m:sSub>
                                      <m:sSub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ea typeface="Cambria Math" panose="02040503050406030204" pitchFamily="18" charset="0"/>
                                          </a:rPr>
                                          <m:t>𝑥</m:t>
                                        </m:r>
                                      </m:e>
                                      <m:sub>
                                        <m:r>
                                          <a:rPr lang="es-ES" b="0" i="1" smtClean="0">
                                            <a:solidFill>
                                              <a:schemeClr val="accent1">
                                                <a:lumMod val="50000"/>
                                              </a:schemeClr>
                                            </a:solidFill>
                                            <a:latin typeface="Cambria Math" panose="02040503050406030204" pitchFamily="18" charset="0"/>
                                            <a:ea typeface="Cambria Math" panose="02040503050406030204" pitchFamily="18" charset="0"/>
                                          </a:rPr>
                                          <m:t>2</m:t>
                                        </m:r>
                                      </m:sub>
                                    </m:sSub>
                                  </m:e>
                                </m:mr>
                              </m:m>
                            </m:e>
                          </m:d>
                          <m:r>
                            <a:rPr lang="es-ES" b="0" i="1" smtClean="0">
                              <a:solidFill>
                                <a:schemeClr val="accent1">
                                  <a:lumMod val="50000"/>
                                </a:schemeClr>
                              </a:solidFill>
                              <a:latin typeface="Cambria Math" panose="02040503050406030204" pitchFamily="18" charset="0"/>
                              <a:ea typeface="Cambria Math" panose="02040503050406030204" pitchFamily="18" charset="0"/>
                            </a:rPr>
                            <m:t>+</m:t>
                          </m:r>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1"/>
                                        <m:mcJc m:val="center"/>
                                      </m:mcPr>
                                    </m:mc>
                                  </m:mcs>
                                  <m:ctrlPr>
                                    <a:rPr lang="es-ES" i="1">
                                      <a:solidFill>
                                        <a:srgbClr val="7030A0"/>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i="1">
                                            <a:solidFill>
                                              <a:srgbClr val="7030A0"/>
                                            </a:solidFill>
                                            <a:latin typeface="Cambria Math" panose="02040503050406030204" pitchFamily="18" charset="0"/>
                                            <a:ea typeface="Cambria Math" panose="02040503050406030204" pitchFamily="18" charset="0"/>
                                          </a:rPr>
                                        </m:ctrlPr>
                                      </m:mPr>
                                      <m:mr>
                                        <m:e>
                                          <m:r>
                                            <m:rPr>
                                              <m:brk m:alnAt="7"/>
                                            </m:rPr>
                                            <a:rPr lang="es-ES" i="1">
                                              <a:solidFill>
                                                <a:srgbClr val="7030A0"/>
                                              </a:solidFill>
                                              <a:latin typeface="Cambria Math" panose="02040503050406030204" pitchFamily="18" charset="0"/>
                                              <a:ea typeface="Cambria Math" panose="02040503050406030204" pitchFamily="18" charset="0"/>
                                            </a:rPr>
                                            <m:t>−</m:t>
                                          </m:r>
                                          <m:r>
                                            <a:rPr lang="es-ES" i="1">
                                              <a:solidFill>
                                                <a:srgbClr val="7030A0"/>
                                              </a:solidFill>
                                              <a:latin typeface="Cambria Math" panose="02040503050406030204" pitchFamily="18" charset="0"/>
                                              <a:ea typeface="Cambria Math" panose="02040503050406030204" pitchFamily="18" charset="0"/>
                                            </a:rPr>
                                            <m:t>11.2</m:t>
                                          </m:r>
                                        </m:e>
                                      </m:mr>
                                      <m:mr>
                                        <m:e>
                                          <m:r>
                                            <a:rPr lang="es-ES" i="1">
                                              <a:solidFill>
                                                <a:srgbClr val="7030A0"/>
                                              </a:solidFill>
                                              <a:latin typeface="Cambria Math" panose="02040503050406030204" pitchFamily="18" charset="0"/>
                                              <a:ea typeface="Cambria Math" panose="02040503050406030204" pitchFamily="18" charset="0"/>
                                            </a:rPr>
                                            <m:t>−6.8</m:t>
                                          </m:r>
                                        </m:e>
                                      </m:mr>
                                    </m:m>
                                  </m:e>
                                </m:mr>
                                <m:mr>
                                  <m:e>
                                    <m:m>
                                      <m:mPr>
                                        <m:mcs>
                                          <m:mc>
                                            <m:mcPr>
                                              <m:count m:val="1"/>
                                              <m:mcJc m:val="center"/>
                                            </m:mcPr>
                                          </m:mc>
                                        </m:mcs>
                                        <m:ctrlPr>
                                          <a:rPr lang="es-ES" i="1">
                                            <a:solidFill>
                                              <a:srgbClr val="7030A0"/>
                                            </a:solidFill>
                                            <a:latin typeface="Cambria Math" panose="02040503050406030204" pitchFamily="18" charset="0"/>
                                            <a:ea typeface="Cambria Math" panose="02040503050406030204" pitchFamily="18" charset="0"/>
                                          </a:rPr>
                                        </m:ctrlPr>
                                      </m:mPr>
                                      <m:mr>
                                        <m:e>
                                          <m:r>
                                            <m:rPr>
                                              <m:brk m:alnAt="7"/>
                                            </m:rPr>
                                            <a:rPr lang="es-ES" i="1">
                                              <a:solidFill>
                                                <a:srgbClr val="7030A0"/>
                                              </a:solidFill>
                                              <a:latin typeface="Cambria Math" panose="02040503050406030204" pitchFamily="18" charset="0"/>
                                              <a:ea typeface="Cambria Math" panose="02040503050406030204" pitchFamily="18" charset="0"/>
                                            </a:rPr>
                                            <m:t>−</m:t>
                                          </m:r>
                                          <m:r>
                                            <a:rPr lang="es-ES" i="1">
                                              <a:solidFill>
                                                <a:srgbClr val="7030A0"/>
                                              </a:solidFill>
                                              <a:latin typeface="Cambria Math" panose="02040503050406030204" pitchFamily="18" charset="0"/>
                                              <a:ea typeface="Cambria Math" panose="02040503050406030204" pitchFamily="18" charset="0"/>
                                            </a:rPr>
                                            <m:t>11.3</m:t>
                                          </m:r>
                                        </m:e>
                                      </m:mr>
                                      <m:mr>
                                        <m:e>
                                          <m:r>
                                            <a:rPr lang="es-ES" i="1">
                                              <a:solidFill>
                                                <a:srgbClr val="7030A0"/>
                                              </a:solidFill>
                                              <a:latin typeface="Cambria Math" panose="02040503050406030204" pitchFamily="18" charset="0"/>
                                              <a:ea typeface="Cambria Math" panose="02040503050406030204" pitchFamily="18" charset="0"/>
                                            </a:rPr>
                                            <m:t>−7.0</m:t>
                                          </m:r>
                                        </m:e>
                                      </m:mr>
                                    </m:m>
                                  </m:e>
                                </m:mr>
                              </m:m>
                            </m:e>
                          </m:d>
                        </m:e>
                      </m:d>
                    </m:oMath>
                  </m:oMathPara>
                </a14:m>
                <a:endParaRPr lang="es-ES" dirty="0"/>
              </a:p>
            </p:txBody>
          </p:sp>
        </mc:Choice>
        <mc:Fallback xmlns="">
          <p:sp>
            <p:nvSpPr>
              <p:cNvPr id="6" name="CuadroTexto 5">
                <a:extLst>
                  <a:ext uri="{FF2B5EF4-FFF2-40B4-BE49-F238E27FC236}">
                    <a16:creationId xmlns:a16="http://schemas.microsoft.com/office/drawing/2014/main" id="{6CA6DB83-2FD5-321A-6DCC-CC69FCF2DBDC}"/>
                  </a:ext>
                </a:extLst>
              </p:cNvPr>
              <p:cNvSpPr txBox="1">
                <a:spLocks noRot="1" noChangeAspect="1" noMove="1" noResize="1" noEditPoints="1" noAdjustHandles="1" noChangeArrowheads="1" noChangeShapeType="1" noTextEdit="1"/>
              </p:cNvSpPr>
              <p:nvPr/>
            </p:nvSpPr>
            <p:spPr>
              <a:xfrm>
                <a:off x="4544068" y="1791802"/>
                <a:ext cx="7500799" cy="1163139"/>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5DCB1D65-257D-8422-BC4C-D51EC565C52D}"/>
                  </a:ext>
                </a:extLst>
              </p:cNvPr>
              <p:cNvSpPr txBox="1"/>
              <p:nvPr/>
            </p:nvSpPr>
            <p:spPr>
              <a:xfrm>
                <a:off x="4188279" y="3301405"/>
                <a:ext cx="7194460" cy="16542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𝑎</m:t>
                          </m:r>
                        </m:e>
                        <m:sup>
                          <m:r>
                            <a:rPr lang="es-ES" i="1">
                              <a:solidFill>
                                <a:schemeClr val="accent1">
                                  <a:lumMod val="50000"/>
                                </a:schemeClr>
                              </a:solidFill>
                              <a:latin typeface="Cambria Math" panose="02040503050406030204" pitchFamily="18" charset="0"/>
                              <a:ea typeface="Cambria Math" panose="02040503050406030204" pitchFamily="18" charset="0"/>
                            </a:rPr>
                            <m:t>[2]</m:t>
                          </m:r>
                        </m:sup>
                      </m:sSup>
                      <m:r>
                        <a:rPr lang="es-ES" i="1">
                          <a:solidFill>
                            <a:schemeClr val="accent1">
                              <a:lumMod val="50000"/>
                            </a:schemeClr>
                          </a:solidFill>
                          <a:latin typeface="Cambria Math" panose="02040503050406030204" pitchFamily="18" charset="0"/>
                          <a:ea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2</m:t>
                              </m:r>
                              <m:r>
                                <a:rPr lang="es-ES" i="1">
                                  <a:solidFill>
                                    <a:schemeClr val="accent1">
                                      <a:lumMod val="50000"/>
                                    </a:schemeClr>
                                  </a:solidFill>
                                  <a:latin typeface="Cambria Math" panose="02040503050406030204" pitchFamily="18" charset="0"/>
                                  <a:ea typeface="Cambria Math" panose="02040503050406030204" pitchFamily="18" charset="0"/>
                                </a:rPr>
                                <m:t>]</m:t>
                              </m:r>
                            </m:sup>
                          </m:sSup>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𝒂</m:t>
                              </m:r>
                            </m:e>
                            <m:sup>
                              <m:r>
                                <a:rPr lang="es-ES" b="0" i="1" smtClean="0">
                                  <a:solidFill>
                                    <a:schemeClr val="accent1">
                                      <a:lumMod val="50000"/>
                                    </a:schemeClr>
                                  </a:solidFill>
                                  <a:latin typeface="Cambria Math" panose="02040503050406030204" pitchFamily="18" charset="0"/>
                                  <a:ea typeface="Cambria Math" panose="02040503050406030204" pitchFamily="18" charset="0"/>
                                </a:rPr>
                                <m:t>1</m:t>
                              </m:r>
                            </m:sup>
                          </m:sSup>
                          <m:r>
                            <a:rPr lang="es-ES" b="1" i="1">
                              <a:solidFill>
                                <a:schemeClr val="accent1">
                                  <a:lumMod val="50000"/>
                                </a:schemeClr>
                              </a:solidFill>
                              <a:latin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𝟐</m:t>
                              </m:r>
                              <m:r>
                                <a:rPr lang="es-ES" b="1" i="1">
                                  <a:solidFill>
                                    <a:schemeClr val="accent1">
                                      <a:lumMod val="50000"/>
                                    </a:schemeClr>
                                  </a:solidFill>
                                  <a:latin typeface="Cambria Math" panose="02040503050406030204" pitchFamily="18" charset="0"/>
                                  <a:ea typeface="Cambria Math" panose="02040503050406030204" pitchFamily="18" charset="0"/>
                                </a:rPr>
                                <m:t>]</m:t>
                              </m:r>
                            </m:sup>
                          </m:sSup>
                        </m:e>
                      </m:d>
                      <m:r>
                        <a:rPr lang="es-ES" b="1" i="1" smtClean="0">
                          <a:solidFill>
                            <a:schemeClr val="accent1">
                              <a:lumMod val="50000"/>
                            </a:schemeClr>
                          </a:solidFill>
                          <a:latin typeface="Cambria Math" panose="02040503050406030204" pitchFamily="18" charset="0"/>
                        </a:rPr>
                        <m:t>=</m:t>
                      </m:r>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r>
                            <a:rPr lang="es-ES" i="1">
                              <a:solidFill>
                                <a:schemeClr val="accent1">
                                  <a:lumMod val="50000"/>
                                </a:schemeClr>
                              </a:solidFill>
                              <a:latin typeface="Cambria Math" panose="02040503050406030204" pitchFamily="18" charset="0"/>
                              <a:ea typeface="Cambria Math" panose="02040503050406030204" pitchFamily="18" charset="0"/>
                            </a:rPr>
                            <m:t>𝑔</m:t>
                          </m:r>
                        </m:e>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p>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ea typeface="Cambria Math" panose="02040503050406030204" pitchFamily="18" charset="0"/>
                                </a:rPr>
                              </m:ctrlPr>
                            </m:sSupPr>
                            <m:e>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1"/>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r>
                                                <m:rPr>
                                                  <m:brk m:alnAt="7"/>
                                                </m:rPr>
                                                <a:rPr lang="es-ES" i="1">
                                                  <a:solidFill>
                                                    <a:srgbClr val="FF0000"/>
                                                  </a:solidFill>
                                                  <a:latin typeface="Cambria Math" panose="02040503050406030204" pitchFamily="18" charset="0"/>
                                                  <a:ea typeface="Cambria Math" panose="02040503050406030204" pitchFamily="18" charset="0"/>
                                                </a:rPr>
                                                <m:t>−</m:t>
                                              </m:r>
                                              <m:r>
                                                <a:rPr lang="es-ES" i="1">
                                                  <a:solidFill>
                                                    <a:srgbClr val="FF0000"/>
                                                  </a:solidFill>
                                                  <a:latin typeface="Cambria Math" panose="02040503050406030204" pitchFamily="18" charset="0"/>
                                                  <a:ea typeface="Cambria Math" panose="02040503050406030204" pitchFamily="18" charset="0"/>
                                                </a:rPr>
                                                <m:t>33.8</m:t>
                                              </m:r>
                                            </m:e>
                                          </m:mr>
                                          <m:mr>
                                            <m:e>
                                              <m:r>
                                                <a:rPr lang="es-ES" i="1">
                                                  <a:solidFill>
                                                    <a:schemeClr val="accent4">
                                                      <a:lumMod val="75000"/>
                                                    </a:schemeClr>
                                                  </a:solidFill>
                                                  <a:latin typeface="Cambria Math" panose="02040503050406030204" pitchFamily="18" charset="0"/>
                                                  <a:ea typeface="Cambria Math" panose="02040503050406030204" pitchFamily="18" charset="0"/>
                                                </a:rPr>
                                                <m:t>−34.3</m:t>
                                              </m:r>
                                            </m:e>
                                          </m:mr>
                                        </m:m>
                                      </m:e>
                                    </m:mr>
                                    <m:mr>
                                      <m:e>
                                        <m:m>
                                          <m:mPr>
                                            <m:mcs>
                                              <m:mc>
                                                <m:mcPr>
                                                  <m:count m:val="1"/>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r>
                                                <m:rPr>
                                                  <m:brk m:alnAt="7"/>
                                                </m:rPr>
                                                <a:rPr lang="es-ES" i="1">
                                                  <a:solidFill>
                                                    <a:srgbClr val="00B0F0"/>
                                                  </a:solidFill>
                                                  <a:latin typeface="Cambria Math" panose="02040503050406030204" pitchFamily="18" charset="0"/>
                                                  <a:ea typeface="Cambria Math" panose="02040503050406030204" pitchFamily="18" charset="0"/>
                                                </a:rPr>
                                                <m:t>−</m:t>
                                              </m:r>
                                              <m:r>
                                                <a:rPr lang="es-ES" i="1">
                                                  <a:solidFill>
                                                    <a:srgbClr val="00B0F0"/>
                                                  </a:solidFill>
                                                  <a:latin typeface="Cambria Math" panose="02040503050406030204" pitchFamily="18" charset="0"/>
                                                  <a:ea typeface="Cambria Math" panose="02040503050406030204" pitchFamily="18" charset="0"/>
                                                </a:rPr>
                                                <m:t>33.6</m:t>
                                              </m:r>
                                            </m:e>
                                          </m:mr>
                                          <m:mr>
                                            <m:e>
                                              <m:r>
                                                <a:rPr lang="es-ES" i="1">
                                                  <a:solidFill>
                                                    <a:schemeClr val="accent6">
                                                      <a:lumMod val="50000"/>
                                                    </a:schemeClr>
                                                  </a:solidFill>
                                                  <a:latin typeface="Cambria Math" panose="02040503050406030204" pitchFamily="18" charset="0"/>
                                                  <a:ea typeface="Cambria Math" panose="02040503050406030204" pitchFamily="18" charset="0"/>
                                                </a:rPr>
                                                <m:t>−33.9</m:t>
                                              </m:r>
                                            </m:e>
                                          </m:mr>
                                        </m:m>
                                      </m:e>
                                    </m:mr>
                                  </m:m>
                                </m:e>
                              </m:d>
                            </m:e>
                            <m:sup>
                              <m:r>
                                <a:rPr lang="es-ES" i="1">
                                  <a:solidFill>
                                    <a:schemeClr val="accent1">
                                      <a:lumMod val="50000"/>
                                    </a:schemeClr>
                                  </a:solidFill>
                                  <a:latin typeface="Cambria Math" panose="02040503050406030204" pitchFamily="18" charset="0"/>
                                  <a:ea typeface="Cambria Math" panose="02040503050406030204" pitchFamily="18" charset="0"/>
                                </a:rPr>
                                <m:t>𝑇</m:t>
                              </m:r>
                            </m:sup>
                          </m:sSup>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1"/>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m>
                                      <m:mPr>
                                        <m:mcs>
                                          <m:mc>
                                            <m:mcPr>
                                              <m:count m:val="1"/>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1</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bSup>
                                        </m:e>
                                      </m:m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2</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1</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bSup>
                                        </m:e>
                                      </m:mr>
                                    </m:m>
                                  </m:e>
                                </m:mr>
                                <m:mr>
                                  <m:e>
                                    <m:m>
                                      <m:mPr>
                                        <m:mcs>
                                          <m:mc>
                                            <m:mcPr>
                                              <m:count m:val="1"/>
                                              <m:mcJc m:val="center"/>
                                            </m:mcPr>
                                          </m:mc>
                                        </m:mcs>
                                        <m:ctrlPr>
                                          <a:rPr lang="es-ES" i="1">
                                            <a:solidFill>
                                              <a:schemeClr val="accent1">
                                                <a:lumMod val="50000"/>
                                              </a:schemeClr>
                                            </a:solidFill>
                                            <a:latin typeface="Cambria Math" panose="02040503050406030204" pitchFamily="18" charset="0"/>
                                            <a:ea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3</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1</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bSup>
                                        </m:e>
                                      </m:mr>
                                      <m:mr>
                                        <m:e>
                                          <m:sSubSup>
                                            <m:sSubSupPr>
                                              <m:ctrlPr>
                                                <a:rPr lang="es-ES" i="1">
                                                  <a:solidFill>
                                                    <a:schemeClr val="accent1">
                                                      <a:lumMod val="50000"/>
                                                    </a:schemeClr>
                                                  </a:solidFill>
                                                  <a:latin typeface="Cambria Math" panose="02040503050406030204" pitchFamily="18" charset="0"/>
                                                  <a:ea typeface="Cambria Math" panose="02040503050406030204" pitchFamily="18" charset="0"/>
                                                </a:rPr>
                                              </m:ctrlPr>
                                            </m:sSubSupPr>
                                            <m:e>
                                              <m:r>
                                                <a:rPr lang="es-ES" i="1">
                                                  <a:solidFill>
                                                    <a:schemeClr val="accent1">
                                                      <a:lumMod val="50000"/>
                                                    </a:schemeClr>
                                                  </a:solidFill>
                                                  <a:latin typeface="Cambria Math" panose="02040503050406030204" pitchFamily="18" charset="0"/>
                                                  <a:ea typeface="Cambria Math" panose="02040503050406030204" pitchFamily="18" charset="0"/>
                                                </a:rPr>
                                                <m:t>𝑎</m:t>
                                              </m:r>
                                            </m:e>
                                            <m:sub>
                                              <m:r>
                                                <a:rPr lang="es-ES" i="1">
                                                  <a:solidFill>
                                                    <a:schemeClr val="accent1">
                                                      <a:lumMod val="50000"/>
                                                    </a:schemeClr>
                                                  </a:solidFill>
                                                  <a:latin typeface="Cambria Math" panose="02040503050406030204" pitchFamily="18" charset="0"/>
                                                  <a:ea typeface="Cambria Math" panose="02040503050406030204" pitchFamily="18" charset="0"/>
                                                </a:rPr>
                                                <m:t>4</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1</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p>
                                          </m:sSubSup>
                                        </m:e>
                                      </m:mr>
                                    </m:m>
                                  </m:e>
                                </m:mr>
                              </m:m>
                            </m:e>
                          </m:d>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bg1">
                                  <a:lumMod val="50000"/>
                                </a:schemeClr>
                              </a:solidFill>
                              <a:latin typeface="Cambria Math" panose="02040503050406030204" pitchFamily="18" charset="0"/>
                              <a:ea typeface="Cambria Math" panose="02040503050406030204" pitchFamily="18" charset="0"/>
                            </a:rPr>
                            <m:t>30.9</m:t>
                          </m:r>
                        </m:e>
                      </m:d>
                    </m:oMath>
                  </m:oMathPara>
                </a14:m>
                <a:endParaRPr lang="es-ES" dirty="0"/>
              </a:p>
            </p:txBody>
          </p:sp>
        </mc:Choice>
        <mc:Fallback xmlns="">
          <p:sp>
            <p:nvSpPr>
              <p:cNvPr id="10" name="CuadroTexto 9">
                <a:extLst>
                  <a:ext uri="{FF2B5EF4-FFF2-40B4-BE49-F238E27FC236}">
                    <a16:creationId xmlns:a16="http://schemas.microsoft.com/office/drawing/2014/main" id="{5DCB1D65-257D-8422-BC4C-D51EC565C52D}"/>
                  </a:ext>
                </a:extLst>
              </p:cNvPr>
              <p:cNvSpPr txBox="1">
                <a:spLocks noRot="1" noChangeAspect="1" noMove="1" noResize="1" noEditPoints="1" noAdjustHandles="1" noChangeArrowheads="1" noChangeShapeType="1" noTextEdit="1"/>
              </p:cNvSpPr>
              <p:nvPr/>
            </p:nvSpPr>
            <p:spPr>
              <a:xfrm>
                <a:off x="4188279" y="3301405"/>
                <a:ext cx="7194460" cy="1654299"/>
              </a:xfrm>
              <a:prstGeom prst="rect">
                <a:avLst/>
              </a:prstGeom>
              <a:blipFill>
                <a:blip r:embed="rId14"/>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330658981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721C4E8-F774-C602-C20C-95042CFF3868}"/>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25" name="CuadroTexto 24">
            <a:extLst>
              <a:ext uri="{FF2B5EF4-FFF2-40B4-BE49-F238E27FC236}">
                <a16:creationId xmlns:a16="http://schemas.microsoft.com/office/drawing/2014/main" id="{498A8C18-B0B6-91E3-128B-38D4F813DC90}"/>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Implementación</a:t>
            </a:r>
            <a:r>
              <a:rPr lang="en-US" sz="2000" b="1" dirty="0">
                <a:solidFill>
                  <a:schemeClr val="accent1">
                    <a:lumMod val="50000"/>
                  </a:schemeClr>
                </a:solidFill>
              </a:rPr>
              <a:t> </a:t>
            </a:r>
            <a:r>
              <a:rPr lang="en-US" sz="2000" b="1" dirty="0" err="1">
                <a:solidFill>
                  <a:schemeClr val="accent1">
                    <a:lumMod val="50000"/>
                  </a:schemeClr>
                </a:solidFill>
              </a:rPr>
              <a:t>vectorizada</a:t>
            </a:r>
            <a:r>
              <a:rPr lang="en-US" sz="2000" b="1" dirty="0">
                <a:solidFill>
                  <a:schemeClr val="accent1">
                    <a:lumMod val="50000"/>
                  </a:schemeClr>
                </a:solidFill>
              </a:rPr>
              <a:t> </a:t>
            </a:r>
            <a:r>
              <a:rPr lang="en-US" sz="2000" b="1" dirty="0" err="1">
                <a:solidFill>
                  <a:schemeClr val="accent1">
                    <a:lumMod val="50000"/>
                  </a:schemeClr>
                </a:solidFill>
              </a:rPr>
              <a:t>en</a:t>
            </a:r>
            <a:r>
              <a:rPr lang="en-US" sz="2000" b="1" dirty="0">
                <a:solidFill>
                  <a:schemeClr val="accent1">
                    <a:lumMod val="50000"/>
                  </a:schemeClr>
                </a:solidFill>
              </a:rPr>
              <a:t> </a:t>
            </a:r>
            <a:r>
              <a:rPr lang="en-US" sz="2000" b="1" dirty="0" err="1">
                <a:solidFill>
                  <a:schemeClr val="accent1">
                    <a:lumMod val="50000"/>
                  </a:schemeClr>
                </a:solidFill>
              </a:rPr>
              <a:t>Pyhton</a:t>
            </a:r>
            <a:endParaRPr lang="en-US" sz="2000" dirty="0">
              <a:solidFill>
                <a:schemeClr val="accent1">
                  <a:lumMod val="50000"/>
                </a:schemeClr>
              </a:solidFill>
            </a:endParaRPr>
          </a:p>
        </p:txBody>
      </p:sp>
      <p:sp>
        <p:nvSpPr>
          <p:cNvPr id="2" name="CuadroTexto 1">
            <a:extLst>
              <a:ext uri="{FF2B5EF4-FFF2-40B4-BE49-F238E27FC236}">
                <a16:creationId xmlns:a16="http://schemas.microsoft.com/office/drawing/2014/main" id="{037F6F4B-7BC0-CD8D-A1D4-02BC92EA6862}"/>
              </a:ext>
            </a:extLst>
          </p:cNvPr>
          <p:cNvSpPr txBox="1"/>
          <p:nvPr/>
        </p:nvSpPr>
        <p:spPr>
          <a:xfrm>
            <a:off x="259710" y="1002588"/>
            <a:ext cx="11672580" cy="5078313"/>
          </a:xfrm>
          <a:prstGeom prst="rect">
            <a:avLst/>
          </a:prstGeom>
          <a:noFill/>
        </p:spPr>
        <p:txBody>
          <a:bodyPr wrap="square">
            <a:spAutoFit/>
          </a:bodyPr>
          <a:lstStyle/>
          <a:p>
            <a:r>
              <a:rPr lang="es-ES" dirty="0">
                <a:solidFill>
                  <a:schemeClr val="accent1">
                    <a:lumMod val="50000"/>
                  </a:schemeClr>
                </a:solidFill>
              </a:rPr>
              <a:t>La implementación que hemos visto es un ejercicio muy útil pues nos permite traducir directamente el algoritmo matemático a código. Esta disponible en el fichero </a:t>
            </a:r>
            <a:r>
              <a:rPr lang="es-ES" i="1" dirty="0" err="1" smtClean="0">
                <a:solidFill>
                  <a:schemeClr val="accent1">
                    <a:lumMod val="50000"/>
                  </a:schemeClr>
                </a:solidFill>
              </a:rPr>
              <a:t>red_neuronal_standard.ipynb</a:t>
            </a:r>
            <a:r>
              <a:rPr lang="es-ES" dirty="0">
                <a:solidFill>
                  <a:schemeClr val="accent1">
                    <a:lumMod val="50000"/>
                  </a:schemeClr>
                </a:solidFill>
              </a:rPr>
              <a:t>.  Sin embargo, no es la forma óptima de hacerlo. La idea aquí es realizar operaciones sobre matrices completas en lugar de operar dato por dato, lo que generalmente es más eficiente en términos de tiempo de cómputo en Python, especialmente con bibliotecas como </a:t>
            </a:r>
            <a:r>
              <a:rPr lang="es-ES" dirty="0" err="1">
                <a:solidFill>
                  <a:schemeClr val="accent1">
                    <a:lumMod val="50000"/>
                  </a:schemeClr>
                </a:solidFill>
              </a:rPr>
              <a:t>NumPy</a:t>
            </a:r>
            <a:r>
              <a:rPr lang="es-ES" dirty="0">
                <a:solidFill>
                  <a:schemeClr val="accent1">
                    <a:lumMod val="50000"/>
                  </a:schemeClr>
                </a:solidFill>
              </a:rPr>
              <a:t>. </a:t>
            </a:r>
            <a:endParaRPr lang="es-ES" dirty="0" smtClean="0">
              <a:solidFill>
                <a:schemeClr val="accent1">
                  <a:lumMod val="50000"/>
                </a:schemeClr>
              </a:solidFill>
            </a:endParaRPr>
          </a:p>
          <a:p>
            <a:endParaRPr lang="es-ES" dirty="0">
              <a:solidFill>
                <a:schemeClr val="accent1">
                  <a:lumMod val="50000"/>
                </a:schemeClr>
              </a:solidFill>
            </a:endParaRPr>
          </a:p>
          <a:p>
            <a:r>
              <a:rPr lang="es-ES" dirty="0" smtClean="0">
                <a:solidFill>
                  <a:schemeClr val="accent1">
                    <a:lumMod val="50000"/>
                  </a:schemeClr>
                </a:solidFill>
              </a:rPr>
              <a:t>En el fichero </a:t>
            </a:r>
            <a:r>
              <a:rPr lang="es-ES" i="1" dirty="0" err="1" smtClean="0">
                <a:solidFill>
                  <a:schemeClr val="accent1">
                    <a:lumMod val="50000"/>
                  </a:schemeClr>
                </a:solidFill>
              </a:rPr>
              <a:t>red_neuronal_vectorizada.ipynb</a:t>
            </a:r>
            <a:r>
              <a:rPr lang="es-ES" i="1" dirty="0" smtClean="0">
                <a:solidFill>
                  <a:schemeClr val="accent1">
                    <a:lumMod val="50000"/>
                  </a:schemeClr>
                </a:solidFill>
              </a:rPr>
              <a:t>:</a:t>
            </a:r>
            <a:endParaRPr lang="es-ES" dirty="0">
              <a:solidFill>
                <a:schemeClr val="accent1">
                  <a:lumMod val="50000"/>
                </a:schemeClr>
              </a:solidFill>
            </a:endParaRPr>
          </a:p>
          <a:p>
            <a:endParaRPr lang="es-ES" dirty="0">
              <a:solidFill>
                <a:schemeClr val="accent1">
                  <a:lumMod val="50000"/>
                </a:schemeClr>
              </a:solidFill>
            </a:endParaRPr>
          </a:p>
          <a:p>
            <a:pPr marL="285750" indent="-285750">
              <a:buFont typeface="Arial" panose="020B0604020202020204" pitchFamily="34" charset="0"/>
              <a:buChar char="•"/>
            </a:pPr>
            <a:r>
              <a:rPr lang="es-ES" dirty="0">
                <a:solidFill>
                  <a:schemeClr val="accent1">
                    <a:lumMod val="50000"/>
                  </a:schemeClr>
                </a:solidFill>
              </a:rPr>
              <a:t>La propagación hacia adelante se realiza sobre todos los datos de entrada (O el </a:t>
            </a:r>
            <a:r>
              <a:rPr lang="es-ES" dirty="0" err="1">
                <a:solidFill>
                  <a:schemeClr val="accent1">
                    <a:lumMod val="50000"/>
                  </a:schemeClr>
                </a:solidFill>
              </a:rPr>
              <a:t>mini-batch</a:t>
            </a:r>
            <a:r>
              <a:rPr lang="es-ES" dirty="0">
                <a:solidFill>
                  <a:schemeClr val="accent1">
                    <a:lumMod val="50000"/>
                  </a:schemeClr>
                </a:solidFill>
              </a:rPr>
              <a:t>.)</a:t>
            </a:r>
          </a:p>
          <a:p>
            <a:pPr marL="285750" indent="-285750">
              <a:buFont typeface="Arial" panose="020B0604020202020204" pitchFamily="34" charset="0"/>
              <a:buChar char="•"/>
            </a:pPr>
            <a:r>
              <a:rPr lang="es-ES" dirty="0">
                <a:solidFill>
                  <a:schemeClr val="accent1">
                    <a:lumMod val="50000"/>
                  </a:schemeClr>
                </a:solidFill>
              </a:rPr>
              <a:t>El algoritmo de</a:t>
            </a:r>
            <a:r>
              <a:rPr lang="es-ES" i="1" dirty="0">
                <a:solidFill>
                  <a:schemeClr val="accent1">
                    <a:lumMod val="50000"/>
                  </a:schemeClr>
                </a:solidFill>
              </a:rPr>
              <a:t> </a:t>
            </a:r>
            <a:r>
              <a:rPr lang="es-ES" i="1" dirty="0" err="1">
                <a:solidFill>
                  <a:schemeClr val="accent1">
                    <a:lumMod val="50000"/>
                  </a:schemeClr>
                </a:solidFill>
              </a:rPr>
              <a:t>backpropagation</a:t>
            </a:r>
            <a:r>
              <a:rPr lang="es-ES" i="1" dirty="0">
                <a:solidFill>
                  <a:schemeClr val="accent1">
                    <a:lumMod val="50000"/>
                  </a:schemeClr>
                </a:solidFill>
              </a:rPr>
              <a:t> </a:t>
            </a:r>
            <a:r>
              <a:rPr lang="es-ES" dirty="0">
                <a:solidFill>
                  <a:schemeClr val="accent1">
                    <a:lumMod val="50000"/>
                  </a:schemeClr>
                </a:solidFill>
              </a:rPr>
              <a:t>calcula los gradientes para todos los datos de una vez.</a:t>
            </a:r>
          </a:p>
          <a:p>
            <a:pPr marL="285750" indent="-285750">
              <a:buFont typeface="Arial" panose="020B0604020202020204" pitchFamily="34" charset="0"/>
              <a:buChar char="•"/>
            </a:pPr>
            <a:r>
              <a:rPr lang="es-ES" dirty="0">
                <a:solidFill>
                  <a:schemeClr val="accent1">
                    <a:lumMod val="50000"/>
                  </a:schemeClr>
                </a:solidFill>
              </a:rPr>
              <a:t>La actualización de pesos mediante descenso de gradiente queda vectorizada también.</a:t>
            </a:r>
          </a:p>
          <a:p>
            <a:pPr marL="285750" indent="-285750">
              <a:buFont typeface="Arial" panose="020B0604020202020204" pitchFamily="34" charset="0"/>
              <a:buChar char="•"/>
            </a:pPr>
            <a:endParaRPr lang="es-ES" dirty="0">
              <a:solidFill>
                <a:schemeClr val="accent1">
                  <a:lumMod val="50000"/>
                </a:schemeClr>
              </a:solidFill>
            </a:endParaRPr>
          </a:p>
          <a:p>
            <a:r>
              <a:rPr lang="es-ES" dirty="0">
                <a:solidFill>
                  <a:schemeClr val="accent1">
                    <a:lumMod val="50000"/>
                  </a:schemeClr>
                </a:solidFill>
              </a:rPr>
              <a:t>Entre las ventajas de este tipo de programación podemos citar:</a:t>
            </a:r>
          </a:p>
          <a:p>
            <a:endParaRPr lang="es-ES" dirty="0">
              <a:solidFill>
                <a:schemeClr val="accent1">
                  <a:lumMod val="50000"/>
                </a:schemeClr>
              </a:solidFill>
            </a:endParaRPr>
          </a:p>
          <a:p>
            <a:pPr marL="285750" indent="-285750">
              <a:buFont typeface="Arial" panose="020B0604020202020204" pitchFamily="34" charset="0"/>
              <a:buChar char="•"/>
            </a:pPr>
            <a:r>
              <a:rPr lang="es-ES" dirty="0">
                <a:solidFill>
                  <a:schemeClr val="accent1">
                    <a:lumMod val="50000"/>
                  </a:schemeClr>
                </a:solidFill>
              </a:rPr>
              <a:t>Operar con matrices completas es mucho más rápido que hacerlo con bucles, especialmente en Python con </a:t>
            </a:r>
            <a:r>
              <a:rPr lang="es-ES" dirty="0" err="1">
                <a:solidFill>
                  <a:schemeClr val="accent1">
                    <a:lumMod val="50000"/>
                  </a:schemeClr>
                </a:solidFill>
              </a:rPr>
              <a:t>NumPy</a:t>
            </a:r>
            <a:r>
              <a:rPr lang="es-ES" dirty="0">
                <a:solidFill>
                  <a:schemeClr val="accent1">
                    <a:lumMod val="50000"/>
                  </a:schemeClr>
                </a:solidFill>
              </a:rPr>
              <a:t>.</a:t>
            </a:r>
          </a:p>
          <a:p>
            <a:pPr marL="285750" indent="-285750">
              <a:buFont typeface="Arial" panose="020B0604020202020204" pitchFamily="34" charset="0"/>
              <a:buChar char="•"/>
            </a:pPr>
            <a:r>
              <a:rPr lang="es-ES" dirty="0">
                <a:solidFill>
                  <a:schemeClr val="accent1">
                    <a:lumMod val="50000"/>
                  </a:schemeClr>
                </a:solidFill>
              </a:rPr>
              <a:t>El código es más conciso y fácil de seguir sin bucles anidados.</a:t>
            </a:r>
          </a:p>
          <a:p>
            <a:pPr marL="285750" indent="-285750">
              <a:buFont typeface="Arial" panose="020B0604020202020204" pitchFamily="34" charset="0"/>
              <a:buChar char="•"/>
            </a:pPr>
            <a:r>
              <a:rPr lang="es-ES" dirty="0">
                <a:solidFill>
                  <a:schemeClr val="accent1">
                    <a:lumMod val="50000"/>
                  </a:schemeClr>
                </a:solidFill>
              </a:rPr>
              <a:t>Este enfoque es más adecuado para manejar conjuntos de datos más grandes y redes más complejas</a:t>
            </a:r>
          </a:p>
          <a:p>
            <a:pPr marL="285750" indent="-285750">
              <a:buFont typeface="Arial" panose="020B0604020202020204" pitchFamily="34" charset="0"/>
              <a:buChar char="•"/>
            </a:pPr>
            <a:endParaRPr lang="es-ES" dirty="0">
              <a:solidFill>
                <a:schemeClr val="accent1">
                  <a:lumMod val="50000"/>
                </a:schemeClr>
              </a:solidFill>
            </a:endParaRPr>
          </a:p>
          <a:p>
            <a:r>
              <a:rPr lang="es-ES" u="sng" dirty="0">
                <a:solidFill>
                  <a:schemeClr val="accent1">
                    <a:lumMod val="50000"/>
                  </a:schemeClr>
                </a:solidFill>
              </a:rPr>
              <a:t>La diferencia de tiempo de computación es de 40seg. el no vectorizado por 1.3seg. el vectorizado</a:t>
            </a:r>
          </a:p>
        </p:txBody>
      </p:sp>
    </p:spTree>
    <p:extLst>
      <p:ext uri="{BB962C8B-B14F-4D97-AF65-F5344CB8AC3E}">
        <p14:creationId xmlns:p14="http://schemas.microsoft.com/office/powerpoint/2010/main" val="180000637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B48CF-9BCB-F4D5-B5E4-BB7C49D583B0}"/>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B329B423-955D-F5F4-6380-79425303BA21}"/>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25" name="CuadroTexto 24">
            <a:extLst>
              <a:ext uri="{FF2B5EF4-FFF2-40B4-BE49-F238E27FC236}">
                <a16:creationId xmlns:a16="http://schemas.microsoft.com/office/drawing/2014/main" id="{DF2381CA-F9E9-0CBA-1866-9AA3A9D0B8E6}"/>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Implementación</a:t>
            </a:r>
            <a:r>
              <a:rPr lang="en-US" sz="2000" b="1" dirty="0">
                <a:solidFill>
                  <a:schemeClr val="accent1">
                    <a:lumMod val="50000"/>
                  </a:schemeClr>
                </a:solidFill>
              </a:rPr>
              <a:t> </a:t>
            </a:r>
            <a:r>
              <a:rPr lang="en-US" sz="2000" b="1" dirty="0" err="1">
                <a:solidFill>
                  <a:schemeClr val="accent1">
                    <a:lumMod val="50000"/>
                  </a:schemeClr>
                </a:solidFill>
              </a:rPr>
              <a:t>vectorizada</a:t>
            </a:r>
            <a:r>
              <a:rPr lang="en-US" sz="2000" b="1" dirty="0">
                <a:solidFill>
                  <a:schemeClr val="accent1">
                    <a:lumMod val="50000"/>
                  </a:schemeClr>
                </a:solidFill>
              </a:rPr>
              <a:t> </a:t>
            </a:r>
            <a:r>
              <a:rPr lang="en-US" sz="2000" b="1" dirty="0" err="1">
                <a:solidFill>
                  <a:schemeClr val="accent1">
                    <a:lumMod val="50000"/>
                  </a:schemeClr>
                </a:solidFill>
              </a:rPr>
              <a:t>en</a:t>
            </a:r>
            <a:r>
              <a:rPr lang="en-US" sz="2000" b="1" dirty="0">
                <a:solidFill>
                  <a:schemeClr val="accent1">
                    <a:lumMod val="50000"/>
                  </a:schemeClr>
                </a:solidFill>
              </a:rPr>
              <a:t> </a:t>
            </a:r>
            <a:r>
              <a:rPr lang="en-US" sz="2000" b="1" dirty="0" err="1">
                <a:solidFill>
                  <a:schemeClr val="accent1">
                    <a:lumMod val="50000"/>
                  </a:schemeClr>
                </a:solidFill>
              </a:rPr>
              <a:t>Pyhton</a:t>
            </a:r>
            <a:endParaRPr lang="en-US" sz="2000" dirty="0">
              <a:solidFill>
                <a:schemeClr val="accent1">
                  <a:lumMod val="50000"/>
                </a:schemeClr>
              </a:solidFill>
            </a:endParaRPr>
          </a:p>
        </p:txBody>
      </p:sp>
      <p:sp>
        <p:nvSpPr>
          <p:cNvPr id="2" name="CuadroTexto 1">
            <a:extLst>
              <a:ext uri="{FF2B5EF4-FFF2-40B4-BE49-F238E27FC236}">
                <a16:creationId xmlns:a16="http://schemas.microsoft.com/office/drawing/2014/main" id="{2F6652C7-9668-5652-46D6-2780054DFE46}"/>
              </a:ext>
            </a:extLst>
          </p:cNvPr>
          <p:cNvSpPr txBox="1"/>
          <p:nvPr/>
        </p:nvSpPr>
        <p:spPr>
          <a:xfrm>
            <a:off x="259710" y="1002588"/>
            <a:ext cx="11672580" cy="369332"/>
          </a:xfrm>
          <a:prstGeom prst="rect">
            <a:avLst/>
          </a:prstGeom>
          <a:noFill/>
        </p:spPr>
        <p:txBody>
          <a:bodyPr wrap="square">
            <a:spAutoFit/>
          </a:bodyPr>
          <a:lstStyle/>
          <a:p>
            <a:r>
              <a:rPr lang="es-ES" u="sng" dirty="0">
                <a:solidFill>
                  <a:schemeClr val="accent1">
                    <a:lumMod val="50000"/>
                  </a:schemeClr>
                </a:solidFill>
              </a:rPr>
              <a:t>Estructura de Datos.</a:t>
            </a:r>
          </a:p>
        </p:txBody>
      </p:sp>
      <mc:AlternateContent xmlns:mc="http://schemas.openxmlformats.org/markup-compatibility/2006" xmlns:a14="http://schemas.microsoft.com/office/drawing/2010/main">
        <mc:Choice Requires="a14">
          <p:sp>
            <p:nvSpPr>
              <p:cNvPr id="7" name="Rectángulo 6"/>
              <p:cNvSpPr/>
              <p:nvPr/>
            </p:nvSpPr>
            <p:spPr>
              <a:xfrm>
                <a:off x="500849" y="1608965"/>
                <a:ext cx="3224472" cy="394532"/>
              </a:xfrm>
              <a:prstGeom prst="rect">
                <a:avLst/>
              </a:prstGeom>
            </p:spPr>
            <p:txBody>
              <a:bodyPr wrap="none">
                <a:spAutoFit/>
              </a:bodyPr>
              <a:lstStyle/>
              <a:p>
                <a:pPr lvl="0" algn="ctr">
                  <a:defRPr/>
                </a:pPr>
                <a14:m>
                  <m:oMath xmlns:m="http://schemas.openxmlformats.org/officeDocument/2006/math">
                    <m:r>
                      <a:rPr lang="es-ES" b="1" i="1" smtClean="0">
                        <a:solidFill>
                          <a:schemeClr val="accent1">
                            <a:lumMod val="50000"/>
                          </a:schemeClr>
                        </a:solidFill>
                        <a:latin typeface="Cambria Math" panose="02040503050406030204" pitchFamily="18" charset="0"/>
                      </a:rPr>
                      <m:t>𝑿</m:t>
                    </m:r>
                    <m:r>
                      <a:rPr lang="es-ES" i="1">
                        <a:solidFill>
                          <a:schemeClr val="accent1">
                            <a:lumMod val="50000"/>
                          </a:schemeClr>
                        </a:solidFill>
                        <a:latin typeface="Cambria Math" panose="02040503050406030204" pitchFamily="18" charset="0"/>
                        <a:ea typeface="Cambria Math" panose="02040503050406030204" pitchFamily="18" charset="0"/>
                      </a:rPr>
                      <m:t>∈</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sSub>
                          <m:sSub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ea typeface="Cambria Math" panose="02040503050406030204" pitchFamily="18" charset="0"/>
                              </a:rPr>
                              <m:t>𝑛</m:t>
                            </m:r>
                          </m:e>
                          <m:sub>
                            <m:r>
                              <a:rPr lang="es-ES" b="0" i="1" smtClean="0">
                                <a:solidFill>
                                  <a:schemeClr val="accent1">
                                    <a:lumMod val="50000"/>
                                  </a:schemeClr>
                                </a:solidFill>
                                <a:latin typeface="Cambria Math" panose="02040503050406030204" pitchFamily="18" charset="0"/>
                                <a:ea typeface="Cambria Math" panose="02040503050406030204" pitchFamily="18" charset="0"/>
                              </a:rPr>
                              <m:t>𝑜</m:t>
                            </m:r>
                          </m:sub>
                        </m:sSub>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𝑀</m:t>
                        </m:r>
                      </m:sub>
                    </m:sSub>
                    <m:r>
                      <a:rPr lang="es-ES" b="0" i="0" smtClean="0">
                        <a:solidFill>
                          <a:schemeClr val="accent1">
                            <a:lumMod val="50000"/>
                          </a:schemeClr>
                        </a:solidFill>
                        <a:latin typeface="Cambria Math" panose="02040503050406030204" pitchFamily="18" charset="0"/>
                        <a:ea typeface="Cambria Math" panose="02040503050406030204" pitchFamily="18" charset="0"/>
                      </a:rPr>
                      <m:t>  </m:t>
                    </m:r>
                    <m:r>
                      <m:rPr>
                        <m:sty m:val="p"/>
                      </m:rPr>
                      <a:rPr lang="es-ES">
                        <a:solidFill>
                          <a:schemeClr val="accent1">
                            <a:lumMod val="50000"/>
                          </a:schemeClr>
                        </a:solidFill>
                        <a:latin typeface="Cambria Math" panose="02040503050406030204" pitchFamily="18" charset="0"/>
                        <a:ea typeface="Cambria Math" panose="02040503050406030204" pitchFamily="18" charset="0"/>
                      </a:rPr>
                      <m:t>C</m:t>
                    </m:r>
                  </m:oMath>
                </a14:m>
                <a:r>
                  <a:rPr lang="es-ES" dirty="0" err="1">
                    <a:solidFill>
                      <a:schemeClr val="accent1">
                        <a:lumMod val="50000"/>
                      </a:schemeClr>
                    </a:solidFill>
                  </a:rPr>
                  <a:t>olumna</a:t>
                </a:r>
                <a:r>
                  <a:rPr lang="es-ES" dirty="0">
                    <a:solidFill>
                      <a:schemeClr val="accent1">
                        <a:lumMod val="50000"/>
                      </a:schemeClr>
                    </a:solidFill>
                  </a:rPr>
                  <a:t> = Muestra</a:t>
                </a:r>
              </a:p>
            </p:txBody>
          </p:sp>
        </mc:Choice>
        <mc:Fallback xmlns="">
          <p:sp>
            <p:nvSpPr>
              <p:cNvPr id="7" name="Rectángulo 6"/>
              <p:cNvSpPr>
                <a:spLocks noRot="1" noChangeAspect="1" noMove="1" noResize="1" noEditPoints="1" noAdjustHandles="1" noChangeArrowheads="1" noChangeShapeType="1" noTextEdit="1"/>
              </p:cNvSpPr>
              <p:nvPr/>
            </p:nvSpPr>
            <p:spPr>
              <a:xfrm>
                <a:off x="500849" y="1608965"/>
                <a:ext cx="3224472" cy="394532"/>
              </a:xfrm>
              <a:prstGeom prst="rect">
                <a:avLst/>
              </a:prstGeom>
              <a:blipFill>
                <a:blip r:embed="rId3"/>
                <a:stretch>
                  <a:fillRect t="-7692" r="-1323" b="-1846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Rectángulo 7"/>
              <p:cNvSpPr/>
              <p:nvPr/>
            </p:nvSpPr>
            <p:spPr>
              <a:xfrm>
                <a:off x="525695" y="2347518"/>
                <a:ext cx="3122009" cy="122931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b="1" i="1" smtClean="0">
                          <a:solidFill>
                            <a:schemeClr val="accent1">
                              <a:lumMod val="50000"/>
                            </a:schemeClr>
                          </a:solidFill>
                          <a:latin typeface="Cambria Math" panose="02040503050406030204" pitchFamily="18" charset="0"/>
                        </a:rPr>
                        <m:t>𝑿</m:t>
                      </m:r>
                      <m:r>
                        <a:rPr lang="es-ES" b="0" i="1" smtClean="0">
                          <a:solidFill>
                            <a:schemeClr val="accent1">
                              <a:lumMod val="50000"/>
                            </a:schemeClr>
                          </a:solidFill>
                          <a:latin typeface="Cambria Math" panose="02040503050406030204" pitchFamily="18" charset="0"/>
                        </a:rPr>
                        <m:t>=</m:t>
                      </m:r>
                      <m:d>
                        <m:dPr>
                          <m:begChr m:val="["/>
                          <m:endChr m:val="]"/>
                          <m:ctrlPr>
                            <a:rPr lang="es-ES" i="1" smtClean="0">
                              <a:solidFill>
                                <a:schemeClr val="accent1">
                                  <a:lumMod val="50000"/>
                                </a:schemeClr>
                              </a:solidFill>
                              <a:latin typeface="Cambria Math" panose="02040503050406030204" pitchFamily="18" charset="0"/>
                            </a:rPr>
                          </m:ctrlPr>
                        </m:dPr>
                        <m:e>
                          <m:m>
                            <m:mPr>
                              <m:mcs>
                                <m:mc>
                                  <m:mcPr>
                                    <m:count m:val="3"/>
                                    <m:mcJc m:val="center"/>
                                  </m:mcPr>
                                </m:mc>
                              </m:mcs>
                              <m:ctrlPr>
                                <a:rPr lang="es-ES" i="1" smtClean="0">
                                  <a:solidFill>
                                    <a:schemeClr val="accent1">
                                      <a:lumMod val="50000"/>
                                    </a:schemeClr>
                                  </a:solidFill>
                                  <a:latin typeface="Cambria Math" panose="02040503050406030204" pitchFamily="18" charset="0"/>
                                </a:rPr>
                              </m:ctrlPr>
                            </m:mPr>
                            <m:mr>
                              <m:e>
                                <m:m>
                                  <m:mPr>
                                    <m:mcs>
                                      <m:mc>
                                        <m:mcPr>
                                          <m:count m:val="2"/>
                                          <m:mcJc m:val="center"/>
                                        </m:mcPr>
                                      </m:mc>
                                    </m:mcs>
                                    <m:ctrlPr>
                                      <a:rPr lang="es-ES" i="1" smtClean="0">
                                        <a:solidFill>
                                          <a:schemeClr val="accent1">
                                            <a:lumMod val="50000"/>
                                          </a:schemeClr>
                                        </a:solidFill>
                                        <a:latin typeface="Cambria Math" panose="02040503050406030204" pitchFamily="18" charset="0"/>
                                      </a:rPr>
                                    </m:ctrlPr>
                                  </m:mPr>
                                  <m:mr>
                                    <m:e>
                                      <m:sSubSup>
                                        <m:sSubSupPr>
                                          <m:ctrlPr>
                                            <a:rPr lang="es-ES" i="1" smtClean="0">
                                              <a:solidFill>
                                                <a:schemeClr val="accent1">
                                                  <a:lumMod val="50000"/>
                                                </a:schemeClr>
                                              </a:solidFill>
                                              <a:latin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rPr>
                                            <m:t>𝑥</m:t>
                                          </m:r>
                                        </m:e>
                                        <m:sub>
                                          <m:r>
                                            <a:rPr lang="es-ES" b="0" i="1" smtClean="0">
                                              <a:solidFill>
                                                <a:schemeClr val="accent1">
                                                  <a:lumMod val="50000"/>
                                                </a:schemeClr>
                                              </a:solidFill>
                                              <a:latin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rPr>
                                            <m:t>1</m:t>
                                          </m:r>
                                        </m:sup>
                                      </m:sSubSup>
                                    </m:e>
                                    <m:e>
                                      <m:sSubSup>
                                        <m:sSubSupPr>
                                          <m:ctrlPr>
                                            <a:rPr lang="es-ES" i="1">
                                              <a:solidFill>
                                                <a:schemeClr val="accent1">
                                                  <a:lumMod val="50000"/>
                                                </a:schemeClr>
                                              </a:solidFill>
                                              <a:latin typeface="Cambria Math" panose="02040503050406030204" pitchFamily="18" charset="0"/>
                                            </a:rPr>
                                          </m:ctrlPr>
                                        </m:sSubSupPr>
                                        <m:e>
                                          <m:r>
                                            <a:rPr lang="es-ES" i="1">
                                              <a:solidFill>
                                                <a:schemeClr val="accent1">
                                                  <a:lumMod val="50000"/>
                                                </a:schemeClr>
                                              </a:solidFill>
                                              <a:latin typeface="Cambria Math" panose="02040503050406030204" pitchFamily="18" charset="0"/>
                                            </a:rPr>
                                            <m:t>𝑥</m:t>
                                          </m:r>
                                        </m:e>
                                        <m:sub>
                                          <m:r>
                                            <a:rPr lang="es-ES" i="1">
                                              <a:solidFill>
                                                <a:schemeClr val="accent1">
                                                  <a:lumMod val="50000"/>
                                                </a:schemeClr>
                                              </a:solidFill>
                                              <a:latin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rPr>
                                            <m:t>2</m:t>
                                          </m:r>
                                        </m:sup>
                                      </m:sSubSup>
                                    </m:e>
                                  </m:mr>
                                  <m:mr>
                                    <m:e>
                                      <m:m>
                                        <m:mPr>
                                          <m:mcs>
                                            <m:mc>
                                              <m:mcPr>
                                                <m:count m:val="1"/>
                                                <m:mcJc m:val="center"/>
                                              </m:mcPr>
                                            </m:mc>
                                          </m:mcs>
                                          <m:ctrlPr>
                                            <a:rPr lang="es-ES" i="1" smtClean="0">
                                              <a:solidFill>
                                                <a:schemeClr val="accent1">
                                                  <a:lumMod val="50000"/>
                                                </a:schemeClr>
                                              </a:solidFill>
                                              <a:latin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rPr>
                                                </m:ctrlPr>
                                              </m:sSubSupPr>
                                              <m:e>
                                                <m:r>
                                                  <a:rPr lang="es-ES" i="1">
                                                    <a:solidFill>
                                                      <a:schemeClr val="accent1">
                                                        <a:lumMod val="50000"/>
                                                      </a:schemeClr>
                                                    </a:solidFill>
                                                    <a:latin typeface="Cambria Math" panose="02040503050406030204" pitchFamily="18" charset="0"/>
                                                  </a:rPr>
                                                  <m:t>𝑥</m:t>
                                                </m:r>
                                              </m:e>
                                              <m:sub>
                                                <m:r>
                                                  <a:rPr lang="es-ES" b="0" i="1" smtClean="0">
                                                    <a:solidFill>
                                                      <a:schemeClr val="accent1">
                                                        <a:lumMod val="50000"/>
                                                      </a:schemeClr>
                                                    </a:solidFill>
                                                    <a:latin typeface="Cambria Math" panose="02040503050406030204" pitchFamily="18" charset="0"/>
                                                  </a:rPr>
                                                  <m:t>2</m:t>
                                                </m:r>
                                              </m:sub>
                                              <m:sup>
                                                <m:r>
                                                  <a:rPr lang="es-ES" i="1">
                                                    <a:solidFill>
                                                      <a:schemeClr val="accent1">
                                                        <a:lumMod val="50000"/>
                                                      </a:schemeClr>
                                                    </a:solidFill>
                                                    <a:latin typeface="Cambria Math" panose="02040503050406030204" pitchFamily="18" charset="0"/>
                                                  </a:rPr>
                                                  <m:t>1</m:t>
                                                </m:r>
                                              </m:sup>
                                            </m:sSubSup>
                                          </m:e>
                                        </m:mr>
                                        <m:mr>
                                          <m:e>
                                            <m:r>
                                              <a:rPr lang="es-ES" i="1" smtClean="0">
                                                <a:solidFill>
                                                  <a:schemeClr val="accent1">
                                                    <a:lumMod val="50000"/>
                                                  </a:schemeClr>
                                                </a:solidFill>
                                                <a:latin typeface="Cambria Math" panose="02040503050406030204" pitchFamily="18" charset="0"/>
                                              </a:rPr>
                                              <m:t>⋮</m:t>
                                            </m:r>
                                          </m:e>
                                        </m:mr>
                                      </m:m>
                                    </m:e>
                                    <m:e>
                                      <m:m>
                                        <m:mPr>
                                          <m:mcs>
                                            <m:mc>
                                              <m:mcPr>
                                                <m:count m:val="1"/>
                                                <m:mcJc m:val="center"/>
                                              </m:mcPr>
                                            </m:mc>
                                          </m:mcs>
                                          <m:ctrlPr>
                                            <a:rPr lang="es-ES" i="1" smtClean="0">
                                              <a:solidFill>
                                                <a:schemeClr val="accent1">
                                                  <a:lumMod val="50000"/>
                                                </a:schemeClr>
                                              </a:solidFill>
                                              <a:latin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rPr>
                                                </m:ctrlPr>
                                              </m:sSubSupPr>
                                              <m:e>
                                                <m:r>
                                                  <a:rPr lang="es-ES" i="1">
                                                    <a:solidFill>
                                                      <a:schemeClr val="accent1">
                                                        <a:lumMod val="50000"/>
                                                      </a:schemeClr>
                                                    </a:solidFill>
                                                    <a:latin typeface="Cambria Math" panose="02040503050406030204" pitchFamily="18" charset="0"/>
                                                  </a:rPr>
                                                  <m:t>𝑥</m:t>
                                                </m:r>
                                              </m:e>
                                              <m:sub>
                                                <m:r>
                                                  <a:rPr lang="es-ES" b="0" i="1" smtClean="0">
                                                    <a:solidFill>
                                                      <a:schemeClr val="accent1">
                                                        <a:lumMod val="50000"/>
                                                      </a:schemeClr>
                                                    </a:solidFill>
                                                    <a:latin typeface="Cambria Math" panose="02040503050406030204" pitchFamily="18" charset="0"/>
                                                  </a:rPr>
                                                  <m:t>2</m:t>
                                                </m:r>
                                              </m:sub>
                                              <m:sup>
                                                <m:r>
                                                  <a:rPr lang="es-ES" b="0" i="1" smtClean="0">
                                                    <a:solidFill>
                                                      <a:schemeClr val="accent1">
                                                        <a:lumMod val="50000"/>
                                                      </a:schemeClr>
                                                    </a:solidFill>
                                                    <a:latin typeface="Cambria Math" panose="02040503050406030204" pitchFamily="18" charset="0"/>
                                                  </a:rPr>
                                                  <m:t>2</m:t>
                                                </m:r>
                                              </m:sup>
                                            </m:sSubSup>
                                          </m:e>
                                        </m:mr>
                                        <m:mr>
                                          <m:e>
                                            <m:r>
                                              <a:rPr lang="es-ES" i="1" smtClean="0">
                                                <a:solidFill>
                                                  <a:schemeClr val="accent1">
                                                    <a:lumMod val="50000"/>
                                                  </a:schemeClr>
                                                </a:solidFill>
                                                <a:latin typeface="Cambria Math" panose="02040503050406030204" pitchFamily="18" charset="0"/>
                                              </a:rPr>
                                              <m:t>⋮</m:t>
                                            </m:r>
                                          </m:e>
                                        </m:mr>
                                      </m:m>
                                    </m:e>
                                  </m:mr>
                                  <m:mr>
                                    <m:e>
                                      <m:sSubSup>
                                        <m:sSubSupPr>
                                          <m:ctrlPr>
                                            <a:rPr lang="es-ES" i="1">
                                              <a:solidFill>
                                                <a:schemeClr val="accent1">
                                                  <a:lumMod val="50000"/>
                                                </a:schemeClr>
                                              </a:solidFill>
                                              <a:latin typeface="Cambria Math" panose="02040503050406030204" pitchFamily="18" charset="0"/>
                                            </a:rPr>
                                          </m:ctrlPr>
                                        </m:sSubSupPr>
                                        <m:e>
                                          <m:r>
                                            <a:rPr lang="es-ES" i="1">
                                              <a:solidFill>
                                                <a:schemeClr val="accent1">
                                                  <a:lumMod val="50000"/>
                                                </a:schemeClr>
                                              </a:solidFill>
                                              <a:latin typeface="Cambria Math" panose="02040503050406030204" pitchFamily="18" charset="0"/>
                                            </a:rPr>
                                            <m:t>𝑥</m:t>
                                          </m:r>
                                        </m:e>
                                        <m:sub>
                                          <m:r>
                                            <a:rPr lang="es-ES" b="0" i="1" smtClean="0">
                                              <a:solidFill>
                                                <a:schemeClr val="accent1">
                                                  <a:lumMod val="50000"/>
                                                </a:schemeClr>
                                              </a:solidFill>
                                              <a:latin typeface="Cambria Math" panose="02040503050406030204" pitchFamily="18" charset="0"/>
                                            </a:rPr>
                                            <m:t>𝑛</m:t>
                                          </m:r>
                                        </m:sub>
                                        <m:sup>
                                          <m:r>
                                            <a:rPr lang="es-ES" i="1">
                                              <a:solidFill>
                                                <a:schemeClr val="accent1">
                                                  <a:lumMod val="50000"/>
                                                </a:schemeClr>
                                              </a:solidFill>
                                              <a:latin typeface="Cambria Math" panose="02040503050406030204" pitchFamily="18" charset="0"/>
                                            </a:rPr>
                                            <m:t>1</m:t>
                                          </m:r>
                                        </m:sup>
                                      </m:sSubSup>
                                    </m:e>
                                    <m:e>
                                      <m:sSubSup>
                                        <m:sSubSupPr>
                                          <m:ctrlPr>
                                            <a:rPr lang="es-ES" i="1">
                                              <a:solidFill>
                                                <a:schemeClr val="accent1">
                                                  <a:lumMod val="50000"/>
                                                </a:schemeClr>
                                              </a:solidFill>
                                              <a:latin typeface="Cambria Math" panose="02040503050406030204" pitchFamily="18" charset="0"/>
                                            </a:rPr>
                                          </m:ctrlPr>
                                        </m:sSubSupPr>
                                        <m:e>
                                          <m:r>
                                            <a:rPr lang="es-ES" i="1">
                                              <a:solidFill>
                                                <a:schemeClr val="accent1">
                                                  <a:lumMod val="50000"/>
                                                </a:schemeClr>
                                              </a:solidFill>
                                              <a:latin typeface="Cambria Math" panose="02040503050406030204" pitchFamily="18" charset="0"/>
                                            </a:rPr>
                                            <m:t>𝑥</m:t>
                                          </m:r>
                                        </m:e>
                                        <m:sub>
                                          <m:r>
                                            <a:rPr lang="es-ES" b="0" i="1" smtClean="0">
                                              <a:solidFill>
                                                <a:schemeClr val="accent1">
                                                  <a:lumMod val="50000"/>
                                                </a:schemeClr>
                                              </a:solidFill>
                                              <a:latin typeface="Cambria Math" panose="02040503050406030204" pitchFamily="18" charset="0"/>
                                            </a:rPr>
                                            <m:t>𝑛</m:t>
                                          </m:r>
                                        </m:sub>
                                        <m:sup>
                                          <m:r>
                                            <a:rPr lang="es-ES" b="0" i="1" smtClean="0">
                                              <a:solidFill>
                                                <a:schemeClr val="accent1">
                                                  <a:lumMod val="50000"/>
                                                </a:schemeClr>
                                              </a:solidFill>
                                              <a:latin typeface="Cambria Math" panose="02040503050406030204" pitchFamily="18" charset="0"/>
                                            </a:rPr>
                                            <m:t>2</m:t>
                                          </m:r>
                                        </m:sup>
                                      </m:sSubSup>
                                    </m:e>
                                  </m:mr>
                                </m:m>
                              </m:e>
                              <m:e>
                                <m:r>
                                  <a:rPr lang="es-ES" i="1" smtClean="0">
                                    <a:solidFill>
                                      <a:schemeClr val="accent1">
                                        <a:lumMod val="50000"/>
                                      </a:schemeClr>
                                    </a:solidFill>
                                    <a:latin typeface="Cambria Math" panose="02040503050406030204" pitchFamily="18" charset="0"/>
                                  </a:rPr>
                                  <m:t>…</m:t>
                                </m:r>
                              </m:e>
                              <m:e>
                                <m:m>
                                  <m:mPr>
                                    <m:mcs>
                                      <m:mc>
                                        <m:mcPr>
                                          <m:count m:val="1"/>
                                          <m:mcJc m:val="center"/>
                                        </m:mcPr>
                                      </m:mc>
                                    </m:mcs>
                                    <m:ctrlPr>
                                      <a:rPr lang="es-ES" i="1" smtClean="0">
                                        <a:solidFill>
                                          <a:schemeClr val="accent1">
                                            <a:lumMod val="50000"/>
                                          </a:schemeClr>
                                        </a:solidFill>
                                        <a:latin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rPr>
                                          </m:ctrlPr>
                                        </m:sSubSupPr>
                                        <m:e>
                                          <m:r>
                                            <a:rPr lang="es-ES" i="1">
                                              <a:solidFill>
                                                <a:schemeClr val="accent1">
                                                  <a:lumMod val="50000"/>
                                                </a:schemeClr>
                                              </a:solidFill>
                                              <a:latin typeface="Cambria Math" panose="02040503050406030204" pitchFamily="18" charset="0"/>
                                            </a:rPr>
                                            <m:t>𝑥</m:t>
                                          </m:r>
                                        </m:e>
                                        <m:sub>
                                          <m:r>
                                            <a:rPr lang="es-ES" i="1">
                                              <a:solidFill>
                                                <a:schemeClr val="accent1">
                                                  <a:lumMod val="50000"/>
                                                </a:schemeClr>
                                              </a:solidFill>
                                              <a:latin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rPr>
                                            <m:t>𝑀</m:t>
                                          </m:r>
                                        </m:sup>
                                      </m:sSubSup>
                                    </m:e>
                                  </m:mr>
                                  <m:mr>
                                    <m:e>
                                      <m:m>
                                        <m:mPr>
                                          <m:mcs>
                                            <m:mc>
                                              <m:mcPr>
                                                <m:count m:val="1"/>
                                                <m:mcJc m:val="center"/>
                                              </m:mcPr>
                                            </m:mc>
                                          </m:mcs>
                                          <m:ctrlPr>
                                            <a:rPr lang="es-ES" i="1" smtClean="0">
                                              <a:solidFill>
                                                <a:schemeClr val="accent1">
                                                  <a:lumMod val="50000"/>
                                                </a:schemeClr>
                                              </a:solidFill>
                                              <a:latin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rPr>
                                                </m:ctrlPr>
                                              </m:sSubSupPr>
                                              <m:e>
                                                <m:r>
                                                  <a:rPr lang="es-ES" i="1">
                                                    <a:solidFill>
                                                      <a:schemeClr val="accent1">
                                                        <a:lumMod val="50000"/>
                                                      </a:schemeClr>
                                                    </a:solidFill>
                                                    <a:latin typeface="Cambria Math" panose="02040503050406030204" pitchFamily="18" charset="0"/>
                                                  </a:rPr>
                                                  <m:t>𝑥</m:t>
                                                </m:r>
                                              </m:e>
                                              <m:sub>
                                                <m:r>
                                                  <a:rPr lang="es-ES" b="0" i="1" smtClean="0">
                                                    <a:solidFill>
                                                      <a:schemeClr val="accent1">
                                                        <a:lumMod val="50000"/>
                                                      </a:schemeClr>
                                                    </a:solidFill>
                                                    <a:latin typeface="Cambria Math" panose="02040503050406030204" pitchFamily="18" charset="0"/>
                                                  </a:rPr>
                                                  <m:t>2</m:t>
                                                </m:r>
                                              </m:sub>
                                              <m:sup>
                                                <m:r>
                                                  <a:rPr lang="es-ES" b="0" i="1" smtClean="0">
                                                    <a:solidFill>
                                                      <a:schemeClr val="accent1">
                                                        <a:lumMod val="50000"/>
                                                      </a:schemeClr>
                                                    </a:solidFill>
                                                    <a:latin typeface="Cambria Math" panose="02040503050406030204" pitchFamily="18" charset="0"/>
                                                  </a:rPr>
                                                  <m:t>𝑀</m:t>
                                                </m:r>
                                              </m:sup>
                                            </m:sSubSup>
                                          </m:e>
                                        </m:mr>
                                        <m:mr>
                                          <m:e>
                                            <m:r>
                                              <a:rPr lang="es-ES" i="1" smtClean="0">
                                                <a:solidFill>
                                                  <a:schemeClr val="accent1">
                                                    <a:lumMod val="50000"/>
                                                  </a:schemeClr>
                                                </a:solidFill>
                                                <a:latin typeface="Cambria Math" panose="02040503050406030204" pitchFamily="18" charset="0"/>
                                              </a:rPr>
                                              <m:t>⋮</m:t>
                                            </m:r>
                                          </m:e>
                                        </m:mr>
                                      </m:m>
                                    </m:e>
                                  </m:mr>
                                  <m:mr>
                                    <m:e>
                                      <m:sSubSup>
                                        <m:sSubSupPr>
                                          <m:ctrlPr>
                                            <a:rPr lang="es-ES" i="1">
                                              <a:solidFill>
                                                <a:schemeClr val="accent1">
                                                  <a:lumMod val="50000"/>
                                                </a:schemeClr>
                                              </a:solidFill>
                                              <a:latin typeface="Cambria Math" panose="02040503050406030204" pitchFamily="18" charset="0"/>
                                            </a:rPr>
                                          </m:ctrlPr>
                                        </m:sSubSupPr>
                                        <m:e>
                                          <m:r>
                                            <a:rPr lang="es-ES" i="1">
                                              <a:solidFill>
                                                <a:schemeClr val="accent1">
                                                  <a:lumMod val="50000"/>
                                                </a:schemeClr>
                                              </a:solidFill>
                                              <a:latin typeface="Cambria Math" panose="02040503050406030204" pitchFamily="18" charset="0"/>
                                            </a:rPr>
                                            <m:t>𝑥</m:t>
                                          </m:r>
                                        </m:e>
                                        <m:sub>
                                          <m:r>
                                            <a:rPr lang="es-ES" b="0" i="1" smtClean="0">
                                              <a:solidFill>
                                                <a:schemeClr val="accent1">
                                                  <a:lumMod val="50000"/>
                                                </a:schemeClr>
                                              </a:solidFill>
                                              <a:latin typeface="Cambria Math" panose="02040503050406030204" pitchFamily="18" charset="0"/>
                                            </a:rPr>
                                            <m:t>𝑛</m:t>
                                          </m:r>
                                        </m:sub>
                                        <m:sup>
                                          <m:r>
                                            <a:rPr lang="es-ES" b="0" i="1" smtClean="0">
                                              <a:solidFill>
                                                <a:schemeClr val="accent1">
                                                  <a:lumMod val="50000"/>
                                                </a:schemeClr>
                                              </a:solidFill>
                                              <a:latin typeface="Cambria Math" panose="02040503050406030204" pitchFamily="18" charset="0"/>
                                            </a:rPr>
                                            <m:t>𝑀</m:t>
                                          </m:r>
                                        </m:sup>
                                      </m:sSubSup>
                                    </m:e>
                                  </m:mr>
                                </m:m>
                              </m:e>
                            </m:mr>
                          </m:m>
                        </m:e>
                      </m:d>
                      <m:r>
                        <a:rPr lang="es-ES" i="1" smtClean="0">
                          <a:solidFill>
                            <a:schemeClr val="accent1">
                              <a:lumMod val="50000"/>
                            </a:schemeClr>
                          </a:solidFill>
                          <a:latin typeface="Cambria Math" panose="02040503050406030204" pitchFamily="18" charset="0"/>
                          <a:ea typeface="Cambria Math" panose="02040503050406030204" pitchFamily="18" charset="0"/>
                        </a:rPr>
                        <m:t>⟶</m:t>
                      </m:r>
                      <m:acc>
                        <m:accPr>
                          <m:chr m:val="̂"/>
                          <m:ctrlPr>
                            <a:rPr lang="es-ES" b="1" i="1" smtClean="0">
                              <a:solidFill>
                                <a:schemeClr val="accent1">
                                  <a:lumMod val="50000"/>
                                </a:schemeClr>
                              </a:solidFill>
                              <a:latin typeface="Cambria Math" panose="02040503050406030204" pitchFamily="18" charset="0"/>
                              <a:ea typeface="Cambria Math" panose="02040503050406030204" pitchFamily="18" charset="0"/>
                            </a:rPr>
                          </m:ctrlPr>
                        </m:accPr>
                        <m:e>
                          <m:r>
                            <a:rPr lang="es-ES" b="1" i="1" smtClean="0">
                              <a:solidFill>
                                <a:schemeClr val="accent1">
                                  <a:lumMod val="50000"/>
                                </a:schemeClr>
                              </a:solidFill>
                              <a:latin typeface="Cambria Math" panose="02040503050406030204" pitchFamily="18" charset="0"/>
                              <a:ea typeface="Cambria Math" panose="02040503050406030204" pitchFamily="18" charset="0"/>
                            </a:rPr>
                            <m:t>𝒀</m:t>
                          </m:r>
                        </m:e>
                      </m:acc>
                    </m:oMath>
                  </m:oMathPara>
                </a14:m>
                <a:endParaRPr lang="es-ES" dirty="0"/>
              </a:p>
            </p:txBody>
          </p:sp>
        </mc:Choice>
        <mc:Fallback xmlns="">
          <p:sp>
            <p:nvSpPr>
              <p:cNvPr id="8" name="Rectángulo 7"/>
              <p:cNvSpPr>
                <a:spLocks noRot="1" noChangeAspect="1" noMove="1" noResize="1" noEditPoints="1" noAdjustHandles="1" noChangeArrowheads="1" noChangeShapeType="1" noTextEdit="1"/>
              </p:cNvSpPr>
              <p:nvPr/>
            </p:nvSpPr>
            <p:spPr>
              <a:xfrm>
                <a:off x="525695" y="2347518"/>
                <a:ext cx="3122009" cy="122931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Rectángulo 8"/>
              <p:cNvSpPr/>
              <p:nvPr/>
            </p:nvSpPr>
            <p:spPr>
              <a:xfrm>
                <a:off x="9984962" y="2314944"/>
                <a:ext cx="1947328" cy="4435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rPr>
                            <m:t>𝑾</m:t>
                          </m:r>
                        </m:e>
                        <m:sup>
                          <m:r>
                            <a:rPr lang="es-ES" b="1" i="1" smtClean="0">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𝒍</m:t>
                          </m:r>
                          <m:r>
                            <a:rPr lang="es-ES" b="1" i="1" smtClean="0">
                              <a:solidFill>
                                <a:schemeClr val="accent1">
                                  <a:lumMod val="50000"/>
                                </a:schemeClr>
                              </a:solidFill>
                              <a:latin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sSub>
                        <m:sSub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sSub>
                            <m:sSub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bPr>
                            <m:e>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b>
                              </m:sSub>
                              <m:r>
                                <a:rPr lang="es-ES"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e>
                              </m:d>
                            </m:sub>
                          </m:sSub>
                        </m:sub>
                      </m:sSub>
                    </m:oMath>
                  </m:oMathPara>
                </a14:m>
                <a:endParaRPr lang="es-ES" dirty="0"/>
              </a:p>
            </p:txBody>
          </p:sp>
        </mc:Choice>
        <mc:Fallback xmlns="">
          <p:sp>
            <p:nvSpPr>
              <p:cNvPr id="9" name="Rectángulo 8"/>
              <p:cNvSpPr>
                <a:spLocks noRot="1" noChangeAspect="1" noMove="1" noResize="1" noEditPoints="1" noAdjustHandles="1" noChangeArrowheads="1" noChangeShapeType="1" noTextEdit="1"/>
              </p:cNvSpPr>
              <p:nvPr/>
            </p:nvSpPr>
            <p:spPr>
              <a:xfrm>
                <a:off x="9984962" y="2314944"/>
                <a:ext cx="1947328" cy="443583"/>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Rectángulo 10"/>
              <p:cNvSpPr/>
              <p:nvPr/>
            </p:nvSpPr>
            <p:spPr>
              <a:xfrm>
                <a:off x="3567124" y="2314944"/>
                <a:ext cx="3048591" cy="12944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rPr>
                            <m:t>𝒁</m:t>
                          </m:r>
                        </m:e>
                        <m:sup>
                          <m:r>
                            <a:rPr lang="es-ES" b="1" i="1" smtClean="0">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𝒍</m:t>
                          </m:r>
                          <m:r>
                            <a:rPr lang="es-ES" b="1" i="1" smtClean="0">
                              <a:solidFill>
                                <a:schemeClr val="accent1">
                                  <a:lumMod val="50000"/>
                                </a:schemeClr>
                              </a:solidFill>
                              <a:latin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rPr>
                        <m:t>=</m:t>
                      </m:r>
                      <m:d>
                        <m:dPr>
                          <m:begChr m:val="["/>
                          <m:endChr m:val="]"/>
                          <m:ctrlPr>
                            <a:rPr lang="es-ES" i="1" smtClean="0">
                              <a:solidFill>
                                <a:schemeClr val="accent1">
                                  <a:lumMod val="50000"/>
                                </a:schemeClr>
                              </a:solidFill>
                              <a:latin typeface="Cambria Math" panose="02040503050406030204" pitchFamily="18" charset="0"/>
                            </a:rPr>
                          </m:ctrlPr>
                        </m:dPr>
                        <m:e>
                          <m:m>
                            <m:mPr>
                              <m:mcs>
                                <m:mc>
                                  <m:mcPr>
                                    <m:count m:val="3"/>
                                    <m:mcJc m:val="center"/>
                                  </m:mcPr>
                                </m:mc>
                              </m:mcs>
                              <m:ctrlPr>
                                <a:rPr lang="es-ES" i="1" smtClean="0">
                                  <a:solidFill>
                                    <a:schemeClr val="accent1">
                                      <a:lumMod val="50000"/>
                                    </a:schemeClr>
                                  </a:solidFill>
                                  <a:latin typeface="Cambria Math" panose="02040503050406030204" pitchFamily="18" charset="0"/>
                                </a:rPr>
                              </m:ctrlPr>
                            </m:mPr>
                            <m:mr>
                              <m:e>
                                <m:m>
                                  <m:mPr>
                                    <m:mcs>
                                      <m:mc>
                                        <m:mcPr>
                                          <m:count m:val="2"/>
                                          <m:mcJc m:val="center"/>
                                        </m:mcPr>
                                      </m:mc>
                                    </m:mcs>
                                    <m:ctrlPr>
                                      <a:rPr lang="es-ES" i="1" smtClean="0">
                                        <a:solidFill>
                                          <a:schemeClr val="accent1">
                                            <a:lumMod val="50000"/>
                                          </a:schemeClr>
                                        </a:solidFill>
                                        <a:latin typeface="Cambria Math" panose="02040503050406030204" pitchFamily="18" charset="0"/>
                                      </a:rPr>
                                    </m:ctrlPr>
                                  </m:mPr>
                                  <m:mr>
                                    <m:e>
                                      <m:sSubSup>
                                        <m:sSubSupPr>
                                          <m:ctrlPr>
                                            <a:rPr lang="es-ES" i="1" smtClean="0">
                                              <a:solidFill>
                                                <a:schemeClr val="accent1">
                                                  <a:lumMod val="50000"/>
                                                </a:schemeClr>
                                              </a:solidFill>
                                              <a:latin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rPr>
                                            <m:t>𝑧</m:t>
                                          </m:r>
                                        </m:e>
                                        <m:sub>
                                          <m:r>
                                            <a:rPr lang="es-ES" b="0" i="1" smtClean="0">
                                              <a:solidFill>
                                                <a:schemeClr val="accent1">
                                                  <a:lumMod val="50000"/>
                                                </a:schemeClr>
                                              </a:solidFill>
                                              <a:latin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rPr>
                                            <m:t>1</m:t>
                                          </m:r>
                                        </m:sup>
                                      </m:sSubSup>
                                    </m:e>
                                    <m:e>
                                      <m:sSubSup>
                                        <m:sSubSupPr>
                                          <m:ctrlPr>
                                            <a:rPr lang="es-ES" i="1">
                                              <a:solidFill>
                                                <a:schemeClr val="accent1">
                                                  <a:lumMod val="50000"/>
                                                </a:schemeClr>
                                              </a:solidFill>
                                              <a:latin typeface="Cambria Math" panose="02040503050406030204" pitchFamily="18" charset="0"/>
                                            </a:rPr>
                                          </m:ctrlPr>
                                        </m:sSubSupPr>
                                        <m:e>
                                          <m:r>
                                            <a:rPr lang="es-ES" i="1">
                                              <a:solidFill>
                                                <a:schemeClr val="accent1">
                                                  <a:lumMod val="50000"/>
                                                </a:schemeClr>
                                              </a:solidFill>
                                              <a:latin typeface="Cambria Math" panose="02040503050406030204" pitchFamily="18" charset="0"/>
                                            </a:rPr>
                                            <m:t>𝑧</m:t>
                                          </m:r>
                                        </m:e>
                                        <m:sub>
                                          <m:r>
                                            <a:rPr lang="es-ES" i="1">
                                              <a:solidFill>
                                                <a:schemeClr val="accent1">
                                                  <a:lumMod val="50000"/>
                                                </a:schemeClr>
                                              </a:solidFill>
                                              <a:latin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rPr>
                                            <m:t>2</m:t>
                                          </m:r>
                                        </m:sup>
                                      </m:sSubSup>
                                    </m:e>
                                  </m:mr>
                                  <m:mr>
                                    <m:e>
                                      <m:m>
                                        <m:mPr>
                                          <m:mcs>
                                            <m:mc>
                                              <m:mcPr>
                                                <m:count m:val="1"/>
                                                <m:mcJc m:val="center"/>
                                              </m:mcPr>
                                            </m:mc>
                                          </m:mcs>
                                          <m:ctrlPr>
                                            <a:rPr lang="es-ES" i="1" smtClean="0">
                                              <a:solidFill>
                                                <a:schemeClr val="accent1">
                                                  <a:lumMod val="50000"/>
                                                </a:schemeClr>
                                              </a:solidFill>
                                              <a:latin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rPr>
                                                </m:ctrlPr>
                                              </m:sSubSupPr>
                                              <m:e>
                                                <m:r>
                                                  <a:rPr lang="es-ES" i="1">
                                                    <a:solidFill>
                                                      <a:schemeClr val="accent1">
                                                        <a:lumMod val="50000"/>
                                                      </a:schemeClr>
                                                    </a:solidFill>
                                                    <a:latin typeface="Cambria Math" panose="02040503050406030204" pitchFamily="18" charset="0"/>
                                                  </a:rPr>
                                                  <m:t>𝑧</m:t>
                                                </m:r>
                                              </m:e>
                                              <m:sub>
                                                <m:r>
                                                  <a:rPr lang="es-ES" b="0" i="1" smtClean="0">
                                                    <a:solidFill>
                                                      <a:schemeClr val="accent1">
                                                        <a:lumMod val="50000"/>
                                                      </a:schemeClr>
                                                    </a:solidFill>
                                                    <a:latin typeface="Cambria Math" panose="02040503050406030204" pitchFamily="18" charset="0"/>
                                                  </a:rPr>
                                                  <m:t>2</m:t>
                                                </m:r>
                                              </m:sub>
                                              <m:sup>
                                                <m:r>
                                                  <a:rPr lang="es-ES" b="0" i="1" smtClean="0">
                                                    <a:solidFill>
                                                      <a:schemeClr val="accent1">
                                                        <a:lumMod val="50000"/>
                                                      </a:schemeClr>
                                                    </a:solidFill>
                                                    <a:latin typeface="Cambria Math" panose="02040503050406030204" pitchFamily="18" charset="0"/>
                                                  </a:rPr>
                                                  <m:t>1</m:t>
                                                </m:r>
                                              </m:sup>
                                            </m:sSubSup>
                                          </m:e>
                                        </m:mr>
                                        <m:mr>
                                          <m:e>
                                            <m:r>
                                              <a:rPr lang="es-ES" i="1" smtClean="0">
                                                <a:solidFill>
                                                  <a:schemeClr val="accent1">
                                                    <a:lumMod val="50000"/>
                                                  </a:schemeClr>
                                                </a:solidFill>
                                                <a:latin typeface="Cambria Math" panose="02040503050406030204" pitchFamily="18" charset="0"/>
                                              </a:rPr>
                                              <m:t>⋮</m:t>
                                            </m:r>
                                          </m:e>
                                        </m:mr>
                                      </m:m>
                                    </m:e>
                                    <m:e>
                                      <m:m>
                                        <m:mPr>
                                          <m:mcs>
                                            <m:mc>
                                              <m:mcPr>
                                                <m:count m:val="1"/>
                                                <m:mcJc m:val="center"/>
                                              </m:mcPr>
                                            </m:mc>
                                          </m:mcs>
                                          <m:ctrlPr>
                                            <a:rPr lang="es-ES" i="1" smtClean="0">
                                              <a:solidFill>
                                                <a:schemeClr val="accent1">
                                                  <a:lumMod val="50000"/>
                                                </a:schemeClr>
                                              </a:solidFill>
                                              <a:latin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rPr>
                                                </m:ctrlPr>
                                              </m:sSubSupPr>
                                              <m:e>
                                                <m:r>
                                                  <a:rPr lang="es-ES" i="1">
                                                    <a:solidFill>
                                                      <a:schemeClr val="accent1">
                                                        <a:lumMod val="50000"/>
                                                      </a:schemeClr>
                                                    </a:solidFill>
                                                    <a:latin typeface="Cambria Math" panose="02040503050406030204" pitchFamily="18" charset="0"/>
                                                  </a:rPr>
                                                  <m:t>𝑧</m:t>
                                                </m:r>
                                              </m:e>
                                              <m:sub>
                                                <m:r>
                                                  <a:rPr lang="es-ES" b="0" i="1" smtClean="0">
                                                    <a:solidFill>
                                                      <a:schemeClr val="accent1">
                                                        <a:lumMod val="50000"/>
                                                      </a:schemeClr>
                                                    </a:solidFill>
                                                    <a:latin typeface="Cambria Math" panose="02040503050406030204" pitchFamily="18" charset="0"/>
                                                  </a:rPr>
                                                  <m:t>2</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bSup>
                                          </m:e>
                                        </m:mr>
                                        <m:mr>
                                          <m:e>
                                            <m:r>
                                              <a:rPr lang="es-ES" i="1" smtClean="0">
                                                <a:solidFill>
                                                  <a:schemeClr val="accent1">
                                                    <a:lumMod val="50000"/>
                                                  </a:schemeClr>
                                                </a:solidFill>
                                                <a:latin typeface="Cambria Math" panose="02040503050406030204" pitchFamily="18" charset="0"/>
                                              </a:rPr>
                                              <m:t>⋮</m:t>
                                            </m:r>
                                          </m:e>
                                        </m:mr>
                                      </m:m>
                                    </m:e>
                                  </m:mr>
                                  <m:mr>
                                    <m:e>
                                      <m:sSubSup>
                                        <m:sSubSupPr>
                                          <m:ctrlPr>
                                            <a:rPr lang="es-ES" i="1">
                                              <a:solidFill>
                                                <a:schemeClr val="accent1">
                                                  <a:lumMod val="50000"/>
                                                </a:schemeClr>
                                              </a:solidFill>
                                              <a:latin typeface="Cambria Math" panose="02040503050406030204" pitchFamily="18" charset="0"/>
                                            </a:rPr>
                                          </m:ctrlPr>
                                        </m:sSubSupPr>
                                        <m:e>
                                          <m:r>
                                            <a:rPr lang="es-ES" i="1">
                                              <a:solidFill>
                                                <a:schemeClr val="accent1">
                                                  <a:lumMod val="50000"/>
                                                </a:schemeClr>
                                              </a:solidFill>
                                              <a:latin typeface="Cambria Math" panose="02040503050406030204" pitchFamily="18" charset="0"/>
                                            </a:rPr>
                                            <m:t>𝑧</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b>
                                          </m:sSub>
                                        </m:sub>
                                        <m:sup>
                                          <m:r>
                                            <a:rPr lang="es-ES" b="0" i="1" smtClean="0">
                                              <a:solidFill>
                                                <a:schemeClr val="accent1">
                                                  <a:lumMod val="50000"/>
                                                </a:schemeClr>
                                              </a:solidFill>
                                              <a:latin typeface="Cambria Math" panose="02040503050406030204" pitchFamily="18" charset="0"/>
                                            </a:rPr>
                                            <m:t>1</m:t>
                                          </m:r>
                                        </m:sup>
                                      </m:sSubSup>
                                    </m:e>
                                    <m:e>
                                      <m:sSubSup>
                                        <m:sSubSupPr>
                                          <m:ctrlPr>
                                            <a:rPr lang="es-ES" i="1">
                                              <a:solidFill>
                                                <a:schemeClr val="accent1">
                                                  <a:lumMod val="50000"/>
                                                </a:schemeClr>
                                              </a:solidFill>
                                              <a:latin typeface="Cambria Math" panose="02040503050406030204" pitchFamily="18" charset="0"/>
                                            </a:rPr>
                                          </m:ctrlPr>
                                        </m:sSubSupPr>
                                        <m:e>
                                          <m:r>
                                            <a:rPr lang="es-ES" i="1">
                                              <a:solidFill>
                                                <a:schemeClr val="accent1">
                                                  <a:lumMod val="50000"/>
                                                </a:schemeClr>
                                              </a:solidFill>
                                              <a:latin typeface="Cambria Math" panose="02040503050406030204" pitchFamily="18" charset="0"/>
                                            </a:rPr>
                                            <m:t>𝑧</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b>
                                          </m:sSub>
                                        </m:sub>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bSup>
                                    </m:e>
                                  </m:mr>
                                </m:m>
                              </m:e>
                              <m:e>
                                <m:r>
                                  <a:rPr lang="es-ES" i="1" smtClean="0">
                                    <a:solidFill>
                                      <a:schemeClr val="accent1">
                                        <a:lumMod val="50000"/>
                                      </a:schemeClr>
                                    </a:solidFill>
                                    <a:latin typeface="Cambria Math" panose="02040503050406030204" pitchFamily="18" charset="0"/>
                                  </a:rPr>
                                  <m:t>…</m:t>
                                </m:r>
                              </m:e>
                              <m:e>
                                <m:m>
                                  <m:mPr>
                                    <m:mcs>
                                      <m:mc>
                                        <m:mcPr>
                                          <m:count m:val="1"/>
                                          <m:mcJc m:val="center"/>
                                        </m:mcPr>
                                      </m:mc>
                                    </m:mcs>
                                    <m:ctrlPr>
                                      <a:rPr lang="es-ES" i="1" smtClean="0">
                                        <a:solidFill>
                                          <a:schemeClr val="accent1">
                                            <a:lumMod val="50000"/>
                                          </a:schemeClr>
                                        </a:solidFill>
                                        <a:latin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rPr>
                                          </m:ctrlPr>
                                        </m:sSubSupPr>
                                        <m:e>
                                          <m:r>
                                            <a:rPr lang="es-ES" i="1">
                                              <a:solidFill>
                                                <a:schemeClr val="accent1">
                                                  <a:lumMod val="50000"/>
                                                </a:schemeClr>
                                              </a:solidFill>
                                              <a:latin typeface="Cambria Math" panose="02040503050406030204" pitchFamily="18" charset="0"/>
                                            </a:rPr>
                                            <m:t>𝑧</m:t>
                                          </m:r>
                                        </m:e>
                                        <m:sub>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𝑀</m:t>
                                          </m:r>
                                        </m:sup>
                                      </m:sSubSup>
                                    </m:e>
                                  </m:mr>
                                  <m:mr>
                                    <m:e>
                                      <m:m>
                                        <m:mPr>
                                          <m:mcs>
                                            <m:mc>
                                              <m:mcPr>
                                                <m:count m:val="1"/>
                                                <m:mcJc m:val="center"/>
                                              </m:mcPr>
                                            </m:mc>
                                          </m:mcs>
                                          <m:ctrlPr>
                                            <a:rPr lang="es-ES" i="1" smtClean="0">
                                              <a:solidFill>
                                                <a:schemeClr val="accent1">
                                                  <a:lumMod val="50000"/>
                                                </a:schemeClr>
                                              </a:solidFill>
                                              <a:latin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rPr>
                                                </m:ctrlPr>
                                              </m:sSubSupPr>
                                              <m:e>
                                                <m:r>
                                                  <a:rPr lang="es-ES" i="1">
                                                    <a:solidFill>
                                                      <a:schemeClr val="accent1">
                                                        <a:lumMod val="50000"/>
                                                      </a:schemeClr>
                                                    </a:solidFill>
                                                    <a:latin typeface="Cambria Math" panose="02040503050406030204" pitchFamily="18" charset="0"/>
                                                  </a:rPr>
                                                  <m:t>𝑧</m:t>
                                                </m:r>
                                              </m:e>
                                              <m:sub>
                                                <m:r>
                                                  <a:rPr lang="es-ES" b="0" i="1" smtClean="0">
                                                    <a:solidFill>
                                                      <a:schemeClr val="accent1">
                                                        <a:lumMod val="50000"/>
                                                      </a:schemeClr>
                                                    </a:solidFill>
                                                    <a:latin typeface="Cambria Math" panose="02040503050406030204" pitchFamily="18" charset="0"/>
                                                    <a:ea typeface="Cambria Math" panose="02040503050406030204" pitchFamily="18" charset="0"/>
                                                  </a:rPr>
                                                  <m:t>2</m:t>
                                                </m:r>
                                              </m:sub>
                                              <m:sup>
                                                <m:r>
                                                  <a:rPr lang="es-ES" b="0" i="1" smtClean="0">
                                                    <a:solidFill>
                                                      <a:schemeClr val="accent1">
                                                        <a:lumMod val="50000"/>
                                                      </a:schemeClr>
                                                    </a:solidFill>
                                                    <a:latin typeface="Cambria Math" panose="02040503050406030204" pitchFamily="18" charset="0"/>
                                                  </a:rPr>
                                                  <m:t>𝑀</m:t>
                                                </m:r>
                                              </m:sup>
                                            </m:sSubSup>
                                          </m:e>
                                        </m:mr>
                                        <m:mr>
                                          <m:e>
                                            <m:r>
                                              <a:rPr lang="es-ES" i="1" smtClean="0">
                                                <a:solidFill>
                                                  <a:schemeClr val="accent1">
                                                    <a:lumMod val="50000"/>
                                                  </a:schemeClr>
                                                </a:solidFill>
                                                <a:latin typeface="Cambria Math" panose="02040503050406030204" pitchFamily="18" charset="0"/>
                                              </a:rPr>
                                              <m:t>⋮</m:t>
                                            </m:r>
                                          </m:e>
                                        </m:mr>
                                      </m:m>
                                    </m:e>
                                  </m:mr>
                                  <m:mr>
                                    <m:e>
                                      <m:sSubSup>
                                        <m:sSubSupPr>
                                          <m:ctrlPr>
                                            <a:rPr lang="es-ES" i="1">
                                              <a:solidFill>
                                                <a:schemeClr val="accent1">
                                                  <a:lumMod val="50000"/>
                                                </a:schemeClr>
                                              </a:solidFill>
                                              <a:latin typeface="Cambria Math" panose="02040503050406030204" pitchFamily="18" charset="0"/>
                                            </a:rPr>
                                          </m:ctrlPr>
                                        </m:sSubSupPr>
                                        <m:e>
                                          <m:r>
                                            <a:rPr lang="es-ES" i="1">
                                              <a:solidFill>
                                                <a:schemeClr val="accent1">
                                                  <a:lumMod val="50000"/>
                                                </a:schemeClr>
                                              </a:solidFill>
                                              <a:latin typeface="Cambria Math" panose="02040503050406030204" pitchFamily="18" charset="0"/>
                                            </a:rPr>
                                            <m:t>𝑧</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b>
                                          </m:sSub>
                                        </m:sub>
                                        <m:sup>
                                          <m:r>
                                            <a:rPr lang="es-ES" b="0" i="1" smtClean="0">
                                              <a:solidFill>
                                                <a:schemeClr val="accent1">
                                                  <a:lumMod val="50000"/>
                                                </a:schemeClr>
                                              </a:solidFill>
                                              <a:latin typeface="Cambria Math" panose="02040503050406030204" pitchFamily="18" charset="0"/>
                                            </a:rPr>
                                            <m:t>𝑀</m:t>
                                          </m:r>
                                        </m:sup>
                                      </m:sSubSup>
                                    </m:e>
                                  </m:mr>
                                </m:m>
                              </m:e>
                            </m:mr>
                          </m:m>
                        </m:e>
                      </m:d>
                    </m:oMath>
                  </m:oMathPara>
                </a14:m>
                <a:endParaRPr lang="es-ES" dirty="0"/>
              </a:p>
            </p:txBody>
          </p:sp>
        </mc:Choice>
        <mc:Fallback xmlns="">
          <p:sp>
            <p:nvSpPr>
              <p:cNvPr id="11" name="Rectángulo 10"/>
              <p:cNvSpPr>
                <a:spLocks noRot="1" noChangeAspect="1" noMove="1" noResize="1" noEditPoints="1" noAdjustHandles="1" noChangeArrowheads="1" noChangeShapeType="1" noTextEdit="1"/>
              </p:cNvSpPr>
              <p:nvPr/>
            </p:nvSpPr>
            <p:spPr>
              <a:xfrm>
                <a:off x="3567124" y="2314944"/>
                <a:ext cx="3048591" cy="1294457"/>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Rectángulo 9"/>
              <p:cNvSpPr/>
              <p:nvPr/>
            </p:nvSpPr>
            <p:spPr>
              <a:xfrm>
                <a:off x="6689133" y="2314944"/>
                <a:ext cx="3098349" cy="12944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rPr>
                            <m:t>𝑨</m:t>
                          </m:r>
                        </m:e>
                        <m:sup>
                          <m:r>
                            <a:rPr lang="es-ES" b="1" i="1" smtClean="0">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𝒍</m:t>
                          </m:r>
                          <m:r>
                            <a:rPr lang="es-ES" b="1" i="1" smtClean="0">
                              <a:solidFill>
                                <a:schemeClr val="accent1">
                                  <a:lumMod val="50000"/>
                                </a:schemeClr>
                              </a:solidFill>
                              <a:latin typeface="Cambria Math" panose="02040503050406030204" pitchFamily="18" charset="0"/>
                            </a:rPr>
                            <m:t>]</m:t>
                          </m:r>
                        </m:sup>
                      </m:sSup>
                      <m:r>
                        <a:rPr lang="es-ES" b="0" i="1" smtClean="0">
                          <a:solidFill>
                            <a:schemeClr val="accent1">
                              <a:lumMod val="50000"/>
                            </a:schemeClr>
                          </a:solidFill>
                          <a:latin typeface="Cambria Math" panose="02040503050406030204" pitchFamily="18" charset="0"/>
                        </a:rPr>
                        <m:t>=</m:t>
                      </m:r>
                      <m:d>
                        <m:dPr>
                          <m:begChr m:val="["/>
                          <m:endChr m:val="]"/>
                          <m:ctrlPr>
                            <a:rPr lang="es-ES" i="1" smtClean="0">
                              <a:solidFill>
                                <a:schemeClr val="accent1">
                                  <a:lumMod val="50000"/>
                                </a:schemeClr>
                              </a:solidFill>
                              <a:latin typeface="Cambria Math" panose="02040503050406030204" pitchFamily="18" charset="0"/>
                            </a:rPr>
                          </m:ctrlPr>
                        </m:dPr>
                        <m:e>
                          <m:m>
                            <m:mPr>
                              <m:mcs>
                                <m:mc>
                                  <m:mcPr>
                                    <m:count m:val="3"/>
                                    <m:mcJc m:val="center"/>
                                  </m:mcPr>
                                </m:mc>
                              </m:mcs>
                              <m:ctrlPr>
                                <a:rPr lang="es-ES" i="1" smtClean="0">
                                  <a:solidFill>
                                    <a:schemeClr val="accent1">
                                      <a:lumMod val="50000"/>
                                    </a:schemeClr>
                                  </a:solidFill>
                                  <a:latin typeface="Cambria Math" panose="02040503050406030204" pitchFamily="18" charset="0"/>
                                </a:rPr>
                              </m:ctrlPr>
                            </m:mPr>
                            <m:mr>
                              <m:e>
                                <m:m>
                                  <m:mPr>
                                    <m:mcs>
                                      <m:mc>
                                        <m:mcPr>
                                          <m:count m:val="2"/>
                                          <m:mcJc m:val="center"/>
                                        </m:mcPr>
                                      </m:mc>
                                    </m:mcs>
                                    <m:ctrlPr>
                                      <a:rPr lang="es-ES" i="1" smtClean="0">
                                        <a:solidFill>
                                          <a:schemeClr val="accent1">
                                            <a:lumMod val="50000"/>
                                          </a:schemeClr>
                                        </a:solidFill>
                                        <a:latin typeface="Cambria Math" panose="02040503050406030204" pitchFamily="18" charset="0"/>
                                      </a:rPr>
                                    </m:ctrlPr>
                                  </m:mPr>
                                  <m:mr>
                                    <m:e>
                                      <m:sSubSup>
                                        <m:sSubSupPr>
                                          <m:ctrlPr>
                                            <a:rPr lang="es-ES" i="1" smtClean="0">
                                              <a:solidFill>
                                                <a:schemeClr val="accent1">
                                                  <a:lumMod val="50000"/>
                                                </a:schemeClr>
                                              </a:solidFill>
                                              <a:latin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rPr>
                                            <m:t>𝑎</m:t>
                                          </m:r>
                                        </m:e>
                                        <m:sub>
                                          <m:r>
                                            <a:rPr lang="es-ES" b="0" i="1" smtClean="0">
                                              <a:solidFill>
                                                <a:schemeClr val="accent1">
                                                  <a:lumMod val="50000"/>
                                                </a:schemeClr>
                                              </a:solidFill>
                                              <a:latin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rPr>
                                            <m:t>1</m:t>
                                          </m:r>
                                        </m:sup>
                                      </m:sSubSup>
                                    </m:e>
                                    <m:e>
                                      <m:sSubSup>
                                        <m:sSubSupPr>
                                          <m:ctrlPr>
                                            <a:rPr lang="es-ES" i="1">
                                              <a:solidFill>
                                                <a:schemeClr val="accent1">
                                                  <a:lumMod val="50000"/>
                                                </a:schemeClr>
                                              </a:solidFill>
                                              <a:latin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rPr>
                                            <m:t>𝑎</m:t>
                                          </m:r>
                                        </m:e>
                                        <m:sub>
                                          <m:r>
                                            <a:rPr lang="es-ES" i="1">
                                              <a:solidFill>
                                                <a:schemeClr val="accent1">
                                                  <a:lumMod val="50000"/>
                                                </a:schemeClr>
                                              </a:solidFill>
                                              <a:latin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rPr>
                                            <m:t>2</m:t>
                                          </m:r>
                                        </m:sup>
                                      </m:sSubSup>
                                    </m:e>
                                  </m:mr>
                                  <m:mr>
                                    <m:e>
                                      <m:m>
                                        <m:mPr>
                                          <m:mcs>
                                            <m:mc>
                                              <m:mcPr>
                                                <m:count m:val="1"/>
                                                <m:mcJc m:val="center"/>
                                              </m:mcPr>
                                            </m:mc>
                                          </m:mcs>
                                          <m:ctrlPr>
                                            <a:rPr lang="es-ES" i="1" smtClean="0">
                                              <a:solidFill>
                                                <a:schemeClr val="accent1">
                                                  <a:lumMod val="50000"/>
                                                </a:schemeClr>
                                              </a:solidFill>
                                              <a:latin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rPr>
                                                  <m:t>𝑎</m:t>
                                                </m:r>
                                              </m:e>
                                              <m:sub>
                                                <m:r>
                                                  <a:rPr lang="es-ES" b="0" i="1" smtClean="0">
                                                    <a:solidFill>
                                                      <a:schemeClr val="accent1">
                                                        <a:lumMod val="50000"/>
                                                      </a:schemeClr>
                                                    </a:solidFill>
                                                    <a:latin typeface="Cambria Math" panose="02040503050406030204" pitchFamily="18" charset="0"/>
                                                  </a:rPr>
                                                  <m:t>2</m:t>
                                                </m:r>
                                              </m:sub>
                                              <m:sup>
                                                <m:r>
                                                  <a:rPr lang="es-ES" b="0" i="1" smtClean="0">
                                                    <a:solidFill>
                                                      <a:schemeClr val="accent1">
                                                        <a:lumMod val="50000"/>
                                                      </a:schemeClr>
                                                    </a:solidFill>
                                                    <a:latin typeface="Cambria Math" panose="02040503050406030204" pitchFamily="18" charset="0"/>
                                                  </a:rPr>
                                                  <m:t>1</m:t>
                                                </m:r>
                                              </m:sup>
                                            </m:sSubSup>
                                          </m:e>
                                        </m:mr>
                                        <m:mr>
                                          <m:e>
                                            <m:r>
                                              <a:rPr lang="es-ES" i="1" smtClean="0">
                                                <a:solidFill>
                                                  <a:schemeClr val="accent1">
                                                    <a:lumMod val="50000"/>
                                                  </a:schemeClr>
                                                </a:solidFill>
                                                <a:latin typeface="Cambria Math" panose="02040503050406030204" pitchFamily="18" charset="0"/>
                                              </a:rPr>
                                              <m:t>⋮</m:t>
                                            </m:r>
                                          </m:e>
                                        </m:mr>
                                      </m:m>
                                    </m:e>
                                    <m:e>
                                      <m:m>
                                        <m:mPr>
                                          <m:mcs>
                                            <m:mc>
                                              <m:mcPr>
                                                <m:count m:val="1"/>
                                                <m:mcJc m:val="center"/>
                                              </m:mcPr>
                                            </m:mc>
                                          </m:mcs>
                                          <m:ctrlPr>
                                            <a:rPr lang="es-ES" i="1" smtClean="0">
                                              <a:solidFill>
                                                <a:schemeClr val="accent1">
                                                  <a:lumMod val="50000"/>
                                                </a:schemeClr>
                                              </a:solidFill>
                                              <a:latin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rPr>
                                                  <m:t>𝑎</m:t>
                                                </m:r>
                                              </m:e>
                                              <m:sub>
                                                <m:r>
                                                  <a:rPr lang="es-ES" b="0" i="1" smtClean="0">
                                                    <a:solidFill>
                                                      <a:schemeClr val="accent1">
                                                        <a:lumMod val="50000"/>
                                                      </a:schemeClr>
                                                    </a:solidFill>
                                                    <a:latin typeface="Cambria Math" panose="02040503050406030204" pitchFamily="18" charset="0"/>
                                                  </a:rPr>
                                                  <m:t>2</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bSup>
                                          </m:e>
                                        </m:mr>
                                        <m:mr>
                                          <m:e>
                                            <m:r>
                                              <a:rPr lang="es-ES" i="1" smtClean="0">
                                                <a:solidFill>
                                                  <a:schemeClr val="accent1">
                                                    <a:lumMod val="50000"/>
                                                  </a:schemeClr>
                                                </a:solidFill>
                                                <a:latin typeface="Cambria Math" panose="02040503050406030204" pitchFamily="18" charset="0"/>
                                              </a:rPr>
                                              <m:t>⋮</m:t>
                                            </m:r>
                                          </m:e>
                                        </m:mr>
                                      </m:m>
                                    </m:e>
                                  </m:mr>
                                  <m:mr>
                                    <m:e>
                                      <m:sSubSup>
                                        <m:sSubSupPr>
                                          <m:ctrlPr>
                                            <a:rPr lang="es-ES" i="1">
                                              <a:solidFill>
                                                <a:schemeClr val="accent1">
                                                  <a:lumMod val="50000"/>
                                                </a:schemeClr>
                                              </a:solidFill>
                                              <a:latin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rPr>
                                            <m:t>𝑎</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b>
                                          </m:sSub>
                                        </m:sub>
                                        <m:sup>
                                          <m:r>
                                            <a:rPr lang="es-ES" b="0" i="1" smtClean="0">
                                              <a:solidFill>
                                                <a:schemeClr val="accent1">
                                                  <a:lumMod val="50000"/>
                                                </a:schemeClr>
                                              </a:solidFill>
                                              <a:latin typeface="Cambria Math" panose="02040503050406030204" pitchFamily="18" charset="0"/>
                                            </a:rPr>
                                            <m:t>1</m:t>
                                          </m:r>
                                        </m:sup>
                                      </m:sSubSup>
                                    </m:e>
                                    <m:e>
                                      <m:sSubSup>
                                        <m:sSubSupPr>
                                          <m:ctrlPr>
                                            <a:rPr lang="es-ES" i="1">
                                              <a:solidFill>
                                                <a:schemeClr val="accent1">
                                                  <a:lumMod val="50000"/>
                                                </a:schemeClr>
                                              </a:solidFill>
                                              <a:latin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rPr>
                                            <m:t>𝑎</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b>
                                          </m:sSub>
                                        </m:sub>
                                        <m:sup>
                                          <m:r>
                                            <a:rPr lang="es-ES" b="0" i="1" smtClean="0">
                                              <a:solidFill>
                                                <a:schemeClr val="accent1">
                                                  <a:lumMod val="50000"/>
                                                </a:schemeClr>
                                              </a:solidFill>
                                              <a:latin typeface="Cambria Math" panose="02040503050406030204" pitchFamily="18" charset="0"/>
                                              <a:ea typeface="Cambria Math" panose="02040503050406030204" pitchFamily="18" charset="0"/>
                                            </a:rPr>
                                            <m:t>2</m:t>
                                          </m:r>
                                        </m:sup>
                                      </m:sSubSup>
                                    </m:e>
                                  </m:mr>
                                </m:m>
                              </m:e>
                              <m:e>
                                <m:r>
                                  <a:rPr lang="es-ES" i="1" smtClean="0">
                                    <a:solidFill>
                                      <a:schemeClr val="accent1">
                                        <a:lumMod val="50000"/>
                                      </a:schemeClr>
                                    </a:solidFill>
                                    <a:latin typeface="Cambria Math" panose="02040503050406030204" pitchFamily="18" charset="0"/>
                                  </a:rPr>
                                  <m:t>…</m:t>
                                </m:r>
                              </m:e>
                              <m:e>
                                <m:m>
                                  <m:mPr>
                                    <m:mcs>
                                      <m:mc>
                                        <m:mcPr>
                                          <m:count m:val="1"/>
                                          <m:mcJc m:val="center"/>
                                        </m:mcPr>
                                      </m:mc>
                                    </m:mcs>
                                    <m:ctrlPr>
                                      <a:rPr lang="es-ES" i="1" smtClean="0">
                                        <a:solidFill>
                                          <a:schemeClr val="accent1">
                                            <a:lumMod val="50000"/>
                                          </a:schemeClr>
                                        </a:solidFill>
                                        <a:latin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rPr>
                                            <m:t>𝑎</m:t>
                                          </m:r>
                                        </m:e>
                                        <m:sub>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ea typeface="Cambria Math" panose="02040503050406030204" pitchFamily="18" charset="0"/>
                                            </a:rPr>
                                            <m:t>𝑀</m:t>
                                          </m:r>
                                        </m:sup>
                                      </m:sSubSup>
                                    </m:e>
                                  </m:mr>
                                  <m:mr>
                                    <m:e>
                                      <m:m>
                                        <m:mPr>
                                          <m:mcs>
                                            <m:mc>
                                              <m:mcPr>
                                                <m:count m:val="1"/>
                                                <m:mcJc m:val="center"/>
                                              </m:mcPr>
                                            </m:mc>
                                          </m:mcs>
                                          <m:ctrlPr>
                                            <a:rPr lang="es-ES" i="1" smtClean="0">
                                              <a:solidFill>
                                                <a:schemeClr val="accent1">
                                                  <a:lumMod val="50000"/>
                                                </a:schemeClr>
                                              </a:solidFill>
                                              <a:latin typeface="Cambria Math" panose="02040503050406030204" pitchFamily="18" charset="0"/>
                                            </a:rPr>
                                          </m:ctrlPr>
                                        </m:mPr>
                                        <m:mr>
                                          <m:e>
                                            <m:sSubSup>
                                              <m:sSubSupPr>
                                                <m:ctrlPr>
                                                  <a:rPr lang="es-ES" i="1">
                                                    <a:solidFill>
                                                      <a:schemeClr val="accent1">
                                                        <a:lumMod val="50000"/>
                                                      </a:schemeClr>
                                                    </a:solidFill>
                                                    <a:latin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rPr>
                                                  <m:t>𝑎</m:t>
                                                </m:r>
                                              </m:e>
                                              <m:sub>
                                                <m:r>
                                                  <a:rPr lang="es-ES" b="0" i="1" smtClean="0">
                                                    <a:solidFill>
                                                      <a:schemeClr val="accent1">
                                                        <a:lumMod val="50000"/>
                                                      </a:schemeClr>
                                                    </a:solidFill>
                                                    <a:latin typeface="Cambria Math" panose="02040503050406030204" pitchFamily="18" charset="0"/>
                                                    <a:ea typeface="Cambria Math" panose="02040503050406030204" pitchFamily="18" charset="0"/>
                                                  </a:rPr>
                                                  <m:t>2</m:t>
                                                </m:r>
                                              </m:sub>
                                              <m:sup>
                                                <m:r>
                                                  <a:rPr lang="es-ES" b="0" i="1" smtClean="0">
                                                    <a:solidFill>
                                                      <a:schemeClr val="accent1">
                                                        <a:lumMod val="50000"/>
                                                      </a:schemeClr>
                                                    </a:solidFill>
                                                    <a:latin typeface="Cambria Math" panose="02040503050406030204" pitchFamily="18" charset="0"/>
                                                  </a:rPr>
                                                  <m:t>𝑀</m:t>
                                                </m:r>
                                              </m:sup>
                                            </m:sSubSup>
                                          </m:e>
                                        </m:mr>
                                        <m:mr>
                                          <m:e>
                                            <m:r>
                                              <a:rPr lang="es-ES" i="1" smtClean="0">
                                                <a:solidFill>
                                                  <a:schemeClr val="accent1">
                                                    <a:lumMod val="50000"/>
                                                  </a:schemeClr>
                                                </a:solidFill>
                                                <a:latin typeface="Cambria Math" panose="02040503050406030204" pitchFamily="18" charset="0"/>
                                              </a:rPr>
                                              <m:t>⋮</m:t>
                                            </m:r>
                                          </m:e>
                                        </m:mr>
                                      </m:m>
                                    </m:e>
                                  </m:mr>
                                  <m:mr>
                                    <m:e>
                                      <m:sSubSup>
                                        <m:sSubSupPr>
                                          <m:ctrlPr>
                                            <a:rPr lang="es-ES" i="1">
                                              <a:solidFill>
                                                <a:schemeClr val="accent1">
                                                  <a:lumMod val="50000"/>
                                                </a:schemeClr>
                                              </a:solidFill>
                                              <a:latin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rPr>
                                            <m:t>𝑎</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b>
                                          </m:sSub>
                                        </m:sub>
                                        <m:sup>
                                          <m:r>
                                            <a:rPr lang="es-ES" b="0" i="1" smtClean="0">
                                              <a:solidFill>
                                                <a:schemeClr val="accent1">
                                                  <a:lumMod val="50000"/>
                                                </a:schemeClr>
                                              </a:solidFill>
                                              <a:latin typeface="Cambria Math" panose="02040503050406030204" pitchFamily="18" charset="0"/>
                                            </a:rPr>
                                            <m:t>𝑀</m:t>
                                          </m:r>
                                        </m:sup>
                                      </m:sSubSup>
                                    </m:e>
                                  </m:mr>
                                </m:m>
                              </m:e>
                            </m:mr>
                          </m:m>
                        </m:e>
                      </m:d>
                    </m:oMath>
                  </m:oMathPara>
                </a14:m>
                <a:endParaRPr lang="es-ES" dirty="0"/>
              </a:p>
            </p:txBody>
          </p:sp>
        </mc:Choice>
        <mc:Fallback xmlns="">
          <p:sp>
            <p:nvSpPr>
              <p:cNvPr id="10" name="Rectángulo 9"/>
              <p:cNvSpPr>
                <a:spLocks noRot="1" noChangeAspect="1" noMove="1" noResize="1" noEditPoints="1" noAdjustHandles="1" noChangeArrowheads="1" noChangeShapeType="1" noTextEdit="1"/>
              </p:cNvSpPr>
              <p:nvPr/>
            </p:nvSpPr>
            <p:spPr>
              <a:xfrm>
                <a:off x="6689133" y="2314944"/>
                <a:ext cx="3098349" cy="1294457"/>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Rectángulo 11"/>
              <p:cNvSpPr/>
              <p:nvPr/>
            </p:nvSpPr>
            <p:spPr>
              <a:xfrm>
                <a:off x="9984962" y="3019219"/>
                <a:ext cx="1505156" cy="4435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rPr>
                            <m:t>𝒃</m:t>
                          </m:r>
                        </m:e>
                        <m:sup>
                          <m:r>
                            <a:rPr lang="es-ES" b="1" i="1" smtClean="0">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𝒍</m:t>
                          </m:r>
                          <m:r>
                            <a:rPr lang="es-ES" b="1" i="1" smtClean="0">
                              <a:solidFill>
                                <a:schemeClr val="accent1">
                                  <a:lumMod val="50000"/>
                                </a:schemeClr>
                              </a:solidFill>
                              <a:latin typeface="Cambria Math" panose="02040503050406030204" pitchFamily="18" charset="0"/>
                            </a:rPr>
                            <m:t>]</m:t>
                          </m:r>
                        </m:sup>
                      </m:sSup>
                      <m:r>
                        <a:rPr lang="es-ES" i="1">
                          <a:solidFill>
                            <a:schemeClr val="accent1">
                              <a:lumMod val="50000"/>
                            </a:schemeClr>
                          </a:solidFill>
                          <a:latin typeface="Cambria Math" panose="02040503050406030204" pitchFamily="18" charset="0"/>
                          <a:ea typeface="Cambria Math" panose="02040503050406030204" pitchFamily="18" charset="0"/>
                        </a:rPr>
                        <m:t>∈</m:t>
                      </m:r>
                      <m:sSub>
                        <m:sSub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b>
                          </m:sSub>
                          <m:r>
                            <a:rPr lang="es-ES"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1</m:t>
                          </m:r>
                        </m:sub>
                      </m:sSub>
                    </m:oMath>
                  </m:oMathPara>
                </a14:m>
                <a:endParaRPr lang="es-ES" dirty="0"/>
              </a:p>
            </p:txBody>
          </p:sp>
        </mc:Choice>
        <mc:Fallback xmlns="">
          <p:sp>
            <p:nvSpPr>
              <p:cNvPr id="12" name="Rectángulo 11"/>
              <p:cNvSpPr>
                <a:spLocks noRot="1" noChangeAspect="1" noMove="1" noResize="1" noEditPoints="1" noAdjustHandles="1" noChangeArrowheads="1" noChangeShapeType="1" noTextEdit="1"/>
              </p:cNvSpPr>
              <p:nvPr/>
            </p:nvSpPr>
            <p:spPr>
              <a:xfrm>
                <a:off x="9984962" y="3019219"/>
                <a:ext cx="1505156" cy="443583"/>
              </a:xfrm>
              <a:prstGeom prst="rect">
                <a:avLst/>
              </a:prstGeom>
              <a:blipFill>
                <a:blip r:embed="rId8"/>
                <a:stretch>
                  <a:fillRect/>
                </a:stretch>
              </a:blipFill>
            </p:spPr>
            <p:txBody>
              <a:bodyPr/>
              <a:lstStyle/>
              <a:p>
                <a:r>
                  <a:rPr lang="es-ES">
                    <a:noFill/>
                  </a:rPr>
                  <a:t> </a:t>
                </a:r>
              </a:p>
            </p:txBody>
          </p:sp>
        </mc:Fallback>
      </mc:AlternateContent>
      <p:sp>
        <p:nvSpPr>
          <p:cNvPr id="13" name="CuadroTexto 12">
            <a:extLst>
              <a:ext uri="{FF2B5EF4-FFF2-40B4-BE49-F238E27FC236}">
                <a16:creationId xmlns:a16="http://schemas.microsoft.com/office/drawing/2014/main" id="{2F6652C7-9668-5652-46D6-2780054DFE46}"/>
              </a:ext>
            </a:extLst>
          </p:cNvPr>
          <p:cNvSpPr txBox="1"/>
          <p:nvPr/>
        </p:nvSpPr>
        <p:spPr>
          <a:xfrm>
            <a:off x="259710" y="4060113"/>
            <a:ext cx="11672580" cy="369332"/>
          </a:xfrm>
          <a:prstGeom prst="rect">
            <a:avLst/>
          </a:prstGeom>
          <a:noFill/>
        </p:spPr>
        <p:txBody>
          <a:bodyPr wrap="square">
            <a:spAutoFit/>
          </a:bodyPr>
          <a:lstStyle/>
          <a:p>
            <a:r>
              <a:rPr lang="es-ES" u="sng" dirty="0" err="1" smtClean="0">
                <a:solidFill>
                  <a:schemeClr val="accent1">
                    <a:lumMod val="50000"/>
                  </a:schemeClr>
                </a:solidFill>
              </a:rPr>
              <a:t>FeedForward</a:t>
            </a:r>
            <a:r>
              <a:rPr lang="es-ES" u="sng" dirty="0" smtClean="0">
                <a:solidFill>
                  <a:schemeClr val="accent1">
                    <a:lumMod val="50000"/>
                  </a:schemeClr>
                </a:solidFill>
              </a:rPr>
              <a:t>.</a:t>
            </a:r>
            <a:endParaRPr lang="es-ES" u="sng"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4" name="Rectángulo 3"/>
              <p:cNvSpPr/>
              <p:nvPr/>
            </p:nvSpPr>
            <p:spPr>
              <a:xfrm>
                <a:off x="655909" y="4722164"/>
                <a:ext cx="2465483" cy="3811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rPr>
                            <m:t>𝒁</m:t>
                          </m:r>
                        </m:e>
                        <m:sup>
                          <m:r>
                            <a:rPr lang="es-ES" b="1" i="1">
                              <a:solidFill>
                                <a:schemeClr val="accent1">
                                  <a:lumMod val="50000"/>
                                </a:schemeClr>
                              </a:solidFill>
                              <a:latin typeface="Cambria Math" panose="02040503050406030204" pitchFamily="18" charset="0"/>
                            </a:rPr>
                            <m:t>[</m:t>
                          </m:r>
                          <m:r>
                            <a:rPr lang="es-ES" b="1" i="1">
                              <a:solidFill>
                                <a:schemeClr val="accent1">
                                  <a:lumMod val="50000"/>
                                </a:schemeClr>
                              </a:solidFill>
                              <a:latin typeface="Cambria Math" panose="02040503050406030204" pitchFamily="18" charset="0"/>
                            </a:rPr>
                            <m:t>𝒍</m:t>
                          </m:r>
                          <m:r>
                            <a:rPr lang="es-ES" b="1" i="1">
                              <a:solidFill>
                                <a:schemeClr val="accent1">
                                  <a:lumMod val="50000"/>
                                </a:schemeClr>
                              </a:solidFill>
                              <a:latin typeface="Cambria Math" panose="02040503050406030204" pitchFamily="18" charset="0"/>
                            </a:rPr>
                            <m:t>]</m:t>
                          </m:r>
                        </m:sup>
                      </m:sSup>
                      <m:r>
                        <a:rPr lang="es-ES" b="1" i="1" smtClean="0">
                          <a:solidFill>
                            <a:schemeClr val="accent1">
                              <a:lumMod val="50000"/>
                            </a:schemeClr>
                          </a:solidFill>
                          <a:latin typeface="Cambria Math" panose="02040503050406030204" pitchFamily="18" charset="0"/>
                        </a:rPr>
                        <m:t>=</m:t>
                      </m:r>
                      <m:sSup>
                        <m:sSupPr>
                          <m:ctrlPr>
                            <a:rPr lang="es-ES" b="1"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rPr>
                            <m:t>𝑾</m:t>
                          </m:r>
                        </m:e>
                        <m:sup>
                          <m:r>
                            <a:rPr lang="es-ES" b="1" i="1">
                              <a:solidFill>
                                <a:schemeClr val="accent1">
                                  <a:lumMod val="50000"/>
                                </a:schemeClr>
                              </a:solidFill>
                              <a:latin typeface="Cambria Math" panose="02040503050406030204" pitchFamily="18" charset="0"/>
                            </a:rPr>
                            <m:t>[</m:t>
                          </m:r>
                          <m:r>
                            <a:rPr lang="es-ES" b="1" i="1">
                              <a:solidFill>
                                <a:schemeClr val="accent1">
                                  <a:lumMod val="50000"/>
                                </a:schemeClr>
                              </a:solidFill>
                              <a:latin typeface="Cambria Math" panose="02040503050406030204" pitchFamily="18" charset="0"/>
                            </a:rPr>
                            <m:t>𝒍</m:t>
                          </m:r>
                          <m:r>
                            <a:rPr lang="es-ES" b="1" i="1">
                              <a:solidFill>
                                <a:schemeClr val="accent1">
                                  <a:lumMod val="50000"/>
                                </a:schemeClr>
                              </a:solidFill>
                              <a:latin typeface="Cambria Math" panose="02040503050406030204" pitchFamily="18" charset="0"/>
                            </a:rPr>
                            <m:t>]</m:t>
                          </m:r>
                        </m:sup>
                      </m:sSup>
                      <m:sSup>
                        <m:sSupPr>
                          <m:ctrlPr>
                            <a:rPr lang="es-ES" b="1"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rPr>
                            <m:t>𝑨</m:t>
                          </m:r>
                        </m:e>
                        <m:sup>
                          <m:r>
                            <a:rPr lang="es-ES" b="1" i="1">
                              <a:solidFill>
                                <a:schemeClr val="accent1">
                                  <a:lumMod val="50000"/>
                                </a:schemeClr>
                              </a:solidFill>
                              <a:latin typeface="Cambria Math" panose="02040503050406030204" pitchFamily="18" charset="0"/>
                            </a:rPr>
                            <m:t>[</m:t>
                          </m:r>
                          <m:r>
                            <a:rPr lang="es-ES" b="1" i="1">
                              <a:solidFill>
                                <a:schemeClr val="accent1">
                                  <a:lumMod val="50000"/>
                                </a:schemeClr>
                              </a:solidFill>
                              <a:latin typeface="Cambria Math" panose="02040503050406030204" pitchFamily="18" charset="0"/>
                            </a:rPr>
                            <m:t>𝒍</m:t>
                          </m:r>
                          <m:r>
                            <a:rPr lang="es-ES" b="1" i="1" smtClean="0">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𝟏</m:t>
                          </m:r>
                          <m:r>
                            <a:rPr lang="es-ES" b="1" i="1">
                              <a:solidFill>
                                <a:schemeClr val="accent1">
                                  <a:lumMod val="50000"/>
                                </a:schemeClr>
                              </a:solidFill>
                              <a:latin typeface="Cambria Math" panose="02040503050406030204" pitchFamily="18" charset="0"/>
                            </a:rPr>
                            <m:t>]</m:t>
                          </m:r>
                        </m:sup>
                      </m:sSup>
                      <m:r>
                        <a:rPr lang="es-ES" b="1" i="1" smtClean="0">
                          <a:solidFill>
                            <a:schemeClr val="accent1">
                              <a:lumMod val="50000"/>
                            </a:schemeClr>
                          </a:solidFill>
                          <a:latin typeface="Cambria Math" panose="02040503050406030204" pitchFamily="18" charset="0"/>
                        </a:rPr>
                        <m:t>+</m:t>
                      </m:r>
                      <m:sSup>
                        <m:sSupPr>
                          <m:ctrlPr>
                            <a:rPr lang="es-ES" b="1"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rPr>
                            <m:t>𝒃</m:t>
                          </m:r>
                        </m:e>
                        <m:sup>
                          <m:r>
                            <a:rPr lang="es-ES" b="1" i="1">
                              <a:solidFill>
                                <a:schemeClr val="accent1">
                                  <a:lumMod val="50000"/>
                                </a:schemeClr>
                              </a:solidFill>
                              <a:latin typeface="Cambria Math" panose="02040503050406030204" pitchFamily="18" charset="0"/>
                            </a:rPr>
                            <m:t>[</m:t>
                          </m:r>
                          <m:r>
                            <a:rPr lang="es-ES" b="1" i="1">
                              <a:solidFill>
                                <a:schemeClr val="accent1">
                                  <a:lumMod val="50000"/>
                                </a:schemeClr>
                              </a:solidFill>
                              <a:latin typeface="Cambria Math" panose="02040503050406030204" pitchFamily="18" charset="0"/>
                            </a:rPr>
                            <m:t>𝒍</m:t>
                          </m:r>
                          <m:r>
                            <a:rPr lang="es-ES" b="1" i="1">
                              <a:solidFill>
                                <a:schemeClr val="accent1">
                                  <a:lumMod val="50000"/>
                                </a:schemeClr>
                              </a:solidFill>
                              <a:latin typeface="Cambria Math" panose="02040503050406030204" pitchFamily="18" charset="0"/>
                            </a:rPr>
                            <m:t>]</m:t>
                          </m:r>
                        </m:sup>
                      </m:sSup>
                    </m:oMath>
                  </m:oMathPara>
                </a14:m>
                <a:endParaRPr lang="es-ES" dirty="0"/>
              </a:p>
            </p:txBody>
          </p:sp>
        </mc:Choice>
        <mc:Fallback xmlns="">
          <p:sp>
            <p:nvSpPr>
              <p:cNvPr id="4" name="Rectángulo 3"/>
              <p:cNvSpPr>
                <a:spLocks noRot="1" noChangeAspect="1" noMove="1" noResize="1" noEditPoints="1" noAdjustHandles="1" noChangeArrowheads="1" noChangeShapeType="1" noTextEdit="1"/>
              </p:cNvSpPr>
              <p:nvPr/>
            </p:nvSpPr>
            <p:spPr>
              <a:xfrm>
                <a:off x="655909" y="4722164"/>
                <a:ext cx="2465483" cy="381130"/>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Rectángulo 13"/>
              <p:cNvSpPr/>
              <p:nvPr/>
            </p:nvSpPr>
            <p:spPr>
              <a:xfrm>
                <a:off x="3567124" y="4624980"/>
                <a:ext cx="4913140" cy="5068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𝑀</m:t>
                          </m:r>
                        </m:sub>
                      </m:sSub>
                      <m:r>
                        <a:rPr lang="es-ES" i="1" smtClean="0">
                          <a:solidFill>
                            <a:schemeClr val="accent1">
                              <a:lumMod val="50000"/>
                            </a:schemeClr>
                          </a:solidFill>
                          <a:latin typeface="Cambria Math" panose="02040503050406030204" pitchFamily="18" charset="0"/>
                          <a:ea typeface="Cambria Math" panose="02040503050406030204" pitchFamily="18" charset="0"/>
                        </a:rPr>
                        <m:t>←</m:t>
                      </m:r>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b>
                              </m:sSub>
                              <m:r>
                                <a:rPr lang="es-ES" i="1">
                                  <a:solidFill>
                                    <a:schemeClr val="accent1">
                                      <a:lumMod val="50000"/>
                                    </a:schemeClr>
                                  </a:solidFill>
                                  <a:latin typeface="Cambria Math" panose="02040503050406030204" pitchFamily="18" charset="0"/>
                                  <a:ea typeface="Cambria Math" panose="02040503050406030204" pitchFamily="18" charset="0"/>
                                </a:rPr>
                                <m:t>×</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e>
                                  </m:d>
                                </m:sub>
                              </m:sSub>
                            </m:sub>
                          </m:sSub>
                        </m:e>
                      </m:d>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e>
                                  </m:d>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𝑀</m:t>
                              </m:r>
                            </m:sub>
                          </m:sSub>
                        </m:e>
                      </m:d>
                      <m:r>
                        <a:rPr lang="es-ES" b="0" i="0" smtClean="0">
                          <a:solidFill>
                            <a:schemeClr val="accent1">
                              <a:lumMod val="50000"/>
                            </a:schemeClr>
                          </a:solidFill>
                          <a:latin typeface="Cambria Math" panose="02040503050406030204" pitchFamily="18" charset="0"/>
                          <a:ea typeface="Cambria Math" panose="02040503050406030204" pitchFamily="18" charset="0"/>
                        </a:rPr>
                        <m:t>+</m:t>
                      </m:r>
                      <m:d>
                        <m:d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b>
                              </m:sSub>
                              <m:r>
                                <a:rPr lang="es-ES" i="1">
                                  <a:solidFill>
                                    <a:schemeClr val="accent1">
                                      <a:lumMod val="50000"/>
                                    </a:schemeClr>
                                  </a:solidFill>
                                  <a:latin typeface="Cambria Math" panose="02040503050406030204" pitchFamily="18" charset="0"/>
                                  <a:ea typeface="Cambria Math" panose="02040503050406030204" pitchFamily="18" charset="0"/>
                                </a:rPr>
                                <m:t>×1</m:t>
                              </m:r>
                            </m:sub>
                          </m:sSub>
                          <m:r>
                            <m:rPr>
                              <m:nor/>
                            </m:rPr>
                            <a:rPr lang="es-ES" dirty="0"/>
                            <m:t> </m:t>
                          </m:r>
                        </m:e>
                      </m:d>
                    </m:oMath>
                  </m:oMathPara>
                </a14:m>
                <a:endParaRPr lang="es-ES" dirty="0"/>
              </a:p>
            </p:txBody>
          </p:sp>
        </mc:Choice>
        <mc:Fallback xmlns="">
          <p:sp>
            <p:nvSpPr>
              <p:cNvPr id="14" name="Rectángulo 13"/>
              <p:cNvSpPr>
                <a:spLocks noRot="1" noChangeAspect="1" noMove="1" noResize="1" noEditPoints="1" noAdjustHandles="1" noChangeArrowheads="1" noChangeShapeType="1" noTextEdit="1"/>
              </p:cNvSpPr>
              <p:nvPr/>
            </p:nvSpPr>
            <p:spPr>
              <a:xfrm>
                <a:off x="3567124" y="4624980"/>
                <a:ext cx="4913140" cy="506870"/>
              </a:xfrm>
              <a:prstGeom prst="rect">
                <a:avLst/>
              </a:prstGeom>
              <a:blipFill>
                <a:blip r:embed="rId10"/>
                <a:stretch>
                  <a:fillRect/>
                </a:stretch>
              </a:blipFill>
            </p:spPr>
            <p:txBody>
              <a:bodyPr/>
              <a:lstStyle/>
              <a:p>
                <a:r>
                  <a:rPr lang="es-ES">
                    <a:noFill/>
                  </a:rPr>
                  <a:t> </a:t>
                </a:r>
              </a:p>
            </p:txBody>
          </p:sp>
        </mc:Fallback>
      </mc:AlternateContent>
      <p:sp>
        <p:nvSpPr>
          <p:cNvPr id="6" name="Arco 5"/>
          <p:cNvSpPr/>
          <p:nvPr/>
        </p:nvSpPr>
        <p:spPr>
          <a:xfrm rot="20631526">
            <a:off x="7800157" y="4378823"/>
            <a:ext cx="1549175" cy="492312"/>
          </a:xfrm>
          <a:prstGeom prst="arc">
            <a:avLst>
              <a:gd name="adj1" fmla="val 11549756"/>
              <a:gd name="adj2" fmla="val 21017590"/>
            </a:avLst>
          </a:prstGeom>
          <a:ln>
            <a:head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8" name="CuadroTexto 17">
            <a:extLst>
              <a:ext uri="{FF2B5EF4-FFF2-40B4-BE49-F238E27FC236}">
                <a16:creationId xmlns:a16="http://schemas.microsoft.com/office/drawing/2014/main" id="{2F6652C7-9668-5652-46D6-2780054DFE46}"/>
              </a:ext>
            </a:extLst>
          </p:cNvPr>
          <p:cNvSpPr txBox="1"/>
          <p:nvPr/>
        </p:nvSpPr>
        <p:spPr>
          <a:xfrm>
            <a:off x="9202082" y="4118108"/>
            <a:ext cx="1565759" cy="369332"/>
          </a:xfrm>
          <a:prstGeom prst="rect">
            <a:avLst/>
          </a:prstGeom>
          <a:noFill/>
        </p:spPr>
        <p:txBody>
          <a:bodyPr wrap="square">
            <a:spAutoFit/>
          </a:bodyPr>
          <a:lstStyle/>
          <a:p>
            <a:r>
              <a:rPr lang="es-ES" dirty="0" err="1" smtClean="0">
                <a:solidFill>
                  <a:schemeClr val="accent1">
                    <a:lumMod val="50000"/>
                  </a:schemeClr>
                </a:solidFill>
              </a:rPr>
              <a:t>Broadcasting</a:t>
            </a:r>
            <a:endParaRPr lang="es-ES"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19" name="Rectángulo 18"/>
              <p:cNvSpPr/>
              <p:nvPr/>
            </p:nvSpPr>
            <p:spPr>
              <a:xfrm>
                <a:off x="655909" y="5540466"/>
                <a:ext cx="1772024" cy="4049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rPr>
                            <m:t>𝑨</m:t>
                          </m:r>
                        </m:e>
                        <m:sup>
                          <m:r>
                            <a:rPr lang="es-ES" b="1" i="1">
                              <a:solidFill>
                                <a:schemeClr val="accent1">
                                  <a:lumMod val="50000"/>
                                </a:schemeClr>
                              </a:solidFill>
                              <a:latin typeface="Cambria Math" panose="02040503050406030204" pitchFamily="18" charset="0"/>
                            </a:rPr>
                            <m:t>[</m:t>
                          </m:r>
                          <m:r>
                            <a:rPr lang="es-ES" b="1" i="1">
                              <a:solidFill>
                                <a:schemeClr val="accent1">
                                  <a:lumMod val="50000"/>
                                </a:schemeClr>
                              </a:solidFill>
                              <a:latin typeface="Cambria Math" panose="02040503050406030204" pitchFamily="18" charset="0"/>
                            </a:rPr>
                            <m:t>𝒍</m:t>
                          </m:r>
                          <m:r>
                            <a:rPr lang="es-ES" b="1" i="1">
                              <a:solidFill>
                                <a:schemeClr val="accent1">
                                  <a:lumMod val="50000"/>
                                </a:schemeClr>
                              </a:solidFill>
                              <a:latin typeface="Cambria Math" panose="02040503050406030204" pitchFamily="18" charset="0"/>
                            </a:rPr>
                            <m:t>]</m:t>
                          </m:r>
                        </m:sup>
                      </m:sSup>
                      <m:r>
                        <a:rPr lang="es-ES" b="1" i="1" smtClean="0">
                          <a:solidFill>
                            <a:schemeClr val="accent1">
                              <a:lumMod val="50000"/>
                            </a:schemeClr>
                          </a:solidFill>
                          <a:latin typeface="Cambria Math" panose="02040503050406030204" pitchFamily="18" charset="0"/>
                        </a:rPr>
                        <m:t>=</m:t>
                      </m:r>
                      <m:sSup>
                        <m:sSupPr>
                          <m:ctrlPr>
                            <a:rPr lang="es-ES" b="1" i="1">
                              <a:solidFill>
                                <a:schemeClr val="accent1">
                                  <a:lumMod val="50000"/>
                                </a:schemeClr>
                              </a:solidFill>
                              <a:latin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rPr>
                            <m:t>𝒈</m:t>
                          </m:r>
                        </m:e>
                        <m:sup>
                          <m:r>
                            <a:rPr lang="es-ES" b="1" i="1">
                              <a:solidFill>
                                <a:schemeClr val="accent1">
                                  <a:lumMod val="50000"/>
                                </a:schemeClr>
                              </a:solidFill>
                              <a:latin typeface="Cambria Math" panose="02040503050406030204" pitchFamily="18" charset="0"/>
                            </a:rPr>
                            <m:t>[</m:t>
                          </m:r>
                          <m:r>
                            <a:rPr lang="es-ES" b="1" i="1">
                              <a:solidFill>
                                <a:schemeClr val="accent1">
                                  <a:lumMod val="50000"/>
                                </a:schemeClr>
                              </a:solidFill>
                              <a:latin typeface="Cambria Math" panose="02040503050406030204" pitchFamily="18" charset="0"/>
                            </a:rPr>
                            <m:t>𝒍</m:t>
                          </m:r>
                          <m:r>
                            <a:rPr lang="es-ES" b="1" i="1">
                              <a:solidFill>
                                <a:schemeClr val="accent1">
                                  <a:lumMod val="50000"/>
                                </a:schemeClr>
                              </a:solidFill>
                              <a:latin typeface="Cambria Math" panose="02040503050406030204" pitchFamily="18" charset="0"/>
                            </a:rPr>
                            <m:t>]</m:t>
                          </m:r>
                        </m:sup>
                      </m:sSup>
                      <m:d>
                        <m:dPr>
                          <m:ctrlPr>
                            <a:rPr lang="es-ES" b="1" i="1" smtClean="0">
                              <a:solidFill>
                                <a:schemeClr val="accent1">
                                  <a:lumMod val="50000"/>
                                </a:schemeClr>
                              </a:solidFill>
                              <a:latin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rPr>
                                <m:t>𝒁</m:t>
                              </m:r>
                            </m:e>
                            <m:sup>
                              <m:r>
                                <a:rPr lang="es-ES" b="1" i="1">
                                  <a:solidFill>
                                    <a:schemeClr val="accent1">
                                      <a:lumMod val="50000"/>
                                    </a:schemeClr>
                                  </a:solidFill>
                                  <a:latin typeface="Cambria Math" panose="02040503050406030204" pitchFamily="18" charset="0"/>
                                </a:rPr>
                                <m:t>[</m:t>
                              </m:r>
                              <m:r>
                                <a:rPr lang="es-ES" b="1" i="1">
                                  <a:solidFill>
                                    <a:schemeClr val="accent1">
                                      <a:lumMod val="50000"/>
                                    </a:schemeClr>
                                  </a:solidFill>
                                  <a:latin typeface="Cambria Math" panose="02040503050406030204" pitchFamily="18" charset="0"/>
                                </a:rPr>
                                <m:t>𝒍</m:t>
                              </m:r>
                              <m:r>
                                <a:rPr lang="es-ES" b="1" i="1">
                                  <a:solidFill>
                                    <a:schemeClr val="accent1">
                                      <a:lumMod val="50000"/>
                                    </a:schemeClr>
                                  </a:solidFill>
                                  <a:latin typeface="Cambria Math" panose="02040503050406030204" pitchFamily="18" charset="0"/>
                                </a:rPr>
                                <m:t>]</m:t>
                              </m:r>
                            </m:sup>
                          </m:sSup>
                        </m:e>
                      </m:d>
                    </m:oMath>
                  </m:oMathPara>
                </a14:m>
                <a:endParaRPr lang="es-ES" dirty="0"/>
              </a:p>
            </p:txBody>
          </p:sp>
        </mc:Choice>
        <mc:Fallback xmlns="">
          <p:sp>
            <p:nvSpPr>
              <p:cNvPr id="19" name="Rectángulo 18"/>
              <p:cNvSpPr>
                <a:spLocks noRot="1" noChangeAspect="1" noMove="1" noResize="1" noEditPoints="1" noAdjustHandles="1" noChangeArrowheads="1" noChangeShapeType="1" noTextEdit="1"/>
              </p:cNvSpPr>
              <p:nvPr/>
            </p:nvSpPr>
            <p:spPr>
              <a:xfrm>
                <a:off x="655909" y="5540466"/>
                <a:ext cx="1772024" cy="404983"/>
              </a:xfrm>
              <a:prstGeom prst="rect">
                <a:avLst/>
              </a:prstGeom>
              <a:blipFill>
                <a:blip r:embed="rId11"/>
                <a:stretch>
                  <a:fillRect b="-303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Rectángulo 19"/>
              <p:cNvSpPr/>
              <p:nvPr/>
            </p:nvSpPr>
            <p:spPr>
              <a:xfrm>
                <a:off x="3567124" y="5540466"/>
                <a:ext cx="1348382" cy="3811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rPr>
                            <m:t>𝒈</m:t>
                          </m:r>
                        </m:e>
                        <m:sup>
                          <m:r>
                            <a:rPr lang="es-ES" b="1" i="1">
                              <a:solidFill>
                                <a:schemeClr val="accent1">
                                  <a:lumMod val="50000"/>
                                </a:schemeClr>
                              </a:solidFill>
                              <a:latin typeface="Cambria Math" panose="02040503050406030204" pitchFamily="18" charset="0"/>
                            </a:rPr>
                            <m:t>[</m:t>
                          </m:r>
                          <m:r>
                            <a:rPr lang="es-ES" b="1" i="1">
                              <a:solidFill>
                                <a:schemeClr val="accent1">
                                  <a:lumMod val="50000"/>
                                </a:schemeClr>
                              </a:solidFill>
                              <a:latin typeface="Cambria Math" panose="02040503050406030204" pitchFamily="18" charset="0"/>
                            </a:rPr>
                            <m:t>𝒍</m:t>
                          </m:r>
                          <m:r>
                            <a:rPr lang="es-ES" b="1" i="1">
                              <a:solidFill>
                                <a:schemeClr val="accent1">
                                  <a:lumMod val="50000"/>
                                </a:schemeClr>
                              </a:solidFill>
                              <a:latin typeface="Cambria Math" panose="02040503050406030204" pitchFamily="18" charset="0"/>
                            </a:rPr>
                            <m:t>]</m:t>
                          </m:r>
                        </m:sup>
                      </m:sSup>
                      <m:r>
                        <a:rPr lang="es-ES" b="1" i="1" smtClean="0">
                          <a:solidFill>
                            <a:schemeClr val="accent1">
                              <a:lumMod val="50000"/>
                            </a:schemeClr>
                          </a:solidFill>
                          <a:latin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r>
                        <a:rPr lang="es-ES" i="1" smtClean="0">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ℝ</m:t>
                      </m:r>
                    </m:oMath>
                  </m:oMathPara>
                </a14:m>
                <a:endParaRPr lang="es-ES" dirty="0"/>
              </a:p>
            </p:txBody>
          </p:sp>
        </mc:Choice>
        <mc:Fallback xmlns="">
          <p:sp>
            <p:nvSpPr>
              <p:cNvPr id="20" name="Rectángulo 19"/>
              <p:cNvSpPr>
                <a:spLocks noRot="1" noChangeAspect="1" noMove="1" noResize="1" noEditPoints="1" noAdjustHandles="1" noChangeArrowheads="1" noChangeShapeType="1" noTextEdit="1"/>
              </p:cNvSpPr>
              <p:nvPr/>
            </p:nvSpPr>
            <p:spPr>
              <a:xfrm>
                <a:off x="3567124" y="5540466"/>
                <a:ext cx="1348382" cy="381130"/>
              </a:xfrm>
              <a:prstGeom prst="rect">
                <a:avLst/>
              </a:prstGeom>
              <a:blipFill>
                <a:blip r:embed="rId12"/>
                <a:stretch>
                  <a:fillRect b="-6452"/>
                </a:stretch>
              </a:blipFill>
            </p:spPr>
            <p:txBody>
              <a:bodyPr/>
              <a:lstStyle/>
              <a:p>
                <a:r>
                  <a:rPr lang="es-ES">
                    <a:noFill/>
                  </a:rPr>
                  <a:t> </a:t>
                </a:r>
              </a:p>
            </p:txBody>
          </p:sp>
        </mc:Fallback>
      </mc:AlternateContent>
      <p:sp>
        <p:nvSpPr>
          <p:cNvPr id="21" name="CuadroTexto 20">
            <a:extLst>
              <a:ext uri="{FF2B5EF4-FFF2-40B4-BE49-F238E27FC236}">
                <a16:creationId xmlns:a16="http://schemas.microsoft.com/office/drawing/2014/main" id="{2F6652C7-9668-5652-46D6-2780054DFE46}"/>
              </a:ext>
            </a:extLst>
          </p:cNvPr>
          <p:cNvSpPr txBox="1"/>
          <p:nvPr/>
        </p:nvSpPr>
        <p:spPr>
          <a:xfrm>
            <a:off x="5145354" y="5533287"/>
            <a:ext cx="3168467" cy="646331"/>
          </a:xfrm>
          <a:prstGeom prst="rect">
            <a:avLst/>
          </a:prstGeom>
          <a:noFill/>
        </p:spPr>
        <p:txBody>
          <a:bodyPr wrap="square">
            <a:spAutoFit/>
          </a:bodyPr>
          <a:lstStyle/>
          <a:p>
            <a:r>
              <a:rPr lang="es-ES" dirty="0" smtClean="0">
                <a:solidFill>
                  <a:schemeClr val="accent1">
                    <a:lumMod val="50000"/>
                  </a:schemeClr>
                </a:solidFill>
              </a:rPr>
              <a:t>Función escalar </a:t>
            </a:r>
            <a:r>
              <a:rPr lang="es-ES" dirty="0" err="1" smtClean="0">
                <a:solidFill>
                  <a:schemeClr val="accent1">
                    <a:lumMod val="50000"/>
                  </a:schemeClr>
                </a:solidFill>
              </a:rPr>
              <a:t>vectorizada</a:t>
            </a:r>
            <a:r>
              <a:rPr lang="es-ES" dirty="0" smtClean="0">
                <a:solidFill>
                  <a:schemeClr val="accent1">
                    <a:lumMod val="50000"/>
                  </a:schemeClr>
                </a:solidFill>
              </a:rPr>
              <a:t> que se aplica a cada componente </a:t>
            </a:r>
            <a:endParaRPr lang="es-ES" dirty="0">
              <a:solidFill>
                <a:schemeClr val="accent1">
                  <a:lumMod val="50000"/>
                </a:schemeClr>
              </a:solidFill>
            </a:endParaRPr>
          </a:p>
        </p:txBody>
      </p:sp>
    </p:spTree>
    <p:extLst>
      <p:ext uri="{BB962C8B-B14F-4D97-AF65-F5344CB8AC3E}">
        <p14:creationId xmlns:p14="http://schemas.microsoft.com/office/powerpoint/2010/main" val="237801250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B48CF-9BCB-F4D5-B5E4-BB7C49D583B0}"/>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B329B423-955D-F5F4-6380-79425303BA21}"/>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25" name="CuadroTexto 24">
            <a:extLst>
              <a:ext uri="{FF2B5EF4-FFF2-40B4-BE49-F238E27FC236}">
                <a16:creationId xmlns:a16="http://schemas.microsoft.com/office/drawing/2014/main" id="{DF2381CA-F9E9-0CBA-1866-9AA3A9D0B8E6}"/>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Implementación</a:t>
            </a:r>
            <a:r>
              <a:rPr lang="en-US" sz="2000" b="1" dirty="0">
                <a:solidFill>
                  <a:schemeClr val="accent1">
                    <a:lumMod val="50000"/>
                  </a:schemeClr>
                </a:solidFill>
              </a:rPr>
              <a:t> </a:t>
            </a:r>
            <a:r>
              <a:rPr lang="en-US" sz="2000" b="1" dirty="0" err="1">
                <a:solidFill>
                  <a:schemeClr val="accent1">
                    <a:lumMod val="50000"/>
                  </a:schemeClr>
                </a:solidFill>
              </a:rPr>
              <a:t>vectorizada</a:t>
            </a:r>
            <a:r>
              <a:rPr lang="en-US" sz="2000" b="1" dirty="0">
                <a:solidFill>
                  <a:schemeClr val="accent1">
                    <a:lumMod val="50000"/>
                  </a:schemeClr>
                </a:solidFill>
              </a:rPr>
              <a:t> </a:t>
            </a:r>
            <a:r>
              <a:rPr lang="en-US" sz="2000" b="1" dirty="0" err="1">
                <a:solidFill>
                  <a:schemeClr val="accent1">
                    <a:lumMod val="50000"/>
                  </a:schemeClr>
                </a:solidFill>
              </a:rPr>
              <a:t>en</a:t>
            </a:r>
            <a:r>
              <a:rPr lang="en-US" sz="2000" b="1" dirty="0">
                <a:solidFill>
                  <a:schemeClr val="accent1">
                    <a:lumMod val="50000"/>
                  </a:schemeClr>
                </a:solidFill>
              </a:rPr>
              <a:t> </a:t>
            </a:r>
            <a:r>
              <a:rPr lang="en-US" sz="2000" b="1" dirty="0" err="1">
                <a:solidFill>
                  <a:schemeClr val="accent1">
                    <a:lumMod val="50000"/>
                  </a:schemeClr>
                </a:solidFill>
              </a:rPr>
              <a:t>Pyhton</a:t>
            </a:r>
            <a:endParaRPr lang="en-US" sz="2000" dirty="0">
              <a:solidFill>
                <a:schemeClr val="accent1">
                  <a:lumMod val="50000"/>
                </a:schemeClr>
              </a:solidFill>
            </a:endParaRPr>
          </a:p>
        </p:txBody>
      </p:sp>
      <p:sp>
        <p:nvSpPr>
          <p:cNvPr id="2" name="CuadroTexto 1">
            <a:extLst>
              <a:ext uri="{FF2B5EF4-FFF2-40B4-BE49-F238E27FC236}">
                <a16:creationId xmlns:a16="http://schemas.microsoft.com/office/drawing/2014/main" id="{2F6652C7-9668-5652-46D6-2780054DFE46}"/>
              </a:ext>
            </a:extLst>
          </p:cNvPr>
          <p:cNvSpPr txBox="1"/>
          <p:nvPr/>
        </p:nvSpPr>
        <p:spPr>
          <a:xfrm>
            <a:off x="259710" y="1002588"/>
            <a:ext cx="11672580" cy="369332"/>
          </a:xfrm>
          <a:prstGeom prst="rect">
            <a:avLst/>
          </a:prstGeom>
          <a:noFill/>
        </p:spPr>
        <p:txBody>
          <a:bodyPr wrap="square">
            <a:spAutoFit/>
          </a:bodyPr>
          <a:lstStyle/>
          <a:p>
            <a:r>
              <a:rPr lang="es-ES" u="sng" dirty="0" err="1" smtClean="0">
                <a:solidFill>
                  <a:schemeClr val="accent1">
                    <a:lumMod val="50000"/>
                  </a:schemeClr>
                </a:solidFill>
              </a:rPr>
              <a:t>BackPropagation</a:t>
            </a:r>
            <a:r>
              <a:rPr lang="es-ES" u="sng" dirty="0" smtClean="0">
                <a:solidFill>
                  <a:schemeClr val="accent1">
                    <a:lumMod val="50000"/>
                  </a:schemeClr>
                </a:solidFill>
              </a:rPr>
              <a:t>.</a:t>
            </a:r>
            <a:endParaRPr lang="es-ES" u="sng" dirty="0">
              <a:solidFill>
                <a:schemeClr val="accent1">
                  <a:lumMod val="50000"/>
                </a:schemeClr>
              </a:solidFill>
            </a:endParaRPr>
          </a:p>
        </p:txBody>
      </p:sp>
      <p:sp>
        <p:nvSpPr>
          <p:cNvPr id="7" name="Rectángulo 6"/>
          <p:cNvSpPr/>
          <p:nvPr/>
        </p:nvSpPr>
        <p:spPr>
          <a:xfrm>
            <a:off x="814513" y="1511856"/>
            <a:ext cx="1005404" cy="369332"/>
          </a:xfrm>
          <a:prstGeom prst="rect">
            <a:avLst/>
          </a:prstGeom>
        </p:spPr>
        <p:txBody>
          <a:bodyPr wrap="none">
            <a:spAutoFit/>
          </a:bodyPr>
          <a:lstStyle/>
          <a:p>
            <a:pPr lvl="0" algn="ctr">
              <a:defRPr/>
            </a:pPr>
            <a:r>
              <a:rPr lang="es-ES" dirty="0" smtClean="0">
                <a:solidFill>
                  <a:schemeClr val="accent1">
                    <a:lumMod val="50000"/>
                  </a:schemeClr>
                </a:solidFill>
              </a:rPr>
              <a:t>Capa [L]:</a:t>
            </a:r>
            <a:endParaRPr lang="es-ES"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4" name="Rectángulo 3"/>
              <p:cNvSpPr/>
              <p:nvPr/>
            </p:nvSpPr>
            <p:spPr>
              <a:xfrm>
                <a:off x="814513" y="2144321"/>
                <a:ext cx="6097438" cy="9727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𝜹</m:t>
                          </m:r>
                        </m:e>
                        <m:sup>
                          <m:r>
                            <a:rPr lang="es-ES" b="1" i="1">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𝑳</m:t>
                          </m:r>
                          <m:r>
                            <a:rPr lang="es-ES" b="1" i="1">
                              <a:solidFill>
                                <a:schemeClr val="accent1">
                                  <a:lumMod val="50000"/>
                                </a:schemeClr>
                              </a:solidFill>
                              <a:latin typeface="Cambria Math" panose="02040503050406030204" pitchFamily="18" charset="0"/>
                            </a:rPr>
                            <m:t>]</m:t>
                          </m:r>
                        </m:sup>
                      </m:sSup>
                      <m:r>
                        <a:rPr lang="es-ES" b="1" i="1" smtClean="0">
                          <a:solidFill>
                            <a:schemeClr val="accent1">
                              <a:lumMod val="50000"/>
                            </a:schemeClr>
                          </a:solidFill>
                          <a:latin typeface="Cambria Math" panose="02040503050406030204" pitchFamily="18" charset="0"/>
                        </a:rPr>
                        <m:t>=</m:t>
                      </m:r>
                      <m:f>
                        <m:fPr>
                          <m:ctrlPr>
                            <a:rPr lang="es-ES" b="1" i="1" smtClean="0">
                              <a:solidFill>
                                <a:schemeClr val="accent1">
                                  <a:lumMod val="50000"/>
                                </a:schemeClr>
                              </a:solidFill>
                              <a:latin typeface="Cambria Math" panose="02040503050406030204" pitchFamily="18" charset="0"/>
                            </a:rPr>
                          </m:ctrlPr>
                        </m:fPr>
                        <m:num>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𝑱</m:t>
                          </m:r>
                        </m:num>
                        <m:den>
                          <m:r>
                            <a:rPr lang="es-ES" b="1"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𝒁</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𝑳</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r>
                        <a:rPr lang="es-ES" b="1" i="1" smtClean="0">
                          <a:solidFill>
                            <a:schemeClr val="accent1">
                              <a:lumMod val="50000"/>
                            </a:schemeClr>
                          </a:solidFill>
                          <a:latin typeface="Cambria Math" panose="02040503050406030204" pitchFamily="18" charset="0"/>
                        </a:rPr>
                        <m:t>=</m:t>
                      </m:r>
                      <m:f>
                        <m:fPr>
                          <m:ctrlPr>
                            <a:rPr lang="es-ES" b="1" i="1">
                              <a:solidFill>
                                <a:schemeClr val="accent1">
                                  <a:lumMod val="50000"/>
                                </a:schemeClr>
                              </a:solidFill>
                              <a:latin typeface="Cambria Math" panose="02040503050406030204" pitchFamily="18" charset="0"/>
                            </a:rPr>
                          </m:ctrlPr>
                        </m:fPr>
                        <m:num>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𝑱</m:t>
                          </m:r>
                        </m:num>
                        <m:den>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𝑨</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𝑳</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f>
                        <m:fPr>
                          <m:ctrlPr>
                            <a:rPr lang="es-ES" b="1" i="1">
                              <a:solidFill>
                                <a:schemeClr val="accent1">
                                  <a:lumMod val="50000"/>
                                </a:schemeClr>
                              </a:solidFill>
                              <a:latin typeface="Cambria Math" panose="02040503050406030204" pitchFamily="18" charset="0"/>
                            </a:rPr>
                          </m:ctrlPr>
                        </m:fPr>
                        <m:num>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𝑨</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𝑳</m:t>
                              </m:r>
                              <m:r>
                                <a:rPr lang="es-ES" b="1" i="1">
                                  <a:solidFill>
                                    <a:schemeClr val="accent1">
                                      <a:lumMod val="50000"/>
                                    </a:schemeClr>
                                  </a:solidFill>
                                  <a:latin typeface="Cambria Math" panose="02040503050406030204" pitchFamily="18" charset="0"/>
                                  <a:ea typeface="Cambria Math" panose="02040503050406030204" pitchFamily="18" charset="0"/>
                                </a:rPr>
                                <m:t>]</m:t>
                              </m:r>
                            </m:sup>
                          </m:sSup>
                        </m:num>
                        <m:den>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𝒁</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𝑳</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r>
                        <a:rPr lang="es-ES" b="1" i="1" smtClean="0">
                          <a:solidFill>
                            <a:schemeClr val="accent1">
                              <a:lumMod val="50000"/>
                            </a:schemeClr>
                          </a:solidFill>
                          <a:latin typeface="Cambria Math" panose="02040503050406030204" pitchFamily="18" charset="0"/>
                          <a:ea typeface="Cambria Math" panose="02040503050406030204" pitchFamily="18" charset="0"/>
                        </a:rPr>
                        <m:t>=</m:t>
                      </m:r>
                      <m:d>
                        <m:dPr>
                          <m:begChr m:val="["/>
                          <m:endChr m:val="]"/>
                          <m:ctrlPr>
                            <a:rPr lang="es-ES" b="1" i="1" smtClean="0">
                              <a:solidFill>
                                <a:schemeClr val="accent1">
                                  <a:lumMod val="50000"/>
                                </a:schemeClr>
                              </a:solidFill>
                              <a:latin typeface="Cambria Math" panose="02040503050406030204" pitchFamily="18" charset="0"/>
                              <a:ea typeface="Cambria Math" panose="02040503050406030204" pitchFamily="18" charset="0"/>
                            </a:rPr>
                          </m:ctrlPr>
                        </m:dPr>
                        <m:e>
                          <m:m>
                            <m:mPr>
                              <m:mcs>
                                <m:mc>
                                  <m:mcPr>
                                    <m:count m:val="3"/>
                                    <m:mcJc m:val="center"/>
                                  </m:mcPr>
                                </m:mc>
                              </m:mcs>
                              <m:ctrlPr>
                                <a:rPr lang="es-ES" b="1" i="1" smtClean="0">
                                  <a:solidFill>
                                    <a:schemeClr val="accent1">
                                      <a:lumMod val="50000"/>
                                    </a:schemeClr>
                                  </a:solidFill>
                                  <a:latin typeface="Cambria Math" panose="02040503050406030204" pitchFamily="18" charset="0"/>
                                  <a:ea typeface="Cambria Math" panose="02040503050406030204" pitchFamily="18" charset="0"/>
                                </a:rPr>
                              </m:ctrlPr>
                            </m:mPr>
                            <m:mr>
                              <m:e/>
                              <m:e/>
                              <m:e/>
                            </m:mr>
                            <m:mr>
                              <m:e/>
                              <m:e>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m:t>
                                        </m:r>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𝑀</m:t>
                                    </m:r>
                                  </m:sub>
                                </m:sSub>
                              </m:e>
                              <m:e/>
                            </m:mr>
                            <m:mr>
                              <m:e/>
                              <m:e/>
                              <m:e/>
                            </m:mr>
                          </m:m>
                        </m:e>
                      </m:d>
                      <m:r>
                        <a:rPr lang="es-ES" b="1"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rPr>
                            <m:t>𝒈</m:t>
                          </m:r>
                        </m:e>
                        <m:sup>
                          <m:sSup>
                            <m:sSupPr>
                              <m:ctrlPr>
                                <a:rPr lang="es-ES" b="1" i="1" smtClean="0">
                                  <a:solidFill>
                                    <a:schemeClr val="accent1">
                                      <a:lumMod val="50000"/>
                                    </a:schemeClr>
                                  </a:solidFill>
                                  <a:latin typeface="Cambria Math" panose="02040503050406030204" pitchFamily="18" charset="0"/>
                                </a:rPr>
                              </m:ctrlPr>
                            </m:sSupPr>
                            <m:e>
                              <m:d>
                                <m:dPr>
                                  <m:begChr m:val="["/>
                                  <m:endChr m:val="]"/>
                                  <m:ctrlPr>
                                    <a:rPr lang="es-ES" b="1" i="1">
                                      <a:solidFill>
                                        <a:schemeClr val="accent1">
                                          <a:lumMod val="50000"/>
                                        </a:schemeClr>
                                      </a:solidFill>
                                      <a:latin typeface="Cambria Math" panose="02040503050406030204" pitchFamily="18" charset="0"/>
                                    </a:rPr>
                                  </m:ctrlPr>
                                </m:dPr>
                                <m:e>
                                  <m:r>
                                    <a:rPr lang="es-ES" b="1" i="1" smtClean="0">
                                      <a:solidFill>
                                        <a:schemeClr val="accent1">
                                          <a:lumMod val="50000"/>
                                        </a:schemeClr>
                                      </a:solidFill>
                                      <a:latin typeface="Cambria Math" panose="02040503050406030204" pitchFamily="18" charset="0"/>
                                    </a:rPr>
                                    <m:t>𝑳</m:t>
                                  </m:r>
                                </m:e>
                              </m:d>
                            </m:e>
                            <m:sup>
                              <m:r>
                                <a:rPr lang="es-ES" b="1" i="1" smtClean="0">
                                  <a:solidFill>
                                    <a:schemeClr val="accent1">
                                      <a:lumMod val="50000"/>
                                    </a:schemeClr>
                                  </a:solidFill>
                                  <a:latin typeface="Cambria Math" panose="02040503050406030204" pitchFamily="18" charset="0"/>
                                </a:rPr>
                                <m:t>′</m:t>
                              </m:r>
                            </m:sup>
                          </m:sSup>
                        </m:sup>
                      </m:sSup>
                      <m:d>
                        <m:dPr>
                          <m:ctrlPr>
                            <a:rPr lang="es-ES" b="1" i="1" smtClean="0">
                              <a:solidFill>
                                <a:schemeClr val="accent1">
                                  <a:lumMod val="50000"/>
                                </a:schemeClr>
                              </a:solidFill>
                              <a:latin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𝒁</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𝑳</m:t>
                              </m:r>
                              <m:r>
                                <a:rPr lang="es-ES" b="1"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4" name="Rectángulo 3"/>
              <p:cNvSpPr>
                <a:spLocks noRot="1" noChangeAspect="1" noMove="1" noResize="1" noEditPoints="1" noAdjustHandles="1" noChangeArrowheads="1" noChangeShapeType="1" noTextEdit="1"/>
              </p:cNvSpPr>
              <p:nvPr/>
            </p:nvSpPr>
            <p:spPr>
              <a:xfrm>
                <a:off x="814513" y="2144321"/>
                <a:ext cx="6097438" cy="972702"/>
              </a:xfrm>
              <a:prstGeom prst="rect">
                <a:avLst/>
              </a:prstGeom>
              <a:blipFill>
                <a:blip r:embed="rId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2F6652C7-9668-5652-46D6-2780054DFE46}"/>
                  </a:ext>
                </a:extLst>
              </p:cNvPr>
              <p:cNvSpPr txBox="1"/>
              <p:nvPr/>
            </p:nvSpPr>
            <p:spPr>
              <a:xfrm>
                <a:off x="6911951" y="1723275"/>
                <a:ext cx="4638771" cy="1337867"/>
              </a:xfrm>
              <a:prstGeom prst="rect">
                <a:avLst/>
              </a:prstGeom>
              <a:noFill/>
            </p:spPr>
            <p:txBody>
              <a:bodyPr wrap="square">
                <a:spAutoFit/>
              </a:bodyPr>
              <a:lstStyle/>
              <a:p>
                <a:r>
                  <a:rPr lang="es-ES" dirty="0" smtClean="0">
                    <a:solidFill>
                      <a:schemeClr val="accent1">
                        <a:lumMod val="50000"/>
                      </a:schemeClr>
                    </a:solidFill>
                  </a:rPr>
                  <a:t>Producto de </a:t>
                </a:r>
                <a:r>
                  <a:rPr lang="es-ES" dirty="0" err="1" smtClean="0">
                    <a:solidFill>
                      <a:schemeClr val="accent1">
                        <a:lumMod val="50000"/>
                      </a:schemeClr>
                    </a:solidFill>
                  </a:rPr>
                  <a:t>Hadamard</a:t>
                </a:r>
                <a:r>
                  <a:rPr lang="es-ES" dirty="0" smtClean="0">
                    <a:solidFill>
                      <a:schemeClr val="accent1">
                        <a:lumMod val="50000"/>
                      </a:schemeClr>
                    </a:solidFill>
                  </a:rPr>
                  <a:t> elemento a elemento entre dos matrices de mismo tamaño</a:t>
                </a:r>
              </a:p>
              <a:p>
                <a:pPr/>
                <a14:m>
                  <m:oMathPara xmlns:m="http://schemas.openxmlformats.org/officeDocument/2006/math">
                    <m:oMathParaPr>
                      <m:jc m:val="centerGroup"/>
                    </m:oMathParaPr>
                    <m:oMath xmlns:m="http://schemas.openxmlformats.org/officeDocument/2006/math">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𝐿</m:t>
                                      </m:r>
                                    </m:e>
                                  </m:d>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𝑀</m:t>
                              </m:r>
                            </m:sub>
                          </m:sSub>
                        </m:e>
                      </m:d>
                      <m:r>
                        <a:rPr lang="es-ES" b="0" i="1" smtClean="0">
                          <a:solidFill>
                            <a:schemeClr val="accent1">
                              <a:lumMod val="50000"/>
                            </a:schemeClr>
                          </a:solidFill>
                          <a:latin typeface="Cambria Math" panose="02040503050406030204" pitchFamily="18" charset="0"/>
                          <a:ea typeface="Cambria Math" panose="02040503050406030204" pitchFamily="18" charset="0"/>
                        </a:rPr>
                        <m:t>∗</m:t>
                      </m:r>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𝑀</m:t>
                              </m:r>
                            </m:sub>
                          </m:sSub>
                        </m:e>
                      </m:d>
                    </m:oMath>
                  </m:oMathPara>
                </a14:m>
                <a:endParaRPr lang="es-ES" dirty="0" smtClean="0">
                  <a:solidFill>
                    <a:schemeClr val="accent1">
                      <a:lumMod val="50000"/>
                    </a:schemeClr>
                  </a:solidFill>
                </a:endParaRPr>
              </a:p>
              <a:p>
                <a:endParaRPr lang="es-ES" dirty="0">
                  <a:solidFill>
                    <a:schemeClr val="accent1">
                      <a:lumMod val="50000"/>
                    </a:schemeClr>
                  </a:solidFill>
                </a:endParaRPr>
              </a:p>
            </p:txBody>
          </p:sp>
        </mc:Choice>
        <mc:Fallback xmlns="">
          <p:sp>
            <p:nvSpPr>
              <p:cNvPr id="22" name="CuadroTexto 21">
                <a:extLst>
                  <a:ext uri="{FF2B5EF4-FFF2-40B4-BE49-F238E27FC236}">
                    <a16:creationId xmlns:a16="http://schemas.microsoft.com/office/drawing/2014/main" id="{2F6652C7-9668-5652-46D6-2780054DFE46}"/>
                  </a:ext>
                </a:extLst>
              </p:cNvPr>
              <p:cNvSpPr txBox="1">
                <a:spLocks noRot="1" noChangeAspect="1" noMove="1" noResize="1" noEditPoints="1" noAdjustHandles="1" noChangeArrowheads="1" noChangeShapeType="1" noTextEdit="1"/>
              </p:cNvSpPr>
              <p:nvPr/>
            </p:nvSpPr>
            <p:spPr>
              <a:xfrm>
                <a:off x="6911951" y="1723275"/>
                <a:ext cx="4638771" cy="1337867"/>
              </a:xfrm>
              <a:prstGeom prst="rect">
                <a:avLst/>
              </a:prstGeom>
              <a:blipFill>
                <a:blip r:embed="rId4"/>
                <a:stretch>
                  <a:fillRect l="-1183" t="-274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3" name="Rectángulo 22"/>
              <p:cNvSpPr/>
              <p:nvPr/>
            </p:nvSpPr>
            <p:spPr>
              <a:xfrm>
                <a:off x="814513" y="3620194"/>
                <a:ext cx="4557786" cy="6657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𝑳</m:t>
                          </m:r>
                          <m:r>
                            <a:rPr lang="es-ES" b="1" i="1">
                              <a:solidFill>
                                <a:schemeClr val="accent1">
                                  <a:lumMod val="50000"/>
                                </a:schemeClr>
                              </a:solidFill>
                              <a:latin typeface="Cambria Math" panose="02040503050406030204" pitchFamily="18" charset="0"/>
                            </a:rPr>
                            <m:t>]</m:t>
                          </m:r>
                        </m:sup>
                      </m:sSup>
                      <m:r>
                        <a:rPr lang="es-ES" b="1" i="1" smtClean="0">
                          <a:solidFill>
                            <a:schemeClr val="accent1">
                              <a:lumMod val="50000"/>
                            </a:schemeClr>
                          </a:solidFill>
                          <a:latin typeface="Cambria Math" panose="02040503050406030204" pitchFamily="18" charset="0"/>
                        </a:rPr>
                        <m:t>=</m:t>
                      </m:r>
                      <m:f>
                        <m:fPr>
                          <m:ctrlPr>
                            <a:rPr lang="es-ES" b="1" i="1" smtClean="0">
                              <a:solidFill>
                                <a:schemeClr val="accent1">
                                  <a:lumMod val="50000"/>
                                </a:schemeClr>
                              </a:solidFill>
                              <a:latin typeface="Cambria Math" panose="02040503050406030204" pitchFamily="18" charset="0"/>
                            </a:rPr>
                          </m:ctrlPr>
                        </m:fPr>
                        <m:num>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𝑱</m:t>
                          </m:r>
                        </m:num>
                        <m:den>
                          <m:r>
                            <a:rPr lang="es-ES" b="1"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𝑳</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r>
                        <a:rPr lang="es-ES" b="1" i="1" smtClean="0">
                          <a:solidFill>
                            <a:schemeClr val="accent1">
                              <a:lumMod val="50000"/>
                            </a:schemeClr>
                          </a:solidFill>
                          <a:latin typeface="Cambria Math" panose="02040503050406030204" pitchFamily="18" charset="0"/>
                        </a:rPr>
                        <m:t>=</m:t>
                      </m:r>
                      <m:sSup>
                        <m:sSupPr>
                          <m:ctrlPr>
                            <a:rPr lang="es-ES" b="1"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p>
                          <m:r>
                            <a:rPr lang="es-ES" b="1" i="1">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𝑳</m:t>
                          </m:r>
                          <m:r>
                            <a:rPr lang="es-ES" b="1" i="1">
                              <a:solidFill>
                                <a:schemeClr val="accent1">
                                  <a:lumMod val="50000"/>
                                </a:schemeClr>
                              </a:solidFill>
                              <a:latin typeface="Cambria Math" panose="02040503050406030204" pitchFamily="18" charset="0"/>
                            </a:rPr>
                            <m:t>]</m:t>
                          </m:r>
                        </m:sup>
                      </m:sSup>
                      <m:f>
                        <m:fPr>
                          <m:ctrlPr>
                            <a:rPr lang="es-ES" b="1" i="1">
                              <a:solidFill>
                                <a:schemeClr val="accent1">
                                  <a:lumMod val="50000"/>
                                </a:schemeClr>
                              </a:solidFill>
                              <a:latin typeface="Cambria Math" panose="02040503050406030204" pitchFamily="18" charset="0"/>
                            </a:rPr>
                          </m:ctrlPr>
                        </m:fPr>
                        <m:num>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𝒁</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𝑳</m:t>
                              </m:r>
                              <m:r>
                                <a:rPr lang="es-ES" b="1" i="1">
                                  <a:solidFill>
                                    <a:schemeClr val="accent1">
                                      <a:lumMod val="50000"/>
                                    </a:schemeClr>
                                  </a:solidFill>
                                  <a:latin typeface="Cambria Math" panose="02040503050406030204" pitchFamily="18" charset="0"/>
                                  <a:ea typeface="Cambria Math" panose="02040503050406030204" pitchFamily="18" charset="0"/>
                                </a:rPr>
                                <m:t>]</m:t>
                              </m:r>
                            </m:sup>
                          </m:sSup>
                        </m:num>
                        <m:den>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𝑳</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r>
                        <a:rPr lang="es-ES" b="1"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p>
                          <m:r>
                            <a:rPr lang="es-ES" b="1" i="1">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𝑳</m:t>
                          </m:r>
                          <m:r>
                            <a:rPr lang="es-ES" b="1" i="1">
                              <a:solidFill>
                                <a:schemeClr val="accent1">
                                  <a:lumMod val="50000"/>
                                </a:schemeClr>
                              </a:solidFill>
                              <a:latin typeface="Cambria Math" panose="02040503050406030204" pitchFamily="18" charset="0"/>
                            </a:rPr>
                            <m:t>]</m:t>
                          </m:r>
                        </m:sup>
                      </m:sSup>
                      <m:sSup>
                        <m:sSupPr>
                          <m:ctrlPr>
                            <a:rPr lang="es-ES" b="1" i="1" smtClean="0">
                              <a:solidFill>
                                <a:schemeClr val="accent1">
                                  <a:lumMod val="50000"/>
                                </a:schemeClr>
                              </a:solidFill>
                              <a:latin typeface="Cambria Math" panose="02040503050406030204" pitchFamily="18" charset="0"/>
                            </a:rPr>
                          </m:ctrlPr>
                        </m:sSupPr>
                        <m:e>
                          <m:d>
                            <m:dPr>
                              <m:ctrlPr>
                                <a:rPr lang="es-ES" b="1" i="1" smtClean="0">
                                  <a:solidFill>
                                    <a:schemeClr val="accent1">
                                      <a:lumMod val="50000"/>
                                    </a:schemeClr>
                                  </a:solidFill>
                                  <a:latin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𝑨</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𝑳</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e>
                          </m:d>
                        </m:e>
                        <m:sup>
                          <m:r>
                            <a:rPr lang="es-ES" b="1" i="1" smtClean="0">
                              <a:solidFill>
                                <a:schemeClr val="accent1">
                                  <a:lumMod val="50000"/>
                                </a:schemeClr>
                              </a:solidFill>
                              <a:latin typeface="Cambria Math" panose="02040503050406030204" pitchFamily="18" charset="0"/>
                            </a:rPr>
                            <m:t>𝑻</m:t>
                          </m:r>
                        </m:sup>
                      </m:sSup>
                    </m:oMath>
                  </m:oMathPara>
                </a14:m>
                <a:endParaRPr lang="es-ES" dirty="0"/>
              </a:p>
            </p:txBody>
          </p:sp>
        </mc:Choice>
        <mc:Fallback xmlns="">
          <p:sp>
            <p:nvSpPr>
              <p:cNvPr id="23" name="Rectángulo 22"/>
              <p:cNvSpPr>
                <a:spLocks noRot="1" noChangeAspect="1" noMove="1" noResize="1" noEditPoints="1" noAdjustHandles="1" noChangeArrowheads="1" noChangeShapeType="1" noTextEdit="1"/>
              </p:cNvSpPr>
              <p:nvPr/>
            </p:nvSpPr>
            <p:spPr>
              <a:xfrm>
                <a:off x="814513" y="3620194"/>
                <a:ext cx="4557786" cy="665760"/>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 name="Rectángulo 4"/>
              <p:cNvSpPr/>
              <p:nvPr/>
            </p:nvSpPr>
            <p:spPr>
              <a:xfrm>
                <a:off x="5971777" y="3699639"/>
                <a:ext cx="4041427" cy="5068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b>
                              </m:sSub>
                              <m:r>
                                <a:rPr lang="es-ES" i="1">
                                  <a:solidFill>
                                    <a:schemeClr val="accent1">
                                      <a:lumMod val="50000"/>
                                    </a:schemeClr>
                                  </a:solidFill>
                                  <a:latin typeface="Cambria Math" panose="02040503050406030204" pitchFamily="18" charset="0"/>
                                  <a:ea typeface="Cambria Math" panose="02040503050406030204" pitchFamily="18" charset="0"/>
                                </a:rPr>
                                <m:t>×</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i="1">
                                          <a:solidFill>
                                            <a:schemeClr val="accent1">
                                              <a:lumMod val="50000"/>
                                            </a:schemeClr>
                                          </a:solidFill>
                                          <a:latin typeface="Cambria Math" panose="02040503050406030204" pitchFamily="18" charset="0"/>
                                          <a:ea typeface="Cambria Math" panose="02040503050406030204" pitchFamily="18" charset="0"/>
                                        </a:rPr>
                                        <m:t>−1</m:t>
                                      </m:r>
                                    </m:e>
                                  </m:d>
                                </m:sub>
                              </m:sSub>
                            </m:sub>
                          </m:sSub>
                        </m:e>
                      </m:d>
                      <m:r>
                        <a:rPr lang="es-ES" i="1" smtClean="0">
                          <a:solidFill>
                            <a:schemeClr val="accent1">
                              <a:lumMod val="50000"/>
                            </a:schemeClr>
                          </a:solidFill>
                          <a:latin typeface="Cambria Math" panose="02040503050406030204" pitchFamily="18" charset="0"/>
                          <a:ea typeface="Cambria Math" panose="02040503050406030204" pitchFamily="18" charset="0"/>
                        </a:rPr>
                        <m:t>←</m:t>
                      </m:r>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e>
                                  </m:d>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𝑀</m:t>
                              </m:r>
                            </m:sub>
                          </m:sSub>
                        </m:e>
                      </m:d>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r>
                                <a:rPr lang="es-ES" b="0" i="1" smtClean="0">
                                  <a:solidFill>
                                    <a:schemeClr val="accent1">
                                      <a:lumMod val="50000"/>
                                    </a:schemeClr>
                                  </a:solidFill>
                                  <a:latin typeface="Cambria Math" panose="02040503050406030204" pitchFamily="18" charset="0"/>
                                  <a:ea typeface="Cambria Math" panose="02040503050406030204" pitchFamily="18" charset="0"/>
                                </a:rPr>
                                <m:t>𝑀</m:t>
                              </m:r>
                              <m:r>
                                <a:rPr lang="es-ES" i="1">
                                  <a:solidFill>
                                    <a:schemeClr val="accent1">
                                      <a:lumMod val="50000"/>
                                    </a:schemeClr>
                                  </a:solidFill>
                                  <a:latin typeface="Cambria Math" panose="02040503050406030204" pitchFamily="18" charset="0"/>
                                  <a:ea typeface="Cambria Math" panose="02040503050406030204" pitchFamily="18" charset="0"/>
                                </a:rPr>
                                <m:t>×</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𝐿</m:t>
                                      </m:r>
                                      <m:r>
                                        <a:rPr lang="es-ES" b="0" i="1" smtClean="0">
                                          <a:solidFill>
                                            <a:schemeClr val="accent1">
                                              <a:lumMod val="50000"/>
                                            </a:schemeClr>
                                          </a:solidFill>
                                          <a:latin typeface="Cambria Math" panose="02040503050406030204" pitchFamily="18" charset="0"/>
                                          <a:ea typeface="Cambria Math" panose="02040503050406030204" pitchFamily="18" charset="0"/>
                                        </a:rPr>
                                        <m:t>−1</m:t>
                                      </m:r>
                                    </m:e>
                                  </m:d>
                                </m:sub>
                              </m:sSub>
                            </m:sub>
                          </m:sSub>
                        </m:e>
                      </m:d>
                    </m:oMath>
                  </m:oMathPara>
                </a14:m>
                <a:endParaRPr lang="es-ES" dirty="0"/>
              </a:p>
            </p:txBody>
          </p:sp>
        </mc:Choice>
        <mc:Fallback xmlns="">
          <p:sp>
            <p:nvSpPr>
              <p:cNvPr id="5" name="Rectángulo 4"/>
              <p:cNvSpPr>
                <a:spLocks noRot="1" noChangeAspect="1" noMove="1" noResize="1" noEditPoints="1" noAdjustHandles="1" noChangeArrowheads="1" noChangeShapeType="1" noTextEdit="1"/>
              </p:cNvSpPr>
              <p:nvPr/>
            </p:nvSpPr>
            <p:spPr>
              <a:xfrm>
                <a:off x="5971777" y="3699639"/>
                <a:ext cx="4041427" cy="506870"/>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Rectángulo 23"/>
              <p:cNvSpPr/>
              <p:nvPr/>
            </p:nvSpPr>
            <p:spPr>
              <a:xfrm>
                <a:off x="814513" y="4678597"/>
                <a:ext cx="4524187" cy="8712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sup>
                          <m:r>
                            <a:rPr lang="es-ES" b="1" i="1">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𝑳</m:t>
                          </m:r>
                          <m:r>
                            <a:rPr lang="es-ES" b="1" i="1">
                              <a:solidFill>
                                <a:schemeClr val="accent1">
                                  <a:lumMod val="50000"/>
                                </a:schemeClr>
                              </a:solidFill>
                              <a:latin typeface="Cambria Math" panose="02040503050406030204" pitchFamily="18" charset="0"/>
                            </a:rPr>
                            <m:t>]</m:t>
                          </m:r>
                        </m:sup>
                      </m:sSup>
                      <m:r>
                        <a:rPr lang="es-ES" b="1" i="1" smtClean="0">
                          <a:solidFill>
                            <a:schemeClr val="accent1">
                              <a:lumMod val="50000"/>
                            </a:schemeClr>
                          </a:solidFill>
                          <a:latin typeface="Cambria Math" panose="02040503050406030204" pitchFamily="18" charset="0"/>
                        </a:rPr>
                        <m:t>=</m:t>
                      </m:r>
                      <m:f>
                        <m:fPr>
                          <m:ctrlPr>
                            <a:rPr lang="es-ES" b="1" i="1" smtClean="0">
                              <a:solidFill>
                                <a:schemeClr val="accent1">
                                  <a:lumMod val="50000"/>
                                </a:schemeClr>
                              </a:solidFill>
                              <a:latin typeface="Cambria Math" panose="02040503050406030204" pitchFamily="18" charset="0"/>
                            </a:rPr>
                          </m:ctrlPr>
                        </m:fPr>
                        <m:num>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𝑱</m:t>
                          </m:r>
                        </m:num>
                        <m:den>
                          <m:r>
                            <a:rPr lang="es-ES" b="1"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𝑳</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r>
                        <a:rPr lang="es-ES" b="1" i="1" smtClean="0">
                          <a:solidFill>
                            <a:schemeClr val="accent1">
                              <a:lumMod val="50000"/>
                            </a:schemeClr>
                          </a:solidFill>
                          <a:latin typeface="Cambria Math" panose="02040503050406030204" pitchFamily="18" charset="0"/>
                        </a:rPr>
                        <m:t>=</m:t>
                      </m:r>
                      <m:sSup>
                        <m:sSupPr>
                          <m:ctrlPr>
                            <a:rPr lang="es-ES" b="1"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p>
                          <m:r>
                            <a:rPr lang="es-ES" b="1" i="1">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𝑳</m:t>
                          </m:r>
                          <m:r>
                            <a:rPr lang="es-ES" b="1" i="1">
                              <a:solidFill>
                                <a:schemeClr val="accent1">
                                  <a:lumMod val="50000"/>
                                </a:schemeClr>
                              </a:solidFill>
                              <a:latin typeface="Cambria Math" panose="02040503050406030204" pitchFamily="18" charset="0"/>
                            </a:rPr>
                            <m:t>]</m:t>
                          </m:r>
                        </m:sup>
                      </m:sSup>
                      <m:r>
                        <a:rPr lang="es-ES" b="1" i="1" smtClean="0">
                          <a:solidFill>
                            <a:schemeClr val="accent1">
                              <a:lumMod val="50000"/>
                            </a:schemeClr>
                          </a:solidFill>
                          <a:latin typeface="Cambria Math" panose="02040503050406030204" pitchFamily="18" charset="0"/>
                        </a:rPr>
                        <m:t>   </m:t>
                      </m:r>
                      <m:r>
                        <a:rPr lang="es-ES" b="1"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b="1" i="1">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𝑳</m:t>
                          </m:r>
                          <m:r>
                            <a:rPr lang="es-ES" b="1" i="1">
                              <a:solidFill>
                                <a:schemeClr val="accent1">
                                  <a:lumMod val="50000"/>
                                </a:schemeClr>
                              </a:solidFill>
                              <a:latin typeface="Cambria Math" panose="02040503050406030204" pitchFamily="18" charset="0"/>
                            </a:rPr>
                            <m:t>]</m:t>
                          </m:r>
                        </m:sup>
                      </m:sSup>
                      <m:r>
                        <a:rPr lang="es-ES" b="1" i="1">
                          <a:solidFill>
                            <a:schemeClr val="accent1">
                              <a:lumMod val="50000"/>
                            </a:schemeClr>
                          </a:solidFill>
                          <a:latin typeface="Cambria Math" panose="02040503050406030204" pitchFamily="18" charset="0"/>
                        </a:rPr>
                        <m:t>=</m:t>
                      </m:r>
                      <m:f>
                        <m:fPr>
                          <m:ctrlPr>
                            <a:rPr lang="es-ES" i="1" smtClean="0">
                              <a:solidFill>
                                <a:schemeClr val="accent1">
                                  <a:lumMod val="50000"/>
                                </a:schemeClr>
                              </a:solidFill>
                              <a:latin typeface="Cambria Math" panose="02040503050406030204" pitchFamily="18" charset="0"/>
                            </a:rPr>
                          </m:ctrlPr>
                        </m:fPr>
                        <m:num>
                          <m:r>
                            <a:rPr lang="es-ES" b="0" i="1" smtClean="0">
                              <a:solidFill>
                                <a:schemeClr val="accent1">
                                  <a:lumMod val="50000"/>
                                </a:schemeClr>
                              </a:solidFill>
                              <a:latin typeface="Cambria Math" panose="02040503050406030204" pitchFamily="18" charset="0"/>
                            </a:rPr>
                            <m:t>1</m:t>
                          </m:r>
                        </m:num>
                        <m:den>
                          <m:r>
                            <a:rPr lang="es-ES" b="0" i="1" smtClean="0">
                              <a:solidFill>
                                <a:schemeClr val="accent1">
                                  <a:lumMod val="50000"/>
                                </a:schemeClr>
                              </a:solidFill>
                              <a:latin typeface="Cambria Math" panose="02040503050406030204" pitchFamily="18" charset="0"/>
                            </a:rPr>
                            <m:t>𝑀</m:t>
                          </m:r>
                        </m:den>
                      </m:f>
                      <m:nary>
                        <m:naryPr>
                          <m:chr m:val="∑"/>
                          <m:ctrlPr>
                            <a:rPr lang="es-ES" i="1" smtClean="0">
                              <a:solidFill>
                                <a:schemeClr val="accent1">
                                  <a:lumMod val="50000"/>
                                </a:schemeClr>
                              </a:solidFill>
                              <a:latin typeface="Cambria Math" panose="02040503050406030204" pitchFamily="18" charset="0"/>
                            </a:rPr>
                          </m:ctrlPr>
                        </m:naryPr>
                        <m:sub>
                          <m:r>
                            <m:rPr>
                              <m:brk m:alnAt="23"/>
                            </m:rPr>
                            <a:rPr lang="es-ES" b="0" i="1" smtClean="0">
                              <a:solidFill>
                                <a:schemeClr val="accent1">
                                  <a:lumMod val="50000"/>
                                </a:schemeClr>
                              </a:solidFill>
                              <a:latin typeface="Cambria Math" panose="02040503050406030204" pitchFamily="18" charset="0"/>
                            </a:rPr>
                            <m:t>𝑚</m:t>
                          </m:r>
                          <m:r>
                            <a:rPr lang="es-ES" b="0" i="1" smtClean="0">
                              <a:solidFill>
                                <a:schemeClr val="accent1">
                                  <a:lumMod val="50000"/>
                                </a:schemeClr>
                              </a:solidFill>
                              <a:latin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rPr>
                            <m:t>𝑀</m:t>
                          </m:r>
                        </m:sup>
                        <m:e>
                          <m:sSubSup>
                            <m:sSub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b>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𝒎</m:t>
                              </m:r>
                            </m:sub>
                            <m:sup>
                              <m:r>
                                <a:rPr lang="es-ES" b="1" i="1">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𝑳</m:t>
                              </m:r>
                              <m:r>
                                <a:rPr lang="es-ES" b="1" i="1">
                                  <a:solidFill>
                                    <a:schemeClr val="accent1">
                                      <a:lumMod val="50000"/>
                                    </a:schemeClr>
                                  </a:solidFill>
                                  <a:latin typeface="Cambria Math" panose="02040503050406030204" pitchFamily="18" charset="0"/>
                                </a:rPr>
                                <m:t>]</m:t>
                              </m:r>
                            </m:sup>
                          </m:sSubSup>
                        </m:e>
                      </m:nary>
                    </m:oMath>
                  </m:oMathPara>
                </a14:m>
                <a:endParaRPr lang="es-ES" dirty="0"/>
              </a:p>
            </p:txBody>
          </p:sp>
        </mc:Choice>
        <mc:Fallback xmlns="">
          <p:sp>
            <p:nvSpPr>
              <p:cNvPr id="24" name="Rectángulo 23"/>
              <p:cNvSpPr>
                <a:spLocks noRot="1" noChangeAspect="1" noMove="1" noResize="1" noEditPoints="1" noAdjustHandles="1" noChangeArrowheads="1" noChangeShapeType="1" noTextEdit="1"/>
              </p:cNvSpPr>
              <p:nvPr/>
            </p:nvSpPr>
            <p:spPr>
              <a:xfrm>
                <a:off x="814513" y="4678597"/>
                <a:ext cx="4524187" cy="87120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2F6652C7-9668-5652-46D6-2780054DFE46}"/>
                  </a:ext>
                </a:extLst>
              </p:cNvPr>
              <p:cNvSpPr txBox="1"/>
              <p:nvPr/>
            </p:nvSpPr>
            <p:spPr>
              <a:xfrm>
                <a:off x="5755497" y="4926267"/>
                <a:ext cx="6081461" cy="1845826"/>
              </a:xfrm>
              <a:prstGeom prst="rect">
                <a:avLst/>
              </a:prstGeom>
              <a:noFill/>
            </p:spPr>
            <p:txBody>
              <a:bodyPr wrap="square">
                <a:spAutoFit/>
              </a:bodyPr>
              <a:lstStyle/>
              <a:p>
                <a14:m>
                  <m:oMath xmlns:m="http://schemas.openxmlformats.org/officeDocument/2006/math">
                    <m:sSup>
                      <m:sSupPr>
                        <m:ctrlPr>
                          <a:rPr lang="es-ES" b="1" i="1" smtClean="0">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b="1" i="1">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𝑳</m:t>
                        </m:r>
                        <m:r>
                          <a:rPr lang="es-ES" b="1" i="1">
                            <a:solidFill>
                              <a:schemeClr val="accent1">
                                <a:lumMod val="50000"/>
                              </a:schemeClr>
                            </a:solidFill>
                            <a:latin typeface="Cambria Math" panose="02040503050406030204" pitchFamily="18" charset="0"/>
                          </a:rPr>
                          <m:t>]</m:t>
                        </m:r>
                      </m:sup>
                    </m:sSup>
                  </m:oMath>
                </a14:m>
                <a:r>
                  <a:rPr lang="es-ES" dirty="0" smtClean="0">
                    <a:solidFill>
                      <a:schemeClr val="accent1">
                        <a:lumMod val="50000"/>
                      </a:schemeClr>
                    </a:solidFill>
                  </a:rPr>
                  <a:t> es un vector que habíamos extendido artificialmente a </a:t>
                </a:r>
                <a14:m>
                  <m:oMath xmlns:m="http://schemas.openxmlformats.org/officeDocument/2006/math">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𝑀</m:t>
                        </m:r>
                      </m:sub>
                    </m:sSub>
                  </m:oMath>
                </a14:m>
                <a:r>
                  <a:rPr lang="es-ES" dirty="0" smtClean="0">
                    <a:solidFill>
                      <a:schemeClr val="accent1">
                        <a:lumMod val="50000"/>
                      </a:schemeClr>
                    </a:solidFill>
                  </a:rPr>
                  <a:t> mediante </a:t>
                </a:r>
                <a:r>
                  <a:rPr lang="es-ES" dirty="0" err="1" smtClean="0">
                    <a:solidFill>
                      <a:schemeClr val="accent1">
                        <a:lumMod val="50000"/>
                      </a:schemeClr>
                    </a:solidFill>
                  </a:rPr>
                  <a:t>broadcasting</a:t>
                </a:r>
                <a:r>
                  <a:rPr lang="es-ES" dirty="0" smtClean="0">
                    <a:solidFill>
                      <a:schemeClr val="accent1">
                        <a:lumMod val="50000"/>
                      </a:schemeClr>
                    </a:solidFill>
                  </a:rPr>
                  <a:t> de modo que cada columna corresponde a un dato de entrada</a:t>
                </a:r>
                <a:r>
                  <a:rPr lang="es-ES" dirty="0">
                    <a:solidFill>
                      <a:schemeClr val="accent1">
                        <a:lumMod val="50000"/>
                      </a:schemeClr>
                    </a:solidFill>
                  </a:rPr>
                  <a:t>. Pero el parámetro real </a:t>
                </a:r>
                <a14:m>
                  <m:oMath xmlns:m="http://schemas.openxmlformats.org/officeDocument/2006/math">
                    <m:sSup>
                      <m:sSupPr>
                        <m:ctrlPr>
                          <a:rPr lang="es-ES" b="1"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rPr>
                          <m:t>𝒃</m:t>
                        </m:r>
                      </m:e>
                      <m:sup>
                        <m:r>
                          <a:rPr lang="es-ES" b="1" i="1">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𝑳</m:t>
                        </m:r>
                        <m:r>
                          <a:rPr lang="es-ES" b="1" i="1">
                            <a:solidFill>
                              <a:schemeClr val="accent1">
                                <a:lumMod val="50000"/>
                              </a:schemeClr>
                            </a:solidFill>
                            <a:latin typeface="Cambria Math" panose="02040503050406030204" pitchFamily="18" charset="0"/>
                          </a:rPr>
                          <m:t>]</m:t>
                        </m:r>
                      </m:sup>
                    </m:sSup>
                  </m:oMath>
                </a14:m>
                <a:r>
                  <a:rPr lang="es-ES" dirty="0" smtClean="0">
                    <a:solidFill>
                      <a:schemeClr val="accent1">
                        <a:lumMod val="50000"/>
                      </a:schemeClr>
                    </a:solidFill>
                  </a:rPr>
                  <a:t> </a:t>
                </a:r>
                <a:r>
                  <a:rPr lang="es-ES" dirty="0">
                    <a:solidFill>
                      <a:schemeClr val="accent1">
                        <a:lumMod val="50000"/>
                      </a:schemeClr>
                    </a:solidFill>
                  </a:rPr>
                  <a:t>solo tiene una copia por neurona, no una por ejemplo</a:t>
                </a:r>
                <a:r>
                  <a:rPr lang="es-ES" dirty="0" smtClean="0">
                    <a:solidFill>
                      <a:schemeClr val="accent1">
                        <a:lumMod val="50000"/>
                      </a:schemeClr>
                    </a:solidFill>
                  </a:rPr>
                  <a:t>. Por </a:t>
                </a:r>
                <a:r>
                  <a:rPr lang="es-ES" dirty="0">
                    <a:solidFill>
                      <a:schemeClr val="accent1">
                        <a:lumMod val="50000"/>
                      </a:schemeClr>
                    </a:solidFill>
                  </a:rPr>
                  <a:t>tanto, el gradiente </a:t>
                </a:r>
                <a14:m>
                  <m:oMath xmlns:m="http://schemas.openxmlformats.org/officeDocument/2006/math">
                    <m:sSup>
                      <m:sSupPr>
                        <m:ctrlPr>
                          <a:rPr lang="es-ES" b="1"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b="1" i="1">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𝑳</m:t>
                        </m:r>
                        <m:r>
                          <a:rPr lang="es-ES" b="1" i="1">
                            <a:solidFill>
                              <a:schemeClr val="accent1">
                                <a:lumMod val="50000"/>
                              </a:schemeClr>
                            </a:solidFill>
                            <a:latin typeface="Cambria Math" panose="02040503050406030204" pitchFamily="18" charset="0"/>
                          </a:rPr>
                          <m:t>]</m:t>
                        </m:r>
                      </m:sup>
                    </m:sSup>
                  </m:oMath>
                </a14:m>
                <a:r>
                  <a:rPr lang="es-ES" dirty="0" smtClean="0">
                    <a:solidFill>
                      <a:schemeClr val="accent1">
                        <a:lumMod val="50000"/>
                      </a:schemeClr>
                    </a:solidFill>
                  </a:rPr>
                  <a:t> </a:t>
                </a:r>
                <a:r>
                  <a:rPr lang="es-ES" dirty="0">
                    <a:solidFill>
                      <a:schemeClr val="accent1">
                        <a:lumMod val="50000"/>
                      </a:schemeClr>
                    </a:solidFill>
                  </a:rPr>
                  <a:t>es la suma (o media) sobre las </a:t>
                </a:r>
                <a14:m>
                  <m:oMath xmlns:m="http://schemas.openxmlformats.org/officeDocument/2006/math">
                    <m:r>
                      <a:rPr lang="es-ES" i="1">
                        <a:solidFill>
                          <a:schemeClr val="accent1">
                            <a:lumMod val="50000"/>
                          </a:schemeClr>
                        </a:solidFill>
                        <a:latin typeface="Cambria Math" panose="02040503050406030204" pitchFamily="18" charset="0"/>
                      </a:rPr>
                      <m:t>𝑀</m:t>
                    </m:r>
                  </m:oMath>
                </a14:m>
                <a:r>
                  <a:rPr lang="es-ES" dirty="0">
                    <a:solidFill>
                      <a:schemeClr val="accent1">
                        <a:lumMod val="50000"/>
                      </a:schemeClr>
                    </a:solidFill>
                  </a:rPr>
                  <a:t> columnas</a:t>
                </a:r>
              </a:p>
            </p:txBody>
          </p:sp>
        </mc:Choice>
        <mc:Fallback xmlns="">
          <p:sp>
            <p:nvSpPr>
              <p:cNvPr id="26" name="CuadroTexto 25">
                <a:extLst>
                  <a:ext uri="{FF2B5EF4-FFF2-40B4-BE49-F238E27FC236}">
                    <a16:creationId xmlns:a16="http://schemas.microsoft.com/office/drawing/2014/main" id="{2F6652C7-9668-5652-46D6-2780054DFE46}"/>
                  </a:ext>
                </a:extLst>
              </p:cNvPr>
              <p:cNvSpPr txBox="1">
                <a:spLocks noRot="1" noChangeAspect="1" noMove="1" noResize="1" noEditPoints="1" noAdjustHandles="1" noChangeArrowheads="1" noChangeShapeType="1" noTextEdit="1"/>
              </p:cNvSpPr>
              <p:nvPr/>
            </p:nvSpPr>
            <p:spPr>
              <a:xfrm>
                <a:off x="5755497" y="4926267"/>
                <a:ext cx="6081461" cy="1845826"/>
              </a:xfrm>
              <a:prstGeom prst="rect">
                <a:avLst/>
              </a:prstGeom>
              <a:blipFill>
                <a:blip r:embed="rId8"/>
                <a:stretch>
                  <a:fillRect l="-802" t="-990" b="-4290"/>
                </a:stretch>
              </a:blipFill>
            </p:spPr>
            <p:txBody>
              <a:bodyPr/>
              <a:lstStyle/>
              <a:p>
                <a:r>
                  <a:rPr lang="es-ES">
                    <a:noFill/>
                  </a:rPr>
                  <a:t> </a:t>
                </a:r>
              </a:p>
            </p:txBody>
          </p:sp>
        </mc:Fallback>
      </mc:AlternateContent>
      <p:sp>
        <p:nvSpPr>
          <p:cNvPr id="27" name="CuadroTexto 26">
            <a:extLst>
              <a:ext uri="{FF2B5EF4-FFF2-40B4-BE49-F238E27FC236}">
                <a16:creationId xmlns:a16="http://schemas.microsoft.com/office/drawing/2014/main" id="{2F6652C7-9668-5652-46D6-2780054DFE46}"/>
              </a:ext>
            </a:extLst>
          </p:cNvPr>
          <p:cNvSpPr txBox="1"/>
          <p:nvPr/>
        </p:nvSpPr>
        <p:spPr>
          <a:xfrm>
            <a:off x="3841496" y="1224765"/>
            <a:ext cx="2699981" cy="923330"/>
          </a:xfrm>
          <a:prstGeom prst="rect">
            <a:avLst/>
          </a:prstGeom>
          <a:noFill/>
        </p:spPr>
        <p:txBody>
          <a:bodyPr wrap="square">
            <a:spAutoFit/>
          </a:bodyPr>
          <a:lstStyle/>
          <a:p>
            <a:r>
              <a:rPr lang="es-ES" dirty="0" smtClean="0">
                <a:solidFill>
                  <a:schemeClr val="accent1">
                    <a:lumMod val="50000"/>
                  </a:schemeClr>
                </a:solidFill>
              </a:rPr>
              <a:t>Depende de la elección de la función de pérdida</a:t>
            </a:r>
          </a:p>
          <a:p>
            <a:endParaRPr lang="es-ES" dirty="0">
              <a:solidFill>
                <a:schemeClr val="accent1">
                  <a:lumMod val="50000"/>
                </a:schemeClr>
              </a:solidFill>
            </a:endParaRPr>
          </a:p>
        </p:txBody>
      </p:sp>
      <p:cxnSp>
        <p:nvCxnSpPr>
          <p:cNvPr id="16" name="Conector recto de flecha 15"/>
          <p:cNvCxnSpPr/>
          <p:nvPr/>
        </p:nvCxnSpPr>
        <p:spPr>
          <a:xfrm flipH="1">
            <a:off x="4722725" y="1881188"/>
            <a:ext cx="100484" cy="359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33695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B48CF-9BCB-F4D5-B5E4-BB7C49D583B0}"/>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B329B423-955D-F5F4-6380-79425303BA21}"/>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25" name="CuadroTexto 24">
            <a:extLst>
              <a:ext uri="{FF2B5EF4-FFF2-40B4-BE49-F238E27FC236}">
                <a16:creationId xmlns:a16="http://schemas.microsoft.com/office/drawing/2014/main" id="{DF2381CA-F9E9-0CBA-1866-9AA3A9D0B8E6}"/>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Implementación</a:t>
            </a:r>
            <a:r>
              <a:rPr lang="en-US" sz="2000" b="1" dirty="0">
                <a:solidFill>
                  <a:schemeClr val="accent1">
                    <a:lumMod val="50000"/>
                  </a:schemeClr>
                </a:solidFill>
              </a:rPr>
              <a:t> </a:t>
            </a:r>
            <a:r>
              <a:rPr lang="en-US" sz="2000" b="1" dirty="0" err="1">
                <a:solidFill>
                  <a:schemeClr val="accent1">
                    <a:lumMod val="50000"/>
                  </a:schemeClr>
                </a:solidFill>
              </a:rPr>
              <a:t>vectorizada</a:t>
            </a:r>
            <a:r>
              <a:rPr lang="en-US" sz="2000" b="1" dirty="0">
                <a:solidFill>
                  <a:schemeClr val="accent1">
                    <a:lumMod val="50000"/>
                  </a:schemeClr>
                </a:solidFill>
              </a:rPr>
              <a:t> </a:t>
            </a:r>
            <a:r>
              <a:rPr lang="en-US" sz="2000" b="1" dirty="0" err="1">
                <a:solidFill>
                  <a:schemeClr val="accent1">
                    <a:lumMod val="50000"/>
                  </a:schemeClr>
                </a:solidFill>
              </a:rPr>
              <a:t>en</a:t>
            </a:r>
            <a:r>
              <a:rPr lang="en-US" sz="2000" b="1" dirty="0">
                <a:solidFill>
                  <a:schemeClr val="accent1">
                    <a:lumMod val="50000"/>
                  </a:schemeClr>
                </a:solidFill>
              </a:rPr>
              <a:t> </a:t>
            </a:r>
            <a:r>
              <a:rPr lang="en-US" sz="2000" b="1" dirty="0" err="1">
                <a:solidFill>
                  <a:schemeClr val="accent1">
                    <a:lumMod val="50000"/>
                  </a:schemeClr>
                </a:solidFill>
              </a:rPr>
              <a:t>Pyhton</a:t>
            </a:r>
            <a:endParaRPr lang="en-US" sz="2000" dirty="0">
              <a:solidFill>
                <a:schemeClr val="accent1">
                  <a:lumMod val="50000"/>
                </a:schemeClr>
              </a:solidFill>
            </a:endParaRPr>
          </a:p>
        </p:txBody>
      </p:sp>
      <p:sp>
        <p:nvSpPr>
          <p:cNvPr id="2" name="CuadroTexto 1">
            <a:extLst>
              <a:ext uri="{FF2B5EF4-FFF2-40B4-BE49-F238E27FC236}">
                <a16:creationId xmlns:a16="http://schemas.microsoft.com/office/drawing/2014/main" id="{2F6652C7-9668-5652-46D6-2780054DFE46}"/>
              </a:ext>
            </a:extLst>
          </p:cNvPr>
          <p:cNvSpPr txBox="1"/>
          <p:nvPr/>
        </p:nvSpPr>
        <p:spPr>
          <a:xfrm>
            <a:off x="259710" y="1002588"/>
            <a:ext cx="11672580" cy="369332"/>
          </a:xfrm>
          <a:prstGeom prst="rect">
            <a:avLst/>
          </a:prstGeom>
          <a:noFill/>
        </p:spPr>
        <p:txBody>
          <a:bodyPr wrap="square">
            <a:spAutoFit/>
          </a:bodyPr>
          <a:lstStyle/>
          <a:p>
            <a:r>
              <a:rPr lang="es-ES" u="sng" dirty="0" err="1" smtClean="0">
                <a:solidFill>
                  <a:schemeClr val="accent1">
                    <a:lumMod val="50000"/>
                  </a:schemeClr>
                </a:solidFill>
              </a:rPr>
              <a:t>BackPropagation</a:t>
            </a:r>
            <a:r>
              <a:rPr lang="es-ES" u="sng" dirty="0" smtClean="0">
                <a:solidFill>
                  <a:schemeClr val="accent1">
                    <a:lumMod val="50000"/>
                  </a:schemeClr>
                </a:solidFill>
              </a:rPr>
              <a:t>.</a:t>
            </a:r>
            <a:endParaRPr lang="es-ES" u="sng"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7" name="Rectángulo 6"/>
              <p:cNvSpPr/>
              <p:nvPr/>
            </p:nvSpPr>
            <p:spPr>
              <a:xfrm>
                <a:off x="327255" y="1598794"/>
                <a:ext cx="2341667" cy="369332"/>
              </a:xfrm>
              <a:prstGeom prst="rect">
                <a:avLst/>
              </a:prstGeom>
            </p:spPr>
            <p:txBody>
              <a:bodyPr wrap="none">
                <a:spAutoFit/>
              </a:bodyPr>
              <a:lstStyle/>
              <a:p>
                <a:pPr lvl="0" algn="ctr">
                  <a:defRPr/>
                </a:pPr>
                <a:r>
                  <a:rPr lang="es-ES" dirty="0" smtClean="0">
                    <a:solidFill>
                      <a:schemeClr val="accent1">
                        <a:lumMod val="50000"/>
                      </a:schemeClr>
                    </a:solidFill>
                  </a:rPr>
                  <a:t>Capa </a:t>
                </a:r>
                <a14:m>
                  <m:oMath xmlns:m="http://schemas.openxmlformats.org/officeDocument/2006/math">
                    <m:d>
                      <m:dPr>
                        <m:begChr m:val="["/>
                        <m:endChr m:val="]"/>
                        <m:ctrlPr>
                          <a:rPr lang="es-ES" b="1" i="1">
                            <a:solidFill>
                              <a:schemeClr val="accent1">
                                <a:lumMod val="50000"/>
                              </a:schemeClr>
                            </a:solidFill>
                            <a:latin typeface="Cambria Math" panose="02040503050406030204" pitchFamily="18" charset="0"/>
                          </a:rPr>
                        </m:ctrlPr>
                      </m:dPr>
                      <m:e>
                        <m:r>
                          <a:rPr lang="es-ES" b="1" i="1">
                            <a:solidFill>
                              <a:schemeClr val="accent1">
                                <a:lumMod val="50000"/>
                              </a:schemeClr>
                            </a:solidFill>
                            <a:latin typeface="Cambria Math" panose="02040503050406030204" pitchFamily="18" charset="0"/>
                          </a:rPr>
                          <m:t>𝒍</m:t>
                        </m:r>
                      </m:e>
                    </m:d>
                  </m:oMath>
                </a14:m>
                <a:r>
                  <a:rPr lang="es-ES" dirty="0" smtClean="0">
                    <a:solidFill>
                      <a:schemeClr val="accent1">
                        <a:lumMod val="50000"/>
                      </a:schemeClr>
                    </a:solidFill>
                  </a:rPr>
                  <a:t> desde </a:t>
                </a:r>
                <a14:m>
                  <m:oMath xmlns:m="http://schemas.openxmlformats.org/officeDocument/2006/math">
                    <m:d>
                      <m:dPr>
                        <m:begChr m:val="["/>
                        <m:endChr m:val="]"/>
                        <m:ctrlPr>
                          <a:rPr lang="es-ES" b="1" i="1">
                            <a:solidFill>
                              <a:schemeClr val="accent1">
                                <a:lumMod val="50000"/>
                              </a:schemeClr>
                            </a:solidFill>
                            <a:latin typeface="Cambria Math" panose="02040503050406030204" pitchFamily="18" charset="0"/>
                          </a:rPr>
                        </m:ctrlPr>
                      </m:dPr>
                      <m:e>
                        <m:r>
                          <a:rPr lang="es-ES" b="1" i="1">
                            <a:solidFill>
                              <a:schemeClr val="accent1">
                                <a:lumMod val="50000"/>
                              </a:schemeClr>
                            </a:solidFill>
                            <a:latin typeface="Cambria Math" panose="02040503050406030204" pitchFamily="18" charset="0"/>
                          </a:rPr>
                          <m:t>𝒍</m:t>
                        </m:r>
                        <m:r>
                          <a:rPr lang="es-ES" b="1" i="1" smtClean="0">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𝟏</m:t>
                        </m:r>
                      </m:e>
                    </m:d>
                    <m:r>
                      <a:rPr lang="es-ES" b="1" i="1" smtClean="0">
                        <a:solidFill>
                          <a:schemeClr val="accent1">
                            <a:lumMod val="50000"/>
                          </a:schemeClr>
                        </a:solidFill>
                        <a:latin typeface="Cambria Math" panose="02040503050406030204" pitchFamily="18" charset="0"/>
                      </a:rPr>
                      <m:t>:</m:t>
                    </m:r>
                  </m:oMath>
                </a14:m>
                <a:endParaRPr lang="es-ES" dirty="0">
                  <a:solidFill>
                    <a:schemeClr val="accent1">
                      <a:lumMod val="50000"/>
                    </a:schemeClr>
                  </a:solidFill>
                </a:endParaRPr>
              </a:p>
            </p:txBody>
          </p:sp>
        </mc:Choice>
        <mc:Fallback xmlns="">
          <p:sp>
            <p:nvSpPr>
              <p:cNvPr id="7" name="Rectángulo 6"/>
              <p:cNvSpPr>
                <a:spLocks noRot="1" noChangeAspect="1" noMove="1" noResize="1" noEditPoints="1" noAdjustHandles="1" noChangeArrowheads="1" noChangeShapeType="1" noTextEdit="1"/>
              </p:cNvSpPr>
              <p:nvPr/>
            </p:nvSpPr>
            <p:spPr>
              <a:xfrm>
                <a:off x="327255" y="1598794"/>
                <a:ext cx="2341667" cy="369332"/>
              </a:xfrm>
              <a:prstGeom prst="rect">
                <a:avLst/>
              </a:prstGeom>
              <a:blipFill>
                <a:blip r:embed="rId3"/>
                <a:stretch>
                  <a:fillRect l="-1823" t="-8197" b="-2459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 name="Rectángulo 3"/>
              <p:cNvSpPr/>
              <p:nvPr/>
            </p:nvSpPr>
            <p:spPr>
              <a:xfrm>
                <a:off x="814513" y="2144321"/>
                <a:ext cx="10126105" cy="6657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𝜹</m:t>
                          </m:r>
                        </m:e>
                        <m:sup>
                          <m:r>
                            <a:rPr lang="es-ES" b="1" i="1">
                              <a:solidFill>
                                <a:schemeClr val="accent1">
                                  <a:lumMod val="50000"/>
                                </a:schemeClr>
                              </a:solidFill>
                              <a:latin typeface="Cambria Math" panose="02040503050406030204" pitchFamily="18" charset="0"/>
                            </a:rPr>
                            <m:t>[</m:t>
                          </m:r>
                          <m:r>
                            <a:rPr lang="es-ES" b="1" i="1">
                              <a:solidFill>
                                <a:schemeClr val="accent1">
                                  <a:lumMod val="50000"/>
                                </a:schemeClr>
                              </a:solidFill>
                              <a:latin typeface="Cambria Math" panose="02040503050406030204" pitchFamily="18" charset="0"/>
                            </a:rPr>
                            <m:t>𝒍</m:t>
                          </m:r>
                          <m:r>
                            <a:rPr lang="es-ES" b="1" i="1">
                              <a:solidFill>
                                <a:schemeClr val="accent1">
                                  <a:lumMod val="50000"/>
                                </a:schemeClr>
                              </a:solidFill>
                              <a:latin typeface="Cambria Math" panose="02040503050406030204" pitchFamily="18" charset="0"/>
                            </a:rPr>
                            <m:t>]</m:t>
                          </m:r>
                        </m:sup>
                      </m:sSup>
                      <m:r>
                        <a:rPr lang="es-ES" b="1" i="1" smtClean="0">
                          <a:solidFill>
                            <a:schemeClr val="accent1">
                              <a:lumMod val="50000"/>
                            </a:schemeClr>
                          </a:solidFill>
                          <a:latin typeface="Cambria Math" panose="02040503050406030204" pitchFamily="18" charset="0"/>
                        </a:rPr>
                        <m:t>=</m:t>
                      </m:r>
                      <m:f>
                        <m:fPr>
                          <m:ctrlPr>
                            <a:rPr lang="es-ES" b="1" i="1" smtClean="0">
                              <a:solidFill>
                                <a:schemeClr val="accent1">
                                  <a:lumMod val="50000"/>
                                </a:schemeClr>
                              </a:solidFill>
                              <a:latin typeface="Cambria Math" panose="02040503050406030204" pitchFamily="18" charset="0"/>
                            </a:rPr>
                          </m:ctrlPr>
                        </m:fPr>
                        <m:num>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𝑱</m:t>
                          </m:r>
                        </m:num>
                        <m:den>
                          <m:r>
                            <a:rPr lang="es-ES" b="1"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𝒁</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𝒍</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r>
                        <a:rPr lang="es-ES" b="1" i="1" smtClean="0">
                          <a:solidFill>
                            <a:schemeClr val="accent1">
                              <a:lumMod val="50000"/>
                            </a:schemeClr>
                          </a:solidFill>
                          <a:latin typeface="Cambria Math" panose="02040503050406030204" pitchFamily="18" charset="0"/>
                        </a:rPr>
                        <m:t>=</m:t>
                      </m:r>
                      <m:f>
                        <m:fPr>
                          <m:ctrlPr>
                            <a:rPr lang="es-ES" b="1" i="1">
                              <a:solidFill>
                                <a:schemeClr val="accent1">
                                  <a:lumMod val="50000"/>
                                </a:schemeClr>
                              </a:solidFill>
                              <a:latin typeface="Cambria Math" panose="02040503050406030204" pitchFamily="18" charset="0"/>
                            </a:rPr>
                          </m:ctrlPr>
                        </m:fPr>
                        <m:num>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𝑱</m:t>
                          </m:r>
                        </m:num>
                        <m:den>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𝒁</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𝒍</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f>
                        <m:fPr>
                          <m:ctrlPr>
                            <a:rPr lang="es-ES" b="1" i="1">
                              <a:solidFill>
                                <a:schemeClr val="accent1">
                                  <a:lumMod val="50000"/>
                                </a:schemeClr>
                              </a:solidFill>
                              <a:latin typeface="Cambria Math" panose="02040503050406030204" pitchFamily="18" charset="0"/>
                            </a:rPr>
                          </m:ctrlPr>
                        </m:fPr>
                        <m:num>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𝒁</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𝒍</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num>
                        <m:den>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𝑨</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𝒍</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f>
                        <m:fPr>
                          <m:ctrlPr>
                            <a:rPr lang="es-ES" b="1" i="1">
                              <a:solidFill>
                                <a:schemeClr val="accent1">
                                  <a:lumMod val="50000"/>
                                </a:schemeClr>
                              </a:solidFill>
                              <a:latin typeface="Cambria Math" panose="02040503050406030204" pitchFamily="18" charset="0"/>
                            </a:rPr>
                          </m:ctrlPr>
                        </m:fPr>
                        <m:num>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𝑨</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𝒍</m:t>
                              </m:r>
                              <m:r>
                                <a:rPr lang="es-ES" b="1" i="1">
                                  <a:solidFill>
                                    <a:schemeClr val="accent1">
                                      <a:lumMod val="50000"/>
                                    </a:schemeClr>
                                  </a:solidFill>
                                  <a:latin typeface="Cambria Math" panose="02040503050406030204" pitchFamily="18" charset="0"/>
                                  <a:ea typeface="Cambria Math" panose="02040503050406030204" pitchFamily="18" charset="0"/>
                                </a:rPr>
                                <m:t>]</m:t>
                              </m:r>
                            </m:sup>
                          </m:sSup>
                        </m:num>
                        <m:den>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𝒁</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𝒍</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r>
                        <a:rPr lang="es-ES" b="1"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p>
                          <m:r>
                            <a:rPr lang="es-ES" b="1" i="1">
                              <a:solidFill>
                                <a:schemeClr val="accent1">
                                  <a:lumMod val="50000"/>
                                </a:schemeClr>
                              </a:solidFill>
                              <a:latin typeface="Cambria Math" panose="02040503050406030204" pitchFamily="18" charset="0"/>
                            </a:rPr>
                            <m:t>[</m:t>
                          </m:r>
                          <m:r>
                            <a:rPr lang="es-ES" b="1" i="1">
                              <a:solidFill>
                                <a:schemeClr val="accent1">
                                  <a:lumMod val="50000"/>
                                </a:schemeClr>
                              </a:solidFill>
                              <a:latin typeface="Cambria Math" panose="02040503050406030204" pitchFamily="18" charset="0"/>
                            </a:rPr>
                            <m:t>𝒍</m:t>
                          </m:r>
                          <m:r>
                            <a:rPr lang="es-ES" b="1" i="1" smtClean="0">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𝟏</m:t>
                          </m:r>
                          <m:r>
                            <a:rPr lang="es-ES" b="1" i="1">
                              <a:solidFill>
                                <a:schemeClr val="accent1">
                                  <a:lumMod val="50000"/>
                                </a:schemeClr>
                              </a:solidFill>
                              <a:latin typeface="Cambria Math" panose="02040503050406030204" pitchFamily="18" charset="0"/>
                            </a:rPr>
                            <m:t>]</m:t>
                          </m:r>
                        </m:sup>
                      </m:sSup>
                      <m:sSup>
                        <m:sSupPr>
                          <m:ctrlPr>
                            <a:rPr lang="es-ES" b="1" i="1" smtClean="0">
                              <a:solidFill>
                                <a:schemeClr val="accent1">
                                  <a:lumMod val="50000"/>
                                </a:schemeClr>
                              </a:solidFill>
                              <a:latin typeface="Cambria Math" panose="02040503050406030204" pitchFamily="18" charset="0"/>
                            </a:rPr>
                          </m:ctrlPr>
                        </m:sSupPr>
                        <m:e>
                          <m:d>
                            <m:dPr>
                              <m:ctrlPr>
                                <a:rPr lang="es-ES" b="1" i="1" smtClean="0">
                                  <a:solidFill>
                                    <a:schemeClr val="accent1">
                                      <a:lumMod val="50000"/>
                                    </a:schemeClr>
                                  </a:solidFill>
                                  <a:latin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d>
                                    <m:dPr>
                                      <m:begChr m:val="["/>
                                      <m:endChr m:val="]"/>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𝒍</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e>
                                  </m:d>
                                </m:sup>
                              </m:sSup>
                            </m:e>
                          </m:d>
                        </m:e>
                        <m:sup>
                          <m:r>
                            <a:rPr lang="es-ES" b="1" i="1" smtClean="0">
                              <a:solidFill>
                                <a:schemeClr val="accent1">
                                  <a:lumMod val="50000"/>
                                </a:schemeClr>
                              </a:solidFill>
                              <a:latin typeface="Cambria Math" panose="02040503050406030204" pitchFamily="18" charset="0"/>
                            </a:rPr>
                            <m:t>𝑻</m:t>
                          </m:r>
                        </m:sup>
                      </m:sSup>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rPr>
                            <m:t>𝒈</m:t>
                          </m:r>
                        </m:e>
                        <m:sup>
                          <m:sSup>
                            <m:sSupPr>
                              <m:ctrlPr>
                                <a:rPr lang="es-ES" b="1" i="1">
                                  <a:solidFill>
                                    <a:schemeClr val="accent1">
                                      <a:lumMod val="50000"/>
                                    </a:schemeClr>
                                  </a:solidFill>
                                  <a:latin typeface="Cambria Math" panose="02040503050406030204" pitchFamily="18" charset="0"/>
                                </a:rPr>
                              </m:ctrlPr>
                            </m:sSupPr>
                            <m:e>
                              <m:d>
                                <m:dPr>
                                  <m:begChr m:val="["/>
                                  <m:endChr m:val="]"/>
                                  <m:ctrlPr>
                                    <a:rPr lang="es-ES" b="1" i="1">
                                      <a:solidFill>
                                        <a:schemeClr val="accent1">
                                          <a:lumMod val="50000"/>
                                        </a:schemeClr>
                                      </a:solidFill>
                                      <a:latin typeface="Cambria Math" panose="02040503050406030204" pitchFamily="18" charset="0"/>
                                    </a:rPr>
                                  </m:ctrlPr>
                                </m:dPr>
                                <m:e>
                                  <m:r>
                                    <a:rPr lang="es-ES" b="1" i="1" smtClean="0">
                                      <a:solidFill>
                                        <a:schemeClr val="accent1">
                                          <a:lumMod val="50000"/>
                                        </a:schemeClr>
                                      </a:solidFill>
                                      <a:latin typeface="Cambria Math" panose="02040503050406030204" pitchFamily="18" charset="0"/>
                                    </a:rPr>
                                    <m:t>𝒍</m:t>
                                  </m:r>
                                </m:e>
                              </m:d>
                            </m:e>
                            <m:sup>
                              <m:r>
                                <a:rPr lang="es-ES" b="1" i="1">
                                  <a:solidFill>
                                    <a:schemeClr val="accent1">
                                      <a:lumMod val="50000"/>
                                    </a:schemeClr>
                                  </a:solidFill>
                                  <a:latin typeface="Cambria Math" panose="02040503050406030204" pitchFamily="18" charset="0"/>
                                </a:rPr>
                                <m:t>′</m:t>
                              </m:r>
                            </m:sup>
                          </m:sSup>
                        </m:sup>
                      </m:sSup>
                      <m:d>
                        <m:dPr>
                          <m:ctrlPr>
                            <a:rPr lang="es-ES" b="1" i="1">
                              <a:solidFill>
                                <a:schemeClr val="accent1">
                                  <a:lumMod val="50000"/>
                                </a:schemeClr>
                              </a:solidFill>
                              <a:latin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𝒁</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𝒍</m:t>
                              </m:r>
                              <m:r>
                                <a:rPr lang="es-ES" b="1" i="1">
                                  <a:solidFill>
                                    <a:schemeClr val="accent1">
                                      <a:lumMod val="50000"/>
                                    </a:schemeClr>
                                  </a:solidFill>
                                  <a:latin typeface="Cambria Math" panose="02040503050406030204" pitchFamily="18" charset="0"/>
                                  <a:ea typeface="Cambria Math" panose="02040503050406030204" pitchFamily="18" charset="0"/>
                                </a:rPr>
                                <m:t>]</m:t>
                              </m:r>
                            </m:sup>
                          </m:sSup>
                        </m:e>
                      </m:d>
                      <m:r>
                        <a:rPr lang="es-ES" b="1" i="1" smtClean="0">
                          <a:solidFill>
                            <a:schemeClr val="accent1">
                              <a:lumMod val="50000"/>
                            </a:schemeClr>
                          </a:solidFill>
                          <a:latin typeface="Cambria Math" panose="02040503050406030204" pitchFamily="18" charset="0"/>
                          <a:ea typeface="Cambria Math" panose="02040503050406030204" pitchFamily="18" charset="0"/>
                        </a:rPr>
                        <m:t>→</m:t>
                      </m:r>
                      <m:d>
                        <m:dPr>
                          <m:begChr m:val="["/>
                          <m:endChr m:val="]"/>
                          <m:ctrlPr>
                            <a:rPr lang="es-ES" b="1"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rPr>
                              </m:ctrlPr>
                            </m:sSupPr>
                            <m:e>
                              <m:d>
                                <m:dPr>
                                  <m:ctrlPr>
                                    <a:rPr lang="es-ES" b="1" i="1">
                                      <a:solidFill>
                                        <a:schemeClr val="accent1">
                                          <a:lumMod val="50000"/>
                                        </a:schemeClr>
                                      </a:solidFill>
                                      <a:latin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d>
                                        <m:dPr>
                                          <m:begChr m:val="["/>
                                          <m:endChr m:val="]"/>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𝒍</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e>
                                      </m:d>
                                    </m:sup>
                                  </m:sSup>
                                </m:e>
                              </m:d>
                            </m:e>
                            <m:sup>
                              <m:r>
                                <a:rPr lang="es-ES" b="1" i="1">
                                  <a:solidFill>
                                    <a:schemeClr val="accent1">
                                      <a:lumMod val="50000"/>
                                    </a:schemeClr>
                                  </a:solidFill>
                                  <a:latin typeface="Cambria Math" panose="02040503050406030204" pitchFamily="18" charset="0"/>
                                </a:rPr>
                                <m:t>𝑻</m:t>
                              </m:r>
                            </m:sup>
                          </m:sSup>
                          <m:sSup>
                            <m:sSupPr>
                              <m:ctrlPr>
                                <a:rPr lang="es-ES" b="1"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p>
                              <m:r>
                                <a:rPr lang="es-ES" b="1" i="1">
                                  <a:solidFill>
                                    <a:schemeClr val="accent1">
                                      <a:lumMod val="50000"/>
                                    </a:schemeClr>
                                  </a:solidFill>
                                  <a:latin typeface="Cambria Math" panose="02040503050406030204" pitchFamily="18" charset="0"/>
                                </a:rPr>
                                <m:t>[</m:t>
                              </m:r>
                              <m:r>
                                <a:rPr lang="es-ES" b="1" i="1">
                                  <a:solidFill>
                                    <a:schemeClr val="accent1">
                                      <a:lumMod val="50000"/>
                                    </a:schemeClr>
                                  </a:solidFill>
                                  <a:latin typeface="Cambria Math" panose="02040503050406030204" pitchFamily="18" charset="0"/>
                                </a:rPr>
                                <m:t>𝒍</m:t>
                              </m:r>
                              <m:r>
                                <a:rPr lang="es-ES" b="1" i="1">
                                  <a:solidFill>
                                    <a:schemeClr val="accent1">
                                      <a:lumMod val="50000"/>
                                    </a:schemeClr>
                                  </a:solidFill>
                                  <a:latin typeface="Cambria Math" panose="02040503050406030204" pitchFamily="18" charset="0"/>
                                </a:rPr>
                                <m:t>+</m:t>
                              </m:r>
                              <m:r>
                                <a:rPr lang="es-ES" b="1" i="1">
                                  <a:solidFill>
                                    <a:schemeClr val="accent1">
                                      <a:lumMod val="50000"/>
                                    </a:schemeClr>
                                  </a:solidFill>
                                  <a:latin typeface="Cambria Math" panose="02040503050406030204" pitchFamily="18" charset="0"/>
                                </a:rPr>
                                <m:t>𝟏</m:t>
                              </m:r>
                              <m:r>
                                <a:rPr lang="es-ES" b="1" i="1">
                                  <a:solidFill>
                                    <a:schemeClr val="accent1">
                                      <a:lumMod val="50000"/>
                                    </a:schemeClr>
                                  </a:solidFill>
                                  <a:latin typeface="Cambria Math" panose="02040503050406030204" pitchFamily="18" charset="0"/>
                                </a:rPr>
                                <m:t>]</m:t>
                              </m:r>
                            </m:sup>
                          </m:sSup>
                        </m:e>
                      </m:d>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rPr>
                            <m:t>𝒈</m:t>
                          </m:r>
                        </m:e>
                        <m:sup>
                          <m:sSup>
                            <m:sSupPr>
                              <m:ctrlPr>
                                <a:rPr lang="es-ES" b="1" i="1">
                                  <a:solidFill>
                                    <a:schemeClr val="accent1">
                                      <a:lumMod val="50000"/>
                                    </a:schemeClr>
                                  </a:solidFill>
                                  <a:latin typeface="Cambria Math" panose="02040503050406030204" pitchFamily="18" charset="0"/>
                                </a:rPr>
                              </m:ctrlPr>
                            </m:sSupPr>
                            <m:e>
                              <m:d>
                                <m:dPr>
                                  <m:begChr m:val="["/>
                                  <m:endChr m:val="]"/>
                                  <m:ctrlPr>
                                    <a:rPr lang="es-ES" b="1" i="1">
                                      <a:solidFill>
                                        <a:schemeClr val="accent1">
                                          <a:lumMod val="50000"/>
                                        </a:schemeClr>
                                      </a:solidFill>
                                      <a:latin typeface="Cambria Math" panose="02040503050406030204" pitchFamily="18" charset="0"/>
                                    </a:rPr>
                                  </m:ctrlPr>
                                </m:dPr>
                                <m:e>
                                  <m:r>
                                    <a:rPr lang="es-ES" b="1" i="1">
                                      <a:solidFill>
                                        <a:schemeClr val="accent1">
                                          <a:lumMod val="50000"/>
                                        </a:schemeClr>
                                      </a:solidFill>
                                      <a:latin typeface="Cambria Math" panose="02040503050406030204" pitchFamily="18" charset="0"/>
                                    </a:rPr>
                                    <m:t>𝒍</m:t>
                                  </m:r>
                                </m:e>
                              </m:d>
                            </m:e>
                            <m:sup>
                              <m:r>
                                <a:rPr lang="es-ES" b="1" i="1">
                                  <a:solidFill>
                                    <a:schemeClr val="accent1">
                                      <a:lumMod val="50000"/>
                                    </a:schemeClr>
                                  </a:solidFill>
                                  <a:latin typeface="Cambria Math" panose="02040503050406030204" pitchFamily="18" charset="0"/>
                                </a:rPr>
                                <m:t>′</m:t>
                              </m:r>
                            </m:sup>
                          </m:sSup>
                        </m:sup>
                      </m:sSup>
                      <m:d>
                        <m:dPr>
                          <m:ctrlPr>
                            <a:rPr lang="es-ES" b="1" i="1">
                              <a:solidFill>
                                <a:schemeClr val="accent1">
                                  <a:lumMod val="50000"/>
                                </a:schemeClr>
                              </a:solidFill>
                              <a:latin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𝒁</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𝒍</m:t>
                              </m:r>
                              <m:r>
                                <a:rPr lang="es-ES" b="1"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4" name="Rectángulo 3"/>
              <p:cNvSpPr>
                <a:spLocks noRot="1" noChangeAspect="1" noMove="1" noResize="1" noEditPoints="1" noAdjustHandles="1" noChangeArrowheads="1" noChangeShapeType="1" noTextEdit="1"/>
              </p:cNvSpPr>
              <p:nvPr/>
            </p:nvSpPr>
            <p:spPr>
              <a:xfrm>
                <a:off x="814513" y="2144321"/>
                <a:ext cx="10126105" cy="665760"/>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2F6652C7-9668-5652-46D6-2780054DFE46}"/>
                  </a:ext>
                </a:extLst>
              </p:cNvPr>
              <p:cNvSpPr txBox="1"/>
              <p:nvPr/>
            </p:nvSpPr>
            <p:spPr>
              <a:xfrm>
                <a:off x="7375111" y="3810339"/>
                <a:ext cx="4471896" cy="2547557"/>
              </a:xfrm>
              <a:prstGeom prst="rect">
                <a:avLst/>
              </a:prstGeom>
              <a:noFill/>
            </p:spPr>
            <p:txBody>
              <a:bodyPr wrap="square">
                <a:spAutoFit/>
              </a:bodyPr>
              <a:lstStyle/>
              <a:p>
                <a:r>
                  <a:rPr lang="es-ES" dirty="0" smtClean="0">
                    <a:solidFill>
                      <a:schemeClr val="accent1">
                        <a:lumMod val="50000"/>
                      </a:schemeClr>
                    </a:solidFill>
                  </a:rPr>
                  <a:t>Producto de </a:t>
                </a:r>
                <a:r>
                  <a:rPr lang="es-ES" dirty="0" err="1" smtClean="0">
                    <a:solidFill>
                      <a:schemeClr val="accent1">
                        <a:lumMod val="50000"/>
                      </a:schemeClr>
                    </a:solidFill>
                  </a:rPr>
                  <a:t>Hadamard</a:t>
                </a:r>
                <a:r>
                  <a:rPr lang="es-ES" dirty="0" smtClean="0">
                    <a:solidFill>
                      <a:schemeClr val="accent1">
                        <a:lumMod val="50000"/>
                      </a:schemeClr>
                    </a:solidFill>
                  </a:rPr>
                  <a:t> elemento a elemento entre dos matrices de mismo tamaño:</a:t>
                </a:r>
                <a14:m>
                  <m:oMath xmlns:m="http://schemas.openxmlformats.org/officeDocument/2006/math">
                    <m:r>
                      <a:rPr lang="es-ES" b="0" i="0" smtClean="0">
                        <a:solidFill>
                          <a:schemeClr val="accent1">
                            <a:lumMod val="50000"/>
                          </a:schemeClr>
                        </a:solidFill>
                        <a:latin typeface="Cambria Math" panose="02040503050406030204" pitchFamily="18" charset="0"/>
                        <a:ea typeface="Cambria Math" panose="02040503050406030204" pitchFamily="18" charset="0"/>
                      </a:rPr>
                      <m:t> </m:t>
                    </m:r>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𝑙</m:t>
                                    </m:r>
                                  </m:e>
                                </m:d>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𝑀</m:t>
                            </m:r>
                          </m:sub>
                        </m:sSub>
                      </m:e>
                    </m:d>
                    <m:r>
                      <a:rPr lang="es-ES" b="0" i="1" smtClean="0">
                        <a:solidFill>
                          <a:schemeClr val="accent1">
                            <a:lumMod val="50000"/>
                          </a:schemeClr>
                        </a:solidFill>
                        <a:latin typeface="Cambria Math" panose="02040503050406030204" pitchFamily="18" charset="0"/>
                        <a:ea typeface="Cambria Math" panose="02040503050406030204" pitchFamily="18" charset="0"/>
                      </a:rPr>
                      <m:t>∗</m:t>
                    </m:r>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𝑙</m:t>
                                    </m:r>
                                  </m:e>
                                </m:d>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𝑀</m:t>
                            </m:r>
                          </m:sub>
                        </m:sSub>
                      </m:e>
                    </m:d>
                  </m:oMath>
                </a14:m>
                <a:endParaRPr lang="es-ES" dirty="0" smtClean="0">
                  <a:solidFill>
                    <a:schemeClr val="accent1">
                      <a:lumMod val="50000"/>
                    </a:schemeClr>
                  </a:solidFill>
                </a:endParaRPr>
              </a:p>
              <a:p>
                <a:r>
                  <a:rPr lang="es-ES" dirty="0" smtClean="0">
                    <a:solidFill>
                      <a:schemeClr val="accent1">
                        <a:lumMod val="50000"/>
                      </a:schemeClr>
                    </a:solidFill>
                  </a:rPr>
                  <a:t>Cada fila de </a:t>
                </a:r>
                <a14:m>
                  <m:oMath xmlns:m="http://schemas.openxmlformats.org/officeDocument/2006/math">
                    <m:sSup>
                      <m:sSupPr>
                        <m:ctrlPr>
                          <a:rPr lang="es-ES" b="1" i="1">
                            <a:solidFill>
                              <a:schemeClr val="accent1">
                                <a:lumMod val="50000"/>
                              </a:schemeClr>
                            </a:solidFill>
                            <a:latin typeface="Cambria Math" panose="02040503050406030204" pitchFamily="18" charset="0"/>
                          </a:rPr>
                        </m:ctrlPr>
                      </m:sSupPr>
                      <m:e>
                        <m:d>
                          <m:dPr>
                            <m:ctrlPr>
                              <a:rPr lang="es-ES" b="1" i="1">
                                <a:solidFill>
                                  <a:schemeClr val="accent1">
                                    <a:lumMod val="50000"/>
                                  </a:schemeClr>
                                </a:solidFill>
                                <a:latin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d>
                                  <m:dPr>
                                    <m:begChr m:val="["/>
                                    <m:endChr m:val="]"/>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𝒍</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e>
                                </m:d>
                              </m:sup>
                            </m:sSup>
                          </m:e>
                        </m:d>
                      </m:e>
                      <m:sup>
                        <m:r>
                          <a:rPr lang="es-ES" b="1" i="1">
                            <a:solidFill>
                              <a:schemeClr val="accent1">
                                <a:lumMod val="50000"/>
                              </a:schemeClr>
                            </a:solidFill>
                            <a:latin typeface="Cambria Math" panose="02040503050406030204" pitchFamily="18" charset="0"/>
                          </a:rPr>
                          <m:t>𝑻</m:t>
                        </m:r>
                      </m:sup>
                    </m:sSup>
                    <m:sSup>
                      <m:sSupPr>
                        <m:ctrlPr>
                          <a:rPr lang="es-ES" b="1"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p>
                        <m:r>
                          <a:rPr lang="es-ES" b="1" i="1">
                            <a:solidFill>
                              <a:schemeClr val="accent1">
                                <a:lumMod val="50000"/>
                              </a:schemeClr>
                            </a:solidFill>
                            <a:latin typeface="Cambria Math" panose="02040503050406030204" pitchFamily="18" charset="0"/>
                          </a:rPr>
                          <m:t>[</m:t>
                        </m:r>
                        <m:r>
                          <a:rPr lang="es-ES" b="1" i="1">
                            <a:solidFill>
                              <a:schemeClr val="accent1">
                                <a:lumMod val="50000"/>
                              </a:schemeClr>
                            </a:solidFill>
                            <a:latin typeface="Cambria Math" panose="02040503050406030204" pitchFamily="18" charset="0"/>
                          </a:rPr>
                          <m:t>𝒍</m:t>
                        </m:r>
                        <m:r>
                          <a:rPr lang="es-ES" b="1" i="1">
                            <a:solidFill>
                              <a:schemeClr val="accent1">
                                <a:lumMod val="50000"/>
                              </a:schemeClr>
                            </a:solidFill>
                            <a:latin typeface="Cambria Math" panose="02040503050406030204" pitchFamily="18" charset="0"/>
                          </a:rPr>
                          <m:t>+</m:t>
                        </m:r>
                        <m:r>
                          <a:rPr lang="es-ES" b="1" i="1">
                            <a:solidFill>
                              <a:schemeClr val="accent1">
                                <a:lumMod val="50000"/>
                              </a:schemeClr>
                            </a:solidFill>
                            <a:latin typeface="Cambria Math" panose="02040503050406030204" pitchFamily="18" charset="0"/>
                          </a:rPr>
                          <m:t>𝟏</m:t>
                        </m:r>
                        <m:r>
                          <a:rPr lang="es-ES" b="1" i="1">
                            <a:solidFill>
                              <a:schemeClr val="accent1">
                                <a:lumMod val="50000"/>
                              </a:schemeClr>
                            </a:solidFill>
                            <a:latin typeface="Cambria Math" panose="02040503050406030204" pitchFamily="18" charset="0"/>
                          </a:rPr>
                          <m:t>]</m:t>
                        </m:r>
                      </m:sup>
                    </m:sSup>
                  </m:oMath>
                </a14:m>
                <a:r>
                  <a:rPr lang="es-ES" dirty="0" smtClean="0">
                    <a:solidFill>
                      <a:schemeClr val="accent1">
                        <a:lumMod val="50000"/>
                      </a:schemeClr>
                    </a:solidFill>
                  </a:rPr>
                  <a:t> corresponde a una neurona de la capa que se multiplica por la derivada de la función de activación en esa neurona. No hay interacción entre filas (neuronas) ni columnas (muestras)</a:t>
                </a:r>
                <a:endParaRPr lang="es-ES" dirty="0">
                  <a:solidFill>
                    <a:schemeClr val="accent1">
                      <a:lumMod val="50000"/>
                    </a:schemeClr>
                  </a:solidFill>
                </a:endParaRPr>
              </a:p>
            </p:txBody>
          </p:sp>
        </mc:Choice>
        <mc:Fallback xmlns="">
          <p:sp>
            <p:nvSpPr>
              <p:cNvPr id="22" name="CuadroTexto 21">
                <a:extLst>
                  <a:ext uri="{FF2B5EF4-FFF2-40B4-BE49-F238E27FC236}">
                    <a16:creationId xmlns:a16="http://schemas.microsoft.com/office/drawing/2014/main" id="{2F6652C7-9668-5652-46D6-2780054DFE46}"/>
                  </a:ext>
                </a:extLst>
              </p:cNvPr>
              <p:cNvSpPr txBox="1">
                <a:spLocks noRot="1" noChangeAspect="1" noMove="1" noResize="1" noEditPoints="1" noAdjustHandles="1" noChangeArrowheads="1" noChangeShapeType="1" noTextEdit="1"/>
              </p:cNvSpPr>
              <p:nvPr/>
            </p:nvSpPr>
            <p:spPr>
              <a:xfrm>
                <a:off x="7375111" y="3810339"/>
                <a:ext cx="4471896" cy="2547557"/>
              </a:xfrm>
              <a:prstGeom prst="rect">
                <a:avLst/>
              </a:prstGeom>
              <a:blipFill>
                <a:blip r:embed="rId5"/>
                <a:stretch>
                  <a:fillRect l="-1228" t="-1196" r="-546" b="-287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3984844" y="3107869"/>
                <a:ext cx="1368580" cy="5068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e>
                                  </m:d>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𝑀</m:t>
                              </m:r>
                            </m:sub>
                          </m:sSub>
                        </m:e>
                      </m:d>
                    </m:oMath>
                  </m:oMathPara>
                </a14:m>
                <a:endParaRPr lang="es-ES" dirty="0"/>
              </a:p>
            </p:txBody>
          </p:sp>
        </mc:Choice>
        <mc:Fallback xmlns="">
          <p:sp>
            <p:nvSpPr>
              <p:cNvPr id="6" name="Rectángulo 5"/>
              <p:cNvSpPr>
                <a:spLocks noRot="1" noChangeAspect="1" noMove="1" noResize="1" noEditPoints="1" noAdjustHandles="1" noChangeArrowheads="1" noChangeShapeType="1" noTextEdit="1"/>
              </p:cNvSpPr>
              <p:nvPr/>
            </p:nvSpPr>
            <p:spPr>
              <a:xfrm>
                <a:off x="3984844" y="3107869"/>
                <a:ext cx="1368580" cy="506870"/>
              </a:xfrm>
              <a:prstGeom prst="rect">
                <a:avLst/>
              </a:prstGeom>
              <a:blipFill>
                <a:blip r:embed="rId6"/>
                <a:stretch>
                  <a:fillRect/>
                </a:stretch>
              </a:blipFill>
            </p:spPr>
            <p:txBody>
              <a:bodyPr/>
              <a:lstStyle/>
              <a:p>
                <a:r>
                  <a:rPr lang="es-ES">
                    <a:noFill/>
                  </a:rPr>
                  <a:t> </a:t>
                </a:r>
              </a:p>
            </p:txBody>
          </p:sp>
        </mc:Fallback>
      </mc:AlternateContent>
      <p:cxnSp>
        <p:nvCxnSpPr>
          <p:cNvPr id="9" name="Conector recto de flecha 8"/>
          <p:cNvCxnSpPr/>
          <p:nvPr/>
        </p:nvCxnSpPr>
        <p:spPr>
          <a:xfrm flipH="1">
            <a:off x="4672484" y="2670826"/>
            <a:ext cx="170821" cy="563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p:cNvCxnSpPr/>
          <p:nvPr/>
        </p:nvCxnSpPr>
        <p:spPr>
          <a:xfrm>
            <a:off x="5693895" y="2670826"/>
            <a:ext cx="134149" cy="563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Rectángulo 16"/>
              <p:cNvSpPr/>
              <p:nvPr/>
            </p:nvSpPr>
            <p:spPr>
              <a:xfrm>
                <a:off x="5353424" y="3149009"/>
                <a:ext cx="1482842" cy="5068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b>
                              </m:sSub>
                              <m:r>
                                <a:rPr lang="es-ES" i="1">
                                  <a:solidFill>
                                    <a:schemeClr val="accent1">
                                      <a:lumMod val="50000"/>
                                    </a:schemeClr>
                                  </a:solidFill>
                                  <a:latin typeface="Cambria Math" panose="02040503050406030204" pitchFamily="18" charset="0"/>
                                  <a:ea typeface="Cambria Math" panose="02040503050406030204" pitchFamily="18" charset="0"/>
                                </a:rPr>
                                <m:t>×</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e>
                                  </m:d>
                                </m:sub>
                              </m:sSub>
                            </m:sub>
                          </m:sSub>
                        </m:e>
                      </m:d>
                    </m:oMath>
                  </m:oMathPara>
                </a14:m>
                <a:endParaRPr lang="es-ES" dirty="0"/>
              </a:p>
            </p:txBody>
          </p:sp>
        </mc:Choice>
        <mc:Fallback xmlns="">
          <p:sp>
            <p:nvSpPr>
              <p:cNvPr id="17" name="Rectángulo 16"/>
              <p:cNvSpPr>
                <a:spLocks noRot="1" noChangeAspect="1" noMove="1" noResize="1" noEditPoints="1" noAdjustHandles="1" noChangeArrowheads="1" noChangeShapeType="1" noTextEdit="1"/>
              </p:cNvSpPr>
              <p:nvPr/>
            </p:nvSpPr>
            <p:spPr>
              <a:xfrm>
                <a:off x="5353424" y="3149009"/>
                <a:ext cx="1482842" cy="506870"/>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8" name="Rectángulo 17"/>
              <p:cNvSpPr/>
              <p:nvPr/>
            </p:nvSpPr>
            <p:spPr>
              <a:xfrm>
                <a:off x="7375111" y="2882423"/>
                <a:ext cx="2652329" cy="5068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b>
                              </m:sSub>
                              <m:r>
                                <a:rPr lang="es-ES" i="1">
                                  <a:solidFill>
                                    <a:schemeClr val="accent1">
                                      <a:lumMod val="50000"/>
                                    </a:schemeClr>
                                  </a:solidFill>
                                  <a:latin typeface="Cambria Math" panose="02040503050406030204" pitchFamily="18" charset="0"/>
                                  <a:ea typeface="Cambria Math" panose="02040503050406030204" pitchFamily="18" charset="0"/>
                                </a:rPr>
                                <m:t>×</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e>
                                  </m:d>
                                </m:sub>
                              </m:sSub>
                            </m:sub>
                          </m:sSub>
                        </m:e>
                      </m:d>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e>
                                  </m:d>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𝑀</m:t>
                              </m:r>
                            </m:sub>
                          </m:sSub>
                        </m:e>
                      </m:d>
                    </m:oMath>
                  </m:oMathPara>
                </a14:m>
                <a:endParaRPr lang="es-ES" dirty="0"/>
              </a:p>
            </p:txBody>
          </p:sp>
        </mc:Choice>
        <mc:Fallback xmlns="">
          <p:sp>
            <p:nvSpPr>
              <p:cNvPr id="18" name="Rectángulo 17"/>
              <p:cNvSpPr>
                <a:spLocks noRot="1" noChangeAspect="1" noMove="1" noResize="1" noEditPoints="1" noAdjustHandles="1" noChangeArrowheads="1" noChangeShapeType="1" noTextEdit="1"/>
              </p:cNvSpPr>
              <p:nvPr/>
            </p:nvSpPr>
            <p:spPr>
              <a:xfrm>
                <a:off x="7375111" y="2882423"/>
                <a:ext cx="2652329" cy="506870"/>
              </a:xfrm>
              <a:prstGeom prst="rect">
                <a:avLst/>
              </a:prstGeom>
              <a:blipFill>
                <a:blip r:embed="rId8"/>
                <a:stretch>
                  <a:fillRect/>
                </a:stretch>
              </a:blipFill>
            </p:spPr>
            <p:txBody>
              <a:bodyPr/>
              <a:lstStyle/>
              <a:p>
                <a:r>
                  <a:rPr lang="es-ES">
                    <a:noFill/>
                  </a:rPr>
                  <a:t> </a:t>
                </a:r>
              </a:p>
            </p:txBody>
          </p:sp>
        </mc:Fallback>
      </mc:AlternateContent>
      <p:sp>
        <p:nvSpPr>
          <p:cNvPr id="12" name="Forma libre 11"/>
          <p:cNvSpPr/>
          <p:nvPr/>
        </p:nvSpPr>
        <p:spPr>
          <a:xfrm>
            <a:off x="9616273" y="1988279"/>
            <a:ext cx="1477854" cy="1779853"/>
          </a:xfrm>
          <a:custGeom>
            <a:avLst/>
            <a:gdLst>
              <a:gd name="connsiteX0" fmla="*/ 0 w 1477854"/>
              <a:gd name="connsiteY0" fmla="*/ 363035 h 1779853"/>
              <a:gd name="connsiteX1" fmla="*/ 180870 w 1477854"/>
              <a:gd name="connsiteY1" fmla="*/ 141972 h 1779853"/>
              <a:gd name="connsiteX2" fmla="*/ 422030 w 1477854"/>
              <a:gd name="connsiteY2" fmla="*/ 11343 h 1779853"/>
              <a:gd name="connsiteX3" fmla="*/ 803868 w 1477854"/>
              <a:gd name="connsiteY3" fmla="*/ 11343 h 1779853"/>
              <a:gd name="connsiteX4" fmla="*/ 994786 w 1477854"/>
              <a:gd name="connsiteY4" fmla="*/ 51536 h 1779853"/>
              <a:gd name="connsiteX5" fmla="*/ 1276140 w 1477854"/>
              <a:gd name="connsiteY5" fmla="*/ 212310 h 1779853"/>
              <a:gd name="connsiteX6" fmla="*/ 1426865 w 1477854"/>
              <a:gd name="connsiteY6" fmla="*/ 543906 h 1779853"/>
              <a:gd name="connsiteX7" fmla="*/ 1446962 w 1477854"/>
              <a:gd name="connsiteY7" fmla="*/ 1086517 h 1779853"/>
              <a:gd name="connsiteX8" fmla="*/ 1024931 w 1477854"/>
              <a:gd name="connsiteY8" fmla="*/ 1779853 h 1779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7854" h="1779853">
                <a:moveTo>
                  <a:pt x="0" y="363035"/>
                </a:moveTo>
                <a:cubicBezTo>
                  <a:pt x="55266" y="281811"/>
                  <a:pt x="110532" y="200587"/>
                  <a:pt x="180870" y="141972"/>
                </a:cubicBezTo>
                <a:cubicBezTo>
                  <a:pt x="251208" y="83357"/>
                  <a:pt x="318197" y="33114"/>
                  <a:pt x="422030" y="11343"/>
                </a:cubicBezTo>
                <a:cubicBezTo>
                  <a:pt x="525863" y="-10428"/>
                  <a:pt x="708409" y="4644"/>
                  <a:pt x="803868" y="11343"/>
                </a:cubicBezTo>
                <a:cubicBezTo>
                  <a:pt x="899327" y="18042"/>
                  <a:pt x="916074" y="18042"/>
                  <a:pt x="994786" y="51536"/>
                </a:cubicBezTo>
                <a:cubicBezTo>
                  <a:pt x="1073498" y="85030"/>
                  <a:pt x="1204127" y="130248"/>
                  <a:pt x="1276140" y="212310"/>
                </a:cubicBezTo>
                <a:cubicBezTo>
                  <a:pt x="1348153" y="294372"/>
                  <a:pt x="1398395" y="398205"/>
                  <a:pt x="1426865" y="543906"/>
                </a:cubicBezTo>
                <a:cubicBezTo>
                  <a:pt x="1455335" y="689607"/>
                  <a:pt x="1513951" y="880526"/>
                  <a:pt x="1446962" y="1086517"/>
                </a:cubicBezTo>
                <a:cubicBezTo>
                  <a:pt x="1379973" y="1292508"/>
                  <a:pt x="1202452" y="1536180"/>
                  <a:pt x="1024931" y="1779853"/>
                </a:cubicBezTo>
              </a:path>
            </a:pathLst>
          </a:custGeom>
          <a:noFill/>
          <a:ln w="22225">
            <a:tailEnd type="triangle" w="lg"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90280457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B48CF-9BCB-F4D5-B5E4-BB7C49D583B0}"/>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B329B423-955D-F5F4-6380-79425303BA21}"/>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25" name="CuadroTexto 24">
            <a:extLst>
              <a:ext uri="{FF2B5EF4-FFF2-40B4-BE49-F238E27FC236}">
                <a16:creationId xmlns:a16="http://schemas.microsoft.com/office/drawing/2014/main" id="{DF2381CA-F9E9-0CBA-1866-9AA3A9D0B8E6}"/>
              </a:ext>
            </a:extLst>
          </p:cNvPr>
          <p:cNvSpPr txBox="1"/>
          <p:nvPr/>
        </p:nvSpPr>
        <p:spPr>
          <a:xfrm>
            <a:off x="217336" y="444582"/>
            <a:ext cx="11879236" cy="506292"/>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Implementación</a:t>
            </a:r>
            <a:r>
              <a:rPr lang="en-US" sz="2000" b="1" dirty="0">
                <a:solidFill>
                  <a:schemeClr val="accent1">
                    <a:lumMod val="50000"/>
                  </a:schemeClr>
                </a:solidFill>
              </a:rPr>
              <a:t> </a:t>
            </a:r>
            <a:r>
              <a:rPr lang="en-US" sz="2000" b="1" dirty="0" err="1">
                <a:solidFill>
                  <a:schemeClr val="accent1">
                    <a:lumMod val="50000"/>
                  </a:schemeClr>
                </a:solidFill>
              </a:rPr>
              <a:t>vectorizada</a:t>
            </a:r>
            <a:r>
              <a:rPr lang="en-US" sz="2000" b="1" dirty="0">
                <a:solidFill>
                  <a:schemeClr val="accent1">
                    <a:lumMod val="50000"/>
                  </a:schemeClr>
                </a:solidFill>
              </a:rPr>
              <a:t> </a:t>
            </a:r>
            <a:r>
              <a:rPr lang="en-US" sz="2000" b="1" dirty="0" err="1">
                <a:solidFill>
                  <a:schemeClr val="accent1">
                    <a:lumMod val="50000"/>
                  </a:schemeClr>
                </a:solidFill>
              </a:rPr>
              <a:t>en</a:t>
            </a:r>
            <a:r>
              <a:rPr lang="en-US" sz="2000" b="1" dirty="0">
                <a:solidFill>
                  <a:schemeClr val="accent1">
                    <a:lumMod val="50000"/>
                  </a:schemeClr>
                </a:solidFill>
              </a:rPr>
              <a:t> </a:t>
            </a:r>
            <a:r>
              <a:rPr lang="en-US" sz="2000" b="1" dirty="0" err="1">
                <a:solidFill>
                  <a:schemeClr val="accent1">
                    <a:lumMod val="50000"/>
                  </a:schemeClr>
                </a:solidFill>
              </a:rPr>
              <a:t>Pyhton</a:t>
            </a:r>
            <a:endParaRPr lang="en-US" sz="2000" dirty="0">
              <a:solidFill>
                <a:schemeClr val="accent1">
                  <a:lumMod val="50000"/>
                </a:schemeClr>
              </a:solidFill>
            </a:endParaRPr>
          </a:p>
        </p:txBody>
      </p:sp>
      <p:sp>
        <p:nvSpPr>
          <p:cNvPr id="2" name="CuadroTexto 1">
            <a:extLst>
              <a:ext uri="{FF2B5EF4-FFF2-40B4-BE49-F238E27FC236}">
                <a16:creationId xmlns:a16="http://schemas.microsoft.com/office/drawing/2014/main" id="{2F6652C7-9668-5652-46D6-2780054DFE46}"/>
              </a:ext>
            </a:extLst>
          </p:cNvPr>
          <p:cNvSpPr txBox="1"/>
          <p:nvPr/>
        </p:nvSpPr>
        <p:spPr>
          <a:xfrm>
            <a:off x="259710" y="1002588"/>
            <a:ext cx="11672580" cy="369332"/>
          </a:xfrm>
          <a:prstGeom prst="rect">
            <a:avLst/>
          </a:prstGeom>
          <a:noFill/>
        </p:spPr>
        <p:txBody>
          <a:bodyPr wrap="square">
            <a:spAutoFit/>
          </a:bodyPr>
          <a:lstStyle/>
          <a:p>
            <a:r>
              <a:rPr lang="es-ES" u="sng" dirty="0" err="1" smtClean="0">
                <a:solidFill>
                  <a:schemeClr val="accent1">
                    <a:lumMod val="50000"/>
                  </a:schemeClr>
                </a:solidFill>
              </a:rPr>
              <a:t>BackPropagation</a:t>
            </a:r>
            <a:r>
              <a:rPr lang="es-ES" u="sng" dirty="0" smtClean="0">
                <a:solidFill>
                  <a:schemeClr val="accent1">
                    <a:lumMod val="50000"/>
                  </a:schemeClr>
                </a:solidFill>
              </a:rPr>
              <a:t>.</a:t>
            </a:r>
            <a:endParaRPr lang="es-ES" u="sng"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7" name="Rectángulo 6"/>
              <p:cNvSpPr/>
              <p:nvPr/>
            </p:nvSpPr>
            <p:spPr>
              <a:xfrm>
                <a:off x="327255" y="1598794"/>
                <a:ext cx="2341667" cy="369332"/>
              </a:xfrm>
              <a:prstGeom prst="rect">
                <a:avLst/>
              </a:prstGeom>
            </p:spPr>
            <p:txBody>
              <a:bodyPr wrap="none">
                <a:spAutoFit/>
              </a:bodyPr>
              <a:lstStyle/>
              <a:p>
                <a:pPr lvl="0" algn="ctr">
                  <a:defRPr/>
                </a:pPr>
                <a:r>
                  <a:rPr lang="es-ES" dirty="0" smtClean="0">
                    <a:solidFill>
                      <a:schemeClr val="accent1">
                        <a:lumMod val="50000"/>
                      </a:schemeClr>
                    </a:solidFill>
                  </a:rPr>
                  <a:t>Capa </a:t>
                </a:r>
                <a14:m>
                  <m:oMath xmlns:m="http://schemas.openxmlformats.org/officeDocument/2006/math">
                    <m:d>
                      <m:dPr>
                        <m:begChr m:val="["/>
                        <m:endChr m:val="]"/>
                        <m:ctrlPr>
                          <a:rPr lang="es-ES" b="1" i="1">
                            <a:solidFill>
                              <a:schemeClr val="accent1">
                                <a:lumMod val="50000"/>
                              </a:schemeClr>
                            </a:solidFill>
                            <a:latin typeface="Cambria Math" panose="02040503050406030204" pitchFamily="18" charset="0"/>
                          </a:rPr>
                        </m:ctrlPr>
                      </m:dPr>
                      <m:e>
                        <m:r>
                          <a:rPr lang="es-ES" b="1" i="1">
                            <a:solidFill>
                              <a:schemeClr val="accent1">
                                <a:lumMod val="50000"/>
                              </a:schemeClr>
                            </a:solidFill>
                            <a:latin typeface="Cambria Math" panose="02040503050406030204" pitchFamily="18" charset="0"/>
                          </a:rPr>
                          <m:t>𝒍</m:t>
                        </m:r>
                      </m:e>
                    </m:d>
                  </m:oMath>
                </a14:m>
                <a:r>
                  <a:rPr lang="es-ES" dirty="0" smtClean="0">
                    <a:solidFill>
                      <a:schemeClr val="accent1">
                        <a:lumMod val="50000"/>
                      </a:schemeClr>
                    </a:solidFill>
                  </a:rPr>
                  <a:t> desde </a:t>
                </a:r>
                <a14:m>
                  <m:oMath xmlns:m="http://schemas.openxmlformats.org/officeDocument/2006/math">
                    <m:d>
                      <m:dPr>
                        <m:begChr m:val="["/>
                        <m:endChr m:val="]"/>
                        <m:ctrlPr>
                          <a:rPr lang="es-ES" b="1" i="1">
                            <a:solidFill>
                              <a:schemeClr val="accent1">
                                <a:lumMod val="50000"/>
                              </a:schemeClr>
                            </a:solidFill>
                            <a:latin typeface="Cambria Math" panose="02040503050406030204" pitchFamily="18" charset="0"/>
                          </a:rPr>
                        </m:ctrlPr>
                      </m:dPr>
                      <m:e>
                        <m:r>
                          <a:rPr lang="es-ES" b="1" i="1">
                            <a:solidFill>
                              <a:schemeClr val="accent1">
                                <a:lumMod val="50000"/>
                              </a:schemeClr>
                            </a:solidFill>
                            <a:latin typeface="Cambria Math" panose="02040503050406030204" pitchFamily="18" charset="0"/>
                          </a:rPr>
                          <m:t>𝒍</m:t>
                        </m:r>
                        <m:r>
                          <a:rPr lang="es-ES" b="1" i="1" smtClean="0">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𝟏</m:t>
                        </m:r>
                      </m:e>
                    </m:d>
                    <m:r>
                      <a:rPr lang="es-ES" b="1" i="1" smtClean="0">
                        <a:solidFill>
                          <a:schemeClr val="accent1">
                            <a:lumMod val="50000"/>
                          </a:schemeClr>
                        </a:solidFill>
                        <a:latin typeface="Cambria Math" panose="02040503050406030204" pitchFamily="18" charset="0"/>
                      </a:rPr>
                      <m:t>:</m:t>
                    </m:r>
                  </m:oMath>
                </a14:m>
                <a:endParaRPr lang="es-ES" dirty="0">
                  <a:solidFill>
                    <a:schemeClr val="accent1">
                      <a:lumMod val="50000"/>
                    </a:schemeClr>
                  </a:solidFill>
                </a:endParaRPr>
              </a:p>
            </p:txBody>
          </p:sp>
        </mc:Choice>
        <mc:Fallback xmlns="">
          <p:sp>
            <p:nvSpPr>
              <p:cNvPr id="7" name="Rectángulo 6"/>
              <p:cNvSpPr>
                <a:spLocks noRot="1" noChangeAspect="1" noMove="1" noResize="1" noEditPoints="1" noAdjustHandles="1" noChangeArrowheads="1" noChangeShapeType="1" noTextEdit="1"/>
              </p:cNvSpPr>
              <p:nvPr/>
            </p:nvSpPr>
            <p:spPr>
              <a:xfrm>
                <a:off x="327255" y="1598794"/>
                <a:ext cx="2341667" cy="369332"/>
              </a:xfrm>
              <a:prstGeom prst="rect">
                <a:avLst/>
              </a:prstGeom>
              <a:blipFill>
                <a:blip r:embed="rId3"/>
                <a:stretch>
                  <a:fillRect l="-1823" t="-8197" b="-2459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 name="Rectángulo 3"/>
              <p:cNvSpPr/>
              <p:nvPr/>
            </p:nvSpPr>
            <p:spPr>
              <a:xfrm>
                <a:off x="814513" y="2144321"/>
                <a:ext cx="10126105" cy="6657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𝜹</m:t>
                          </m:r>
                        </m:e>
                        <m:sup>
                          <m:r>
                            <a:rPr lang="es-ES" b="1" i="1">
                              <a:solidFill>
                                <a:schemeClr val="accent1">
                                  <a:lumMod val="50000"/>
                                </a:schemeClr>
                              </a:solidFill>
                              <a:latin typeface="Cambria Math" panose="02040503050406030204" pitchFamily="18" charset="0"/>
                            </a:rPr>
                            <m:t>[</m:t>
                          </m:r>
                          <m:r>
                            <a:rPr lang="es-ES" b="1" i="1">
                              <a:solidFill>
                                <a:schemeClr val="accent1">
                                  <a:lumMod val="50000"/>
                                </a:schemeClr>
                              </a:solidFill>
                              <a:latin typeface="Cambria Math" panose="02040503050406030204" pitchFamily="18" charset="0"/>
                            </a:rPr>
                            <m:t>𝒍</m:t>
                          </m:r>
                          <m:r>
                            <a:rPr lang="es-ES" b="1" i="1">
                              <a:solidFill>
                                <a:schemeClr val="accent1">
                                  <a:lumMod val="50000"/>
                                </a:schemeClr>
                              </a:solidFill>
                              <a:latin typeface="Cambria Math" panose="02040503050406030204" pitchFamily="18" charset="0"/>
                            </a:rPr>
                            <m:t>]</m:t>
                          </m:r>
                        </m:sup>
                      </m:sSup>
                      <m:r>
                        <a:rPr lang="es-ES" b="1" i="1" smtClean="0">
                          <a:solidFill>
                            <a:schemeClr val="accent1">
                              <a:lumMod val="50000"/>
                            </a:schemeClr>
                          </a:solidFill>
                          <a:latin typeface="Cambria Math" panose="02040503050406030204" pitchFamily="18" charset="0"/>
                        </a:rPr>
                        <m:t>=</m:t>
                      </m:r>
                      <m:f>
                        <m:fPr>
                          <m:ctrlPr>
                            <a:rPr lang="es-ES" b="1" i="1" smtClean="0">
                              <a:solidFill>
                                <a:schemeClr val="accent1">
                                  <a:lumMod val="50000"/>
                                </a:schemeClr>
                              </a:solidFill>
                              <a:latin typeface="Cambria Math" panose="02040503050406030204" pitchFamily="18" charset="0"/>
                            </a:rPr>
                          </m:ctrlPr>
                        </m:fPr>
                        <m:num>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𝑱</m:t>
                          </m:r>
                        </m:num>
                        <m:den>
                          <m:r>
                            <a:rPr lang="es-ES" b="1"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𝒁</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𝒍</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r>
                        <a:rPr lang="es-ES" b="1" i="1" smtClean="0">
                          <a:solidFill>
                            <a:schemeClr val="accent1">
                              <a:lumMod val="50000"/>
                            </a:schemeClr>
                          </a:solidFill>
                          <a:latin typeface="Cambria Math" panose="02040503050406030204" pitchFamily="18" charset="0"/>
                        </a:rPr>
                        <m:t>=</m:t>
                      </m:r>
                      <m:f>
                        <m:fPr>
                          <m:ctrlPr>
                            <a:rPr lang="es-ES" b="1" i="1">
                              <a:solidFill>
                                <a:schemeClr val="accent1">
                                  <a:lumMod val="50000"/>
                                </a:schemeClr>
                              </a:solidFill>
                              <a:latin typeface="Cambria Math" panose="02040503050406030204" pitchFamily="18" charset="0"/>
                            </a:rPr>
                          </m:ctrlPr>
                        </m:fPr>
                        <m:num>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𝑱</m:t>
                          </m:r>
                        </m:num>
                        <m:den>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𝒁</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𝒍</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f>
                        <m:fPr>
                          <m:ctrlPr>
                            <a:rPr lang="es-ES" b="1" i="1">
                              <a:solidFill>
                                <a:schemeClr val="accent1">
                                  <a:lumMod val="50000"/>
                                </a:schemeClr>
                              </a:solidFill>
                              <a:latin typeface="Cambria Math" panose="02040503050406030204" pitchFamily="18" charset="0"/>
                            </a:rPr>
                          </m:ctrlPr>
                        </m:fPr>
                        <m:num>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𝒁</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𝒍</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r>
                                <a:rPr lang="es-ES" b="1" i="1">
                                  <a:solidFill>
                                    <a:schemeClr val="accent1">
                                      <a:lumMod val="50000"/>
                                    </a:schemeClr>
                                  </a:solidFill>
                                  <a:latin typeface="Cambria Math" panose="02040503050406030204" pitchFamily="18" charset="0"/>
                                  <a:ea typeface="Cambria Math" panose="02040503050406030204" pitchFamily="18" charset="0"/>
                                </a:rPr>
                                <m:t>]</m:t>
                              </m:r>
                            </m:sup>
                          </m:sSup>
                        </m:num>
                        <m:den>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𝑨</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𝒍</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f>
                        <m:fPr>
                          <m:ctrlPr>
                            <a:rPr lang="es-ES" b="1" i="1">
                              <a:solidFill>
                                <a:schemeClr val="accent1">
                                  <a:lumMod val="50000"/>
                                </a:schemeClr>
                              </a:solidFill>
                              <a:latin typeface="Cambria Math" panose="02040503050406030204" pitchFamily="18" charset="0"/>
                            </a:rPr>
                          </m:ctrlPr>
                        </m:fPr>
                        <m:num>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𝑨</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𝒍</m:t>
                              </m:r>
                              <m:r>
                                <a:rPr lang="es-ES" b="1" i="1">
                                  <a:solidFill>
                                    <a:schemeClr val="accent1">
                                      <a:lumMod val="50000"/>
                                    </a:schemeClr>
                                  </a:solidFill>
                                  <a:latin typeface="Cambria Math" panose="02040503050406030204" pitchFamily="18" charset="0"/>
                                  <a:ea typeface="Cambria Math" panose="02040503050406030204" pitchFamily="18" charset="0"/>
                                </a:rPr>
                                <m:t>]</m:t>
                              </m:r>
                            </m:sup>
                          </m:sSup>
                        </m:num>
                        <m:den>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𝒁</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𝒍</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r>
                        <a:rPr lang="es-ES" b="1"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p>
                          <m:r>
                            <a:rPr lang="es-ES" b="1" i="1">
                              <a:solidFill>
                                <a:schemeClr val="accent1">
                                  <a:lumMod val="50000"/>
                                </a:schemeClr>
                              </a:solidFill>
                              <a:latin typeface="Cambria Math" panose="02040503050406030204" pitchFamily="18" charset="0"/>
                            </a:rPr>
                            <m:t>[</m:t>
                          </m:r>
                          <m:r>
                            <a:rPr lang="es-ES" b="1" i="1">
                              <a:solidFill>
                                <a:schemeClr val="accent1">
                                  <a:lumMod val="50000"/>
                                </a:schemeClr>
                              </a:solidFill>
                              <a:latin typeface="Cambria Math" panose="02040503050406030204" pitchFamily="18" charset="0"/>
                            </a:rPr>
                            <m:t>𝒍</m:t>
                          </m:r>
                          <m:r>
                            <a:rPr lang="es-ES" b="1" i="1" smtClean="0">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𝟏</m:t>
                          </m:r>
                          <m:r>
                            <a:rPr lang="es-ES" b="1" i="1">
                              <a:solidFill>
                                <a:schemeClr val="accent1">
                                  <a:lumMod val="50000"/>
                                </a:schemeClr>
                              </a:solidFill>
                              <a:latin typeface="Cambria Math" panose="02040503050406030204" pitchFamily="18" charset="0"/>
                            </a:rPr>
                            <m:t>]</m:t>
                          </m:r>
                        </m:sup>
                      </m:sSup>
                      <m:sSup>
                        <m:sSupPr>
                          <m:ctrlPr>
                            <a:rPr lang="es-ES" b="1" i="1" smtClean="0">
                              <a:solidFill>
                                <a:schemeClr val="accent1">
                                  <a:lumMod val="50000"/>
                                </a:schemeClr>
                              </a:solidFill>
                              <a:latin typeface="Cambria Math" panose="02040503050406030204" pitchFamily="18" charset="0"/>
                            </a:rPr>
                          </m:ctrlPr>
                        </m:sSupPr>
                        <m:e>
                          <m:d>
                            <m:dPr>
                              <m:ctrlPr>
                                <a:rPr lang="es-ES" b="1" i="1" smtClean="0">
                                  <a:solidFill>
                                    <a:schemeClr val="accent1">
                                      <a:lumMod val="50000"/>
                                    </a:schemeClr>
                                  </a:solidFill>
                                  <a:latin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d>
                                    <m:dPr>
                                      <m:begChr m:val="["/>
                                      <m:endChr m:val="]"/>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𝒍</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e>
                                  </m:d>
                                </m:sup>
                              </m:sSup>
                            </m:e>
                          </m:d>
                        </m:e>
                        <m:sup>
                          <m:r>
                            <a:rPr lang="es-ES" b="1" i="1" smtClean="0">
                              <a:solidFill>
                                <a:schemeClr val="accent1">
                                  <a:lumMod val="50000"/>
                                </a:schemeClr>
                              </a:solidFill>
                              <a:latin typeface="Cambria Math" panose="02040503050406030204" pitchFamily="18" charset="0"/>
                            </a:rPr>
                            <m:t>𝑻</m:t>
                          </m:r>
                        </m:sup>
                      </m:sSup>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rPr>
                            <m:t>𝒈</m:t>
                          </m:r>
                        </m:e>
                        <m:sup>
                          <m:sSup>
                            <m:sSupPr>
                              <m:ctrlPr>
                                <a:rPr lang="es-ES" b="1" i="1">
                                  <a:solidFill>
                                    <a:schemeClr val="accent1">
                                      <a:lumMod val="50000"/>
                                    </a:schemeClr>
                                  </a:solidFill>
                                  <a:latin typeface="Cambria Math" panose="02040503050406030204" pitchFamily="18" charset="0"/>
                                </a:rPr>
                              </m:ctrlPr>
                            </m:sSupPr>
                            <m:e>
                              <m:d>
                                <m:dPr>
                                  <m:begChr m:val="["/>
                                  <m:endChr m:val="]"/>
                                  <m:ctrlPr>
                                    <a:rPr lang="es-ES" b="1" i="1">
                                      <a:solidFill>
                                        <a:schemeClr val="accent1">
                                          <a:lumMod val="50000"/>
                                        </a:schemeClr>
                                      </a:solidFill>
                                      <a:latin typeface="Cambria Math" panose="02040503050406030204" pitchFamily="18" charset="0"/>
                                    </a:rPr>
                                  </m:ctrlPr>
                                </m:dPr>
                                <m:e>
                                  <m:r>
                                    <a:rPr lang="es-ES" b="1" i="1" smtClean="0">
                                      <a:solidFill>
                                        <a:schemeClr val="accent1">
                                          <a:lumMod val="50000"/>
                                        </a:schemeClr>
                                      </a:solidFill>
                                      <a:latin typeface="Cambria Math" panose="02040503050406030204" pitchFamily="18" charset="0"/>
                                    </a:rPr>
                                    <m:t>𝒍</m:t>
                                  </m:r>
                                </m:e>
                              </m:d>
                            </m:e>
                            <m:sup>
                              <m:r>
                                <a:rPr lang="es-ES" b="1" i="1">
                                  <a:solidFill>
                                    <a:schemeClr val="accent1">
                                      <a:lumMod val="50000"/>
                                    </a:schemeClr>
                                  </a:solidFill>
                                  <a:latin typeface="Cambria Math" panose="02040503050406030204" pitchFamily="18" charset="0"/>
                                </a:rPr>
                                <m:t>′</m:t>
                              </m:r>
                            </m:sup>
                          </m:sSup>
                        </m:sup>
                      </m:sSup>
                      <m:d>
                        <m:dPr>
                          <m:ctrlPr>
                            <a:rPr lang="es-ES" b="1" i="1">
                              <a:solidFill>
                                <a:schemeClr val="accent1">
                                  <a:lumMod val="50000"/>
                                </a:schemeClr>
                              </a:solidFill>
                              <a:latin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𝒁</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𝒍</m:t>
                              </m:r>
                              <m:r>
                                <a:rPr lang="es-ES" b="1" i="1">
                                  <a:solidFill>
                                    <a:schemeClr val="accent1">
                                      <a:lumMod val="50000"/>
                                    </a:schemeClr>
                                  </a:solidFill>
                                  <a:latin typeface="Cambria Math" panose="02040503050406030204" pitchFamily="18" charset="0"/>
                                  <a:ea typeface="Cambria Math" panose="02040503050406030204" pitchFamily="18" charset="0"/>
                                </a:rPr>
                                <m:t>]</m:t>
                              </m:r>
                            </m:sup>
                          </m:sSup>
                        </m:e>
                      </m:d>
                      <m:r>
                        <a:rPr lang="es-ES" b="1" i="1" smtClean="0">
                          <a:solidFill>
                            <a:schemeClr val="accent1">
                              <a:lumMod val="50000"/>
                            </a:schemeClr>
                          </a:solidFill>
                          <a:latin typeface="Cambria Math" panose="02040503050406030204" pitchFamily="18" charset="0"/>
                          <a:ea typeface="Cambria Math" panose="02040503050406030204" pitchFamily="18" charset="0"/>
                        </a:rPr>
                        <m:t>→</m:t>
                      </m:r>
                      <m:d>
                        <m:dPr>
                          <m:begChr m:val="["/>
                          <m:endChr m:val="]"/>
                          <m:ctrlPr>
                            <a:rPr lang="es-ES" b="1" i="1" smtClean="0">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rPr>
                              </m:ctrlPr>
                            </m:sSupPr>
                            <m:e>
                              <m:d>
                                <m:dPr>
                                  <m:ctrlPr>
                                    <a:rPr lang="es-ES" b="1" i="1">
                                      <a:solidFill>
                                        <a:schemeClr val="accent1">
                                          <a:lumMod val="50000"/>
                                        </a:schemeClr>
                                      </a:solidFill>
                                      <a:latin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d>
                                        <m:dPr>
                                          <m:begChr m:val="["/>
                                          <m:endChr m:val="]"/>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a:solidFill>
                                                <a:schemeClr val="accent1">
                                                  <a:lumMod val="50000"/>
                                                </a:schemeClr>
                                              </a:solidFill>
                                              <a:latin typeface="Cambria Math" panose="02040503050406030204" pitchFamily="18" charset="0"/>
                                              <a:ea typeface="Cambria Math" panose="02040503050406030204" pitchFamily="18" charset="0"/>
                                            </a:rPr>
                                            <m:t>𝒍</m:t>
                                          </m:r>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𝟏</m:t>
                                          </m:r>
                                        </m:e>
                                      </m:d>
                                    </m:sup>
                                  </m:sSup>
                                </m:e>
                              </m:d>
                            </m:e>
                            <m:sup>
                              <m:r>
                                <a:rPr lang="es-ES" b="1" i="1">
                                  <a:solidFill>
                                    <a:schemeClr val="accent1">
                                      <a:lumMod val="50000"/>
                                    </a:schemeClr>
                                  </a:solidFill>
                                  <a:latin typeface="Cambria Math" panose="02040503050406030204" pitchFamily="18" charset="0"/>
                                </a:rPr>
                                <m:t>𝑻</m:t>
                              </m:r>
                            </m:sup>
                          </m:sSup>
                          <m:sSup>
                            <m:sSupPr>
                              <m:ctrlPr>
                                <a:rPr lang="es-ES" b="1"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p>
                              <m:r>
                                <a:rPr lang="es-ES" b="1" i="1">
                                  <a:solidFill>
                                    <a:schemeClr val="accent1">
                                      <a:lumMod val="50000"/>
                                    </a:schemeClr>
                                  </a:solidFill>
                                  <a:latin typeface="Cambria Math" panose="02040503050406030204" pitchFamily="18" charset="0"/>
                                </a:rPr>
                                <m:t>[</m:t>
                              </m:r>
                              <m:r>
                                <a:rPr lang="es-ES" b="1" i="1">
                                  <a:solidFill>
                                    <a:schemeClr val="accent1">
                                      <a:lumMod val="50000"/>
                                    </a:schemeClr>
                                  </a:solidFill>
                                  <a:latin typeface="Cambria Math" panose="02040503050406030204" pitchFamily="18" charset="0"/>
                                </a:rPr>
                                <m:t>𝒍</m:t>
                              </m:r>
                              <m:r>
                                <a:rPr lang="es-ES" b="1" i="1">
                                  <a:solidFill>
                                    <a:schemeClr val="accent1">
                                      <a:lumMod val="50000"/>
                                    </a:schemeClr>
                                  </a:solidFill>
                                  <a:latin typeface="Cambria Math" panose="02040503050406030204" pitchFamily="18" charset="0"/>
                                </a:rPr>
                                <m:t>+</m:t>
                              </m:r>
                              <m:r>
                                <a:rPr lang="es-ES" b="1" i="1">
                                  <a:solidFill>
                                    <a:schemeClr val="accent1">
                                      <a:lumMod val="50000"/>
                                    </a:schemeClr>
                                  </a:solidFill>
                                  <a:latin typeface="Cambria Math" panose="02040503050406030204" pitchFamily="18" charset="0"/>
                                </a:rPr>
                                <m:t>𝟏</m:t>
                              </m:r>
                              <m:r>
                                <a:rPr lang="es-ES" b="1" i="1">
                                  <a:solidFill>
                                    <a:schemeClr val="accent1">
                                      <a:lumMod val="50000"/>
                                    </a:schemeClr>
                                  </a:solidFill>
                                  <a:latin typeface="Cambria Math" panose="02040503050406030204" pitchFamily="18" charset="0"/>
                                </a:rPr>
                                <m:t>]</m:t>
                              </m:r>
                            </m:sup>
                          </m:sSup>
                        </m:e>
                      </m:d>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rPr>
                            <m:t>𝒈</m:t>
                          </m:r>
                        </m:e>
                        <m:sup>
                          <m:sSup>
                            <m:sSupPr>
                              <m:ctrlPr>
                                <a:rPr lang="es-ES" b="1" i="1">
                                  <a:solidFill>
                                    <a:schemeClr val="accent1">
                                      <a:lumMod val="50000"/>
                                    </a:schemeClr>
                                  </a:solidFill>
                                  <a:latin typeface="Cambria Math" panose="02040503050406030204" pitchFamily="18" charset="0"/>
                                </a:rPr>
                              </m:ctrlPr>
                            </m:sSupPr>
                            <m:e>
                              <m:d>
                                <m:dPr>
                                  <m:begChr m:val="["/>
                                  <m:endChr m:val="]"/>
                                  <m:ctrlPr>
                                    <a:rPr lang="es-ES" b="1" i="1">
                                      <a:solidFill>
                                        <a:schemeClr val="accent1">
                                          <a:lumMod val="50000"/>
                                        </a:schemeClr>
                                      </a:solidFill>
                                      <a:latin typeface="Cambria Math" panose="02040503050406030204" pitchFamily="18" charset="0"/>
                                    </a:rPr>
                                  </m:ctrlPr>
                                </m:dPr>
                                <m:e>
                                  <m:r>
                                    <a:rPr lang="es-ES" b="1" i="1">
                                      <a:solidFill>
                                        <a:schemeClr val="accent1">
                                          <a:lumMod val="50000"/>
                                        </a:schemeClr>
                                      </a:solidFill>
                                      <a:latin typeface="Cambria Math" panose="02040503050406030204" pitchFamily="18" charset="0"/>
                                    </a:rPr>
                                    <m:t>𝒍</m:t>
                                  </m:r>
                                </m:e>
                              </m:d>
                            </m:e>
                            <m:sup>
                              <m:r>
                                <a:rPr lang="es-ES" b="1" i="1">
                                  <a:solidFill>
                                    <a:schemeClr val="accent1">
                                      <a:lumMod val="50000"/>
                                    </a:schemeClr>
                                  </a:solidFill>
                                  <a:latin typeface="Cambria Math" panose="02040503050406030204" pitchFamily="18" charset="0"/>
                                </a:rPr>
                                <m:t>′</m:t>
                              </m:r>
                            </m:sup>
                          </m:sSup>
                        </m:sup>
                      </m:sSup>
                      <m:d>
                        <m:dPr>
                          <m:ctrlPr>
                            <a:rPr lang="es-ES" b="1" i="1">
                              <a:solidFill>
                                <a:schemeClr val="accent1">
                                  <a:lumMod val="50000"/>
                                </a:schemeClr>
                              </a:solidFill>
                              <a:latin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𝒁</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𝒍</m:t>
                              </m:r>
                              <m:r>
                                <a:rPr lang="es-ES" b="1" i="1">
                                  <a:solidFill>
                                    <a:schemeClr val="accent1">
                                      <a:lumMod val="50000"/>
                                    </a:schemeClr>
                                  </a:solidFill>
                                  <a:latin typeface="Cambria Math" panose="02040503050406030204" pitchFamily="18" charset="0"/>
                                  <a:ea typeface="Cambria Math" panose="02040503050406030204" pitchFamily="18" charset="0"/>
                                </a:rPr>
                                <m:t>]</m:t>
                              </m:r>
                            </m:sup>
                          </m:sSup>
                        </m:e>
                      </m:d>
                    </m:oMath>
                  </m:oMathPara>
                </a14:m>
                <a:endParaRPr lang="es-ES" dirty="0"/>
              </a:p>
            </p:txBody>
          </p:sp>
        </mc:Choice>
        <mc:Fallback xmlns="">
          <p:sp>
            <p:nvSpPr>
              <p:cNvPr id="4" name="Rectángulo 3"/>
              <p:cNvSpPr>
                <a:spLocks noRot="1" noChangeAspect="1" noMove="1" noResize="1" noEditPoints="1" noAdjustHandles="1" noChangeArrowheads="1" noChangeShapeType="1" noTextEdit="1"/>
              </p:cNvSpPr>
              <p:nvPr/>
            </p:nvSpPr>
            <p:spPr>
              <a:xfrm>
                <a:off x="814513" y="2144321"/>
                <a:ext cx="10126105" cy="665760"/>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Rectángulo 13"/>
              <p:cNvSpPr/>
              <p:nvPr/>
            </p:nvSpPr>
            <p:spPr>
              <a:xfrm>
                <a:off x="814513" y="3402040"/>
                <a:ext cx="4549130" cy="6657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𝒍</m:t>
                          </m:r>
                          <m:r>
                            <a:rPr lang="es-ES" b="1" i="1">
                              <a:solidFill>
                                <a:schemeClr val="accent1">
                                  <a:lumMod val="50000"/>
                                </a:schemeClr>
                              </a:solidFill>
                              <a:latin typeface="Cambria Math" panose="02040503050406030204" pitchFamily="18" charset="0"/>
                            </a:rPr>
                            <m:t>]</m:t>
                          </m:r>
                        </m:sup>
                      </m:sSup>
                      <m:r>
                        <a:rPr lang="es-ES" b="1" i="1">
                          <a:solidFill>
                            <a:schemeClr val="accent1">
                              <a:lumMod val="50000"/>
                            </a:schemeClr>
                          </a:solidFill>
                          <a:latin typeface="Cambria Math" panose="02040503050406030204" pitchFamily="18" charset="0"/>
                        </a:rPr>
                        <m:t>=</m:t>
                      </m:r>
                      <m:f>
                        <m:fPr>
                          <m:ctrlPr>
                            <a:rPr lang="es-ES" b="1" i="1">
                              <a:solidFill>
                                <a:schemeClr val="accent1">
                                  <a:lumMod val="50000"/>
                                </a:schemeClr>
                              </a:solidFill>
                              <a:latin typeface="Cambria Math" panose="02040503050406030204" pitchFamily="18" charset="0"/>
                            </a:rPr>
                          </m:ctrlPr>
                        </m:fPr>
                        <m:num>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𝑱</m:t>
                          </m:r>
                        </m:num>
                        <m:den>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𝒍</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r>
                        <a:rPr lang="es-ES" b="1" i="1" smtClean="0">
                          <a:solidFill>
                            <a:schemeClr val="accent1">
                              <a:lumMod val="50000"/>
                            </a:schemeClr>
                          </a:solidFill>
                          <a:latin typeface="Cambria Math" panose="02040503050406030204" pitchFamily="18" charset="0"/>
                        </a:rPr>
                        <m:t>=</m:t>
                      </m:r>
                      <m:f>
                        <m:fPr>
                          <m:ctrlPr>
                            <a:rPr lang="es-ES" b="1" i="1" smtClean="0">
                              <a:solidFill>
                                <a:schemeClr val="accent1">
                                  <a:lumMod val="50000"/>
                                </a:schemeClr>
                              </a:solidFill>
                              <a:latin typeface="Cambria Math" panose="02040503050406030204" pitchFamily="18" charset="0"/>
                            </a:rPr>
                          </m:ctrlPr>
                        </m:fPr>
                        <m:num>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𝑱</m:t>
                          </m:r>
                        </m:num>
                        <m:den>
                          <m:r>
                            <a:rPr lang="es-ES" b="1"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𝒁</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𝒍</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f>
                        <m:fPr>
                          <m:ctrlPr>
                            <a:rPr lang="es-ES" b="1" i="1">
                              <a:solidFill>
                                <a:schemeClr val="accent1">
                                  <a:lumMod val="50000"/>
                                </a:schemeClr>
                              </a:solidFill>
                              <a:latin typeface="Cambria Math" panose="02040503050406030204" pitchFamily="18" charset="0"/>
                            </a:rPr>
                          </m:ctrlPr>
                        </m:fPr>
                        <m:num>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𝒁</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𝒍</m:t>
                              </m:r>
                              <m:r>
                                <a:rPr lang="es-ES" b="1" i="1">
                                  <a:solidFill>
                                    <a:schemeClr val="accent1">
                                      <a:lumMod val="50000"/>
                                    </a:schemeClr>
                                  </a:solidFill>
                                  <a:latin typeface="Cambria Math" panose="02040503050406030204" pitchFamily="18" charset="0"/>
                                  <a:ea typeface="Cambria Math" panose="02040503050406030204" pitchFamily="18" charset="0"/>
                                </a:rPr>
                                <m:t>]</m:t>
                              </m:r>
                            </m:sup>
                          </m:sSup>
                        </m:num>
                        <m:den>
                          <m:r>
                            <a:rPr lang="es-ES" b="1" i="1">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𝑾</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𝒍</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r>
                        <a:rPr lang="es-ES" b="1"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p>
                          <m:r>
                            <a:rPr lang="es-ES" b="1" i="1">
                              <a:solidFill>
                                <a:schemeClr val="accent1">
                                  <a:lumMod val="50000"/>
                                </a:schemeClr>
                              </a:solidFill>
                              <a:latin typeface="Cambria Math" panose="02040503050406030204" pitchFamily="18" charset="0"/>
                            </a:rPr>
                            <m:t>[</m:t>
                          </m:r>
                          <m:r>
                            <a:rPr lang="es-ES" b="1" i="1">
                              <a:solidFill>
                                <a:schemeClr val="accent1">
                                  <a:lumMod val="50000"/>
                                </a:schemeClr>
                              </a:solidFill>
                              <a:latin typeface="Cambria Math" panose="02040503050406030204" pitchFamily="18" charset="0"/>
                            </a:rPr>
                            <m:t>𝒍</m:t>
                          </m:r>
                          <m:r>
                            <a:rPr lang="es-ES" b="1" i="1">
                              <a:solidFill>
                                <a:schemeClr val="accent1">
                                  <a:lumMod val="50000"/>
                                </a:schemeClr>
                              </a:solidFill>
                              <a:latin typeface="Cambria Math" panose="02040503050406030204" pitchFamily="18" charset="0"/>
                            </a:rPr>
                            <m:t>]</m:t>
                          </m:r>
                        </m:sup>
                      </m:sSup>
                      <m:sSup>
                        <m:sSupPr>
                          <m:ctrlPr>
                            <a:rPr lang="es-ES" b="1" i="1" smtClean="0">
                              <a:solidFill>
                                <a:schemeClr val="accent1">
                                  <a:lumMod val="50000"/>
                                </a:schemeClr>
                              </a:solidFill>
                              <a:latin typeface="Cambria Math" panose="02040503050406030204" pitchFamily="18" charset="0"/>
                            </a:rPr>
                          </m:ctrlPr>
                        </m:sSupPr>
                        <m:e>
                          <m:d>
                            <m:dPr>
                              <m:ctrlPr>
                                <a:rPr lang="es-ES" b="1" i="1" smtClean="0">
                                  <a:solidFill>
                                    <a:schemeClr val="accent1">
                                      <a:lumMod val="50000"/>
                                    </a:schemeClr>
                                  </a:solidFill>
                                  <a:latin typeface="Cambria Math" panose="02040503050406030204" pitchFamily="18" charset="0"/>
                                </a:rPr>
                              </m:ctrlPr>
                            </m:dPr>
                            <m:e>
                              <m:sSup>
                                <m:sSupPr>
                                  <m:ctrlPr>
                                    <a:rPr lang="es-ES" b="1" i="1">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𝑨</m:t>
                                  </m:r>
                                </m:e>
                                <m:sup>
                                  <m:d>
                                    <m:dPr>
                                      <m:begChr m:val="["/>
                                      <m:endChr m:val="]"/>
                                      <m:ctrlPr>
                                        <a:rPr lang="es-ES" b="1" i="1">
                                          <a:solidFill>
                                            <a:schemeClr val="accent1">
                                              <a:lumMod val="50000"/>
                                            </a:schemeClr>
                                          </a:solidFill>
                                          <a:latin typeface="Cambria Math" panose="02040503050406030204" pitchFamily="18" charset="0"/>
                                          <a:ea typeface="Cambria Math" panose="02040503050406030204" pitchFamily="18" charset="0"/>
                                        </a:rPr>
                                      </m:ctrlPr>
                                    </m:dPr>
                                    <m:e>
                                      <m:r>
                                        <a:rPr lang="es-ES" b="1" i="1" smtClean="0">
                                          <a:solidFill>
                                            <a:schemeClr val="accent1">
                                              <a:lumMod val="50000"/>
                                            </a:schemeClr>
                                          </a:solidFill>
                                          <a:latin typeface="Cambria Math" panose="02040503050406030204" pitchFamily="18" charset="0"/>
                                          <a:ea typeface="Cambria Math" panose="02040503050406030204" pitchFamily="18" charset="0"/>
                                        </a:rPr>
                                        <m:t>𝒍</m:t>
                                      </m:r>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𝟏</m:t>
                                      </m:r>
                                    </m:e>
                                  </m:d>
                                </m:sup>
                              </m:sSup>
                            </m:e>
                          </m:d>
                        </m:e>
                        <m:sup>
                          <m:r>
                            <a:rPr lang="es-ES" b="1" i="1" smtClean="0">
                              <a:solidFill>
                                <a:schemeClr val="accent1">
                                  <a:lumMod val="50000"/>
                                </a:schemeClr>
                              </a:solidFill>
                              <a:latin typeface="Cambria Math" panose="02040503050406030204" pitchFamily="18" charset="0"/>
                            </a:rPr>
                            <m:t>𝑻</m:t>
                          </m:r>
                        </m:sup>
                      </m:sSup>
                    </m:oMath>
                  </m:oMathPara>
                </a14:m>
                <a:endParaRPr lang="es-ES" dirty="0"/>
              </a:p>
            </p:txBody>
          </p:sp>
        </mc:Choice>
        <mc:Fallback xmlns="">
          <p:sp>
            <p:nvSpPr>
              <p:cNvPr id="14" name="Rectángulo 13"/>
              <p:cNvSpPr>
                <a:spLocks noRot="1" noChangeAspect="1" noMove="1" noResize="1" noEditPoints="1" noAdjustHandles="1" noChangeArrowheads="1" noChangeShapeType="1" noTextEdit="1"/>
              </p:cNvSpPr>
              <p:nvPr/>
            </p:nvSpPr>
            <p:spPr>
              <a:xfrm>
                <a:off x="814513" y="3402040"/>
                <a:ext cx="4549130" cy="665760"/>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6" name="Rectángulo 15"/>
              <p:cNvSpPr/>
              <p:nvPr/>
            </p:nvSpPr>
            <p:spPr>
              <a:xfrm>
                <a:off x="6096000" y="3560930"/>
                <a:ext cx="3919599" cy="5068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𝑙</m:t>
                                      </m:r>
                                    </m:e>
                                  </m:d>
                                </m:sub>
                              </m:sSub>
                              <m:r>
                                <a:rPr lang="es-ES" i="1">
                                  <a:solidFill>
                                    <a:schemeClr val="accent1">
                                      <a:lumMod val="50000"/>
                                    </a:schemeClr>
                                  </a:solidFill>
                                  <a:latin typeface="Cambria Math" panose="02040503050406030204" pitchFamily="18" charset="0"/>
                                  <a:ea typeface="Cambria Math" panose="02040503050406030204" pitchFamily="18" charset="0"/>
                                </a:rPr>
                                <m:t>×</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i="1">
                                          <a:solidFill>
                                            <a:schemeClr val="accent1">
                                              <a:lumMod val="50000"/>
                                            </a:schemeClr>
                                          </a:solidFill>
                                          <a:latin typeface="Cambria Math" panose="02040503050406030204" pitchFamily="18" charset="0"/>
                                          <a:ea typeface="Cambria Math" panose="02040503050406030204" pitchFamily="18" charset="0"/>
                                        </a:rPr>
                                        <m:t>−1</m:t>
                                      </m:r>
                                    </m:e>
                                  </m:d>
                                </m:sub>
                              </m:sSub>
                            </m:sub>
                          </m:sSub>
                        </m:e>
                      </m:d>
                      <m:r>
                        <a:rPr lang="es-ES" i="1" smtClean="0">
                          <a:solidFill>
                            <a:schemeClr val="accent1">
                              <a:lumMod val="50000"/>
                            </a:schemeClr>
                          </a:solidFill>
                          <a:latin typeface="Cambria Math" panose="02040503050406030204" pitchFamily="18" charset="0"/>
                          <a:ea typeface="Cambria Math" panose="02040503050406030204" pitchFamily="18" charset="0"/>
                        </a:rPr>
                        <m:t>←</m:t>
                      </m:r>
                      <m:d>
                        <m:dPr>
                          <m:ctrlPr>
                            <a:rPr lang="es-ES" i="1" smtClean="0">
                              <a:solidFill>
                                <a:schemeClr val="accent1">
                                  <a:lumMod val="50000"/>
                                </a:schemeClr>
                              </a:solidFill>
                              <a:latin typeface="Cambria Math" panose="02040503050406030204" pitchFamily="18" charset="0"/>
                              <a:ea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𝑙</m:t>
                                      </m:r>
                                    </m:e>
                                  </m:d>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𝑀</m:t>
                              </m:r>
                            </m:sub>
                          </m:sSub>
                        </m:e>
                      </m:d>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r>
                                <a:rPr lang="es-ES" b="0" i="1" smtClean="0">
                                  <a:solidFill>
                                    <a:schemeClr val="accent1">
                                      <a:lumMod val="50000"/>
                                    </a:schemeClr>
                                  </a:solidFill>
                                  <a:latin typeface="Cambria Math" panose="02040503050406030204" pitchFamily="18" charset="0"/>
                                  <a:ea typeface="Cambria Math" panose="02040503050406030204" pitchFamily="18" charset="0"/>
                                </a:rPr>
                                <m:t>𝑀</m:t>
                              </m:r>
                              <m:r>
                                <a:rPr lang="es-ES" i="1">
                                  <a:solidFill>
                                    <a:schemeClr val="accent1">
                                      <a:lumMod val="50000"/>
                                    </a:schemeClr>
                                  </a:solidFill>
                                  <a:latin typeface="Cambria Math" panose="02040503050406030204" pitchFamily="18" charset="0"/>
                                  <a:ea typeface="Cambria Math" panose="02040503050406030204" pitchFamily="18" charset="0"/>
                                </a:rPr>
                                <m:t>×</m:t>
                              </m:r>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𝑙</m:t>
                                      </m:r>
                                      <m:r>
                                        <a:rPr lang="es-ES" b="0" i="1" smtClean="0">
                                          <a:solidFill>
                                            <a:schemeClr val="accent1">
                                              <a:lumMod val="50000"/>
                                            </a:schemeClr>
                                          </a:solidFill>
                                          <a:latin typeface="Cambria Math" panose="02040503050406030204" pitchFamily="18" charset="0"/>
                                          <a:ea typeface="Cambria Math" panose="02040503050406030204" pitchFamily="18" charset="0"/>
                                        </a:rPr>
                                        <m:t>−1</m:t>
                                      </m:r>
                                    </m:e>
                                  </m:d>
                                </m:sub>
                              </m:sSub>
                            </m:sub>
                          </m:sSub>
                        </m:e>
                      </m:d>
                    </m:oMath>
                  </m:oMathPara>
                </a14:m>
                <a:endParaRPr lang="es-ES" dirty="0"/>
              </a:p>
            </p:txBody>
          </p:sp>
        </mc:Choice>
        <mc:Fallback xmlns="">
          <p:sp>
            <p:nvSpPr>
              <p:cNvPr id="16" name="Rectángulo 15"/>
              <p:cNvSpPr>
                <a:spLocks noRot="1" noChangeAspect="1" noMove="1" noResize="1" noEditPoints="1" noAdjustHandles="1" noChangeArrowheads="1" noChangeShapeType="1" noTextEdit="1"/>
              </p:cNvSpPr>
              <p:nvPr/>
            </p:nvSpPr>
            <p:spPr>
              <a:xfrm>
                <a:off x="6096000" y="3560930"/>
                <a:ext cx="3919599" cy="506870"/>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 name="Rectángulo 4"/>
              <p:cNvSpPr/>
              <p:nvPr/>
            </p:nvSpPr>
            <p:spPr>
              <a:xfrm>
                <a:off x="11121713" y="2223766"/>
                <a:ext cx="1182631" cy="5068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s-ES" i="1">
                              <a:solidFill>
                                <a:schemeClr val="accent1">
                                  <a:lumMod val="50000"/>
                                </a:schemeClr>
                              </a:solidFill>
                              <a:latin typeface="Cambria Math" panose="02040503050406030204" pitchFamily="18" charset="0"/>
                              <a:ea typeface="Cambria Math" panose="02040503050406030204" pitchFamily="18" charset="0"/>
                            </a:rPr>
                          </m:ctrlPr>
                        </m:dPr>
                        <m:e>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ℝ</m:t>
                              </m:r>
                            </m:e>
                            <m:sub>
                              <m:sSub>
                                <m:sSubPr>
                                  <m:ctrlPr>
                                    <a:rPr lang="es-ES" i="1">
                                      <a:solidFill>
                                        <a:schemeClr val="accent1">
                                          <a:lumMod val="50000"/>
                                        </a:schemeClr>
                                      </a:solidFill>
                                      <a:latin typeface="Cambria Math" panose="02040503050406030204" pitchFamily="18" charset="0"/>
                                      <a:ea typeface="Cambria Math" panose="02040503050406030204" pitchFamily="18" charset="0"/>
                                    </a:rPr>
                                  </m:ctrlPr>
                                </m:sSubPr>
                                <m:e>
                                  <m:r>
                                    <a:rPr lang="es-ES" i="1">
                                      <a:solidFill>
                                        <a:schemeClr val="accent1">
                                          <a:lumMod val="50000"/>
                                        </a:schemeClr>
                                      </a:solidFill>
                                      <a:latin typeface="Cambria Math" panose="02040503050406030204" pitchFamily="18" charset="0"/>
                                      <a:ea typeface="Cambria Math" panose="02040503050406030204" pitchFamily="18" charset="0"/>
                                    </a:rPr>
                                    <m:t>𝑛</m:t>
                                  </m:r>
                                </m:e>
                                <m:sub>
                                  <m:d>
                                    <m:dPr>
                                      <m:begChr m:val="["/>
                                      <m:endChr m:val="]"/>
                                      <m:ctrlPr>
                                        <a:rPr lang="es-ES" i="1">
                                          <a:solidFill>
                                            <a:schemeClr val="accent1">
                                              <a:lumMod val="50000"/>
                                            </a:schemeClr>
                                          </a:solidFill>
                                          <a:latin typeface="Cambria Math" panose="02040503050406030204" pitchFamily="18" charset="0"/>
                                          <a:ea typeface="Cambria Math" panose="02040503050406030204" pitchFamily="18" charset="0"/>
                                        </a:rPr>
                                      </m:ctrlPr>
                                    </m:dPr>
                                    <m:e>
                                      <m:r>
                                        <a:rPr lang="es-ES" i="1">
                                          <a:solidFill>
                                            <a:schemeClr val="accent1">
                                              <a:lumMod val="50000"/>
                                            </a:schemeClr>
                                          </a:solidFill>
                                          <a:latin typeface="Cambria Math" panose="02040503050406030204" pitchFamily="18" charset="0"/>
                                          <a:ea typeface="Cambria Math" panose="02040503050406030204" pitchFamily="18" charset="0"/>
                                        </a:rPr>
                                        <m:t>𝑙</m:t>
                                      </m:r>
                                    </m:e>
                                  </m:d>
                                </m:sub>
                              </m:sSub>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𝑀</m:t>
                              </m:r>
                            </m:sub>
                          </m:sSub>
                        </m:e>
                      </m:d>
                    </m:oMath>
                  </m:oMathPara>
                </a14:m>
                <a:endParaRPr lang="es-ES" dirty="0"/>
              </a:p>
            </p:txBody>
          </p:sp>
        </mc:Choice>
        <mc:Fallback xmlns="">
          <p:sp>
            <p:nvSpPr>
              <p:cNvPr id="5" name="Rectángulo 4"/>
              <p:cNvSpPr>
                <a:spLocks noRot="1" noChangeAspect="1" noMove="1" noResize="1" noEditPoints="1" noAdjustHandles="1" noChangeArrowheads="1" noChangeShapeType="1" noTextEdit="1"/>
              </p:cNvSpPr>
              <p:nvPr/>
            </p:nvSpPr>
            <p:spPr>
              <a:xfrm>
                <a:off x="11121713" y="2223766"/>
                <a:ext cx="1182631" cy="506870"/>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Rectángulo 18"/>
              <p:cNvSpPr/>
              <p:nvPr/>
            </p:nvSpPr>
            <p:spPr>
              <a:xfrm>
                <a:off x="814513" y="4678597"/>
                <a:ext cx="4460067" cy="8712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chemeClr val="accent1">
                                  <a:lumMod val="50000"/>
                                </a:schemeClr>
                              </a:solidFill>
                              <a:latin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sup>
                          <m:r>
                            <a:rPr lang="es-ES" b="1" i="1">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𝒍</m:t>
                          </m:r>
                          <m:r>
                            <a:rPr lang="es-ES" b="1" i="1">
                              <a:solidFill>
                                <a:schemeClr val="accent1">
                                  <a:lumMod val="50000"/>
                                </a:schemeClr>
                              </a:solidFill>
                              <a:latin typeface="Cambria Math" panose="02040503050406030204" pitchFamily="18" charset="0"/>
                            </a:rPr>
                            <m:t>]</m:t>
                          </m:r>
                        </m:sup>
                      </m:sSup>
                      <m:r>
                        <a:rPr lang="es-ES" b="1" i="1" smtClean="0">
                          <a:solidFill>
                            <a:schemeClr val="accent1">
                              <a:lumMod val="50000"/>
                            </a:schemeClr>
                          </a:solidFill>
                          <a:latin typeface="Cambria Math" panose="02040503050406030204" pitchFamily="18" charset="0"/>
                        </a:rPr>
                        <m:t>=</m:t>
                      </m:r>
                      <m:f>
                        <m:fPr>
                          <m:ctrlPr>
                            <a:rPr lang="es-ES" b="1" i="1" smtClean="0">
                              <a:solidFill>
                                <a:schemeClr val="accent1">
                                  <a:lumMod val="50000"/>
                                </a:schemeClr>
                              </a:solidFill>
                              <a:latin typeface="Cambria Math" panose="02040503050406030204" pitchFamily="18" charset="0"/>
                            </a:rPr>
                          </m:ctrlPr>
                        </m:fPr>
                        <m:num>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𝑱</m:t>
                          </m:r>
                        </m:num>
                        <m:den>
                          <m:r>
                            <a:rPr lang="es-ES" b="1"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ES" b="1" i="1" smtClean="0">
                                  <a:solidFill>
                                    <a:schemeClr val="accent1">
                                      <a:lumMod val="50000"/>
                                    </a:schemeClr>
                                  </a:solidFill>
                                  <a:latin typeface="Cambria Math" panose="02040503050406030204" pitchFamily="18" charset="0"/>
                                  <a:ea typeface="Cambria Math" panose="02040503050406030204" pitchFamily="18" charset="0"/>
                                </a:rPr>
                                <m:t>𝒃</m:t>
                              </m:r>
                            </m:e>
                            <m:sup>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𝒍</m:t>
                              </m:r>
                              <m:r>
                                <a:rPr lang="es-ES" b="1" i="1">
                                  <a:solidFill>
                                    <a:schemeClr val="accent1">
                                      <a:lumMod val="50000"/>
                                    </a:schemeClr>
                                  </a:solidFill>
                                  <a:latin typeface="Cambria Math" panose="02040503050406030204" pitchFamily="18" charset="0"/>
                                  <a:ea typeface="Cambria Math" panose="02040503050406030204" pitchFamily="18" charset="0"/>
                                </a:rPr>
                                <m:t>]</m:t>
                              </m:r>
                            </m:sup>
                          </m:sSup>
                        </m:den>
                      </m:f>
                      <m:r>
                        <a:rPr lang="es-ES" b="1" i="1" smtClean="0">
                          <a:solidFill>
                            <a:schemeClr val="accent1">
                              <a:lumMod val="50000"/>
                            </a:schemeClr>
                          </a:solidFill>
                          <a:latin typeface="Cambria Math" panose="02040503050406030204" pitchFamily="18" charset="0"/>
                        </a:rPr>
                        <m:t>=</m:t>
                      </m:r>
                      <m:sSup>
                        <m:sSupPr>
                          <m:ctrlPr>
                            <a:rPr lang="es-ES" b="1"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p>
                          <m:r>
                            <a:rPr lang="es-ES" b="1" i="1">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𝒍</m:t>
                          </m:r>
                          <m:r>
                            <a:rPr lang="es-ES" b="1" i="1">
                              <a:solidFill>
                                <a:schemeClr val="accent1">
                                  <a:lumMod val="50000"/>
                                </a:schemeClr>
                              </a:solidFill>
                              <a:latin typeface="Cambria Math" panose="02040503050406030204" pitchFamily="18" charset="0"/>
                            </a:rPr>
                            <m:t>]</m:t>
                          </m:r>
                        </m:sup>
                      </m:sSup>
                      <m:r>
                        <a:rPr lang="es-ES" b="1" i="1" smtClean="0">
                          <a:solidFill>
                            <a:schemeClr val="accent1">
                              <a:lumMod val="50000"/>
                            </a:schemeClr>
                          </a:solidFill>
                          <a:latin typeface="Cambria Math" panose="02040503050406030204" pitchFamily="18" charset="0"/>
                        </a:rPr>
                        <m:t>   </m:t>
                      </m:r>
                      <m:r>
                        <a:rPr lang="es-ES" b="1" i="1" smtClean="0">
                          <a:solidFill>
                            <a:schemeClr val="accent1">
                              <a:lumMod val="50000"/>
                            </a:schemeClr>
                          </a:solidFill>
                          <a:latin typeface="Cambria Math" panose="02040503050406030204" pitchFamily="18" charset="0"/>
                          <a:ea typeface="Cambria Math" panose="02040503050406030204" pitchFamily="18" charset="0"/>
                        </a:rPr>
                        <m:t>→</m:t>
                      </m:r>
                      <m:sSup>
                        <m:sSupPr>
                          <m:ctrlPr>
                            <a:rPr lang="es-ES" b="1" i="1">
                              <a:solidFill>
                                <a:schemeClr val="accent1">
                                  <a:lumMod val="50000"/>
                                </a:schemeClr>
                              </a:solidFill>
                              <a:latin typeface="Cambria Math" panose="02040503050406030204" pitchFamily="18" charset="0"/>
                            </a:rPr>
                          </m:ctrlPr>
                        </m:sSupPr>
                        <m:e>
                          <m:r>
                            <a:rPr lang="es-ES" b="1" i="1">
                              <a:solidFill>
                                <a:schemeClr val="accent1">
                                  <a:lumMod val="50000"/>
                                </a:schemeClr>
                              </a:solidFill>
                              <a:latin typeface="Cambria Math" panose="02040503050406030204" pitchFamily="18" charset="0"/>
                              <a:ea typeface="Cambria Math" panose="02040503050406030204" pitchFamily="18" charset="0"/>
                            </a:rPr>
                            <m:t>𝝏</m:t>
                          </m:r>
                          <m:r>
                            <a:rPr lang="es-ES" b="1" i="1">
                              <a:solidFill>
                                <a:schemeClr val="accent1">
                                  <a:lumMod val="50000"/>
                                </a:schemeClr>
                              </a:solidFill>
                              <a:latin typeface="Cambria Math" panose="02040503050406030204" pitchFamily="18" charset="0"/>
                              <a:ea typeface="Cambria Math" panose="02040503050406030204" pitchFamily="18" charset="0"/>
                            </a:rPr>
                            <m:t>𝒃</m:t>
                          </m:r>
                        </m:e>
                        <m:sup>
                          <m:r>
                            <a:rPr lang="es-ES" b="1" i="1">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𝒍</m:t>
                          </m:r>
                          <m:r>
                            <a:rPr lang="es-ES" b="1" i="1">
                              <a:solidFill>
                                <a:schemeClr val="accent1">
                                  <a:lumMod val="50000"/>
                                </a:schemeClr>
                              </a:solidFill>
                              <a:latin typeface="Cambria Math" panose="02040503050406030204" pitchFamily="18" charset="0"/>
                            </a:rPr>
                            <m:t>]</m:t>
                          </m:r>
                        </m:sup>
                      </m:sSup>
                      <m:r>
                        <a:rPr lang="es-ES" b="1" i="1">
                          <a:solidFill>
                            <a:schemeClr val="accent1">
                              <a:lumMod val="50000"/>
                            </a:schemeClr>
                          </a:solidFill>
                          <a:latin typeface="Cambria Math" panose="02040503050406030204" pitchFamily="18" charset="0"/>
                        </a:rPr>
                        <m:t>=</m:t>
                      </m:r>
                      <m:f>
                        <m:fPr>
                          <m:ctrlPr>
                            <a:rPr lang="es-ES" i="1" smtClean="0">
                              <a:solidFill>
                                <a:schemeClr val="accent1">
                                  <a:lumMod val="50000"/>
                                </a:schemeClr>
                              </a:solidFill>
                              <a:latin typeface="Cambria Math" panose="02040503050406030204" pitchFamily="18" charset="0"/>
                            </a:rPr>
                          </m:ctrlPr>
                        </m:fPr>
                        <m:num>
                          <m:r>
                            <a:rPr lang="es-ES" b="0" i="1" smtClean="0">
                              <a:solidFill>
                                <a:schemeClr val="accent1">
                                  <a:lumMod val="50000"/>
                                </a:schemeClr>
                              </a:solidFill>
                              <a:latin typeface="Cambria Math" panose="02040503050406030204" pitchFamily="18" charset="0"/>
                            </a:rPr>
                            <m:t>1</m:t>
                          </m:r>
                        </m:num>
                        <m:den>
                          <m:r>
                            <a:rPr lang="es-ES" b="0" i="1" smtClean="0">
                              <a:solidFill>
                                <a:schemeClr val="accent1">
                                  <a:lumMod val="50000"/>
                                </a:schemeClr>
                              </a:solidFill>
                              <a:latin typeface="Cambria Math" panose="02040503050406030204" pitchFamily="18" charset="0"/>
                            </a:rPr>
                            <m:t>𝑀</m:t>
                          </m:r>
                        </m:den>
                      </m:f>
                      <m:nary>
                        <m:naryPr>
                          <m:chr m:val="∑"/>
                          <m:ctrlPr>
                            <a:rPr lang="es-ES" i="1" smtClean="0">
                              <a:solidFill>
                                <a:schemeClr val="accent1">
                                  <a:lumMod val="50000"/>
                                </a:schemeClr>
                              </a:solidFill>
                              <a:latin typeface="Cambria Math" panose="02040503050406030204" pitchFamily="18" charset="0"/>
                            </a:rPr>
                          </m:ctrlPr>
                        </m:naryPr>
                        <m:sub>
                          <m:r>
                            <m:rPr>
                              <m:brk m:alnAt="23"/>
                            </m:rPr>
                            <a:rPr lang="es-ES" b="0" i="1" smtClean="0">
                              <a:solidFill>
                                <a:schemeClr val="accent1">
                                  <a:lumMod val="50000"/>
                                </a:schemeClr>
                              </a:solidFill>
                              <a:latin typeface="Cambria Math" panose="02040503050406030204" pitchFamily="18" charset="0"/>
                            </a:rPr>
                            <m:t>𝑚</m:t>
                          </m:r>
                          <m:r>
                            <a:rPr lang="es-ES" b="0" i="1" smtClean="0">
                              <a:solidFill>
                                <a:schemeClr val="accent1">
                                  <a:lumMod val="50000"/>
                                </a:schemeClr>
                              </a:solidFill>
                              <a:latin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rPr>
                            <m:t>𝑀</m:t>
                          </m:r>
                        </m:sup>
                        <m:e>
                          <m:sSubSup>
                            <m:sSubSupPr>
                              <m:ctrlPr>
                                <a:rPr lang="es-ES" b="1" i="1" smtClean="0">
                                  <a:solidFill>
                                    <a:schemeClr val="accent1">
                                      <a:lumMod val="50000"/>
                                    </a:schemeClr>
                                  </a:solidFill>
                                  <a:latin typeface="Cambria Math" panose="02040503050406030204" pitchFamily="18" charset="0"/>
                                  <a:ea typeface="Cambria Math" panose="02040503050406030204" pitchFamily="18" charset="0"/>
                                </a:rPr>
                              </m:ctrlPr>
                            </m:sSubSupPr>
                            <m:e>
                              <m:r>
                                <a:rPr lang="es-ES" b="1" i="1">
                                  <a:solidFill>
                                    <a:schemeClr val="accent1">
                                      <a:lumMod val="50000"/>
                                    </a:schemeClr>
                                  </a:solidFill>
                                  <a:latin typeface="Cambria Math" panose="02040503050406030204" pitchFamily="18" charset="0"/>
                                  <a:ea typeface="Cambria Math" panose="02040503050406030204" pitchFamily="18" charset="0"/>
                                </a:rPr>
                                <m:t>𝜹</m:t>
                              </m:r>
                            </m:e>
                            <m:sub>
                              <m:r>
                                <a:rPr lang="es-ES" b="1" i="1" smtClean="0">
                                  <a:solidFill>
                                    <a:schemeClr val="accent1">
                                      <a:lumMod val="50000"/>
                                    </a:schemeClr>
                                  </a:solidFill>
                                  <a:latin typeface="Cambria Math" panose="02040503050406030204" pitchFamily="18" charset="0"/>
                                  <a:ea typeface="Cambria Math" panose="02040503050406030204" pitchFamily="18" charset="0"/>
                                </a:rPr>
                                <m:t>:,</m:t>
                              </m:r>
                              <m:r>
                                <a:rPr lang="es-ES" b="1" i="1" smtClean="0">
                                  <a:solidFill>
                                    <a:schemeClr val="accent1">
                                      <a:lumMod val="50000"/>
                                    </a:schemeClr>
                                  </a:solidFill>
                                  <a:latin typeface="Cambria Math" panose="02040503050406030204" pitchFamily="18" charset="0"/>
                                  <a:ea typeface="Cambria Math" panose="02040503050406030204" pitchFamily="18" charset="0"/>
                                </a:rPr>
                                <m:t>𝒎</m:t>
                              </m:r>
                            </m:sub>
                            <m:sup>
                              <m:r>
                                <a:rPr lang="es-ES" b="1" i="1">
                                  <a:solidFill>
                                    <a:schemeClr val="accent1">
                                      <a:lumMod val="50000"/>
                                    </a:schemeClr>
                                  </a:solidFill>
                                  <a:latin typeface="Cambria Math" panose="02040503050406030204" pitchFamily="18" charset="0"/>
                                </a:rPr>
                                <m:t>[</m:t>
                              </m:r>
                              <m:r>
                                <a:rPr lang="es-ES" b="1" i="1" smtClean="0">
                                  <a:solidFill>
                                    <a:schemeClr val="accent1">
                                      <a:lumMod val="50000"/>
                                    </a:schemeClr>
                                  </a:solidFill>
                                  <a:latin typeface="Cambria Math" panose="02040503050406030204" pitchFamily="18" charset="0"/>
                                </a:rPr>
                                <m:t>𝒍</m:t>
                              </m:r>
                              <m:r>
                                <a:rPr lang="es-ES" b="1" i="1">
                                  <a:solidFill>
                                    <a:schemeClr val="accent1">
                                      <a:lumMod val="50000"/>
                                    </a:schemeClr>
                                  </a:solidFill>
                                  <a:latin typeface="Cambria Math" panose="02040503050406030204" pitchFamily="18" charset="0"/>
                                </a:rPr>
                                <m:t>]</m:t>
                              </m:r>
                            </m:sup>
                          </m:sSubSup>
                        </m:e>
                      </m:nary>
                    </m:oMath>
                  </m:oMathPara>
                </a14:m>
                <a:endParaRPr lang="es-ES" dirty="0"/>
              </a:p>
            </p:txBody>
          </p:sp>
        </mc:Choice>
        <mc:Fallback xmlns="">
          <p:sp>
            <p:nvSpPr>
              <p:cNvPr id="19" name="Rectángulo 18"/>
              <p:cNvSpPr>
                <a:spLocks noRot="1" noChangeAspect="1" noMove="1" noResize="1" noEditPoints="1" noAdjustHandles="1" noChangeArrowheads="1" noChangeShapeType="1" noTextEdit="1"/>
              </p:cNvSpPr>
              <p:nvPr/>
            </p:nvSpPr>
            <p:spPr>
              <a:xfrm>
                <a:off x="814513" y="4678597"/>
                <a:ext cx="4460067" cy="871201"/>
              </a:xfrm>
              <a:prstGeom prst="rect">
                <a:avLst/>
              </a:prstGeom>
              <a:blipFill>
                <a:blip r:embed="rId8"/>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319385646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721C4E8-F774-C602-C20C-95042CFF3868}"/>
              </a:ext>
            </a:extLst>
          </p:cNvPr>
          <p:cNvSpPr txBox="1"/>
          <p:nvPr/>
        </p:nvSpPr>
        <p:spPr>
          <a:xfrm>
            <a:off x="10447158" y="136525"/>
            <a:ext cx="1649414" cy="276999"/>
          </a:xfrm>
          <a:prstGeom prst="rect">
            <a:avLst/>
          </a:prstGeom>
          <a:noFill/>
        </p:spPr>
        <p:txBody>
          <a:bodyPr wrap="square" rtlCol="0">
            <a:spAutoFit/>
          </a:bodyPr>
          <a:lstStyle/>
          <a:p>
            <a:r>
              <a:rPr lang="es-ES" sz="1200" b="1" dirty="0">
                <a:solidFill>
                  <a:schemeClr val="accent1">
                    <a:lumMod val="50000"/>
                  </a:schemeClr>
                </a:solidFill>
              </a:rPr>
              <a:t>Redes Neuronales</a:t>
            </a:r>
          </a:p>
        </p:txBody>
      </p:sp>
      <p:sp>
        <p:nvSpPr>
          <p:cNvPr id="25" name="CuadroTexto 24">
            <a:extLst>
              <a:ext uri="{FF2B5EF4-FFF2-40B4-BE49-F238E27FC236}">
                <a16:creationId xmlns:a16="http://schemas.microsoft.com/office/drawing/2014/main" id="{498A8C18-B0B6-91E3-128B-38D4F813DC90}"/>
              </a:ext>
            </a:extLst>
          </p:cNvPr>
          <p:cNvSpPr txBox="1"/>
          <p:nvPr/>
        </p:nvSpPr>
        <p:spPr>
          <a:xfrm>
            <a:off x="217336" y="444582"/>
            <a:ext cx="11879236" cy="553998"/>
          </a:xfrm>
          <a:prstGeom prst="rect">
            <a:avLst/>
          </a:prstGeom>
          <a:noFill/>
        </p:spPr>
        <p:txBody>
          <a:bodyPr wrap="square">
            <a:spAutoFit/>
          </a:bodyPr>
          <a:lstStyle/>
          <a:p>
            <a:pPr>
              <a:lnSpc>
                <a:spcPct val="150000"/>
              </a:lnSpc>
            </a:pPr>
            <a:r>
              <a:rPr lang="en-US" sz="2000" b="1" dirty="0">
                <a:solidFill>
                  <a:schemeClr val="accent1">
                    <a:lumMod val="50000"/>
                  </a:schemeClr>
                </a:solidFill>
              </a:rPr>
              <a:t>Backpropagation. </a:t>
            </a:r>
            <a:r>
              <a:rPr lang="en-US" sz="2000" b="1" dirty="0" err="1">
                <a:solidFill>
                  <a:schemeClr val="accent1">
                    <a:lumMod val="50000"/>
                  </a:schemeClr>
                </a:solidFill>
              </a:rPr>
              <a:t>Implementación</a:t>
            </a:r>
            <a:r>
              <a:rPr lang="en-US" sz="2000" b="1" dirty="0">
                <a:solidFill>
                  <a:schemeClr val="accent1">
                    <a:lumMod val="50000"/>
                  </a:schemeClr>
                </a:solidFill>
              </a:rPr>
              <a:t> </a:t>
            </a:r>
            <a:r>
              <a:rPr lang="en-US" sz="2000" b="1" dirty="0" err="1" smtClean="0">
                <a:solidFill>
                  <a:schemeClr val="accent1">
                    <a:lumMod val="50000"/>
                  </a:schemeClr>
                </a:solidFill>
              </a:rPr>
              <a:t>vectorizada</a:t>
            </a:r>
            <a:r>
              <a:rPr lang="en-US" sz="2000" b="1" dirty="0" smtClean="0">
                <a:solidFill>
                  <a:schemeClr val="accent1">
                    <a:lumMod val="50000"/>
                  </a:schemeClr>
                </a:solidFill>
              </a:rPr>
              <a:t> </a:t>
            </a:r>
            <a:r>
              <a:rPr lang="en-US" sz="2000" b="1" dirty="0" err="1" smtClean="0">
                <a:solidFill>
                  <a:schemeClr val="accent1">
                    <a:lumMod val="50000"/>
                  </a:schemeClr>
                </a:solidFill>
              </a:rPr>
              <a:t>en</a:t>
            </a:r>
            <a:r>
              <a:rPr lang="en-US" sz="2000" b="1" dirty="0" smtClean="0">
                <a:solidFill>
                  <a:schemeClr val="accent1">
                    <a:lumMod val="50000"/>
                  </a:schemeClr>
                </a:solidFill>
              </a:rPr>
              <a:t> </a:t>
            </a:r>
            <a:r>
              <a:rPr lang="en-US" sz="2000" b="1" dirty="0" err="1">
                <a:solidFill>
                  <a:schemeClr val="accent1">
                    <a:lumMod val="50000"/>
                  </a:schemeClr>
                </a:solidFill>
              </a:rPr>
              <a:t>Pyhton</a:t>
            </a:r>
            <a:endParaRPr lang="en-US" sz="2000" dirty="0">
              <a:solidFill>
                <a:schemeClr val="accent1">
                  <a:lumMod val="50000"/>
                </a:schemeClr>
              </a:solidFill>
            </a:endParaRPr>
          </a:p>
        </p:txBody>
      </p:sp>
      <p:sp>
        <p:nvSpPr>
          <p:cNvPr id="2" name="CuadroTexto 1">
            <a:extLst>
              <a:ext uri="{FF2B5EF4-FFF2-40B4-BE49-F238E27FC236}">
                <a16:creationId xmlns:a16="http://schemas.microsoft.com/office/drawing/2014/main" id="{037F6F4B-7BC0-CD8D-A1D4-02BC92EA6862}"/>
              </a:ext>
            </a:extLst>
          </p:cNvPr>
          <p:cNvSpPr txBox="1"/>
          <p:nvPr/>
        </p:nvSpPr>
        <p:spPr>
          <a:xfrm>
            <a:off x="259710" y="1002588"/>
            <a:ext cx="11672580" cy="646331"/>
          </a:xfrm>
          <a:prstGeom prst="rect">
            <a:avLst/>
          </a:prstGeom>
          <a:noFill/>
        </p:spPr>
        <p:txBody>
          <a:bodyPr wrap="square">
            <a:spAutoFit/>
          </a:bodyPr>
          <a:lstStyle/>
          <a:p>
            <a:r>
              <a:rPr lang="es-ES" dirty="0">
                <a:solidFill>
                  <a:schemeClr val="accent1">
                    <a:lumMod val="50000"/>
                  </a:schemeClr>
                </a:solidFill>
              </a:rPr>
              <a:t>Ejercicio: Extender el código para generalizarlo a un </a:t>
            </a:r>
            <a:r>
              <a:rPr lang="es-ES">
                <a:solidFill>
                  <a:schemeClr val="accent1">
                    <a:lumMod val="50000"/>
                  </a:schemeClr>
                </a:solidFill>
              </a:rPr>
              <a:t>número indeterminado de capas.</a:t>
            </a:r>
          </a:p>
          <a:p>
            <a:endParaRPr lang="es-ES" u="sng" dirty="0">
              <a:solidFill>
                <a:schemeClr val="accent1">
                  <a:lumMod val="50000"/>
                </a:schemeClr>
              </a:solidFill>
            </a:endParaRPr>
          </a:p>
        </p:txBody>
      </p:sp>
    </p:spTree>
    <p:extLst>
      <p:ext uri="{BB962C8B-B14F-4D97-AF65-F5344CB8AC3E}">
        <p14:creationId xmlns:p14="http://schemas.microsoft.com/office/powerpoint/2010/main" val="133868348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Owner xmlns="68147b4b-69d7-4619-95cc-ccc087043548">
      <UserInfo>
        <DisplayName/>
        <AccountId xsi:nil="true"/>
        <AccountType/>
      </UserInfo>
    </Owner>
    <Is_Collaboration_Space_Locked xmlns="68147b4b-69d7-4619-95cc-ccc087043548" xsi:nil="true"/>
    <Teams_Channel_Section_Location xmlns="68147b4b-69d7-4619-95cc-ccc087043548" xsi:nil="true"/>
    <Templates xmlns="68147b4b-69d7-4619-95cc-ccc087043548" xsi:nil="true"/>
    <lcf76f155ced4ddcb4097134ff3c332f xmlns="68147b4b-69d7-4619-95cc-ccc087043548">
      <Terms xmlns="http://schemas.microsoft.com/office/infopath/2007/PartnerControls"/>
    </lcf76f155ced4ddcb4097134ff3c332f>
    <TaxCatchAll xmlns="a938ec2a-6b57-4b72-a76f-73152430bf4a" xsi:nil="true"/>
    <NotebookType xmlns="68147b4b-69d7-4619-95cc-ccc087043548" xsi:nil="true"/>
    <FolderType xmlns="68147b4b-69d7-4619-95cc-ccc087043548" xsi:nil="true"/>
    <Teachers xmlns="68147b4b-69d7-4619-95cc-ccc087043548">
      <UserInfo>
        <DisplayName/>
        <AccountId xsi:nil="true"/>
        <AccountType/>
      </UserInfo>
    </Teachers>
    <Distribution_Groups xmlns="68147b4b-69d7-4619-95cc-ccc087043548" xsi:nil="true"/>
    <LMS_Mappings xmlns="68147b4b-69d7-4619-95cc-ccc087043548" xsi:nil="true"/>
    <Invited_Teachers xmlns="68147b4b-69d7-4619-95cc-ccc087043548" xsi:nil="true"/>
    <IsNotebookLocked xmlns="68147b4b-69d7-4619-95cc-ccc087043548" xsi:nil="true"/>
    <CultureName xmlns="68147b4b-69d7-4619-95cc-ccc087043548" xsi:nil="true"/>
    <Students xmlns="68147b4b-69d7-4619-95cc-ccc087043548">
      <UserInfo>
        <DisplayName/>
        <AccountId xsi:nil="true"/>
        <AccountType/>
      </UserInfo>
    </Students>
    <Student_Groups xmlns="68147b4b-69d7-4619-95cc-ccc087043548">
      <UserInfo>
        <DisplayName/>
        <AccountId xsi:nil="true"/>
        <AccountType/>
      </UserInfo>
    </Student_Groups>
    <TeamsChannelId xmlns="68147b4b-69d7-4619-95cc-ccc087043548" xsi:nil="true"/>
    <Invited_Students xmlns="68147b4b-69d7-4619-95cc-ccc087043548" xsi:nil="true"/>
    <DefaultSectionNames xmlns="68147b4b-69d7-4619-95cc-ccc087043548" xsi:nil="true"/>
    <Self_Registration_Enabled xmlns="68147b4b-69d7-4619-95cc-ccc087043548" xsi:nil="true"/>
    <Has_Teacher_Only_SectionGroup xmlns="68147b4b-69d7-4619-95cc-ccc087043548" xsi:nil="true"/>
    <Math_Settings xmlns="68147b4b-69d7-4619-95cc-ccc087043548" xsi:nil="true"/>
    <AppVersion xmlns="68147b4b-69d7-4619-95cc-ccc08704354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CF302CC60E946844A44D317C8BB05DF9" ma:contentTypeVersion="33" ma:contentTypeDescription="Crear nuevo documento." ma:contentTypeScope="" ma:versionID="6c7e834fe0d5188d98b29a4344d1f3e2">
  <xsd:schema xmlns:xsd="http://www.w3.org/2001/XMLSchema" xmlns:xs="http://www.w3.org/2001/XMLSchema" xmlns:p="http://schemas.microsoft.com/office/2006/metadata/properties" xmlns:ns2="68147b4b-69d7-4619-95cc-ccc087043548" xmlns:ns3="a938ec2a-6b57-4b72-a76f-73152430bf4a" targetNamespace="http://schemas.microsoft.com/office/2006/metadata/properties" ma:root="true" ma:fieldsID="1cf8b5368cec60b5cd6cb2330498c9d6" ns2:_="" ns3:_="">
    <xsd:import namespace="68147b4b-69d7-4619-95cc-ccc087043548"/>
    <xsd:import namespace="a938ec2a-6b57-4b72-a76f-73152430bf4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147b4b-69d7-4619-95cc-ccc0870435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6b79bab5-423c-41bb-b2a6-fa644551eac3"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NotebookType" ma:index="20" nillable="true" ma:displayName="Notebook Type" ma:internalName="NotebookType">
      <xsd:simpleType>
        <xsd:restriction base="dms:Text"/>
      </xsd:simpleType>
    </xsd:element>
    <xsd:element name="FolderType" ma:index="21" nillable="true" ma:displayName="Folder Type" ma:internalName="FolderType">
      <xsd:simpleType>
        <xsd:restriction base="dms:Text"/>
      </xsd:simpleType>
    </xsd:element>
    <xsd:element name="CultureName" ma:index="22" nillable="true" ma:displayName="Culture Name" ma:internalName="CultureName">
      <xsd:simpleType>
        <xsd:restriction base="dms:Text"/>
      </xsd:simpleType>
    </xsd:element>
    <xsd:element name="AppVersion" ma:index="23" nillable="true" ma:displayName="App Version" ma:internalName="AppVersion">
      <xsd:simpleType>
        <xsd:restriction base="dms:Text"/>
      </xsd:simpleType>
    </xsd:element>
    <xsd:element name="TeamsChannelId" ma:index="24" nillable="true" ma:displayName="Teams Channel Id" ma:internalName="TeamsChannelId">
      <xsd:simpleType>
        <xsd:restriction base="dms:Text"/>
      </xsd:simpleType>
    </xsd:element>
    <xsd:element name="Owner" ma:index="25"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6" nillable="true" ma:displayName="Math Settings" ma:internalName="Math_Settings">
      <xsd:simpleType>
        <xsd:restriction base="dms:Text"/>
      </xsd:simpleType>
    </xsd:element>
    <xsd:element name="DefaultSectionNames" ma:index="27" nillable="true" ma:displayName="Default Section Names" ma:internalName="DefaultSectionNames">
      <xsd:simpleType>
        <xsd:restriction base="dms:Note">
          <xsd:maxLength value="255"/>
        </xsd:restriction>
      </xsd:simpleType>
    </xsd:element>
    <xsd:element name="Templates" ma:index="28" nillable="true" ma:displayName="Templates" ma:internalName="Templates">
      <xsd:simpleType>
        <xsd:restriction base="dms:Note">
          <xsd:maxLength value="255"/>
        </xsd:restriction>
      </xsd:simpleType>
    </xsd:element>
    <xsd:element name="Teachers" ma:index="29"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30"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1"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2" nillable="true" ma:displayName="Distribution Groups" ma:internalName="Distribution_Groups">
      <xsd:simpleType>
        <xsd:restriction base="dms:Note">
          <xsd:maxLength value="255"/>
        </xsd:restriction>
      </xsd:simpleType>
    </xsd:element>
    <xsd:element name="LMS_Mappings" ma:index="33" nillable="true" ma:displayName="LMS Mappings" ma:internalName="LMS_Mappings">
      <xsd:simpleType>
        <xsd:restriction base="dms:Note">
          <xsd:maxLength value="255"/>
        </xsd:restriction>
      </xsd:simpleType>
    </xsd:element>
    <xsd:element name="Invited_Teachers" ma:index="34" nillable="true" ma:displayName="Invited Teachers" ma:internalName="Invited_Teachers">
      <xsd:simpleType>
        <xsd:restriction base="dms:Note">
          <xsd:maxLength value="255"/>
        </xsd:restriction>
      </xsd:simpleType>
    </xsd:element>
    <xsd:element name="Invited_Students" ma:index="35" nillable="true" ma:displayName="Invited Students" ma:internalName="Invited_Students">
      <xsd:simpleType>
        <xsd:restriction base="dms:Note">
          <xsd:maxLength value="255"/>
        </xsd:restriction>
      </xsd:simpleType>
    </xsd:element>
    <xsd:element name="Self_Registration_Enabled" ma:index="36" nillable="true" ma:displayName="Self Registration Enabled" ma:internalName="Self_Registration_Enabled">
      <xsd:simpleType>
        <xsd:restriction base="dms:Boolean"/>
      </xsd:simpleType>
    </xsd:element>
    <xsd:element name="Has_Teacher_Only_SectionGroup" ma:index="37" nillable="true" ma:displayName="Has Teacher Only SectionGroup" ma:internalName="Has_Teacher_Only_SectionGroup">
      <xsd:simpleType>
        <xsd:restriction base="dms:Boolean"/>
      </xsd:simpleType>
    </xsd:element>
    <xsd:element name="Is_Collaboration_Space_Locked" ma:index="38" nillable="true" ma:displayName="Is Collaboration Space Locked" ma:internalName="Is_Collaboration_Space_Locked">
      <xsd:simpleType>
        <xsd:restriction base="dms:Boolean"/>
      </xsd:simpleType>
    </xsd:element>
    <xsd:element name="IsNotebookLocked" ma:index="39" nillable="true" ma:displayName="Is Notebook Locked" ma:internalName="IsNotebookLocked">
      <xsd:simpleType>
        <xsd:restriction base="dms:Boolean"/>
      </xsd:simpleType>
    </xsd:element>
    <xsd:element name="Teams_Channel_Section_Location" ma:index="40" nillable="true" ma:displayName="Teams Channel Section Location" ma:internalName="Teams_Channel_Section_Loca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938ec2a-6b57-4b72-a76f-73152430bf4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bc230d2-7967-476b-a5b7-5f7b59276066}" ma:internalName="TaxCatchAll" ma:showField="CatchAllData" ma:web="a938ec2a-6b57-4b72-a76f-73152430bf4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5C59055-DB44-4826-A890-B162870F99D7}">
  <ds:schemaRefs>
    <ds:schemaRef ds:uri="http://purl.org/dc/dcmitype/"/>
    <ds:schemaRef ds:uri="http://schemas.microsoft.com/office/2006/documentManagement/types"/>
    <ds:schemaRef ds:uri="http://schemas.openxmlformats.org/package/2006/metadata/core-properties"/>
    <ds:schemaRef ds:uri="http://purl.org/dc/terms/"/>
    <ds:schemaRef ds:uri="http://schemas.microsoft.com/office/infopath/2007/PartnerControls"/>
    <ds:schemaRef ds:uri="http://www.w3.org/XML/1998/namespace"/>
    <ds:schemaRef ds:uri="http://purl.org/dc/elements/1.1/"/>
    <ds:schemaRef ds:uri="466de590-224b-4af4-b95a-ee45e9ef6c6b"/>
    <ds:schemaRef ds:uri="8b9b523b-6ffe-48f4-962f-203f76f3f84b"/>
    <ds:schemaRef ds:uri="http://schemas.microsoft.com/office/2006/metadata/properties"/>
  </ds:schemaRefs>
</ds:datastoreItem>
</file>

<file path=customXml/itemProps2.xml><?xml version="1.0" encoding="utf-8"?>
<ds:datastoreItem xmlns:ds="http://schemas.openxmlformats.org/officeDocument/2006/customXml" ds:itemID="{6915E5AB-2C49-4AB3-9AFF-4985DD073477}"/>
</file>

<file path=customXml/itemProps3.xml><?xml version="1.0" encoding="utf-8"?>
<ds:datastoreItem xmlns:ds="http://schemas.openxmlformats.org/officeDocument/2006/customXml" ds:itemID="{A347B7F4-38AD-436D-A18B-B161FF2DE1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14616</TotalTime>
  <Words>3023</Words>
  <Application>Microsoft Office PowerPoint</Application>
  <PresentationFormat>Panorámica</PresentationFormat>
  <Paragraphs>929</Paragraphs>
  <Slides>63</Slides>
  <Notes>30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63</vt:i4>
      </vt:variant>
    </vt:vector>
  </HeadingPairs>
  <TitlesOfParts>
    <vt:vector size="71" baseType="lpstr">
      <vt:lpstr>Arial</vt:lpstr>
      <vt:lpstr>Calibri</vt:lpstr>
      <vt:lpstr>Calibri Light</vt:lpstr>
      <vt:lpstr>Cambria Math</vt:lpstr>
      <vt:lpstr>Consolas</vt:lpstr>
      <vt:lpstr>Courier New</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uss</dc:creator>
  <cp:lastModifiedBy>Javier_PC</cp:lastModifiedBy>
  <cp:revision>348</cp:revision>
  <cp:lastPrinted>2025-11-03T15:53:29Z</cp:lastPrinted>
  <dcterms:created xsi:type="dcterms:W3CDTF">2018-11-26T16:12:09Z</dcterms:created>
  <dcterms:modified xsi:type="dcterms:W3CDTF">2026-03-05T13:43:51Z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0x010100CF302CC60E946844A44D317C8BB05DF9</vt:lpwstr>
  </property>
</Properties>
</file>